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9" r:id="rId3"/>
    <p:sldId id="264" r:id="rId4"/>
    <p:sldId id="262" r:id="rId5"/>
    <p:sldId id="275" r:id="rId6"/>
    <p:sldId id="272" r:id="rId7"/>
    <p:sldId id="266" r:id="rId8"/>
    <p:sldId id="282" r:id="rId9"/>
    <p:sldId id="341" r:id="rId10"/>
    <p:sldId id="342" r:id="rId11"/>
    <p:sldId id="343" r:id="rId12"/>
    <p:sldId id="344" r:id="rId13"/>
    <p:sldId id="351" r:id="rId14"/>
    <p:sldId id="325" r:id="rId15"/>
    <p:sldId id="323" r:id="rId16"/>
    <p:sldId id="321" r:id="rId17"/>
    <p:sldId id="324" r:id="rId18"/>
    <p:sldId id="345" r:id="rId19"/>
    <p:sldId id="346" r:id="rId20"/>
    <p:sldId id="347" r:id="rId21"/>
    <p:sldId id="348" r:id="rId22"/>
    <p:sldId id="330" r:id="rId23"/>
    <p:sldId id="291" r:id="rId24"/>
    <p:sldId id="353" r:id="rId25"/>
    <p:sldId id="326" r:id="rId26"/>
    <p:sldId id="349" r:id="rId27"/>
    <p:sldId id="350" r:id="rId28"/>
    <p:sldId id="375" r:id="rId29"/>
    <p:sldId id="329" r:id="rId30"/>
    <p:sldId id="352" r:id="rId31"/>
    <p:sldId id="356" r:id="rId32"/>
    <p:sldId id="357" r:id="rId33"/>
    <p:sldId id="358" r:id="rId34"/>
    <p:sldId id="362" r:id="rId35"/>
    <p:sldId id="354" r:id="rId36"/>
    <p:sldId id="360" r:id="rId37"/>
    <p:sldId id="361" r:id="rId38"/>
    <p:sldId id="359" r:id="rId39"/>
    <p:sldId id="363" r:id="rId40"/>
    <p:sldId id="355" r:id="rId41"/>
    <p:sldId id="364" r:id="rId42"/>
    <p:sldId id="376" r:id="rId43"/>
    <p:sldId id="365" r:id="rId44"/>
    <p:sldId id="373" r:id="rId45"/>
    <p:sldId id="366" r:id="rId46"/>
    <p:sldId id="367" r:id="rId47"/>
    <p:sldId id="368" r:id="rId48"/>
    <p:sldId id="370" r:id="rId49"/>
    <p:sldId id="369" r:id="rId50"/>
    <p:sldId id="371" r:id="rId51"/>
    <p:sldId id="372" r:id="rId52"/>
    <p:sldId id="374" r:id="rId53"/>
    <p:sldId id="270" r:id="rId54"/>
    <p:sldId id="267" r:id="rId55"/>
    <p:sldId id="274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260"/>
    <a:srgbClr val="F18120"/>
    <a:srgbClr val="C00000"/>
    <a:srgbClr val="F7F8FC"/>
    <a:srgbClr val="F2F5FA"/>
    <a:srgbClr val="FBFCFE"/>
    <a:srgbClr val="F8F7FC"/>
    <a:srgbClr val="FFC819"/>
    <a:srgbClr val="EE4238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berly Perron" userId="73fad7a1-dbbb-4fdc-a422-fb1cdedffc58" providerId="ADAL" clId="{575AD272-60E5-4A82-8FC7-5DA15A683BA4}"/>
    <pc:docChg chg="modSld">
      <pc:chgData name="Kimberly Perron" userId="73fad7a1-dbbb-4fdc-a422-fb1cdedffc58" providerId="ADAL" clId="{575AD272-60E5-4A82-8FC7-5DA15A683BA4}" dt="2025-04-27T13:53:07.492" v="6" actId="20577"/>
      <pc:docMkLst>
        <pc:docMk/>
      </pc:docMkLst>
      <pc:sldChg chg="modSp mod">
        <pc:chgData name="Kimberly Perron" userId="73fad7a1-dbbb-4fdc-a422-fb1cdedffc58" providerId="ADAL" clId="{575AD272-60E5-4A82-8FC7-5DA15A683BA4}" dt="2025-04-27T13:53:07.492" v="6" actId="20577"/>
        <pc:sldMkLst>
          <pc:docMk/>
          <pc:sldMk cId="252310837" sldId="259"/>
        </pc:sldMkLst>
        <pc:spChg chg="mod">
          <ac:chgData name="Kimberly Perron" userId="73fad7a1-dbbb-4fdc-a422-fb1cdedffc58" providerId="ADAL" clId="{575AD272-60E5-4A82-8FC7-5DA15A683BA4}" dt="2025-04-27T13:53:07.492" v="6" actId="20577"/>
          <ac:spMkLst>
            <pc:docMk/>
            <pc:sldMk cId="252310837" sldId="259"/>
            <ac:spMk id="7" creationId="{6A86DFC9-79F2-150D-22FA-7EF2949E3A9E}"/>
          </ac:spMkLst>
        </pc:spChg>
      </pc:sldChg>
    </pc:docChg>
  </pc:docChgLst>
  <pc:docChgLst>
    <pc:chgData name="Kimberly Perron" userId="5cbb7adf-dcc5-4575-b463-4d02fa27e6cf" providerId="ADAL" clId="{7C3DB951-7A98-47F1-92B6-7D5D1304899B}"/>
    <pc:docChg chg="undo custSel addSld delSld modSld sldOrd">
      <pc:chgData name="Kimberly Perron" userId="5cbb7adf-dcc5-4575-b463-4d02fa27e6cf" providerId="ADAL" clId="{7C3DB951-7A98-47F1-92B6-7D5D1304899B}" dt="2023-06-28T20:31:39.318" v="7561" actId="948"/>
      <pc:docMkLst>
        <pc:docMk/>
      </pc:docMkLst>
      <pc:sldChg chg="modSp mod">
        <pc:chgData name="Kimberly Perron" userId="5cbb7adf-dcc5-4575-b463-4d02fa27e6cf" providerId="ADAL" clId="{7C3DB951-7A98-47F1-92B6-7D5D1304899B}" dt="2023-06-12T14:17:10.415" v="15" actId="20577"/>
        <pc:sldMkLst>
          <pc:docMk/>
          <pc:sldMk cId="1675932613" sldId="256"/>
        </pc:sldMkLst>
      </pc:sldChg>
      <pc:sldChg chg="addSp modSp mod">
        <pc:chgData name="Kimberly Perron" userId="5cbb7adf-dcc5-4575-b463-4d02fa27e6cf" providerId="ADAL" clId="{7C3DB951-7A98-47F1-92B6-7D5D1304899B}" dt="2023-06-20T13:36:45.393" v="7041" actId="1076"/>
        <pc:sldMkLst>
          <pc:docMk/>
          <pc:sldMk cId="2675367624" sldId="262"/>
        </pc:sldMkLst>
      </pc:sldChg>
      <pc:sldChg chg="modSp mod">
        <pc:chgData name="Kimberly Perron" userId="5cbb7adf-dcc5-4575-b463-4d02fa27e6cf" providerId="ADAL" clId="{7C3DB951-7A98-47F1-92B6-7D5D1304899B}" dt="2023-06-12T19:32:07.351" v="598" actId="20577"/>
        <pc:sldMkLst>
          <pc:docMk/>
          <pc:sldMk cId="2087508918" sldId="267"/>
        </pc:sldMkLst>
      </pc:sldChg>
      <pc:sldChg chg="modSp mod">
        <pc:chgData name="Kimberly Perron" userId="5cbb7adf-dcc5-4575-b463-4d02fa27e6cf" providerId="ADAL" clId="{7C3DB951-7A98-47F1-92B6-7D5D1304899B}" dt="2023-06-13T20:55:18.449" v="6726" actId="20577"/>
        <pc:sldMkLst>
          <pc:docMk/>
          <pc:sldMk cId="2671711854" sldId="270"/>
        </pc:sldMkLst>
      </pc:sldChg>
      <pc:sldChg chg="modSp mod">
        <pc:chgData name="Kimberly Perron" userId="5cbb7adf-dcc5-4575-b463-4d02fa27e6cf" providerId="ADAL" clId="{7C3DB951-7A98-47F1-92B6-7D5D1304899B}" dt="2023-06-13T20:18:45.183" v="4708" actId="20577"/>
        <pc:sldMkLst>
          <pc:docMk/>
          <pc:sldMk cId="1475750617" sldId="272"/>
        </pc:sldMkLst>
      </pc:sldChg>
      <pc:sldChg chg="modSp mod">
        <pc:chgData name="Kimberly Perron" userId="5cbb7adf-dcc5-4575-b463-4d02fa27e6cf" providerId="ADAL" clId="{7C3DB951-7A98-47F1-92B6-7D5D1304899B}" dt="2023-06-20T13:36:11.864" v="7036" actId="1076"/>
        <pc:sldMkLst>
          <pc:docMk/>
          <pc:sldMk cId="369290776" sldId="275"/>
        </pc:sldMkLst>
      </pc:sldChg>
      <pc:sldChg chg="modSp mod">
        <pc:chgData name="Kimberly Perron" userId="5cbb7adf-dcc5-4575-b463-4d02fa27e6cf" providerId="ADAL" clId="{7C3DB951-7A98-47F1-92B6-7D5D1304899B}" dt="2023-06-13T16:03:34.462" v="3246" actId="6549"/>
        <pc:sldMkLst>
          <pc:docMk/>
          <pc:sldMk cId="1841860773" sldId="282"/>
        </pc:sldMkLst>
      </pc:sldChg>
      <pc:sldChg chg="ord">
        <pc:chgData name="Kimberly Perron" userId="5cbb7adf-dcc5-4575-b463-4d02fa27e6cf" providerId="ADAL" clId="{7C3DB951-7A98-47F1-92B6-7D5D1304899B}" dt="2023-06-19T14:34:20.999" v="6752"/>
        <pc:sldMkLst>
          <pc:docMk/>
          <pc:sldMk cId="3169741612" sldId="291"/>
        </pc:sldMkLst>
      </pc:sldChg>
      <pc:sldChg chg="del">
        <pc:chgData name="Kimberly Perron" userId="5cbb7adf-dcc5-4575-b463-4d02fa27e6cf" providerId="ADAL" clId="{7C3DB951-7A98-47F1-92B6-7D5D1304899B}" dt="2023-06-13T20:15:38.377" v="4601" actId="47"/>
        <pc:sldMkLst>
          <pc:docMk/>
          <pc:sldMk cId="4036610726" sldId="298"/>
        </pc:sldMkLst>
      </pc:sldChg>
      <pc:sldChg chg="del">
        <pc:chgData name="Kimberly Perron" userId="5cbb7adf-dcc5-4575-b463-4d02fa27e6cf" providerId="ADAL" clId="{7C3DB951-7A98-47F1-92B6-7D5D1304899B}" dt="2023-06-13T20:15:38.377" v="4601" actId="47"/>
        <pc:sldMkLst>
          <pc:docMk/>
          <pc:sldMk cId="270355397" sldId="318"/>
        </pc:sldMkLst>
      </pc:sldChg>
      <pc:sldChg chg="del">
        <pc:chgData name="Kimberly Perron" userId="5cbb7adf-dcc5-4575-b463-4d02fa27e6cf" providerId="ADAL" clId="{7C3DB951-7A98-47F1-92B6-7D5D1304899B}" dt="2023-06-12T19:31:38.019" v="562" actId="47"/>
        <pc:sldMkLst>
          <pc:docMk/>
          <pc:sldMk cId="3608374009" sldId="320"/>
        </pc:sldMkLst>
      </pc:sldChg>
      <pc:sldChg chg="addSp delSp modSp mod">
        <pc:chgData name="Kimberly Perron" userId="5cbb7adf-dcc5-4575-b463-4d02fa27e6cf" providerId="ADAL" clId="{7C3DB951-7A98-47F1-92B6-7D5D1304899B}" dt="2023-06-13T15:34:09.890" v="2056" actId="20577"/>
        <pc:sldMkLst>
          <pc:docMk/>
          <pc:sldMk cId="1560771667" sldId="321"/>
        </pc:sldMkLst>
      </pc:sldChg>
      <pc:sldChg chg="modSp del mod">
        <pc:chgData name="Kimberly Perron" userId="5cbb7adf-dcc5-4575-b463-4d02fa27e6cf" providerId="ADAL" clId="{7C3DB951-7A98-47F1-92B6-7D5D1304899B}" dt="2023-06-12T19:31:36.938" v="561" actId="47"/>
        <pc:sldMkLst>
          <pc:docMk/>
          <pc:sldMk cId="1122100080" sldId="322"/>
        </pc:sldMkLst>
      </pc:sldChg>
      <pc:sldChg chg="modSp mod ord">
        <pc:chgData name="Kimberly Perron" userId="5cbb7adf-dcc5-4575-b463-4d02fa27e6cf" providerId="ADAL" clId="{7C3DB951-7A98-47F1-92B6-7D5D1304899B}" dt="2023-06-13T12:05:25.289" v="1609" actId="20577"/>
        <pc:sldMkLst>
          <pc:docMk/>
          <pc:sldMk cId="789473325" sldId="323"/>
        </pc:sldMkLst>
      </pc:sldChg>
      <pc:sldChg chg="modSp mod ord">
        <pc:chgData name="Kimberly Perron" userId="5cbb7adf-dcc5-4575-b463-4d02fa27e6cf" providerId="ADAL" clId="{7C3DB951-7A98-47F1-92B6-7D5D1304899B}" dt="2023-06-13T15:30:23.666" v="1926" actId="207"/>
        <pc:sldMkLst>
          <pc:docMk/>
          <pc:sldMk cId="2794518901" sldId="324"/>
        </pc:sldMkLst>
      </pc:sldChg>
      <pc:sldChg chg="modSp mod ord">
        <pc:chgData name="Kimberly Perron" userId="5cbb7adf-dcc5-4575-b463-4d02fa27e6cf" providerId="ADAL" clId="{7C3DB951-7A98-47F1-92B6-7D5D1304899B}" dt="2023-06-13T15:28:55.557" v="1853" actId="1076"/>
        <pc:sldMkLst>
          <pc:docMk/>
          <pc:sldMk cId="12717775" sldId="325"/>
        </pc:sldMkLst>
      </pc:sldChg>
      <pc:sldChg chg="modSp mod">
        <pc:chgData name="Kimberly Perron" userId="5cbb7adf-dcc5-4575-b463-4d02fa27e6cf" providerId="ADAL" clId="{7C3DB951-7A98-47F1-92B6-7D5D1304899B}" dt="2023-06-13T15:42:42.064" v="2601" actId="207"/>
        <pc:sldMkLst>
          <pc:docMk/>
          <pc:sldMk cId="1695648223" sldId="326"/>
        </pc:sldMkLst>
      </pc:sldChg>
      <pc:sldChg chg="del">
        <pc:chgData name="Kimberly Perron" userId="5cbb7adf-dcc5-4575-b463-4d02fa27e6cf" providerId="ADAL" clId="{7C3DB951-7A98-47F1-92B6-7D5D1304899B}" dt="2023-06-13T20:17:32.513" v="4655" actId="47"/>
        <pc:sldMkLst>
          <pc:docMk/>
          <pc:sldMk cId="2069681086" sldId="327"/>
        </pc:sldMkLst>
      </pc:sldChg>
      <pc:sldChg chg="del">
        <pc:chgData name="Kimberly Perron" userId="5cbb7adf-dcc5-4575-b463-4d02fa27e6cf" providerId="ADAL" clId="{7C3DB951-7A98-47F1-92B6-7D5D1304899B}" dt="2023-06-13T20:15:38.377" v="4601" actId="47"/>
        <pc:sldMkLst>
          <pc:docMk/>
          <pc:sldMk cId="4036709957" sldId="328"/>
        </pc:sldMkLst>
      </pc:sldChg>
      <pc:sldChg chg="modSp mod">
        <pc:chgData name="Kimberly Perron" userId="5cbb7adf-dcc5-4575-b463-4d02fa27e6cf" providerId="ADAL" clId="{7C3DB951-7A98-47F1-92B6-7D5D1304899B}" dt="2023-06-13T15:53:27.352" v="3207" actId="20577"/>
        <pc:sldMkLst>
          <pc:docMk/>
          <pc:sldMk cId="3751995500" sldId="329"/>
        </pc:sldMkLst>
      </pc:sldChg>
      <pc:sldChg chg="modSp mod ord">
        <pc:chgData name="Kimberly Perron" userId="5cbb7adf-dcc5-4575-b463-4d02fa27e6cf" providerId="ADAL" clId="{7C3DB951-7A98-47F1-92B6-7D5D1304899B}" dt="2023-06-13T15:36:41.962" v="2225" actId="20577"/>
        <pc:sldMkLst>
          <pc:docMk/>
          <pc:sldMk cId="3731695505" sldId="330"/>
        </pc:sldMkLst>
      </pc:sldChg>
      <pc:sldChg chg="del">
        <pc:chgData name="Kimberly Perron" userId="5cbb7adf-dcc5-4575-b463-4d02fa27e6cf" providerId="ADAL" clId="{7C3DB951-7A98-47F1-92B6-7D5D1304899B}" dt="2023-06-13T20:17:32.513" v="4655" actId="47"/>
        <pc:sldMkLst>
          <pc:docMk/>
          <pc:sldMk cId="2911847435" sldId="331"/>
        </pc:sldMkLst>
      </pc:sldChg>
      <pc:sldChg chg="del">
        <pc:chgData name="Kimberly Perron" userId="5cbb7adf-dcc5-4575-b463-4d02fa27e6cf" providerId="ADAL" clId="{7C3DB951-7A98-47F1-92B6-7D5D1304899B}" dt="2023-06-13T20:15:38.377" v="4601" actId="47"/>
        <pc:sldMkLst>
          <pc:docMk/>
          <pc:sldMk cId="3950444830" sldId="332"/>
        </pc:sldMkLst>
      </pc:sldChg>
      <pc:sldChg chg="del">
        <pc:chgData name="Kimberly Perron" userId="5cbb7adf-dcc5-4575-b463-4d02fa27e6cf" providerId="ADAL" clId="{7C3DB951-7A98-47F1-92B6-7D5D1304899B}" dt="2023-06-13T20:15:38.377" v="4601" actId="47"/>
        <pc:sldMkLst>
          <pc:docMk/>
          <pc:sldMk cId="2486819864" sldId="333"/>
        </pc:sldMkLst>
      </pc:sldChg>
      <pc:sldChg chg="del">
        <pc:chgData name="Kimberly Perron" userId="5cbb7adf-dcc5-4575-b463-4d02fa27e6cf" providerId="ADAL" clId="{7C3DB951-7A98-47F1-92B6-7D5D1304899B}" dt="2023-06-13T20:15:38.377" v="4601" actId="47"/>
        <pc:sldMkLst>
          <pc:docMk/>
          <pc:sldMk cId="481490256" sldId="334"/>
        </pc:sldMkLst>
      </pc:sldChg>
      <pc:sldChg chg="del">
        <pc:chgData name="Kimberly Perron" userId="5cbb7adf-dcc5-4575-b463-4d02fa27e6cf" providerId="ADAL" clId="{7C3DB951-7A98-47F1-92B6-7D5D1304899B}" dt="2023-06-13T20:15:38.377" v="4601" actId="47"/>
        <pc:sldMkLst>
          <pc:docMk/>
          <pc:sldMk cId="239302879" sldId="335"/>
        </pc:sldMkLst>
      </pc:sldChg>
      <pc:sldChg chg="del">
        <pc:chgData name="Kimberly Perron" userId="5cbb7adf-dcc5-4575-b463-4d02fa27e6cf" providerId="ADAL" clId="{7C3DB951-7A98-47F1-92B6-7D5D1304899B}" dt="2023-06-13T20:17:32.513" v="4655" actId="47"/>
        <pc:sldMkLst>
          <pc:docMk/>
          <pc:sldMk cId="3367687521" sldId="336"/>
        </pc:sldMkLst>
      </pc:sldChg>
      <pc:sldChg chg="del">
        <pc:chgData name="Kimberly Perron" userId="5cbb7adf-dcc5-4575-b463-4d02fa27e6cf" providerId="ADAL" clId="{7C3DB951-7A98-47F1-92B6-7D5D1304899B}" dt="2023-06-13T20:17:32.513" v="4655" actId="47"/>
        <pc:sldMkLst>
          <pc:docMk/>
          <pc:sldMk cId="708466942" sldId="337"/>
        </pc:sldMkLst>
      </pc:sldChg>
      <pc:sldChg chg="del">
        <pc:chgData name="Kimberly Perron" userId="5cbb7adf-dcc5-4575-b463-4d02fa27e6cf" providerId="ADAL" clId="{7C3DB951-7A98-47F1-92B6-7D5D1304899B}" dt="2023-06-13T20:15:38.377" v="4601" actId="47"/>
        <pc:sldMkLst>
          <pc:docMk/>
          <pc:sldMk cId="2615170284" sldId="338"/>
        </pc:sldMkLst>
      </pc:sldChg>
      <pc:sldChg chg="del">
        <pc:chgData name="Kimberly Perron" userId="5cbb7adf-dcc5-4575-b463-4d02fa27e6cf" providerId="ADAL" clId="{7C3DB951-7A98-47F1-92B6-7D5D1304899B}" dt="2023-06-13T20:15:38.377" v="4601" actId="47"/>
        <pc:sldMkLst>
          <pc:docMk/>
          <pc:sldMk cId="1076889607" sldId="339"/>
        </pc:sldMkLst>
      </pc:sldChg>
      <pc:sldChg chg="del">
        <pc:chgData name="Kimberly Perron" userId="5cbb7adf-dcc5-4575-b463-4d02fa27e6cf" providerId="ADAL" clId="{7C3DB951-7A98-47F1-92B6-7D5D1304899B}" dt="2023-06-13T20:15:38.377" v="4601" actId="47"/>
        <pc:sldMkLst>
          <pc:docMk/>
          <pc:sldMk cId="1655676924" sldId="340"/>
        </pc:sldMkLst>
      </pc:sldChg>
      <pc:sldChg chg="modSp add mod">
        <pc:chgData name="Kimberly Perron" userId="5cbb7adf-dcc5-4575-b463-4d02fa27e6cf" providerId="ADAL" clId="{7C3DB951-7A98-47F1-92B6-7D5D1304899B}" dt="2023-06-13T15:53:53.600" v="3223" actId="20577"/>
        <pc:sldMkLst>
          <pc:docMk/>
          <pc:sldMk cId="165847219" sldId="341"/>
        </pc:sldMkLst>
      </pc:sldChg>
      <pc:sldChg chg="modSp add mod">
        <pc:chgData name="Kimberly Perron" userId="5cbb7adf-dcc5-4575-b463-4d02fa27e6cf" providerId="ADAL" clId="{7C3DB951-7A98-47F1-92B6-7D5D1304899B}" dt="2023-06-13T19:32:07.227" v="3708" actId="20577"/>
        <pc:sldMkLst>
          <pc:docMk/>
          <pc:sldMk cId="1005062964" sldId="342"/>
        </pc:sldMkLst>
      </pc:sldChg>
      <pc:sldChg chg="modSp add mod">
        <pc:chgData name="Kimberly Perron" userId="5cbb7adf-dcc5-4575-b463-4d02fa27e6cf" providerId="ADAL" clId="{7C3DB951-7A98-47F1-92B6-7D5D1304899B}" dt="2023-06-13T19:40:22.025" v="4012" actId="20577"/>
        <pc:sldMkLst>
          <pc:docMk/>
          <pc:sldMk cId="14972293" sldId="343"/>
        </pc:sldMkLst>
      </pc:sldChg>
      <pc:sldChg chg="modSp add mod ord">
        <pc:chgData name="Kimberly Perron" userId="5cbb7adf-dcc5-4575-b463-4d02fa27e6cf" providerId="ADAL" clId="{7C3DB951-7A98-47F1-92B6-7D5D1304899B}" dt="2023-06-13T20:39:37.376" v="5847" actId="20577"/>
        <pc:sldMkLst>
          <pc:docMk/>
          <pc:sldMk cId="1044061742" sldId="344"/>
        </pc:sldMkLst>
      </pc:sldChg>
      <pc:sldChg chg="modSp add mod ord">
        <pc:chgData name="Kimberly Perron" userId="5cbb7adf-dcc5-4575-b463-4d02fa27e6cf" providerId="ADAL" clId="{7C3DB951-7A98-47F1-92B6-7D5D1304899B}" dt="2023-06-13T15:28:47.833" v="1851" actId="1076"/>
        <pc:sldMkLst>
          <pc:docMk/>
          <pc:sldMk cId="3941390941" sldId="345"/>
        </pc:sldMkLst>
      </pc:sldChg>
      <pc:sldChg chg="modSp add mod ord">
        <pc:chgData name="Kimberly Perron" userId="5cbb7adf-dcc5-4575-b463-4d02fa27e6cf" providerId="ADAL" clId="{7C3DB951-7A98-47F1-92B6-7D5D1304899B}" dt="2023-06-13T15:28:44.011" v="1850" actId="1076"/>
        <pc:sldMkLst>
          <pc:docMk/>
          <pc:sldMk cId="319865326" sldId="346"/>
        </pc:sldMkLst>
      </pc:sldChg>
      <pc:sldChg chg="modSp add mod ord">
        <pc:chgData name="Kimberly Perron" userId="5cbb7adf-dcc5-4575-b463-4d02fa27e6cf" providerId="ADAL" clId="{7C3DB951-7A98-47F1-92B6-7D5D1304899B}" dt="2023-06-13T21:11:18.653" v="6738" actId="20577"/>
        <pc:sldMkLst>
          <pc:docMk/>
          <pc:sldMk cId="1201993469" sldId="347"/>
        </pc:sldMkLst>
      </pc:sldChg>
      <pc:sldChg chg="modSp add mod ord">
        <pc:chgData name="Kimberly Perron" userId="5cbb7adf-dcc5-4575-b463-4d02fa27e6cf" providerId="ADAL" clId="{7C3DB951-7A98-47F1-92B6-7D5D1304899B}" dt="2023-06-13T15:35:11.349" v="2125" actId="1076"/>
        <pc:sldMkLst>
          <pc:docMk/>
          <pc:sldMk cId="2344689210" sldId="348"/>
        </pc:sldMkLst>
      </pc:sldChg>
      <pc:sldChg chg="modSp add mod ord">
        <pc:chgData name="Kimberly Perron" userId="5cbb7adf-dcc5-4575-b463-4d02fa27e6cf" providerId="ADAL" clId="{7C3DB951-7A98-47F1-92B6-7D5D1304899B}" dt="2023-06-13T15:49:29.317" v="2851" actId="12"/>
        <pc:sldMkLst>
          <pc:docMk/>
          <pc:sldMk cId="1540282083" sldId="349"/>
        </pc:sldMkLst>
      </pc:sldChg>
      <pc:sldChg chg="modSp add mod">
        <pc:chgData name="Kimberly Perron" userId="5cbb7adf-dcc5-4575-b463-4d02fa27e6cf" providerId="ADAL" clId="{7C3DB951-7A98-47F1-92B6-7D5D1304899B}" dt="2023-06-13T19:37:10.055" v="3985" actId="1076"/>
        <pc:sldMkLst>
          <pc:docMk/>
          <pc:sldMk cId="3033471948" sldId="350"/>
        </pc:sldMkLst>
      </pc:sldChg>
      <pc:sldChg chg="addSp modSp new mod">
        <pc:chgData name="Kimberly Perron" userId="5cbb7adf-dcc5-4575-b463-4d02fa27e6cf" providerId="ADAL" clId="{7C3DB951-7A98-47F1-92B6-7D5D1304899B}" dt="2023-06-13T16:29:10.262" v="3407" actId="14100"/>
        <pc:sldMkLst>
          <pc:docMk/>
          <pc:sldMk cId="4286631494" sldId="351"/>
        </pc:sldMkLst>
      </pc:sldChg>
      <pc:sldChg chg="addSp delSp modSp add mod ord">
        <pc:chgData name="Kimberly Perron" userId="5cbb7adf-dcc5-4575-b463-4d02fa27e6cf" providerId="ADAL" clId="{7C3DB951-7A98-47F1-92B6-7D5D1304899B}" dt="2023-06-13T16:28:39.439" v="3401" actId="1076"/>
        <pc:sldMkLst>
          <pc:docMk/>
          <pc:sldMk cId="1493244336" sldId="352"/>
        </pc:sldMkLst>
      </pc:sldChg>
      <pc:sldChg chg="addSp delSp modSp add mod ord">
        <pc:chgData name="Kimberly Perron" userId="5cbb7adf-dcc5-4575-b463-4d02fa27e6cf" providerId="ADAL" clId="{7C3DB951-7A98-47F1-92B6-7D5D1304899B}" dt="2023-06-13T19:26:53.497" v="3544" actId="164"/>
        <pc:sldMkLst>
          <pc:docMk/>
          <pc:sldMk cId="2899080070" sldId="353"/>
        </pc:sldMkLst>
      </pc:sldChg>
      <pc:sldChg chg="addSp delSp modSp add mod ord">
        <pc:chgData name="Kimberly Perron" userId="5cbb7adf-dcc5-4575-b463-4d02fa27e6cf" providerId="ADAL" clId="{7C3DB951-7A98-47F1-92B6-7D5D1304899B}" dt="2023-06-13T16:28:32.478" v="3399" actId="1076"/>
        <pc:sldMkLst>
          <pc:docMk/>
          <pc:sldMk cId="2206514675" sldId="354"/>
        </pc:sldMkLst>
      </pc:sldChg>
      <pc:sldChg chg="addSp delSp modSp add mod">
        <pc:chgData name="Kimberly Perron" userId="5cbb7adf-dcc5-4575-b463-4d02fa27e6cf" providerId="ADAL" clId="{7C3DB951-7A98-47F1-92B6-7D5D1304899B}" dt="2023-06-13T20:16:32.021" v="4627" actId="1076"/>
        <pc:sldMkLst>
          <pc:docMk/>
          <pc:sldMk cId="155084596" sldId="355"/>
        </pc:sldMkLst>
      </pc:sldChg>
      <pc:sldChg chg="modSp add mod ord">
        <pc:chgData name="Kimberly Perron" userId="5cbb7adf-dcc5-4575-b463-4d02fa27e6cf" providerId="ADAL" clId="{7C3DB951-7A98-47F1-92B6-7D5D1304899B}" dt="2023-06-13T19:39:10.891" v="3995" actId="14100"/>
        <pc:sldMkLst>
          <pc:docMk/>
          <pc:sldMk cId="2700710660" sldId="356"/>
        </pc:sldMkLst>
      </pc:sldChg>
      <pc:sldChg chg="modSp add mod ord">
        <pc:chgData name="Kimberly Perron" userId="5cbb7adf-dcc5-4575-b463-4d02fa27e6cf" providerId="ADAL" clId="{7C3DB951-7A98-47F1-92B6-7D5D1304899B}" dt="2023-06-13T19:39:43.793" v="3998"/>
        <pc:sldMkLst>
          <pc:docMk/>
          <pc:sldMk cId="588133327" sldId="357"/>
        </pc:sldMkLst>
      </pc:sldChg>
      <pc:sldChg chg="modSp add mod ord">
        <pc:chgData name="Kimberly Perron" userId="5cbb7adf-dcc5-4575-b463-4d02fa27e6cf" providerId="ADAL" clId="{7C3DB951-7A98-47F1-92B6-7D5D1304899B}" dt="2023-06-13T19:39:02.749" v="3993" actId="14100"/>
        <pc:sldMkLst>
          <pc:docMk/>
          <pc:sldMk cId="1696899184" sldId="358"/>
        </pc:sldMkLst>
      </pc:sldChg>
      <pc:sldChg chg="modSp add mod ord">
        <pc:chgData name="Kimberly Perron" userId="5cbb7adf-dcc5-4575-b463-4d02fa27e6cf" providerId="ADAL" clId="{7C3DB951-7A98-47F1-92B6-7D5D1304899B}" dt="2023-06-28T14:25:04.080" v="7264"/>
        <pc:sldMkLst>
          <pc:docMk/>
          <pc:sldMk cId="3853585523" sldId="359"/>
        </pc:sldMkLst>
      </pc:sldChg>
      <pc:sldChg chg="modSp add mod ord">
        <pc:chgData name="Kimberly Perron" userId="5cbb7adf-dcc5-4575-b463-4d02fa27e6cf" providerId="ADAL" clId="{7C3DB951-7A98-47F1-92B6-7D5D1304899B}" dt="2023-06-13T20:06:22.271" v="4344" actId="1076"/>
        <pc:sldMkLst>
          <pc:docMk/>
          <pc:sldMk cId="690246615" sldId="360"/>
        </pc:sldMkLst>
      </pc:sldChg>
      <pc:sldChg chg="modSp add mod ord">
        <pc:chgData name="Kimberly Perron" userId="5cbb7adf-dcc5-4575-b463-4d02fa27e6cf" providerId="ADAL" clId="{7C3DB951-7A98-47F1-92B6-7D5D1304899B}" dt="2023-06-13T20:08:49.600" v="4437" actId="12"/>
        <pc:sldMkLst>
          <pc:docMk/>
          <pc:sldMk cId="4133599960" sldId="361"/>
        </pc:sldMkLst>
      </pc:sldChg>
      <pc:sldChg chg="modSp add mod ord">
        <pc:chgData name="Kimberly Perron" userId="5cbb7adf-dcc5-4575-b463-4d02fa27e6cf" providerId="ADAL" clId="{7C3DB951-7A98-47F1-92B6-7D5D1304899B}" dt="2023-06-28T12:59:54.316" v="7262" actId="20577"/>
        <pc:sldMkLst>
          <pc:docMk/>
          <pc:sldMk cId="3626440976" sldId="362"/>
        </pc:sldMkLst>
      </pc:sldChg>
      <pc:sldChg chg="modSp add mod ord">
        <pc:chgData name="Kimberly Perron" userId="5cbb7adf-dcc5-4575-b463-4d02fa27e6cf" providerId="ADAL" clId="{7C3DB951-7A98-47F1-92B6-7D5D1304899B}" dt="2023-06-13T20:15:20.400" v="4600" actId="20577"/>
        <pc:sldMkLst>
          <pc:docMk/>
          <pc:sldMk cId="3361959615" sldId="363"/>
        </pc:sldMkLst>
      </pc:sldChg>
      <pc:sldChg chg="modSp add mod ord">
        <pc:chgData name="Kimberly Perron" userId="5cbb7adf-dcc5-4575-b463-4d02fa27e6cf" providerId="ADAL" clId="{7C3DB951-7A98-47F1-92B6-7D5D1304899B}" dt="2023-06-13T20:49:12.133" v="6354" actId="6549"/>
        <pc:sldMkLst>
          <pc:docMk/>
          <pc:sldMk cId="3419685672" sldId="364"/>
        </pc:sldMkLst>
      </pc:sldChg>
      <pc:sldChg chg="modSp add mod">
        <pc:chgData name="Kimberly Perron" userId="5cbb7adf-dcc5-4575-b463-4d02fa27e6cf" providerId="ADAL" clId="{7C3DB951-7A98-47F1-92B6-7D5D1304899B}" dt="2023-06-13T20:51:00.694" v="6408" actId="6549"/>
        <pc:sldMkLst>
          <pc:docMk/>
          <pc:sldMk cId="3825524864" sldId="365"/>
        </pc:sldMkLst>
      </pc:sldChg>
      <pc:sldChg chg="modSp add mod ord">
        <pc:chgData name="Kimberly Perron" userId="5cbb7adf-dcc5-4575-b463-4d02fa27e6cf" providerId="ADAL" clId="{7C3DB951-7A98-47F1-92B6-7D5D1304899B}" dt="2023-06-28T20:28:51.775" v="7446" actId="20577"/>
        <pc:sldMkLst>
          <pc:docMk/>
          <pc:sldMk cId="1311910154" sldId="366"/>
        </pc:sldMkLst>
      </pc:sldChg>
      <pc:sldChg chg="modSp add mod ord">
        <pc:chgData name="Kimberly Perron" userId="5cbb7adf-dcc5-4575-b463-4d02fa27e6cf" providerId="ADAL" clId="{7C3DB951-7A98-47F1-92B6-7D5D1304899B}" dt="2023-06-13T20:49:25.685" v="6357" actId="6549"/>
        <pc:sldMkLst>
          <pc:docMk/>
          <pc:sldMk cId="961634183" sldId="367"/>
        </pc:sldMkLst>
      </pc:sldChg>
      <pc:sldChg chg="modSp add mod ord">
        <pc:chgData name="Kimberly Perron" userId="5cbb7adf-dcc5-4575-b463-4d02fa27e6cf" providerId="ADAL" clId="{7C3DB951-7A98-47F1-92B6-7D5D1304899B}" dt="2023-06-13T20:49:31.293" v="6358" actId="6549"/>
        <pc:sldMkLst>
          <pc:docMk/>
          <pc:sldMk cId="1807958678" sldId="368"/>
        </pc:sldMkLst>
      </pc:sldChg>
      <pc:sldChg chg="add del">
        <pc:chgData name="Kimberly Perron" userId="5cbb7adf-dcc5-4575-b463-4d02fa27e6cf" providerId="ADAL" clId="{7C3DB951-7A98-47F1-92B6-7D5D1304899B}" dt="2023-06-13T20:21:05.502" v="4775" actId="47"/>
        <pc:sldMkLst>
          <pc:docMk/>
          <pc:sldMk cId="3568956716" sldId="369"/>
        </pc:sldMkLst>
      </pc:sldChg>
      <pc:sldChg chg="modSp add mod ord">
        <pc:chgData name="Kimberly Perron" userId="5cbb7adf-dcc5-4575-b463-4d02fa27e6cf" providerId="ADAL" clId="{7C3DB951-7A98-47F1-92B6-7D5D1304899B}" dt="2023-06-13T20:49:35.226" v="6359" actId="6549"/>
        <pc:sldMkLst>
          <pc:docMk/>
          <pc:sldMk cId="4038831043" sldId="369"/>
        </pc:sldMkLst>
      </pc:sldChg>
      <pc:sldChg chg="modSp add mod ord">
        <pc:chgData name="Kimberly Perron" userId="5cbb7adf-dcc5-4575-b463-4d02fa27e6cf" providerId="ADAL" clId="{7C3DB951-7A98-47F1-92B6-7D5D1304899B}" dt="2023-06-13T20:38:32.622" v="5782" actId="20577"/>
        <pc:sldMkLst>
          <pc:docMk/>
          <pc:sldMk cId="1850129460" sldId="370"/>
        </pc:sldMkLst>
      </pc:sldChg>
      <pc:sldChg chg="modSp add mod">
        <pc:chgData name="Kimberly Perron" userId="5cbb7adf-dcc5-4575-b463-4d02fa27e6cf" providerId="ADAL" clId="{7C3DB951-7A98-47F1-92B6-7D5D1304899B}" dt="2023-06-13T20:47:19.212" v="6260" actId="255"/>
        <pc:sldMkLst>
          <pc:docMk/>
          <pc:sldMk cId="1028729768" sldId="371"/>
        </pc:sldMkLst>
      </pc:sldChg>
      <pc:sldChg chg="modSp add mod ord">
        <pc:chgData name="Kimberly Perron" userId="5cbb7adf-dcc5-4575-b463-4d02fa27e6cf" providerId="ADAL" clId="{7C3DB951-7A98-47F1-92B6-7D5D1304899B}" dt="2023-06-13T20:48:41.588" v="6353" actId="20577"/>
        <pc:sldMkLst>
          <pc:docMk/>
          <pc:sldMk cId="231056417" sldId="372"/>
        </pc:sldMkLst>
      </pc:sldChg>
      <pc:sldChg chg="modSp add mod">
        <pc:chgData name="Kimberly Perron" userId="5cbb7adf-dcc5-4575-b463-4d02fa27e6cf" providerId="ADAL" clId="{7C3DB951-7A98-47F1-92B6-7D5D1304899B}" dt="2023-06-28T20:15:40.365" v="7409" actId="20577"/>
        <pc:sldMkLst>
          <pc:docMk/>
          <pc:sldMk cId="3094863934" sldId="373"/>
        </pc:sldMkLst>
      </pc:sldChg>
      <pc:sldChg chg="modSp add mod ord">
        <pc:chgData name="Kimberly Perron" userId="5cbb7adf-dcc5-4575-b463-4d02fa27e6cf" providerId="ADAL" clId="{7C3DB951-7A98-47F1-92B6-7D5D1304899B}" dt="2023-06-13T21:36:03.209" v="6750" actId="20577"/>
        <pc:sldMkLst>
          <pc:docMk/>
          <pc:sldMk cId="4253435888" sldId="374"/>
        </pc:sldMkLst>
      </pc:sldChg>
      <pc:sldChg chg="modSp add mod ord">
        <pc:chgData name="Kimberly Perron" userId="5cbb7adf-dcc5-4575-b463-4d02fa27e6cf" providerId="ADAL" clId="{7C3DB951-7A98-47F1-92B6-7D5D1304899B}" dt="2023-06-28T12:42:59.157" v="7250" actId="20577"/>
        <pc:sldMkLst>
          <pc:docMk/>
          <pc:sldMk cId="387624146" sldId="375"/>
        </pc:sldMkLst>
      </pc:sldChg>
      <pc:sldChg chg="addSp modSp add mod ord">
        <pc:chgData name="Kimberly Perron" userId="5cbb7adf-dcc5-4575-b463-4d02fa27e6cf" providerId="ADAL" clId="{7C3DB951-7A98-47F1-92B6-7D5D1304899B}" dt="2023-06-28T20:31:39.318" v="7561" actId="948"/>
        <pc:sldMkLst>
          <pc:docMk/>
          <pc:sldMk cId="430716013" sldId="376"/>
        </pc:sldMkLst>
      </pc:sldChg>
      <pc:sldChg chg="addSp delSp modSp new del mod">
        <pc:chgData name="Kimberly Perron" userId="5cbb7adf-dcc5-4575-b463-4d02fa27e6cf" providerId="ADAL" clId="{7C3DB951-7A98-47F1-92B6-7D5D1304899B}" dt="2023-06-28T15:47:08.317" v="7408" actId="47"/>
        <pc:sldMkLst>
          <pc:docMk/>
          <pc:sldMk cId="3566590395" sldId="376"/>
        </pc:sldMkLst>
      </pc:sldChg>
    </pc:docChg>
  </pc:docChgLst>
  <pc:docChgLst>
    <pc:chgData name="Kimberly Perron" userId="5cbb7adf-dcc5-4575-b463-4d02fa27e6cf" providerId="ADAL" clId="{D5410224-E57A-491C-8061-AA17CE200903}"/>
    <pc:docChg chg="undo custSel addSld delSld modSld sldOrd">
      <pc:chgData name="Kimberly Perron" userId="5cbb7adf-dcc5-4575-b463-4d02fa27e6cf" providerId="ADAL" clId="{D5410224-E57A-491C-8061-AA17CE200903}" dt="2023-05-12T00:07:45.498" v="3905"/>
      <pc:docMkLst>
        <pc:docMk/>
      </pc:docMkLst>
      <pc:sldChg chg="modSp mod">
        <pc:chgData name="Kimberly Perron" userId="5cbb7adf-dcc5-4575-b463-4d02fa27e6cf" providerId="ADAL" clId="{D5410224-E57A-491C-8061-AA17CE200903}" dt="2023-05-03T15:16:08.186" v="7" actId="20577"/>
        <pc:sldMkLst>
          <pc:docMk/>
          <pc:sldMk cId="1675932613" sldId="256"/>
        </pc:sldMkLst>
      </pc:sldChg>
      <pc:sldChg chg="addSp delSp modSp mod">
        <pc:chgData name="Kimberly Perron" userId="5cbb7adf-dcc5-4575-b463-4d02fa27e6cf" providerId="ADAL" clId="{D5410224-E57A-491C-8061-AA17CE200903}" dt="2023-05-03T17:28:08.410" v="484"/>
        <pc:sldMkLst>
          <pc:docMk/>
          <pc:sldMk cId="1308311927" sldId="266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2745591215" sldId="269"/>
        </pc:sldMkLst>
      </pc:sldChg>
      <pc:sldChg chg="addSp modSp mod">
        <pc:chgData name="Kimberly Perron" userId="5cbb7adf-dcc5-4575-b463-4d02fa27e6cf" providerId="ADAL" clId="{D5410224-E57A-491C-8061-AA17CE200903}" dt="2023-05-03T17:34:42.991" v="497" actId="2085"/>
        <pc:sldMkLst>
          <pc:docMk/>
          <pc:sldMk cId="2671711854" sldId="270"/>
        </pc:sldMkLst>
      </pc:sldChg>
      <pc:sldChg chg="modSp mod">
        <pc:chgData name="Kimberly Perron" userId="5cbb7adf-dcc5-4575-b463-4d02fa27e6cf" providerId="ADAL" clId="{D5410224-E57A-491C-8061-AA17CE200903}" dt="2023-05-03T17:42:25.173" v="750" actId="948"/>
        <pc:sldMkLst>
          <pc:docMk/>
          <pc:sldMk cId="1475750617" sldId="272"/>
        </pc:sldMkLst>
      </pc:sldChg>
      <pc:sldChg chg="modSp mod">
        <pc:chgData name="Kimberly Perron" userId="5cbb7adf-dcc5-4575-b463-4d02fa27e6cf" providerId="ADAL" clId="{D5410224-E57A-491C-8061-AA17CE200903}" dt="2023-05-03T15:16:38.277" v="9" actId="13926"/>
        <pc:sldMkLst>
          <pc:docMk/>
          <pc:sldMk cId="369290776" sldId="275"/>
        </pc:sldMkLst>
      </pc:sldChg>
      <pc:sldChg chg="modSp mod ord">
        <pc:chgData name="Kimberly Perron" userId="5cbb7adf-dcc5-4575-b463-4d02fa27e6cf" providerId="ADAL" clId="{D5410224-E57A-491C-8061-AA17CE200903}" dt="2023-05-03T17:35:39.460" v="524"/>
        <pc:sldMkLst>
          <pc:docMk/>
          <pc:sldMk cId="1841860773" sldId="282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41226360" sldId="283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1795054851" sldId="290"/>
        </pc:sldMkLst>
      </pc:sldChg>
      <pc:sldChg chg="ord">
        <pc:chgData name="Kimberly Perron" userId="5cbb7adf-dcc5-4575-b463-4d02fa27e6cf" providerId="ADAL" clId="{D5410224-E57A-491C-8061-AA17CE200903}" dt="2023-05-08T20:55:01.072" v="3029"/>
        <pc:sldMkLst>
          <pc:docMk/>
          <pc:sldMk cId="3169741612" sldId="291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3098243259" sldId="294"/>
        </pc:sldMkLst>
      </pc:sldChg>
      <pc:sldChg chg="delSp modSp mod ord">
        <pc:chgData name="Kimberly Perron" userId="5cbb7adf-dcc5-4575-b463-4d02fa27e6cf" providerId="ADAL" clId="{D5410224-E57A-491C-8061-AA17CE200903}" dt="2023-05-10T20:21:54.917" v="3210" actId="20577"/>
        <pc:sldMkLst>
          <pc:docMk/>
          <pc:sldMk cId="4036610726" sldId="298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3277221503" sldId="299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646763138" sldId="300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3576425529" sldId="301"/>
        </pc:sldMkLst>
      </pc:sldChg>
      <pc:sldChg chg="modSp del mod ord">
        <pc:chgData name="Kimberly Perron" userId="5cbb7adf-dcc5-4575-b463-4d02fa27e6cf" providerId="ADAL" clId="{D5410224-E57A-491C-8061-AA17CE200903}" dt="2023-05-12T00:06:58.337" v="3879" actId="47"/>
        <pc:sldMkLst>
          <pc:docMk/>
          <pc:sldMk cId="220851816" sldId="302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1648425559" sldId="310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3048892756" sldId="311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696233366" sldId="312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3553591399" sldId="313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594934285" sldId="314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3342261606" sldId="315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2868654176" sldId="316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3389056489" sldId="317"/>
        </pc:sldMkLst>
      </pc:sldChg>
      <pc:sldChg chg="modSp mod ord">
        <pc:chgData name="Kimberly Perron" userId="5cbb7adf-dcc5-4575-b463-4d02fa27e6cf" providerId="ADAL" clId="{D5410224-E57A-491C-8061-AA17CE200903}" dt="2023-05-12T00:03:52.700" v="3852" actId="20577"/>
        <pc:sldMkLst>
          <pc:docMk/>
          <pc:sldMk cId="270355397" sldId="318"/>
        </pc:sldMkLst>
      </pc:sldChg>
      <pc:sldChg chg="modSp add del mod ord">
        <pc:chgData name="Kimberly Perron" userId="5cbb7adf-dcc5-4575-b463-4d02fa27e6cf" providerId="ADAL" clId="{D5410224-E57A-491C-8061-AA17CE200903}" dt="2023-05-12T00:06:48.935" v="3878" actId="47"/>
        <pc:sldMkLst>
          <pc:docMk/>
          <pc:sldMk cId="475941631" sldId="319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4273201439" sldId="319"/>
        </pc:sldMkLst>
      </pc:sldChg>
      <pc:sldChg chg="del">
        <pc:chgData name="Kimberly Perron" userId="5cbb7adf-dcc5-4575-b463-4d02fa27e6cf" providerId="ADAL" clId="{D5410224-E57A-491C-8061-AA17CE200903}" dt="2023-05-03T17:33:43.443" v="491" actId="47"/>
        <pc:sldMkLst>
          <pc:docMk/>
          <pc:sldMk cId="1936969339" sldId="320"/>
        </pc:sldMkLst>
      </pc:sldChg>
      <pc:sldChg chg="modSp add mod ord">
        <pc:chgData name="Kimberly Perron" userId="5cbb7adf-dcc5-4575-b463-4d02fa27e6cf" providerId="ADAL" clId="{D5410224-E57A-491C-8061-AA17CE200903}" dt="2023-05-04T15:05:07.817" v="1351" actId="6549"/>
        <pc:sldMkLst>
          <pc:docMk/>
          <pc:sldMk cId="3608374009" sldId="320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724305613" sldId="321"/>
        </pc:sldMkLst>
      </pc:sldChg>
      <pc:sldChg chg="addSp delSp modSp add mod ord">
        <pc:chgData name="Kimberly Perron" userId="5cbb7adf-dcc5-4575-b463-4d02fa27e6cf" providerId="ADAL" clId="{D5410224-E57A-491C-8061-AA17CE200903}" dt="2023-05-04T14:25:00.345" v="1238"/>
        <pc:sldMkLst>
          <pc:docMk/>
          <pc:sldMk cId="1560771667" sldId="321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768721808" sldId="322"/>
        </pc:sldMkLst>
      </pc:sldChg>
      <pc:sldChg chg="modSp add mod ord">
        <pc:chgData name="Kimberly Perron" userId="5cbb7adf-dcc5-4575-b463-4d02fa27e6cf" providerId="ADAL" clId="{D5410224-E57A-491C-8061-AA17CE200903}" dt="2023-05-04T14:35:16.042" v="1278" actId="948"/>
        <pc:sldMkLst>
          <pc:docMk/>
          <pc:sldMk cId="1122100080" sldId="322"/>
        </pc:sldMkLst>
      </pc:sldChg>
      <pc:sldChg chg="modSp add mod ord">
        <pc:chgData name="Kimberly Perron" userId="5cbb7adf-dcc5-4575-b463-4d02fa27e6cf" providerId="ADAL" clId="{D5410224-E57A-491C-8061-AA17CE200903}" dt="2023-05-04T15:11:46.709" v="1505" actId="20577"/>
        <pc:sldMkLst>
          <pc:docMk/>
          <pc:sldMk cId="789473325" sldId="323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1115430109" sldId="323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228285504" sldId="324"/>
        </pc:sldMkLst>
      </pc:sldChg>
      <pc:sldChg chg="modSp add mod ord">
        <pc:chgData name="Kimberly Perron" userId="5cbb7adf-dcc5-4575-b463-4d02fa27e6cf" providerId="ADAL" clId="{D5410224-E57A-491C-8061-AA17CE200903}" dt="2023-05-04T15:18:04.008" v="1541" actId="1076"/>
        <pc:sldMkLst>
          <pc:docMk/>
          <pc:sldMk cId="2794518901" sldId="324"/>
        </pc:sldMkLst>
      </pc:sldChg>
      <pc:sldChg chg="modSp add mod ord">
        <pc:chgData name="Kimberly Perron" userId="5cbb7adf-dcc5-4575-b463-4d02fa27e6cf" providerId="ADAL" clId="{D5410224-E57A-491C-8061-AA17CE200903}" dt="2023-05-04T15:23:43.297" v="1779" actId="1076"/>
        <pc:sldMkLst>
          <pc:docMk/>
          <pc:sldMk cId="12717775" sldId="325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1748768142" sldId="325"/>
        </pc:sldMkLst>
      </pc:sldChg>
      <pc:sldChg chg="modSp add mod">
        <pc:chgData name="Kimberly Perron" userId="5cbb7adf-dcc5-4575-b463-4d02fa27e6cf" providerId="ADAL" clId="{D5410224-E57A-491C-8061-AA17CE200903}" dt="2023-05-05T16:08:47.358" v="2847" actId="255"/>
        <pc:sldMkLst>
          <pc:docMk/>
          <pc:sldMk cId="1695648223" sldId="326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1699642590" sldId="326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507004708" sldId="327"/>
        </pc:sldMkLst>
      </pc:sldChg>
      <pc:sldChg chg="modSp add mod">
        <pc:chgData name="Kimberly Perron" userId="5cbb7adf-dcc5-4575-b463-4d02fa27e6cf" providerId="ADAL" clId="{D5410224-E57A-491C-8061-AA17CE200903}" dt="2023-05-07T19:14:26.513" v="2899" actId="20577"/>
        <pc:sldMkLst>
          <pc:docMk/>
          <pc:sldMk cId="2069681086" sldId="327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522898083" sldId="328"/>
        </pc:sldMkLst>
      </pc:sldChg>
      <pc:sldChg chg="modSp add mod">
        <pc:chgData name="Kimberly Perron" userId="5cbb7adf-dcc5-4575-b463-4d02fa27e6cf" providerId="ADAL" clId="{D5410224-E57A-491C-8061-AA17CE200903}" dt="2023-05-09T18:22:30.219" v="3043" actId="20577"/>
        <pc:sldMkLst>
          <pc:docMk/>
          <pc:sldMk cId="4036709957" sldId="328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78347226" sldId="329"/>
        </pc:sldMkLst>
      </pc:sldChg>
      <pc:sldChg chg="modSp add mod ord">
        <pc:chgData name="Kimberly Perron" userId="5cbb7adf-dcc5-4575-b463-4d02fa27e6cf" providerId="ADAL" clId="{D5410224-E57A-491C-8061-AA17CE200903}" dt="2023-05-05T15:27:43.802" v="2584" actId="20577"/>
        <pc:sldMkLst>
          <pc:docMk/>
          <pc:sldMk cId="3751995500" sldId="329"/>
        </pc:sldMkLst>
      </pc:sldChg>
      <pc:sldChg chg="modSp add mod ord">
        <pc:chgData name="Kimberly Perron" userId="5cbb7adf-dcc5-4575-b463-4d02fa27e6cf" providerId="ADAL" clId="{D5410224-E57A-491C-8061-AA17CE200903}" dt="2023-05-08T12:43:53.815" v="2993" actId="20577"/>
        <pc:sldMkLst>
          <pc:docMk/>
          <pc:sldMk cId="3731695505" sldId="330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703582447" sldId="331"/>
        </pc:sldMkLst>
      </pc:sldChg>
      <pc:sldChg chg="modSp add mod ord">
        <pc:chgData name="Kimberly Perron" userId="5cbb7adf-dcc5-4575-b463-4d02fa27e6cf" providerId="ADAL" clId="{D5410224-E57A-491C-8061-AA17CE200903}" dt="2023-05-10T21:14:03.814" v="3332"/>
        <pc:sldMkLst>
          <pc:docMk/>
          <pc:sldMk cId="2911847435" sldId="331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2990763642" sldId="332"/>
        </pc:sldMkLst>
      </pc:sldChg>
      <pc:sldChg chg="modSp add mod ord">
        <pc:chgData name="Kimberly Perron" userId="5cbb7adf-dcc5-4575-b463-4d02fa27e6cf" providerId="ADAL" clId="{D5410224-E57A-491C-8061-AA17CE200903}" dt="2023-05-09T18:31:00.575" v="3115" actId="20577"/>
        <pc:sldMkLst>
          <pc:docMk/>
          <pc:sldMk cId="3950444830" sldId="332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1689794696" sldId="333"/>
        </pc:sldMkLst>
      </pc:sldChg>
      <pc:sldChg chg="modSp add mod ord">
        <pc:chgData name="Kimberly Perron" userId="5cbb7adf-dcc5-4575-b463-4d02fa27e6cf" providerId="ADAL" clId="{D5410224-E57A-491C-8061-AA17CE200903}" dt="2023-05-11T23:35:28.534" v="3761" actId="255"/>
        <pc:sldMkLst>
          <pc:docMk/>
          <pc:sldMk cId="2486819864" sldId="333"/>
        </pc:sldMkLst>
      </pc:sldChg>
      <pc:sldChg chg="modSp add mod">
        <pc:chgData name="Kimberly Perron" userId="5cbb7adf-dcc5-4575-b463-4d02fa27e6cf" providerId="ADAL" clId="{D5410224-E57A-491C-8061-AA17CE200903}" dt="2023-05-12T00:01:39.999" v="3781" actId="6549"/>
        <pc:sldMkLst>
          <pc:docMk/>
          <pc:sldMk cId="481490256" sldId="334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1671262137" sldId="334"/>
        </pc:sldMkLst>
      </pc:sldChg>
      <pc:sldChg chg="modSp add mod">
        <pc:chgData name="Kimberly Perron" userId="5cbb7adf-dcc5-4575-b463-4d02fa27e6cf" providerId="ADAL" clId="{D5410224-E57A-491C-8061-AA17CE200903}" dt="2023-05-10T21:29:53.390" v="3525" actId="6549"/>
        <pc:sldMkLst>
          <pc:docMk/>
          <pc:sldMk cId="239302879" sldId="335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2474565521" sldId="335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494948944" sldId="336"/>
        </pc:sldMkLst>
      </pc:sldChg>
      <pc:sldChg chg="addSp modSp add mod ord">
        <pc:chgData name="Kimberly Perron" userId="5cbb7adf-dcc5-4575-b463-4d02fa27e6cf" providerId="ADAL" clId="{D5410224-E57A-491C-8061-AA17CE200903}" dt="2023-05-10T21:27:29.612" v="3399" actId="1076"/>
        <pc:sldMkLst>
          <pc:docMk/>
          <pc:sldMk cId="3367687521" sldId="336"/>
        </pc:sldMkLst>
      </pc:sldChg>
      <pc:sldChg chg="modSp add mod">
        <pc:chgData name="Kimberly Perron" userId="5cbb7adf-dcc5-4575-b463-4d02fa27e6cf" providerId="ADAL" clId="{D5410224-E57A-491C-8061-AA17CE200903}" dt="2023-05-10T21:13:42.767" v="3328" actId="207"/>
        <pc:sldMkLst>
          <pc:docMk/>
          <pc:sldMk cId="708466942" sldId="337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3909902491" sldId="337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2407950634" sldId="338"/>
        </pc:sldMkLst>
      </pc:sldChg>
      <pc:sldChg chg="modSp add mod ord">
        <pc:chgData name="Kimberly Perron" userId="5cbb7adf-dcc5-4575-b463-4d02fa27e6cf" providerId="ADAL" clId="{D5410224-E57A-491C-8061-AA17CE200903}" dt="2023-05-11T23:15:39.778" v="3653" actId="20577"/>
        <pc:sldMkLst>
          <pc:docMk/>
          <pc:sldMk cId="2615170284" sldId="338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339266536" sldId="339"/>
        </pc:sldMkLst>
      </pc:sldChg>
      <pc:sldChg chg="add">
        <pc:chgData name="Kimberly Perron" userId="5cbb7adf-dcc5-4575-b463-4d02fa27e6cf" providerId="ADAL" clId="{D5410224-E57A-491C-8061-AA17CE200903}" dt="2023-05-11T23:34:22.240" v="3654" actId="2890"/>
        <pc:sldMkLst>
          <pc:docMk/>
          <pc:sldMk cId="1076889607" sldId="339"/>
        </pc:sldMkLst>
      </pc:sldChg>
      <pc:sldChg chg="add">
        <pc:chgData name="Kimberly Perron" userId="5cbb7adf-dcc5-4575-b463-4d02fa27e6cf" providerId="ADAL" clId="{D5410224-E57A-491C-8061-AA17CE200903}" dt="2023-05-12T00:07:45.498" v="3905"/>
        <pc:sldMkLst>
          <pc:docMk/>
          <pc:sldMk cId="1655676924" sldId="340"/>
        </pc:sldMkLst>
      </pc:sldChg>
      <pc:sldChg chg="modSp add del mod">
        <pc:chgData name="Kimberly Perron" userId="5cbb7adf-dcc5-4575-b463-4d02fa27e6cf" providerId="ADAL" clId="{D5410224-E57A-491C-8061-AA17CE200903}" dt="2023-05-12T00:07:40" v="3904" actId="2696"/>
        <pc:sldMkLst>
          <pc:docMk/>
          <pc:sldMk cId="3004121321" sldId="340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3279703886" sldId="340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3934209737" sldId="341"/>
        </pc:sldMkLst>
      </pc:sldChg>
      <pc:sldChg chg="del">
        <pc:chgData name="Kimberly Perron" userId="5cbb7adf-dcc5-4575-b463-4d02fa27e6cf" providerId="ADAL" clId="{D5410224-E57A-491C-8061-AA17CE200903}" dt="2023-05-03T17:34:07.527" v="492" actId="47"/>
        <pc:sldMkLst>
          <pc:docMk/>
          <pc:sldMk cId="3094841742" sldId="34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C1D9-BE45-14D1-2E0F-03E9C1BF4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9667D-211B-9162-8DD6-409FD9B45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A9453-F320-D100-F48A-3BA8562D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0BDB-2521-4385-A734-BA951B3B961A}" type="datetimeFigureOut">
              <a:rPr lang="en-US" smtClean="0"/>
              <a:t>4/26/2025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D3AA3-6F20-169D-6A45-B23D427D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FC66B-5EFF-4E5F-44F6-A371DC43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C62-2108-4598-AD04-C701ED0CF77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549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93D2B-BD92-4E5D-D71B-1B6F23670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5F4C7-95C0-B662-1CD2-8B772AF28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44904-BBBF-15B3-99D4-FB2EB2DF7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0BDB-2521-4385-A734-BA951B3B961A}" type="datetimeFigureOut">
              <a:rPr lang="en-US" smtClean="0"/>
              <a:t>4/26/2025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FCDC4-735D-6EE8-C8B7-EAF35CDD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1CF64-EBD8-2DB4-DC85-87538E3E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C62-2108-4598-AD04-C701ED0CF77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8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AE164-0562-EC36-F546-56155CB85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D550-4836-4C24-A33E-79A5CD9A2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E4DEB-0BE8-7729-FFF3-BCB86AA9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0BDB-2521-4385-A734-BA951B3B961A}" type="datetimeFigureOut">
              <a:rPr lang="en-US" smtClean="0"/>
              <a:t>4/26/2025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76E13-5A24-443D-57A0-865B5D159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8ECF5-EFFB-BD9D-38A3-D15D2CC93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C62-2108-4598-AD04-C701ED0CF77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9201-07E0-F6B0-94F8-D6C9ABE09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E06EB-664A-52CC-F617-A29EDCD13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74F53-3680-C46C-B157-6AAEDD114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766E4-7337-B100-2354-A585DF39F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0BDB-2521-4385-A734-BA951B3B961A}" type="datetimeFigureOut">
              <a:rPr lang="en-US" smtClean="0"/>
              <a:t>4/26/2025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3D01B-79C3-C09D-2928-509932480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AC546-54F2-5904-E7C8-A80B04920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C62-2108-4598-AD04-C701ED0CF77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5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B01FF-21A6-4BBE-3074-9148DB52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8F6AA-525B-C268-9BCD-F70ECE8E6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1FBE2-A16B-8279-3258-A2F590729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33B041-75CB-210F-EBEE-92B139ED95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B696A-8D8B-971B-CBC8-76421EB156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FB575B-B95C-F9F2-88C0-A1B4E5C2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0BDB-2521-4385-A734-BA951B3B961A}" type="datetimeFigureOut">
              <a:rPr lang="en-US" smtClean="0"/>
              <a:t>4/26/2025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91465E-D9C8-86C0-174A-F31519FE3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0C83AD-6547-B543-3D85-46B5C547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C62-2108-4598-AD04-C701ED0CF77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520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6054E-52FE-7184-4DEC-558D01465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EED433-D642-366B-B958-D7CC8FB5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0BDB-2521-4385-A734-BA951B3B961A}" type="datetimeFigureOut">
              <a:rPr lang="en-US" smtClean="0"/>
              <a:t>4/26/2025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E39E7-E197-C0E5-104D-C787C7C1E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B3FEA-7BAD-B070-CF5C-3B95B02E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C62-2108-4598-AD04-C701ED0CF77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28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0E81C6-9CEB-3469-3533-3952EE017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0BDB-2521-4385-A734-BA951B3B961A}" type="datetimeFigureOut">
              <a:rPr lang="en-US" smtClean="0"/>
              <a:t>4/26/2025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AA207A-9A5F-F2A9-B1D5-70F8654B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AD6E7-D4C3-2F76-4E87-AE285C660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C62-2108-4598-AD04-C701ED0CF77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51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1A2F2-1D8A-FE24-C226-36EAB71D5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4299B-A18B-35B1-0E8E-0CB73965F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22067-6104-1173-3389-C03634164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4D533-44DC-7106-D93F-4D3E12FC0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0BDB-2521-4385-A734-BA951B3B961A}" type="datetimeFigureOut">
              <a:rPr lang="en-US" smtClean="0"/>
              <a:t>4/26/2025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10F1B-9006-6FB5-AA4B-C12E9D48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2C77D-F716-E15D-DD3F-B2E4B22D9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C62-2108-4598-AD04-C701ED0CF77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44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B5D65-0913-0553-3057-92251ED0B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A4173-5183-7F3C-F084-CE22B00046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F535D-08CB-9823-4FAD-3A6A52AE1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F623B-F0CD-F788-4E7B-0AE5C900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0BDB-2521-4385-A734-BA951B3B961A}" type="datetimeFigureOut">
              <a:rPr lang="en-US" smtClean="0"/>
              <a:t>4/26/2025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66506-C390-730A-2354-423C35D3A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E5110-CF26-A352-91DF-A1ABCD25E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C62-2108-4598-AD04-C701ED0CF77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46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06AD-0E5D-1DCB-FF11-2F42B91C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EF6A6-EBAE-F1A1-986D-5E0FBAC54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5F91C-DB60-A369-5CFC-EB0BB56C9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0BDB-2521-4385-A734-BA951B3B961A}" type="datetimeFigureOut">
              <a:rPr lang="en-US" smtClean="0"/>
              <a:t>4/26/2025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C4F59-6AE9-E517-B42C-ED54A545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34173-2FBD-8E10-63FC-C3BC94C6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C62-2108-4598-AD04-C701ED0CF77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48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7B78F5-FC2E-7F06-6CA4-0E96B5B80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7473B-0AF5-B0F6-9141-8F04A43A3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6DCEB-33A8-11D5-E414-E46DE46C9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0BDB-2521-4385-A734-BA951B3B961A}" type="datetimeFigureOut">
              <a:rPr lang="en-US" smtClean="0"/>
              <a:t>4/26/2025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EE60F-2F7C-05C6-D23B-C338019F4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B3399-F690-8A27-2BE9-7E5EE629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ECC62-2108-4598-AD04-C701ED0CF77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578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76ADCB-7D97-8B30-0DFD-D2AC34BD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8D74B-E04C-F1F7-84D7-05A049B2F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EB48A-BDD6-63E9-B6BB-8DFD55EC2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90BDB-2521-4385-A734-BA951B3B961A}" type="datetimeFigureOut">
              <a:rPr lang="en-US" smtClean="0"/>
              <a:t>4/26/2025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855E0-3215-36EE-CFD6-45489F1C3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CF56C-B89E-DC87-EA6D-538E943BA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ECC62-2108-4598-AD04-C701ED0CF77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06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7A67E18-9459-7607-C351-B3E5EBF55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975" y="1489383"/>
            <a:ext cx="5496318" cy="9217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52260"/>
          </a:solidFill>
          <a:ln>
            <a:solidFill>
              <a:srgbClr val="2522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876E29-ED4A-96C0-348C-730FB3405CF3}"/>
              </a:ext>
            </a:extLst>
          </p:cNvPr>
          <p:cNvSpPr txBox="1"/>
          <p:nvPr/>
        </p:nvSpPr>
        <p:spPr>
          <a:xfrm>
            <a:off x="6276975" y="2814072"/>
            <a:ext cx="57098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rgbClr val="252260"/>
                </a:solidFill>
                <a:latin typeface="Century Gothic" panose="020B0502020202020204" pitchFamily="34" charset="0"/>
              </a:rPr>
              <a:t>CERTIFICATON </a:t>
            </a:r>
          </a:p>
          <a:p>
            <a:pPr algn="ctr"/>
            <a:r>
              <a:rPr lang="en-US" sz="5400" dirty="0">
                <a:solidFill>
                  <a:srgbClr val="252260"/>
                </a:solidFill>
                <a:latin typeface="Century Gothic" panose="020B0502020202020204" pitchFamily="34" charset="0"/>
              </a:rPr>
              <a:t>COURSE</a:t>
            </a:r>
          </a:p>
          <a:p>
            <a:pPr algn="ctr"/>
            <a:r>
              <a:rPr lang="en-US" sz="3600" dirty="0">
                <a:solidFill>
                  <a:srgbClr val="252260"/>
                </a:solidFill>
                <a:latin typeface="Century Gothic" panose="020B0502020202020204" pitchFamily="34" charset="0"/>
              </a:rPr>
              <a:t>Level 1 Professional</a:t>
            </a:r>
          </a:p>
          <a:p>
            <a:pPr algn="ctr"/>
            <a:endParaRPr lang="en-US" sz="1600" dirty="0">
              <a:solidFill>
                <a:srgbClr val="F1812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BD55D5-167C-EE6D-27D0-9346D8D45B89}"/>
              </a:ext>
            </a:extLst>
          </p:cNvPr>
          <p:cNvSpPr txBox="1"/>
          <p:nvPr/>
        </p:nvSpPr>
        <p:spPr>
          <a:xfrm>
            <a:off x="212145" y="1498327"/>
            <a:ext cx="567170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Class 4: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Communications</a:t>
            </a:r>
          </a:p>
          <a:p>
            <a:pPr algn="ctr"/>
            <a:r>
              <a:rPr lang="en-US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Modules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932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3612776" y="6024282"/>
            <a:ext cx="8579224" cy="833718"/>
          </a:xfrm>
          <a:prstGeom prst="rect">
            <a:avLst/>
          </a:prstGeom>
          <a:solidFill>
            <a:srgbClr val="EE42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-1" y="0"/>
            <a:ext cx="3944471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301B31-CC4A-3620-3F4C-D47A3AB2E2ED}"/>
              </a:ext>
            </a:extLst>
          </p:cNvPr>
          <p:cNvSpPr/>
          <p:nvPr/>
        </p:nvSpPr>
        <p:spPr>
          <a:xfrm>
            <a:off x="2" y="573741"/>
            <a:ext cx="3944468" cy="5450541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7A67E18-9459-7607-C351-B3E5EBF55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314736"/>
            <a:ext cx="1507434" cy="2528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17D9D7-D144-CC05-4F1A-B4DFA1AC2ED8}"/>
              </a:ext>
            </a:extLst>
          </p:cNvPr>
          <p:cNvSpPr txBox="1"/>
          <p:nvPr/>
        </p:nvSpPr>
        <p:spPr>
          <a:xfrm>
            <a:off x="4572000" y="290455"/>
            <a:ext cx="76200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252260"/>
                </a:solidFill>
              </a:rPr>
              <a:t>Welcome!</a:t>
            </a:r>
          </a:p>
          <a:p>
            <a:pPr algn="ctr"/>
            <a:endParaRPr lang="en-US" sz="4400" dirty="0">
              <a:solidFill>
                <a:srgbClr val="252260"/>
              </a:solidFill>
            </a:endParaRPr>
          </a:p>
          <a:p>
            <a:r>
              <a:rPr lang="en-US" sz="3600" dirty="0">
                <a:solidFill>
                  <a:srgbClr val="252260"/>
                </a:solidFill>
              </a:rPr>
              <a:t>Please introduce yourself in the chat with:</a:t>
            </a:r>
          </a:p>
          <a:p>
            <a:endParaRPr lang="en-US" sz="3600" dirty="0">
              <a:solidFill>
                <a:srgbClr val="2522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</a:rPr>
              <a:t>First Name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</a:rPr>
              <a:t>Organization Name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252260"/>
                </a:solidFill>
              </a:rPr>
              <a:t>Your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86DFC9-79F2-150D-22FA-7EF2949E3A9E}"/>
              </a:ext>
            </a:extLst>
          </p:cNvPr>
          <p:cNvSpPr txBox="1"/>
          <p:nvPr/>
        </p:nvSpPr>
        <p:spPr>
          <a:xfrm>
            <a:off x="98610" y="779929"/>
            <a:ext cx="3747247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7030A0"/>
                </a:solidFill>
              </a:rPr>
              <a:t>Instructor Name: </a:t>
            </a:r>
            <a:r>
              <a:rPr lang="en-US" sz="1600" dirty="0">
                <a:solidFill>
                  <a:schemeClr val="bg1"/>
                </a:solidFill>
              </a:rPr>
              <a:t>Kimberly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7030A0"/>
                </a:solidFill>
              </a:rPr>
              <a:t>Org Name: </a:t>
            </a:r>
            <a:r>
              <a:rPr lang="en-US" sz="1600" dirty="0">
                <a:solidFill>
                  <a:schemeClr val="bg1"/>
                </a:solidFill>
              </a:rPr>
              <a:t>DonorView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7030A0"/>
                </a:solidFill>
              </a:rPr>
              <a:t>Title: </a:t>
            </a:r>
            <a:r>
              <a:rPr lang="en-US" sz="1600" dirty="0">
                <a:solidFill>
                  <a:schemeClr val="bg1"/>
                </a:solidFill>
              </a:rPr>
              <a:t>Customer Success Trainer</a:t>
            </a:r>
          </a:p>
          <a:p>
            <a:r>
              <a:rPr lang="en-US" dirty="0">
                <a:solidFill>
                  <a:srgbClr val="7030A0"/>
                </a:solidFill>
              </a:rPr>
              <a:t>About me: </a:t>
            </a:r>
            <a:r>
              <a:rPr lang="en-US" sz="1600" dirty="0">
                <a:solidFill>
                  <a:schemeClr val="bg1"/>
                </a:solidFill>
              </a:rPr>
              <a:t>I’ve been working with DonorView </a:t>
            </a:r>
            <a:r>
              <a:rPr lang="en-US" sz="1600">
                <a:solidFill>
                  <a:schemeClr val="bg1"/>
                </a:solidFill>
              </a:rPr>
              <a:t>for three years </a:t>
            </a:r>
            <a:r>
              <a:rPr lang="en-US" sz="1600" dirty="0">
                <a:solidFill>
                  <a:schemeClr val="bg1"/>
                </a:solidFill>
              </a:rPr>
              <a:t>and prior to that I was a DonorView user for a free medical clinic. I have about 15 years of non-profit experience in a variety of industries including social services, environmental causes, and the performing arts.</a:t>
            </a:r>
          </a:p>
        </p:txBody>
      </p:sp>
    </p:spTree>
    <p:extLst>
      <p:ext uri="{BB962C8B-B14F-4D97-AF65-F5344CB8AC3E}">
        <p14:creationId xmlns:p14="http://schemas.microsoft.com/office/powerpoint/2010/main" val="252310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8050306" y="304244"/>
            <a:ext cx="4141693" cy="544605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8050306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639D40-3CB8-F7C8-D082-FA33986DFADA}"/>
              </a:ext>
            </a:extLst>
          </p:cNvPr>
          <p:cNvSpPr txBox="1"/>
          <p:nvPr/>
        </p:nvSpPr>
        <p:spPr>
          <a:xfrm>
            <a:off x="-1" y="1582274"/>
            <a:ext cx="80503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What are your </a:t>
            </a:r>
          </a:p>
          <a:p>
            <a:pPr algn="ctr"/>
            <a:r>
              <a:rPr lang="en-US" sz="6600" dirty="0">
                <a:solidFill>
                  <a:schemeClr val="bg1"/>
                </a:solidFill>
              </a:rPr>
              <a:t>goals for </a:t>
            </a:r>
          </a:p>
          <a:p>
            <a:pPr algn="ctr"/>
            <a:r>
              <a:rPr lang="en-US" sz="6600" dirty="0">
                <a:solidFill>
                  <a:schemeClr val="bg1"/>
                </a:solidFill>
              </a:rPr>
              <a:t>today’s class?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86C4DD-FB9B-1B75-9376-5665144FC793}"/>
              </a:ext>
            </a:extLst>
          </p:cNvPr>
          <p:cNvSpPr/>
          <p:nvPr/>
        </p:nvSpPr>
        <p:spPr>
          <a:xfrm>
            <a:off x="8050305" y="848849"/>
            <a:ext cx="4141694" cy="544605"/>
          </a:xfrm>
          <a:prstGeom prst="rect">
            <a:avLst/>
          </a:prstGeom>
          <a:solidFill>
            <a:srgbClr val="EE42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5EFFEC-EDA6-28C7-B955-5C3BFB03C8BB}"/>
              </a:ext>
            </a:extLst>
          </p:cNvPr>
          <p:cNvSpPr txBox="1"/>
          <p:nvPr/>
        </p:nvSpPr>
        <p:spPr>
          <a:xfrm>
            <a:off x="8265459" y="1582274"/>
            <a:ext cx="359484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>
                <a:solidFill>
                  <a:srgbClr val="252260"/>
                </a:solidFill>
              </a:rPr>
              <a:t>Answers: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260"/>
                </a:solidFill>
              </a:rPr>
              <a:t> 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5226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47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7A67E18-9459-7607-C351-B3E5EBF55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076E9E-5DFE-1E3B-E86A-A1BAC38C5368}"/>
              </a:ext>
            </a:extLst>
          </p:cNvPr>
          <p:cNvSpPr txBox="1"/>
          <p:nvPr/>
        </p:nvSpPr>
        <p:spPr>
          <a:xfrm>
            <a:off x="1497106" y="1781947"/>
            <a:ext cx="1013011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Blip>
                <a:blip r:embed="rId3"/>
              </a:buBlip>
            </a:pPr>
            <a:r>
              <a:rPr lang="en-US" sz="3600" dirty="0"/>
              <a:t>   </a:t>
            </a:r>
            <a:r>
              <a:rPr lang="en-US" sz="3600" dirty="0">
                <a:solidFill>
                  <a:srgbClr val="252260"/>
                </a:solidFill>
              </a:rPr>
              <a:t>Develop your database skills</a:t>
            </a:r>
          </a:p>
          <a:p>
            <a:pPr marL="285750" indent="-285750">
              <a:buBlip>
                <a:blip r:embed="rId3"/>
              </a:buBlip>
            </a:pPr>
            <a:r>
              <a:rPr lang="en-US" sz="3600" dirty="0">
                <a:solidFill>
                  <a:srgbClr val="252260"/>
                </a:solidFill>
              </a:rPr>
              <a:t>   Apply knowledge to day-to-day </a:t>
            </a:r>
          </a:p>
          <a:p>
            <a:pPr>
              <a:spcAft>
                <a:spcPts val="1800"/>
              </a:spcAft>
            </a:pPr>
            <a:r>
              <a:rPr lang="en-US" sz="3600" dirty="0">
                <a:solidFill>
                  <a:srgbClr val="252260"/>
                </a:solidFill>
              </a:rPr>
              <a:t>       operations and strategic plans</a:t>
            </a:r>
          </a:p>
          <a:p>
            <a:pPr marL="285750" indent="-285750">
              <a:spcAft>
                <a:spcPts val="1800"/>
              </a:spcAft>
              <a:buBlip>
                <a:blip r:embed="rId3"/>
              </a:buBlip>
            </a:pPr>
            <a:r>
              <a:rPr lang="en-US" sz="3600" dirty="0">
                <a:solidFill>
                  <a:srgbClr val="252260"/>
                </a:solidFill>
              </a:rPr>
              <a:t>   Increase efficiency and effectiveness</a:t>
            </a:r>
          </a:p>
          <a:p>
            <a:pPr marL="285750" indent="-285750">
              <a:spcAft>
                <a:spcPts val="1800"/>
              </a:spcAft>
              <a:buBlip>
                <a:blip r:embed="rId3"/>
              </a:buBlip>
            </a:pPr>
            <a:r>
              <a:rPr lang="en-US" sz="3600" dirty="0">
                <a:solidFill>
                  <a:srgbClr val="252260"/>
                </a:solidFill>
              </a:rPr>
              <a:t>   Increase fundraising</a:t>
            </a:r>
          </a:p>
          <a:p>
            <a:pPr marL="285750" indent="-285750">
              <a:buBlip>
                <a:blip r:embed="rId3"/>
              </a:buBlip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12B15-3707-44CD-4101-36702FC98BF4}"/>
              </a:ext>
            </a:extLst>
          </p:cNvPr>
          <p:cNvSpPr/>
          <p:nvPr/>
        </p:nvSpPr>
        <p:spPr>
          <a:xfrm>
            <a:off x="0" y="0"/>
            <a:ext cx="932329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6941F-E56A-49DA-3040-38545DF14928}"/>
              </a:ext>
            </a:extLst>
          </p:cNvPr>
          <p:cNvSpPr/>
          <p:nvPr/>
        </p:nvSpPr>
        <p:spPr>
          <a:xfrm>
            <a:off x="0" y="1917559"/>
            <a:ext cx="932329" cy="581025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1BD003-D0C8-4954-EB7F-81E170E69FC7}"/>
              </a:ext>
            </a:extLst>
          </p:cNvPr>
          <p:cNvSpPr/>
          <p:nvPr/>
        </p:nvSpPr>
        <p:spPr>
          <a:xfrm>
            <a:off x="932330" y="0"/>
            <a:ext cx="11259670" cy="1197171"/>
          </a:xfrm>
          <a:prstGeom prst="rect">
            <a:avLst/>
          </a:prstGeom>
          <a:solidFill>
            <a:srgbClr val="252260"/>
          </a:solidFill>
          <a:ln>
            <a:solidFill>
              <a:srgbClr val="2522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A9C0F5-028C-F0DA-A98B-2C0E2FFCF264}"/>
              </a:ext>
            </a:extLst>
          </p:cNvPr>
          <p:cNvSpPr txBox="1"/>
          <p:nvPr/>
        </p:nvSpPr>
        <p:spPr>
          <a:xfrm>
            <a:off x="1264024" y="183086"/>
            <a:ext cx="82116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DonorView Certification</a:t>
            </a:r>
          </a:p>
        </p:txBody>
      </p:sp>
    </p:spTree>
    <p:extLst>
      <p:ext uri="{BB962C8B-B14F-4D97-AF65-F5344CB8AC3E}">
        <p14:creationId xmlns:p14="http://schemas.microsoft.com/office/powerpoint/2010/main" val="2675367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0"/>
            <a:ext cx="932329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932330" y="0"/>
            <a:ext cx="11259670" cy="1197171"/>
          </a:xfrm>
          <a:prstGeom prst="rect">
            <a:avLst/>
          </a:prstGeom>
          <a:solidFill>
            <a:srgbClr val="252260"/>
          </a:solidFill>
          <a:ln>
            <a:solidFill>
              <a:srgbClr val="2522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301B31-CC4A-3620-3F4C-D47A3AB2E2ED}"/>
              </a:ext>
            </a:extLst>
          </p:cNvPr>
          <p:cNvSpPr/>
          <p:nvPr/>
        </p:nvSpPr>
        <p:spPr>
          <a:xfrm>
            <a:off x="0" y="1917559"/>
            <a:ext cx="932329" cy="581025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7A67E18-9459-7607-C351-B3E5EBF55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B51F8E-1BEB-139E-5601-7A30342A968B}"/>
              </a:ext>
            </a:extLst>
          </p:cNvPr>
          <p:cNvSpPr txBox="1"/>
          <p:nvPr/>
        </p:nvSpPr>
        <p:spPr>
          <a:xfrm>
            <a:off x="1264024" y="183086"/>
            <a:ext cx="82116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DonorView Certification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0A9550-CE8E-7B08-3192-7742D1580ABB}"/>
              </a:ext>
            </a:extLst>
          </p:cNvPr>
          <p:cNvSpPr txBox="1"/>
          <p:nvPr/>
        </p:nvSpPr>
        <p:spPr>
          <a:xfrm>
            <a:off x="1147484" y="1380257"/>
            <a:ext cx="1057107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18120"/>
                </a:solidFill>
              </a:rPr>
              <a:t>Level 1 Professional – Fundraising Fundamentals</a:t>
            </a:r>
          </a:p>
          <a:p>
            <a:pPr marL="511175" indent="115888"/>
            <a:r>
              <a:rPr lang="en-US" sz="2000" dirty="0">
                <a:solidFill>
                  <a:srgbClr val="252260"/>
                </a:solidFill>
              </a:rPr>
              <a:t>Class 1 – CRM Module</a:t>
            </a:r>
          </a:p>
          <a:p>
            <a:pPr marL="511175" indent="115888"/>
            <a:r>
              <a:rPr lang="en-US" sz="2000" dirty="0">
                <a:solidFill>
                  <a:srgbClr val="252260"/>
                </a:solidFill>
              </a:rPr>
              <a:t>Class 2 – Fundraising Module</a:t>
            </a:r>
          </a:p>
          <a:p>
            <a:pPr marL="511175" indent="115888"/>
            <a:r>
              <a:rPr lang="en-US" sz="2000" dirty="0">
                <a:solidFill>
                  <a:srgbClr val="252260"/>
                </a:solidFill>
              </a:rPr>
              <a:t>Class 3 – Events Module</a:t>
            </a:r>
          </a:p>
          <a:p>
            <a:pPr marL="511175" indent="115888"/>
            <a:r>
              <a:rPr lang="en-US" sz="2000" dirty="0">
                <a:solidFill>
                  <a:srgbClr val="252260"/>
                </a:solidFill>
                <a:highlight>
                  <a:srgbClr val="FFFF00"/>
                </a:highlight>
              </a:rPr>
              <a:t>Class 4 – Communication Modules (Email, Texting &amp; Surveys)</a:t>
            </a:r>
          </a:p>
          <a:p>
            <a:endParaRPr lang="en-US" sz="2000" dirty="0">
              <a:solidFill>
                <a:srgbClr val="F18120"/>
              </a:solidFill>
            </a:endParaRPr>
          </a:p>
          <a:p>
            <a:r>
              <a:rPr lang="en-US" sz="2000" dirty="0">
                <a:solidFill>
                  <a:srgbClr val="F18120"/>
                </a:solidFill>
              </a:rPr>
              <a:t>Level 2 Advanced Professional – Specialty Fundraising</a:t>
            </a:r>
          </a:p>
          <a:p>
            <a:pPr marL="511175" indent="115888"/>
            <a:r>
              <a:rPr lang="en-US" sz="2000" dirty="0">
                <a:solidFill>
                  <a:srgbClr val="252260"/>
                </a:solidFill>
              </a:rPr>
              <a:t>Class 5 – Membership Module</a:t>
            </a:r>
          </a:p>
          <a:p>
            <a:pPr marL="511175" indent="115888"/>
            <a:r>
              <a:rPr lang="en-US" sz="2000" dirty="0">
                <a:solidFill>
                  <a:srgbClr val="252260"/>
                </a:solidFill>
              </a:rPr>
              <a:t>Class 6 – Auction Module</a:t>
            </a:r>
          </a:p>
          <a:p>
            <a:pPr marL="511175" indent="115888"/>
            <a:r>
              <a:rPr lang="en-US" sz="2000" dirty="0">
                <a:solidFill>
                  <a:srgbClr val="252260"/>
                </a:solidFill>
              </a:rPr>
              <a:t>Class 7 – Peer to Peer Module</a:t>
            </a:r>
          </a:p>
          <a:p>
            <a:pPr marL="511175" indent="115888"/>
            <a:r>
              <a:rPr lang="en-US" sz="2000" dirty="0">
                <a:solidFill>
                  <a:srgbClr val="252260"/>
                </a:solidFill>
              </a:rPr>
              <a:t>Class 8 – Volunteer Module</a:t>
            </a:r>
          </a:p>
          <a:p>
            <a:endParaRPr lang="en-US" sz="2000" dirty="0">
              <a:solidFill>
                <a:srgbClr val="F18120"/>
              </a:solidFill>
            </a:endParaRPr>
          </a:p>
          <a:p>
            <a:r>
              <a:rPr lang="en-US" sz="2000" dirty="0">
                <a:solidFill>
                  <a:srgbClr val="F18120"/>
                </a:solidFill>
              </a:rPr>
              <a:t>Level 3 Expert – Strategy, Planning, and Donor Engagement</a:t>
            </a:r>
          </a:p>
          <a:p>
            <a:pPr marL="511175" indent="115888"/>
            <a:r>
              <a:rPr lang="en-US" sz="2000" dirty="0">
                <a:solidFill>
                  <a:srgbClr val="252260"/>
                </a:solidFill>
              </a:rPr>
              <a:t>Class 9 – Donor Engagement</a:t>
            </a:r>
          </a:p>
          <a:p>
            <a:pPr marL="511175" indent="115888"/>
            <a:r>
              <a:rPr lang="en-US" sz="2000" dirty="0">
                <a:solidFill>
                  <a:srgbClr val="252260"/>
                </a:solidFill>
              </a:rPr>
              <a:t>Class 10 – Key Performance Indicators</a:t>
            </a:r>
          </a:p>
          <a:p>
            <a:pPr marL="511175" indent="115888"/>
            <a:r>
              <a:rPr lang="en-US" sz="2000" dirty="0">
                <a:solidFill>
                  <a:srgbClr val="252260"/>
                </a:solidFill>
              </a:rPr>
              <a:t>Class 11 – Fundraising Strategy</a:t>
            </a:r>
          </a:p>
          <a:p>
            <a:pPr marL="511175" indent="115888"/>
            <a:r>
              <a:rPr lang="en-US" sz="2000" dirty="0">
                <a:solidFill>
                  <a:srgbClr val="252260"/>
                </a:solidFill>
              </a:rPr>
              <a:t>Class 12 – Annual Fundraising Plan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90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335501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783FB-85EC-5F6B-C904-0C1C122FF509}"/>
              </a:ext>
            </a:extLst>
          </p:cNvPr>
          <p:cNvSpPr txBox="1"/>
          <p:nvPr/>
        </p:nvSpPr>
        <p:spPr>
          <a:xfrm>
            <a:off x="1048868" y="1039811"/>
            <a:ext cx="1064110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800" dirty="0">
                <a:solidFill>
                  <a:srgbClr val="F18120"/>
                </a:solidFill>
              </a:rPr>
              <a:t>Topics in Class 4 – Communications</a:t>
            </a:r>
          </a:p>
          <a:p>
            <a:pPr marL="1084263" indent="-573088">
              <a:spcAft>
                <a:spcPts val="12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</a:rPr>
              <a:t>Email Marketing Module</a:t>
            </a:r>
          </a:p>
          <a:p>
            <a:pPr marL="1084263" indent="-573088">
              <a:spcAft>
                <a:spcPts val="12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</a:rPr>
              <a:t>Direct Mail and Email</a:t>
            </a:r>
          </a:p>
          <a:p>
            <a:pPr marL="1084263" indent="-573088">
              <a:spcAft>
                <a:spcPts val="12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</a:rPr>
              <a:t>Texting Features</a:t>
            </a:r>
          </a:p>
          <a:p>
            <a:pPr marL="1084263" indent="-573088">
              <a:spcAft>
                <a:spcPts val="12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</a:rPr>
              <a:t>Survey Module</a:t>
            </a:r>
          </a:p>
          <a:p>
            <a:pPr marL="1084263" indent="-573088">
              <a:spcAft>
                <a:spcPts val="12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</a:rPr>
              <a:t>Communications Strategy &amp; Plan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288774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750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0"/>
            <a:ext cx="1045029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045030" y="0"/>
            <a:ext cx="11146970" cy="1438275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301B31-CC4A-3620-3F4C-D47A3AB2E2ED}"/>
              </a:ext>
            </a:extLst>
          </p:cNvPr>
          <p:cNvSpPr/>
          <p:nvPr/>
        </p:nvSpPr>
        <p:spPr>
          <a:xfrm>
            <a:off x="0" y="1607942"/>
            <a:ext cx="1045029" cy="180408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4CF584-164A-D2CB-1E48-FC12C6A2E6DE}"/>
              </a:ext>
            </a:extLst>
          </p:cNvPr>
          <p:cNvGrpSpPr/>
          <p:nvPr/>
        </p:nvGrpSpPr>
        <p:grpSpPr>
          <a:xfrm>
            <a:off x="1285976" y="2057666"/>
            <a:ext cx="10665075" cy="4576641"/>
            <a:chOff x="1380336" y="2105542"/>
            <a:chExt cx="10665075" cy="4576641"/>
          </a:xfrm>
        </p:grpSpPr>
        <p:pic>
          <p:nvPicPr>
            <p:cNvPr id="5" name="Picture 4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57A67E18-9459-7607-C351-B3E5EBF55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7977" y="6429374"/>
              <a:ext cx="1507434" cy="252809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66542A9-20FC-4AD1-6C6A-A0CB892888BF}"/>
                </a:ext>
              </a:extLst>
            </p:cNvPr>
            <p:cNvGrpSpPr/>
            <p:nvPr/>
          </p:nvGrpSpPr>
          <p:grpSpPr>
            <a:xfrm>
              <a:off x="3072959" y="2683371"/>
              <a:ext cx="8782049" cy="3507361"/>
              <a:chOff x="1676400" y="3100678"/>
              <a:chExt cx="5482588" cy="2762911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CE7C518-27DB-4F4A-3B64-EFEF71C390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76400" y="5286880"/>
                <a:ext cx="0" cy="576709"/>
              </a:xfrm>
              <a:prstGeom prst="line">
                <a:avLst/>
              </a:prstGeom>
              <a:ln w="76200">
                <a:solidFill>
                  <a:srgbClr val="2522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C0C0CD9-8E0F-A3E9-6ED6-BADBF188A8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78046" y="5314949"/>
                <a:ext cx="1091822" cy="2236"/>
              </a:xfrm>
              <a:prstGeom prst="line">
                <a:avLst/>
              </a:prstGeom>
              <a:ln w="76200">
                <a:solidFill>
                  <a:srgbClr val="2522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F01147D-DFE6-F793-4364-AA9646E4E5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69868" y="4748391"/>
                <a:ext cx="0" cy="594435"/>
              </a:xfrm>
              <a:prstGeom prst="line">
                <a:avLst/>
              </a:prstGeom>
              <a:ln w="76200">
                <a:solidFill>
                  <a:srgbClr val="2522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A7CE8AA-DFDA-A07C-351A-75F4763763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9868" y="4779643"/>
                <a:ext cx="1097280" cy="0"/>
              </a:xfrm>
              <a:prstGeom prst="line">
                <a:avLst/>
              </a:prstGeom>
              <a:ln w="76200">
                <a:solidFill>
                  <a:srgbClr val="2522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57E61AA-3A39-74D4-00A2-3D7C4B4091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7148" y="4174936"/>
                <a:ext cx="0" cy="632192"/>
              </a:xfrm>
              <a:prstGeom prst="line">
                <a:avLst/>
              </a:prstGeom>
              <a:ln w="76200">
                <a:solidFill>
                  <a:srgbClr val="2522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5C7900B-DD07-643F-1D58-5BE6D171EB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7148" y="4206237"/>
                <a:ext cx="1121547" cy="11433"/>
              </a:xfrm>
              <a:prstGeom prst="line">
                <a:avLst/>
              </a:prstGeom>
              <a:ln w="76200">
                <a:solidFill>
                  <a:srgbClr val="2522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12E7D54-3C85-4AC5-C4BE-F94E1D4952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64428" y="3638780"/>
                <a:ext cx="0" cy="578890"/>
              </a:xfrm>
              <a:prstGeom prst="line">
                <a:avLst/>
              </a:prstGeom>
              <a:ln w="76200">
                <a:solidFill>
                  <a:srgbClr val="2522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DCC5426-88BF-3D31-D5A1-3033C26238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4428" y="3669029"/>
                <a:ext cx="1121581" cy="0"/>
              </a:xfrm>
              <a:prstGeom prst="line">
                <a:avLst/>
              </a:prstGeom>
              <a:ln w="76200">
                <a:solidFill>
                  <a:srgbClr val="2522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EC1B163-6018-28C0-9875-94DE940C18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61708" y="3100678"/>
                <a:ext cx="0" cy="568351"/>
              </a:xfrm>
              <a:prstGeom prst="line">
                <a:avLst/>
              </a:prstGeom>
              <a:ln w="76200">
                <a:solidFill>
                  <a:srgbClr val="2522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DE527DD0-C99E-93DD-A26B-A777E7C23C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1708" y="3129714"/>
                <a:ext cx="1097280" cy="0"/>
              </a:xfrm>
              <a:prstGeom prst="line">
                <a:avLst/>
              </a:prstGeom>
              <a:ln w="76200">
                <a:solidFill>
                  <a:srgbClr val="2522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9E827F6-1D75-F3D8-3F57-E6ECED4514C7}"/>
                </a:ext>
              </a:extLst>
            </p:cNvPr>
            <p:cNvSpPr txBox="1"/>
            <p:nvPr/>
          </p:nvSpPr>
          <p:spPr>
            <a:xfrm>
              <a:off x="1406278" y="5639250"/>
              <a:ext cx="17488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rgbClr val="F18120"/>
                  </a:solidFill>
                </a:rPr>
                <a:t>Vision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5FE56C7-2286-86CF-80D7-8A5318D18B43}"/>
                </a:ext>
              </a:extLst>
            </p:cNvPr>
            <p:cNvSpPr txBox="1"/>
            <p:nvPr/>
          </p:nvSpPr>
          <p:spPr>
            <a:xfrm>
              <a:off x="2977661" y="4877712"/>
              <a:ext cx="18468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rgbClr val="F18120"/>
                  </a:solidFill>
                </a:rPr>
                <a:t>Strategy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47BDBAB-94D2-13D6-75C6-C578BA8A51FB}"/>
                </a:ext>
              </a:extLst>
            </p:cNvPr>
            <p:cNvSpPr txBox="1"/>
            <p:nvPr/>
          </p:nvSpPr>
          <p:spPr>
            <a:xfrm>
              <a:off x="6498772" y="3482173"/>
              <a:ext cx="18798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rgbClr val="F18120"/>
                  </a:solidFill>
                </a:rPr>
                <a:t>Actions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580AEC0-A2F8-01CC-7B11-716E32A095FB}"/>
                </a:ext>
              </a:extLst>
            </p:cNvPr>
            <p:cNvSpPr txBox="1"/>
            <p:nvPr/>
          </p:nvSpPr>
          <p:spPr>
            <a:xfrm>
              <a:off x="8300875" y="2781685"/>
              <a:ext cx="179650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rgbClr val="F18120"/>
                  </a:solidFill>
                </a:rPr>
                <a:t>Review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AD88C96-B3FB-B611-DCB4-ABA96355950D}"/>
                </a:ext>
              </a:extLst>
            </p:cNvPr>
            <p:cNvSpPr txBox="1"/>
            <p:nvPr/>
          </p:nvSpPr>
          <p:spPr>
            <a:xfrm>
              <a:off x="9958300" y="2105542"/>
              <a:ext cx="202681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rgbClr val="F18120"/>
                  </a:solidFill>
                </a:rPr>
                <a:t>Success!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8584A48-0BC0-A621-FF78-F583EF6D3E31}"/>
                </a:ext>
              </a:extLst>
            </p:cNvPr>
            <p:cNvCxnSpPr>
              <a:cxnSpLocks/>
            </p:cNvCxnSpPr>
            <p:nvPr/>
          </p:nvCxnSpPr>
          <p:spPr>
            <a:xfrm>
              <a:off x="1380336" y="6216315"/>
              <a:ext cx="1730999" cy="7710"/>
            </a:xfrm>
            <a:prstGeom prst="line">
              <a:avLst/>
            </a:prstGeom>
            <a:ln w="76200">
              <a:solidFill>
                <a:srgbClr val="2522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5A0E66-05F9-B68E-ABBD-43CE28CE5440}"/>
                </a:ext>
              </a:extLst>
            </p:cNvPr>
            <p:cNvSpPr txBox="1"/>
            <p:nvPr/>
          </p:nvSpPr>
          <p:spPr>
            <a:xfrm>
              <a:off x="4785613" y="4209276"/>
              <a:ext cx="18468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rgbClr val="F18120"/>
                  </a:solidFill>
                </a:rPr>
                <a:t>Goals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2ABE5E7-1D4E-540B-16B2-764003428DC0}"/>
                </a:ext>
              </a:extLst>
            </p:cNvPr>
            <p:cNvGrpSpPr/>
            <p:nvPr/>
          </p:nvGrpSpPr>
          <p:grpSpPr>
            <a:xfrm>
              <a:off x="7083917" y="4256837"/>
              <a:ext cx="796656" cy="537214"/>
              <a:chOff x="3471063" y="1008269"/>
              <a:chExt cx="1225596" cy="873086"/>
            </a:xfrm>
          </p:grpSpPr>
          <p:sp>
            <p:nvSpPr>
              <p:cNvPr id="57" name="Heart 56">
                <a:extLst>
                  <a:ext uri="{FF2B5EF4-FFF2-40B4-BE49-F238E27FC236}">
                    <a16:creationId xmlns:a16="http://schemas.microsoft.com/office/drawing/2014/main" id="{8F759284-9B18-FEC0-A945-DBD96BF9F865}"/>
                  </a:ext>
                </a:extLst>
              </p:cNvPr>
              <p:cNvSpPr/>
              <p:nvPr/>
            </p:nvSpPr>
            <p:spPr>
              <a:xfrm rot="17570675" flipH="1">
                <a:off x="3438836" y="1198370"/>
                <a:ext cx="715212" cy="650758"/>
              </a:xfrm>
              <a:prstGeom prst="heart">
                <a:avLst/>
              </a:prstGeom>
              <a:solidFill>
                <a:srgbClr val="F181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Heart 57">
                <a:extLst>
                  <a:ext uri="{FF2B5EF4-FFF2-40B4-BE49-F238E27FC236}">
                    <a16:creationId xmlns:a16="http://schemas.microsoft.com/office/drawing/2014/main" id="{23623698-9E0B-9937-C3F4-F7355A44516A}"/>
                  </a:ext>
                </a:extLst>
              </p:cNvPr>
              <p:cNvSpPr/>
              <p:nvPr/>
            </p:nvSpPr>
            <p:spPr>
              <a:xfrm rot="4029325">
                <a:off x="4013674" y="1198370"/>
                <a:ext cx="715212" cy="650758"/>
              </a:xfrm>
              <a:prstGeom prst="heart">
                <a:avLst/>
              </a:prstGeom>
              <a:solidFill>
                <a:srgbClr val="EE4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Heart 58">
                <a:extLst>
                  <a:ext uri="{FF2B5EF4-FFF2-40B4-BE49-F238E27FC236}">
                    <a16:creationId xmlns:a16="http://schemas.microsoft.com/office/drawing/2014/main" id="{25453D01-CB79-67C2-A1FE-6F5BB8944737}"/>
                  </a:ext>
                </a:extLst>
              </p:cNvPr>
              <p:cNvSpPr/>
              <p:nvPr/>
            </p:nvSpPr>
            <p:spPr>
              <a:xfrm>
                <a:off x="3726255" y="1008269"/>
                <a:ext cx="715212" cy="650758"/>
              </a:xfrm>
              <a:prstGeom prst="heart">
                <a:avLst/>
              </a:prstGeom>
              <a:solidFill>
                <a:srgbClr val="2522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30426A3-2BEA-CF72-AB4B-53D0B00B8F92}"/>
                </a:ext>
              </a:extLst>
            </p:cNvPr>
            <p:cNvGrpSpPr/>
            <p:nvPr/>
          </p:nvGrpSpPr>
          <p:grpSpPr>
            <a:xfrm>
              <a:off x="8872222" y="3521614"/>
              <a:ext cx="770418" cy="565202"/>
              <a:chOff x="3471063" y="1008269"/>
              <a:chExt cx="1225596" cy="873086"/>
            </a:xfrm>
          </p:grpSpPr>
          <p:sp>
            <p:nvSpPr>
              <p:cNvPr id="61" name="Heart 60">
                <a:extLst>
                  <a:ext uri="{FF2B5EF4-FFF2-40B4-BE49-F238E27FC236}">
                    <a16:creationId xmlns:a16="http://schemas.microsoft.com/office/drawing/2014/main" id="{BAC2D948-2044-6B41-8C18-F947DBD58132}"/>
                  </a:ext>
                </a:extLst>
              </p:cNvPr>
              <p:cNvSpPr/>
              <p:nvPr/>
            </p:nvSpPr>
            <p:spPr>
              <a:xfrm rot="17570675" flipH="1">
                <a:off x="3438836" y="1198370"/>
                <a:ext cx="715212" cy="650758"/>
              </a:xfrm>
              <a:prstGeom prst="heart">
                <a:avLst/>
              </a:prstGeom>
              <a:solidFill>
                <a:srgbClr val="F181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Heart 61">
                <a:extLst>
                  <a:ext uri="{FF2B5EF4-FFF2-40B4-BE49-F238E27FC236}">
                    <a16:creationId xmlns:a16="http://schemas.microsoft.com/office/drawing/2014/main" id="{5B4B779C-EAE3-A3E9-2FD4-B5E9C87AE332}"/>
                  </a:ext>
                </a:extLst>
              </p:cNvPr>
              <p:cNvSpPr/>
              <p:nvPr/>
            </p:nvSpPr>
            <p:spPr>
              <a:xfrm rot="4029325">
                <a:off x="4013674" y="1198370"/>
                <a:ext cx="715212" cy="650758"/>
              </a:xfrm>
              <a:prstGeom prst="heart">
                <a:avLst/>
              </a:prstGeom>
              <a:solidFill>
                <a:srgbClr val="EE4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Heart 62">
                <a:extLst>
                  <a:ext uri="{FF2B5EF4-FFF2-40B4-BE49-F238E27FC236}">
                    <a16:creationId xmlns:a16="http://schemas.microsoft.com/office/drawing/2014/main" id="{6B2B8449-6ADE-DF00-5F5E-DB3B407713CE}"/>
                  </a:ext>
                </a:extLst>
              </p:cNvPr>
              <p:cNvSpPr/>
              <p:nvPr/>
            </p:nvSpPr>
            <p:spPr>
              <a:xfrm>
                <a:off x="3726255" y="1008269"/>
                <a:ext cx="715212" cy="650758"/>
              </a:xfrm>
              <a:prstGeom prst="heart">
                <a:avLst/>
              </a:prstGeom>
              <a:solidFill>
                <a:srgbClr val="2522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32" name="Arrow: Right 1031">
              <a:extLst>
                <a:ext uri="{FF2B5EF4-FFF2-40B4-BE49-F238E27FC236}">
                  <a16:creationId xmlns:a16="http://schemas.microsoft.com/office/drawing/2014/main" id="{4EAE8F8C-FFD9-29CB-1CA7-A1D487B9D8BD}"/>
                </a:ext>
              </a:extLst>
            </p:cNvPr>
            <p:cNvSpPr/>
            <p:nvPr/>
          </p:nvSpPr>
          <p:spPr>
            <a:xfrm rot="20459092">
              <a:off x="2341907" y="2918245"/>
              <a:ext cx="6428213" cy="469929"/>
            </a:xfrm>
            <a:prstGeom prst="rightArrow">
              <a:avLst>
                <a:gd name="adj1" fmla="val 37008"/>
                <a:gd name="adj2" fmla="val 5000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33" name="TextBox 1032">
            <a:extLst>
              <a:ext uri="{FF2B5EF4-FFF2-40B4-BE49-F238E27FC236}">
                <a16:creationId xmlns:a16="http://schemas.microsoft.com/office/drawing/2014/main" id="{8279C537-72F2-DB9F-2A2B-67F6ECA795E8}"/>
              </a:ext>
            </a:extLst>
          </p:cNvPr>
          <p:cNvSpPr txBox="1"/>
          <p:nvPr/>
        </p:nvSpPr>
        <p:spPr>
          <a:xfrm>
            <a:off x="1045029" y="223693"/>
            <a:ext cx="11146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Steps to Fundraising Success</a:t>
            </a:r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0DB425C6-F569-311C-D6E9-4E6ED78C4886}"/>
              </a:ext>
            </a:extLst>
          </p:cNvPr>
          <p:cNvSpPr/>
          <p:nvPr/>
        </p:nvSpPr>
        <p:spPr>
          <a:xfrm>
            <a:off x="0" y="1427533"/>
            <a:ext cx="1045029" cy="180409"/>
          </a:xfrm>
          <a:prstGeom prst="rect">
            <a:avLst/>
          </a:prstGeom>
          <a:solidFill>
            <a:srgbClr val="EE42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311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783FB-85EC-5F6B-C904-0C1C122FF509}"/>
              </a:ext>
            </a:extLst>
          </p:cNvPr>
          <p:cNvSpPr txBox="1"/>
          <p:nvPr/>
        </p:nvSpPr>
        <p:spPr>
          <a:xfrm>
            <a:off x="1246093" y="1271638"/>
            <a:ext cx="9699812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400" dirty="0">
                <a:solidFill>
                  <a:srgbClr val="252260"/>
                </a:solidFill>
              </a:rPr>
              <a:t>Email Marketing Module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Contacts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Templates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Campaigns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Overview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Auto Responders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Best Practices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860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783FB-85EC-5F6B-C904-0C1C122FF509}"/>
              </a:ext>
            </a:extLst>
          </p:cNvPr>
          <p:cNvSpPr txBox="1"/>
          <p:nvPr/>
        </p:nvSpPr>
        <p:spPr>
          <a:xfrm>
            <a:off x="1246093" y="1272478"/>
            <a:ext cx="969981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400" dirty="0">
                <a:solidFill>
                  <a:srgbClr val="252260"/>
                </a:solidFill>
              </a:rPr>
              <a:t>Direct Mail/Email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Filtering Lists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Mail Merge Letter Templates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Appeals and donor engagement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47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783FB-85EC-5F6B-C904-0C1C122FF509}"/>
              </a:ext>
            </a:extLst>
          </p:cNvPr>
          <p:cNvSpPr txBox="1"/>
          <p:nvPr/>
        </p:nvSpPr>
        <p:spPr>
          <a:xfrm>
            <a:off x="1246093" y="1281443"/>
            <a:ext cx="969981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400" dirty="0">
                <a:solidFill>
                  <a:srgbClr val="252260"/>
                </a:solidFill>
              </a:rPr>
              <a:t>Texting Features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Text Messaging Activity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Text to URL from Forms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Direct Text Messages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062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783FB-85EC-5F6B-C904-0C1C122FF509}"/>
              </a:ext>
            </a:extLst>
          </p:cNvPr>
          <p:cNvSpPr txBox="1"/>
          <p:nvPr/>
        </p:nvSpPr>
        <p:spPr>
          <a:xfrm>
            <a:off x="1246093" y="1200761"/>
            <a:ext cx="9699812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400" dirty="0">
                <a:solidFill>
                  <a:srgbClr val="252260"/>
                </a:solidFill>
              </a:rPr>
              <a:t>Survey Module 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Contacts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Survey/Forms Lists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Survey/Forms Results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2"/>
                </a:solidFill>
              </a:rPr>
              <a:t>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2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783FB-85EC-5F6B-C904-0C1C122FF509}"/>
              </a:ext>
            </a:extLst>
          </p:cNvPr>
          <p:cNvSpPr txBox="1"/>
          <p:nvPr/>
        </p:nvSpPr>
        <p:spPr>
          <a:xfrm>
            <a:off x="1246093" y="750896"/>
            <a:ext cx="969981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400" dirty="0">
                <a:solidFill>
                  <a:srgbClr val="252260"/>
                </a:solidFill>
              </a:rPr>
              <a:t>Creating a Communications Strategy and Plan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2"/>
                </a:solidFill>
              </a:rPr>
              <a:t>Branding 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2"/>
                </a:solidFill>
              </a:rPr>
              <a:t>Objectives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2"/>
                </a:solidFill>
              </a:rPr>
              <a:t>Audience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2"/>
                </a:solidFill>
              </a:rPr>
              <a:t>Content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2"/>
                </a:solidFill>
              </a:rPr>
              <a:t>Channels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2"/>
                </a:solidFill>
              </a:rPr>
              <a:t>Calendar</a:t>
            </a:r>
          </a:p>
          <a:p>
            <a:pPr marL="1084263" indent="-573088">
              <a:spcAft>
                <a:spcPts val="6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2"/>
                </a:solidFill>
              </a:rPr>
              <a:t>Outcomes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061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16D262-3BD7-209A-1046-D0362E901F69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A34DA-BA5D-DA3B-DD28-6E5AF6628CF8}"/>
              </a:ext>
            </a:extLst>
          </p:cNvPr>
          <p:cNvSpPr/>
          <p:nvPr/>
        </p:nvSpPr>
        <p:spPr>
          <a:xfrm>
            <a:off x="0" y="219618"/>
            <a:ext cx="12192000" cy="1304382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09C1EE-798B-586F-E431-EECC25C4FACB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person holding an envelope&#10;&#10;Description automatically generated with low confidence">
            <a:extLst>
              <a:ext uri="{FF2B5EF4-FFF2-40B4-BE49-F238E27FC236}">
                <a16:creationId xmlns:a16="http://schemas.microsoft.com/office/drawing/2014/main" id="{67207617-BF2F-B445-C30F-2EE16822D9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20" b="22483"/>
          <a:stretch/>
        </p:blipFill>
        <p:spPr>
          <a:xfrm>
            <a:off x="678156" y="2348754"/>
            <a:ext cx="11517005" cy="45092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0407E4-F77C-08E5-E03E-78A4E0DF7ECA}"/>
              </a:ext>
            </a:extLst>
          </p:cNvPr>
          <p:cNvSpPr/>
          <p:nvPr/>
        </p:nvSpPr>
        <p:spPr>
          <a:xfrm>
            <a:off x="4401671" y="1801906"/>
            <a:ext cx="3666564" cy="9233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A8544-417E-A376-1176-E0496004D4A7}"/>
              </a:ext>
            </a:extLst>
          </p:cNvPr>
          <p:cNvSpPr txBox="1"/>
          <p:nvPr/>
        </p:nvSpPr>
        <p:spPr>
          <a:xfrm>
            <a:off x="1" y="313072"/>
            <a:ext cx="12191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Email Marketing</a:t>
            </a:r>
          </a:p>
        </p:txBody>
      </p:sp>
    </p:spTree>
    <p:extLst>
      <p:ext uri="{BB962C8B-B14F-4D97-AF65-F5344CB8AC3E}">
        <p14:creationId xmlns:p14="http://schemas.microsoft.com/office/powerpoint/2010/main" val="4286631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783FB-85EC-5F6B-C904-0C1C122FF509}"/>
              </a:ext>
            </a:extLst>
          </p:cNvPr>
          <p:cNvSpPr txBox="1"/>
          <p:nvPr/>
        </p:nvSpPr>
        <p:spPr>
          <a:xfrm>
            <a:off x="1246093" y="1192726"/>
            <a:ext cx="9699812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Email Marketing </a:t>
            </a:r>
            <a:r>
              <a:rPr lang="en-US" sz="4000" dirty="0">
                <a:solidFill>
                  <a:srgbClr val="F18120"/>
                </a:solidFill>
              </a:rPr>
              <a:t>- Contacts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New Lists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Managing Lists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Managing Contacts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Join My Mailing List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</a:rPr>
              <a:t>Widget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</a:rPr>
              <a:t>Link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7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7FB0C2-C8CC-6098-D446-2E6C2C17940A}"/>
              </a:ext>
            </a:extLst>
          </p:cNvPr>
          <p:cNvSpPr/>
          <p:nvPr/>
        </p:nvSpPr>
        <p:spPr>
          <a:xfrm>
            <a:off x="0" y="1"/>
            <a:ext cx="7736541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C8D5CA7-6A85-9E32-C6CD-EC15E16A3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A62754-85A7-C23F-51DE-2486773FEF58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CFCBC-5B0F-A8C3-9819-A3C36A7C17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05AF3-313C-625A-3E0D-CD01AE23039B}"/>
              </a:ext>
            </a:extLst>
          </p:cNvPr>
          <p:cNvSpPr txBox="1"/>
          <p:nvPr/>
        </p:nvSpPr>
        <p:spPr>
          <a:xfrm>
            <a:off x="658905" y="2329795"/>
            <a:ext cx="641873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4400" dirty="0">
                <a:solidFill>
                  <a:schemeClr val="bg1"/>
                </a:solidFill>
              </a:rPr>
              <a:t>Do you use the widget, the link, both or some other method?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808C8-1D47-2688-DAAF-8A8F3E3CAB2F}"/>
              </a:ext>
            </a:extLst>
          </p:cNvPr>
          <p:cNvSpPr txBox="1"/>
          <p:nvPr/>
        </p:nvSpPr>
        <p:spPr>
          <a:xfrm>
            <a:off x="658905" y="1371600"/>
            <a:ext cx="64187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252260"/>
                </a:solidFill>
              </a:rPr>
              <a:t>Email List Sign 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4A39D-4B56-42E0-D4C1-8DE7D9765BFC}"/>
              </a:ext>
            </a:extLst>
          </p:cNvPr>
          <p:cNvSpPr txBox="1"/>
          <p:nvPr/>
        </p:nvSpPr>
        <p:spPr>
          <a:xfrm>
            <a:off x="7942729" y="842682"/>
            <a:ext cx="3944471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4400" dirty="0">
                <a:solidFill>
                  <a:srgbClr val="252260"/>
                </a:solidFill>
              </a:rPr>
              <a:t>Widget ____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4400" dirty="0">
                <a:solidFill>
                  <a:srgbClr val="252260"/>
                </a:solidFill>
              </a:rPr>
              <a:t>Link  ____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4400" dirty="0">
                <a:solidFill>
                  <a:srgbClr val="252260"/>
                </a:solidFill>
              </a:rPr>
              <a:t>Both ____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4400" dirty="0">
                <a:solidFill>
                  <a:srgbClr val="252260"/>
                </a:solidFill>
              </a:rPr>
              <a:t>Neither ____</a:t>
            </a:r>
          </a:p>
        </p:txBody>
      </p:sp>
    </p:spTree>
    <p:extLst>
      <p:ext uri="{BB962C8B-B14F-4D97-AF65-F5344CB8AC3E}">
        <p14:creationId xmlns:p14="http://schemas.microsoft.com/office/powerpoint/2010/main" val="789473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46093" y="1028309"/>
            <a:ext cx="969981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Email Marketing </a:t>
            </a:r>
            <a:r>
              <a:rPr lang="en-US" sz="4000" dirty="0">
                <a:solidFill>
                  <a:srgbClr val="F18120"/>
                </a:solidFill>
              </a:rPr>
              <a:t>- Templates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Pre-designed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New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Editing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Design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Elements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Layout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Aesthetics</a:t>
            </a:r>
          </a:p>
        </p:txBody>
      </p:sp>
    </p:spTree>
    <p:extLst>
      <p:ext uri="{BB962C8B-B14F-4D97-AF65-F5344CB8AC3E}">
        <p14:creationId xmlns:p14="http://schemas.microsoft.com/office/powerpoint/2010/main" val="1560771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7FB0C2-C8CC-6098-D446-2E6C2C17940A}"/>
              </a:ext>
            </a:extLst>
          </p:cNvPr>
          <p:cNvSpPr/>
          <p:nvPr/>
        </p:nvSpPr>
        <p:spPr>
          <a:xfrm>
            <a:off x="0" y="1"/>
            <a:ext cx="7736541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C8D5CA7-6A85-9E32-C6CD-EC15E16A3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A62754-85A7-C23F-51DE-2486773FEF58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CFCBC-5B0F-A8C3-9819-A3C36A7C17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05AF3-313C-625A-3E0D-CD01AE23039B}"/>
              </a:ext>
            </a:extLst>
          </p:cNvPr>
          <p:cNvSpPr txBox="1"/>
          <p:nvPr/>
        </p:nvSpPr>
        <p:spPr>
          <a:xfrm>
            <a:off x="672354" y="2500386"/>
            <a:ext cx="64187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4800" dirty="0">
                <a:solidFill>
                  <a:schemeClr val="bg1"/>
                </a:solidFill>
              </a:rPr>
              <a:t>Any questions about editing templates before we proceed?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808C8-1D47-2688-DAAF-8A8F3E3CAB2F}"/>
              </a:ext>
            </a:extLst>
          </p:cNvPr>
          <p:cNvSpPr txBox="1"/>
          <p:nvPr/>
        </p:nvSpPr>
        <p:spPr>
          <a:xfrm>
            <a:off x="672354" y="941294"/>
            <a:ext cx="6418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F18120"/>
                </a:solidFill>
              </a:rPr>
              <a:t>Templates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4A39D-4B56-42E0-D4C1-8DE7D9765BFC}"/>
              </a:ext>
            </a:extLst>
          </p:cNvPr>
          <p:cNvSpPr txBox="1"/>
          <p:nvPr/>
        </p:nvSpPr>
        <p:spPr>
          <a:xfrm>
            <a:off x="7942729" y="842682"/>
            <a:ext cx="394447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52260"/>
                </a:solidFill>
              </a:rPr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522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518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783FB-85EC-5F6B-C904-0C1C122FF509}"/>
              </a:ext>
            </a:extLst>
          </p:cNvPr>
          <p:cNvSpPr txBox="1"/>
          <p:nvPr/>
        </p:nvSpPr>
        <p:spPr>
          <a:xfrm>
            <a:off x="1246093" y="1318232"/>
            <a:ext cx="9699812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Email Marketing </a:t>
            </a:r>
            <a:r>
              <a:rPr lang="en-US" sz="4000" dirty="0">
                <a:solidFill>
                  <a:srgbClr val="F18120"/>
                </a:solidFill>
              </a:rPr>
              <a:t>- Campaigns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Recipients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Customize template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Test, send, schedule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Archive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90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46093" y="1318232"/>
            <a:ext cx="969981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Email Marketing </a:t>
            </a:r>
            <a:r>
              <a:rPr lang="en-US" sz="4000" dirty="0">
                <a:solidFill>
                  <a:srgbClr val="F18120"/>
                </a:solidFill>
              </a:rPr>
              <a:t>- Overview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Snapshot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Email Delivery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Link Performance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Monetization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Campaign Trends</a:t>
            </a:r>
          </a:p>
        </p:txBody>
      </p:sp>
    </p:spTree>
    <p:extLst>
      <p:ext uri="{BB962C8B-B14F-4D97-AF65-F5344CB8AC3E}">
        <p14:creationId xmlns:p14="http://schemas.microsoft.com/office/powerpoint/2010/main" val="319865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783FB-85EC-5F6B-C904-0C1C122FF509}"/>
              </a:ext>
            </a:extLst>
          </p:cNvPr>
          <p:cNvSpPr txBox="1"/>
          <p:nvPr/>
        </p:nvSpPr>
        <p:spPr>
          <a:xfrm>
            <a:off x="1246093" y="1345126"/>
            <a:ext cx="969981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Email Marketing </a:t>
            </a:r>
            <a:r>
              <a:rPr lang="en-US" sz="4000" dirty="0">
                <a:solidFill>
                  <a:srgbClr val="F18120"/>
                </a:solidFill>
              </a:rPr>
              <a:t>- Autoresponders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Identifying list categories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Customizing templates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Creating a drip campaign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993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46093" y="1176904"/>
            <a:ext cx="969981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Email Marketing </a:t>
            </a:r>
            <a:r>
              <a:rPr lang="en-US" sz="4000" dirty="0">
                <a:solidFill>
                  <a:srgbClr val="F18120"/>
                </a:solidFill>
              </a:rPr>
              <a:t>– Best Practices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Quality list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Sender identity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Engaging and relevant content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Deliverability factors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Analyze to improve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Email verification service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Private IP address</a:t>
            </a:r>
          </a:p>
        </p:txBody>
      </p:sp>
    </p:spTree>
    <p:extLst>
      <p:ext uri="{BB962C8B-B14F-4D97-AF65-F5344CB8AC3E}">
        <p14:creationId xmlns:p14="http://schemas.microsoft.com/office/powerpoint/2010/main" val="2344689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7FB0C2-C8CC-6098-D446-2E6C2C17940A}"/>
              </a:ext>
            </a:extLst>
          </p:cNvPr>
          <p:cNvSpPr/>
          <p:nvPr/>
        </p:nvSpPr>
        <p:spPr>
          <a:xfrm>
            <a:off x="0" y="1"/>
            <a:ext cx="7736541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C8D5CA7-6A85-9E32-C6CD-EC15E16A3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A62754-85A7-C23F-51DE-2486773FEF58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CFCBC-5B0F-A8C3-9819-A3C36A7C17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05AF3-313C-625A-3E0D-CD01AE23039B}"/>
              </a:ext>
            </a:extLst>
          </p:cNvPr>
          <p:cNvSpPr txBox="1"/>
          <p:nvPr/>
        </p:nvSpPr>
        <p:spPr>
          <a:xfrm>
            <a:off x="672354" y="2588617"/>
            <a:ext cx="641873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4400" dirty="0">
                <a:solidFill>
                  <a:schemeClr val="bg1"/>
                </a:solidFill>
              </a:rPr>
              <a:t>Any questions about email marketing before we move 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808C8-1D47-2688-DAAF-8A8F3E3CAB2F}"/>
              </a:ext>
            </a:extLst>
          </p:cNvPr>
          <p:cNvSpPr txBox="1"/>
          <p:nvPr/>
        </p:nvSpPr>
        <p:spPr>
          <a:xfrm>
            <a:off x="672353" y="941294"/>
            <a:ext cx="66607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F18120"/>
                </a:solidFill>
              </a:rPr>
              <a:t>Email Marketing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4A39D-4B56-42E0-D4C1-8DE7D9765BFC}"/>
              </a:ext>
            </a:extLst>
          </p:cNvPr>
          <p:cNvSpPr txBox="1"/>
          <p:nvPr/>
        </p:nvSpPr>
        <p:spPr>
          <a:xfrm>
            <a:off x="7942729" y="842682"/>
            <a:ext cx="394447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52260"/>
                </a:solidFill>
              </a:rPr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695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-1" y="1659118"/>
            <a:ext cx="12191999" cy="5198882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0" y="0"/>
            <a:ext cx="12191999" cy="1372287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301B31-CC4A-3620-3F4C-D47A3AB2E2ED}"/>
              </a:ext>
            </a:extLst>
          </p:cNvPr>
          <p:cNvSpPr/>
          <p:nvPr/>
        </p:nvSpPr>
        <p:spPr>
          <a:xfrm>
            <a:off x="-2" y="1438275"/>
            <a:ext cx="12192001" cy="154855"/>
          </a:xfrm>
          <a:prstGeom prst="rect">
            <a:avLst/>
          </a:prstGeom>
          <a:solidFill>
            <a:srgbClr val="EE42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7A67E18-9459-7607-C351-B3E5EBF55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DBB544-B2BA-8297-75DD-21DF205752F3}"/>
              </a:ext>
            </a:extLst>
          </p:cNvPr>
          <p:cNvSpPr txBox="1"/>
          <p:nvPr/>
        </p:nvSpPr>
        <p:spPr>
          <a:xfrm>
            <a:off x="3413402" y="2248265"/>
            <a:ext cx="74567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</a:rPr>
              <a:t>15 Minute Break</a:t>
            </a:r>
          </a:p>
        </p:txBody>
      </p:sp>
      <p:grpSp>
        <p:nvGrpSpPr>
          <p:cNvPr id="7" name="Google Shape;786;p41">
            <a:extLst>
              <a:ext uri="{FF2B5EF4-FFF2-40B4-BE49-F238E27FC236}">
                <a16:creationId xmlns:a16="http://schemas.microsoft.com/office/drawing/2014/main" id="{A1A18C2D-657E-EDE1-3EAB-831093D10116}"/>
              </a:ext>
            </a:extLst>
          </p:cNvPr>
          <p:cNvGrpSpPr/>
          <p:nvPr/>
        </p:nvGrpSpPr>
        <p:grpSpPr>
          <a:xfrm>
            <a:off x="805349" y="2503714"/>
            <a:ext cx="2765166" cy="2804025"/>
            <a:chOff x="2405550" y="1181850"/>
            <a:chExt cx="243575" cy="259100"/>
          </a:xfrm>
        </p:grpSpPr>
        <p:sp>
          <p:nvSpPr>
            <p:cNvPr id="8" name="Google Shape;787;p41">
              <a:extLst>
                <a:ext uri="{FF2B5EF4-FFF2-40B4-BE49-F238E27FC236}">
                  <a16:creationId xmlns:a16="http://schemas.microsoft.com/office/drawing/2014/main" id="{418E7D60-D486-A2D2-D9CE-964CB4EBFEFB}"/>
                </a:ext>
              </a:extLst>
            </p:cNvPr>
            <p:cNvSpPr/>
            <p:nvPr/>
          </p:nvSpPr>
          <p:spPr>
            <a:xfrm>
              <a:off x="2517500" y="1255000"/>
              <a:ext cx="13425" cy="12950"/>
            </a:xfrm>
            <a:custGeom>
              <a:avLst/>
              <a:gdLst/>
              <a:ahLst/>
              <a:cxnLst/>
              <a:rect l="l" t="t" r="r" b="b"/>
              <a:pathLst>
                <a:path w="537" h="518" extrusionOk="0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18"/>
                    <a:pt x="269" y="518"/>
                  </a:cubicBezTo>
                  <a:cubicBezTo>
                    <a:pt x="429" y="518"/>
                    <a:pt x="536" y="411"/>
                    <a:pt x="536" y="268"/>
                  </a:cubicBezTo>
                  <a:cubicBezTo>
                    <a:pt x="536" y="125"/>
                    <a:pt x="429" y="0"/>
                    <a:pt x="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788;p41">
              <a:extLst>
                <a:ext uri="{FF2B5EF4-FFF2-40B4-BE49-F238E27FC236}">
                  <a16:creationId xmlns:a16="http://schemas.microsoft.com/office/drawing/2014/main" id="{426ABC55-FA0F-450F-A46F-CDF1FAA47E1E}"/>
                </a:ext>
              </a:extLst>
            </p:cNvPr>
            <p:cNvSpPr/>
            <p:nvPr/>
          </p:nvSpPr>
          <p:spPr>
            <a:xfrm>
              <a:off x="2517500" y="1387925"/>
              <a:ext cx="13425" cy="13400"/>
            </a:xfrm>
            <a:custGeom>
              <a:avLst/>
              <a:gdLst/>
              <a:ahLst/>
              <a:cxnLst/>
              <a:rect l="l" t="t" r="r" b="b"/>
              <a:pathLst>
                <a:path w="537" h="536" extrusionOk="0">
                  <a:moveTo>
                    <a:pt x="269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11"/>
                    <a:pt x="126" y="536"/>
                    <a:pt x="269" y="536"/>
                  </a:cubicBezTo>
                  <a:cubicBezTo>
                    <a:pt x="429" y="536"/>
                    <a:pt x="536" y="411"/>
                    <a:pt x="536" y="268"/>
                  </a:cubicBezTo>
                  <a:cubicBezTo>
                    <a:pt x="536" y="125"/>
                    <a:pt x="429" y="0"/>
                    <a:pt x="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789;p41">
              <a:extLst>
                <a:ext uri="{FF2B5EF4-FFF2-40B4-BE49-F238E27FC236}">
                  <a16:creationId xmlns:a16="http://schemas.microsoft.com/office/drawing/2014/main" id="{764C0B42-1084-BB71-B567-6E1469B5678D}"/>
                </a:ext>
              </a:extLst>
            </p:cNvPr>
            <p:cNvSpPr/>
            <p:nvPr/>
          </p:nvSpPr>
          <p:spPr>
            <a:xfrm>
              <a:off x="2584425" y="1317900"/>
              <a:ext cx="12950" cy="13400"/>
            </a:xfrm>
            <a:custGeom>
              <a:avLst/>
              <a:gdLst/>
              <a:ahLst/>
              <a:cxnLst/>
              <a:rect l="l" t="t" r="r" b="b"/>
              <a:pathLst>
                <a:path w="518" h="536" extrusionOk="0">
                  <a:moveTo>
                    <a:pt x="268" y="0"/>
                  </a:moveTo>
                  <a:cubicBezTo>
                    <a:pt x="125" y="0"/>
                    <a:pt x="0" y="125"/>
                    <a:pt x="0" y="268"/>
                  </a:cubicBezTo>
                  <a:cubicBezTo>
                    <a:pt x="0" y="428"/>
                    <a:pt x="125" y="535"/>
                    <a:pt x="268" y="535"/>
                  </a:cubicBezTo>
                  <a:cubicBezTo>
                    <a:pt x="411" y="535"/>
                    <a:pt x="518" y="428"/>
                    <a:pt x="518" y="268"/>
                  </a:cubicBezTo>
                  <a:cubicBezTo>
                    <a:pt x="518" y="125"/>
                    <a:pt x="411" y="0"/>
                    <a:pt x="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790;p41">
              <a:extLst>
                <a:ext uri="{FF2B5EF4-FFF2-40B4-BE49-F238E27FC236}">
                  <a16:creationId xmlns:a16="http://schemas.microsoft.com/office/drawing/2014/main" id="{3F73BECD-28E2-6430-939A-CBAE02C7B4B0}"/>
                </a:ext>
              </a:extLst>
            </p:cNvPr>
            <p:cNvSpPr/>
            <p:nvPr/>
          </p:nvSpPr>
          <p:spPr>
            <a:xfrm>
              <a:off x="2451050" y="1317900"/>
              <a:ext cx="13400" cy="13400"/>
            </a:xfrm>
            <a:custGeom>
              <a:avLst/>
              <a:gdLst/>
              <a:ahLst/>
              <a:cxnLst/>
              <a:rect l="l" t="t" r="r" b="b"/>
              <a:pathLst>
                <a:path w="536" h="536" extrusionOk="0">
                  <a:moveTo>
                    <a:pt x="268" y="0"/>
                  </a:moveTo>
                  <a:cubicBezTo>
                    <a:pt x="125" y="0"/>
                    <a:pt x="0" y="125"/>
                    <a:pt x="0" y="268"/>
                  </a:cubicBezTo>
                  <a:cubicBezTo>
                    <a:pt x="0" y="428"/>
                    <a:pt x="125" y="535"/>
                    <a:pt x="268" y="535"/>
                  </a:cubicBezTo>
                  <a:cubicBezTo>
                    <a:pt x="429" y="535"/>
                    <a:pt x="536" y="428"/>
                    <a:pt x="536" y="268"/>
                  </a:cubicBezTo>
                  <a:cubicBezTo>
                    <a:pt x="536" y="125"/>
                    <a:pt x="429" y="0"/>
                    <a:pt x="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791;p41">
              <a:extLst>
                <a:ext uri="{FF2B5EF4-FFF2-40B4-BE49-F238E27FC236}">
                  <a16:creationId xmlns:a16="http://schemas.microsoft.com/office/drawing/2014/main" id="{5DA184A6-1FA1-3B7C-0BEA-B7AB5B042783}"/>
                </a:ext>
              </a:extLst>
            </p:cNvPr>
            <p:cNvSpPr/>
            <p:nvPr/>
          </p:nvSpPr>
          <p:spPr>
            <a:xfrm>
              <a:off x="2517500" y="1278200"/>
              <a:ext cx="44650" cy="84325"/>
            </a:xfrm>
            <a:custGeom>
              <a:avLst/>
              <a:gdLst/>
              <a:ahLst/>
              <a:cxnLst/>
              <a:rect l="l" t="t" r="r" b="b"/>
              <a:pathLst>
                <a:path w="1786" h="3373" extrusionOk="0">
                  <a:moveTo>
                    <a:pt x="1" y="0"/>
                  </a:moveTo>
                  <a:lnTo>
                    <a:pt x="1" y="1856"/>
                  </a:lnTo>
                  <a:cubicBezTo>
                    <a:pt x="1" y="1927"/>
                    <a:pt x="37" y="1999"/>
                    <a:pt x="90" y="2052"/>
                  </a:cubicBezTo>
                  <a:lnTo>
                    <a:pt x="1411" y="3372"/>
                  </a:lnTo>
                  <a:lnTo>
                    <a:pt x="1785" y="2998"/>
                  </a:lnTo>
                  <a:lnTo>
                    <a:pt x="536" y="1767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792;p41">
              <a:extLst>
                <a:ext uri="{FF2B5EF4-FFF2-40B4-BE49-F238E27FC236}">
                  <a16:creationId xmlns:a16="http://schemas.microsoft.com/office/drawing/2014/main" id="{4B371D78-C532-BC0D-1064-DE617B580EEF}"/>
                </a:ext>
              </a:extLst>
            </p:cNvPr>
            <p:cNvSpPr/>
            <p:nvPr/>
          </p:nvSpPr>
          <p:spPr>
            <a:xfrm>
              <a:off x="2405550" y="1181850"/>
              <a:ext cx="243575" cy="259100"/>
            </a:xfrm>
            <a:custGeom>
              <a:avLst/>
              <a:gdLst/>
              <a:ahLst/>
              <a:cxnLst/>
              <a:rect l="l" t="t" r="r" b="b"/>
              <a:pathLst>
                <a:path w="9743" h="10364" extrusionOk="0">
                  <a:moveTo>
                    <a:pt x="4747" y="2123"/>
                  </a:moveTo>
                  <a:cubicBezTo>
                    <a:pt x="6816" y="2123"/>
                    <a:pt x="8476" y="3783"/>
                    <a:pt x="8476" y="5853"/>
                  </a:cubicBezTo>
                  <a:cubicBezTo>
                    <a:pt x="8476" y="7904"/>
                    <a:pt x="6816" y="9564"/>
                    <a:pt x="4747" y="9564"/>
                  </a:cubicBezTo>
                  <a:cubicBezTo>
                    <a:pt x="2695" y="9564"/>
                    <a:pt x="1017" y="7904"/>
                    <a:pt x="1017" y="5853"/>
                  </a:cubicBezTo>
                  <a:cubicBezTo>
                    <a:pt x="1017" y="3783"/>
                    <a:pt x="2695" y="2123"/>
                    <a:pt x="4747" y="2123"/>
                  </a:cubicBezTo>
                  <a:close/>
                  <a:moveTo>
                    <a:pt x="3159" y="0"/>
                  </a:moveTo>
                  <a:lnTo>
                    <a:pt x="3159" y="785"/>
                  </a:lnTo>
                  <a:lnTo>
                    <a:pt x="4354" y="785"/>
                  </a:lnTo>
                  <a:lnTo>
                    <a:pt x="4354" y="1338"/>
                  </a:lnTo>
                  <a:cubicBezTo>
                    <a:pt x="2249" y="1517"/>
                    <a:pt x="536" y="3158"/>
                    <a:pt x="268" y="5282"/>
                  </a:cubicBezTo>
                  <a:cubicBezTo>
                    <a:pt x="0" y="7387"/>
                    <a:pt x="1249" y="9403"/>
                    <a:pt x="3248" y="10099"/>
                  </a:cubicBezTo>
                  <a:cubicBezTo>
                    <a:pt x="3752" y="10278"/>
                    <a:pt x="4268" y="10363"/>
                    <a:pt x="4777" y="10363"/>
                  </a:cubicBezTo>
                  <a:cubicBezTo>
                    <a:pt x="6303" y="10363"/>
                    <a:pt x="7762" y="9591"/>
                    <a:pt x="8618" y="8226"/>
                  </a:cubicBezTo>
                  <a:cubicBezTo>
                    <a:pt x="9743" y="6424"/>
                    <a:pt x="9421" y="4086"/>
                    <a:pt x="7923" y="2605"/>
                  </a:cubicBezTo>
                  <a:lnTo>
                    <a:pt x="8315" y="2213"/>
                  </a:lnTo>
                  <a:cubicBezTo>
                    <a:pt x="8458" y="2052"/>
                    <a:pt x="8458" y="1802"/>
                    <a:pt x="8297" y="1642"/>
                  </a:cubicBezTo>
                  <a:cubicBezTo>
                    <a:pt x="8221" y="1566"/>
                    <a:pt x="8115" y="1525"/>
                    <a:pt x="8009" y="1525"/>
                  </a:cubicBezTo>
                  <a:cubicBezTo>
                    <a:pt x="7914" y="1525"/>
                    <a:pt x="7819" y="1557"/>
                    <a:pt x="7744" y="1624"/>
                  </a:cubicBezTo>
                  <a:lnTo>
                    <a:pt x="7280" y="2088"/>
                  </a:lnTo>
                  <a:cubicBezTo>
                    <a:pt x="6656" y="1677"/>
                    <a:pt x="5924" y="1410"/>
                    <a:pt x="5157" y="1356"/>
                  </a:cubicBezTo>
                  <a:lnTo>
                    <a:pt x="5157" y="785"/>
                  </a:lnTo>
                  <a:lnTo>
                    <a:pt x="6352" y="785"/>
                  </a:lnTo>
                  <a:lnTo>
                    <a:pt x="63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169741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16D262-3BD7-209A-1046-D0362E901F69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A34DA-BA5D-DA3B-DD28-6E5AF6628CF8}"/>
              </a:ext>
            </a:extLst>
          </p:cNvPr>
          <p:cNvSpPr/>
          <p:nvPr/>
        </p:nvSpPr>
        <p:spPr>
          <a:xfrm>
            <a:off x="0" y="219618"/>
            <a:ext cx="12192000" cy="12685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09C1EE-798B-586F-E431-EECC25C4FACB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A8544-417E-A376-1176-E0496004D4A7}"/>
              </a:ext>
            </a:extLst>
          </p:cNvPr>
          <p:cNvSpPr txBox="1"/>
          <p:nvPr/>
        </p:nvSpPr>
        <p:spPr>
          <a:xfrm>
            <a:off x="1" y="266345"/>
            <a:ext cx="12191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Direct Mail/Email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F9DE480-695B-0DE0-65FD-872622CCA7FD}"/>
              </a:ext>
            </a:extLst>
          </p:cNvPr>
          <p:cNvGrpSpPr/>
          <p:nvPr/>
        </p:nvGrpSpPr>
        <p:grpSpPr>
          <a:xfrm>
            <a:off x="999241" y="1488141"/>
            <a:ext cx="11192758" cy="5369859"/>
            <a:chOff x="999241" y="1488141"/>
            <a:chExt cx="11192758" cy="536985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1F7B00E-2A15-4F78-1DB9-057B8EA0DA0F}"/>
                </a:ext>
              </a:extLst>
            </p:cNvPr>
            <p:cNvSpPr/>
            <p:nvPr/>
          </p:nvSpPr>
          <p:spPr>
            <a:xfrm>
              <a:off x="9475693" y="1488141"/>
              <a:ext cx="2716306" cy="5369859"/>
            </a:xfrm>
            <a:prstGeom prst="rect">
              <a:avLst/>
            </a:prstGeom>
            <a:gradFill flip="none" rotWithShape="1">
              <a:gsLst>
                <a:gs pos="0">
                  <a:srgbClr val="F8F7FC"/>
                </a:gs>
                <a:gs pos="100000">
                  <a:srgbClr val="F2F5FA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picture containing text, screenshot, clothing, design&#10;&#10;Description automatically generated">
              <a:extLst>
                <a:ext uri="{FF2B5EF4-FFF2-40B4-BE49-F238E27FC236}">
                  <a16:creationId xmlns:a16="http://schemas.microsoft.com/office/drawing/2014/main" id="{8F0CD382-23A9-70E0-B980-DA07C667DC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133" t="15949" r="5443" b="29305"/>
            <a:stretch/>
          </p:blipFill>
          <p:spPr>
            <a:xfrm>
              <a:off x="2133600" y="1488141"/>
              <a:ext cx="7342093" cy="5366347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D3E23F6-057B-FC53-2CF5-F78E96094C94}"/>
                </a:ext>
              </a:extLst>
            </p:cNvPr>
            <p:cNvSpPr/>
            <p:nvPr/>
          </p:nvSpPr>
          <p:spPr>
            <a:xfrm>
              <a:off x="999241" y="1488141"/>
              <a:ext cx="2083324" cy="1792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660AC80-C125-DF2D-B0FA-1D95581E8FF0}"/>
                </a:ext>
              </a:extLst>
            </p:cNvPr>
            <p:cNvSpPr/>
            <p:nvPr/>
          </p:nvSpPr>
          <p:spPr>
            <a:xfrm>
              <a:off x="2055042" y="5288715"/>
              <a:ext cx="1120219" cy="1159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DD5902-6838-248F-10BD-1B12E0326769}"/>
                </a:ext>
              </a:extLst>
            </p:cNvPr>
            <p:cNvSpPr/>
            <p:nvPr/>
          </p:nvSpPr>
          <p:spPr>
            <a:xfrm>
              <a:off x="2040903" y="4642423"/>
              <a:ext cx="461913" cy="727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C697EEB-53CB-5610-D7E4-57D2B0363AAA}"/>
                </a:ext>
              </a:extLst>
            </p:cNvPr>
            <p:cNvSpPr/>
            <p:nvPr/>
          </p:nvSpPr>
          <p:spPr>
            <a:xfrm>
              <a:off x="2384194" y="5104615"/>
              <a:ext cx="461913" cy="347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9271A0D-2ACE-0DCA-9003-5A419BA30E22}"/>
                </a:ext>
              </a:extLst>
            </p:cNvPr>
            <p:cNvSpPr/>
            <p:nvPr/>
          </p:nvSpPr>
          <p:spPr>
            <a:xfrm>
              <a:off x="3036846" y="2020632"/>
              <a:ext cx="45719" cy="3653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F8F282-C89A-65B9-E623-000B7AE77072}"/>
                </a:ext>
              </a:extLst>
            </p:cNvPr>
            <p:cNvSpPr/>
            <p:nvPr/>
          </p:nvSpPr>
          <p:spPr>
            <a:xfrm>
              <a:off x="3036846" y="1976826"/>
              <a:ext cx="95460" cy="325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99080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783FB-85EC-5F6B-C904-0C1C122FF509}"/>
              </a:ext>
            </a:extLst>
          </p:cNvPr>
          <p:cNvSpPr txBox="1"/>
          <p:nvPr/>
        </p:nvSpPr>
        <p:spPr>
          <a:xfrm>
            <a:off x="1246093" y="1291338"/>
            <a:ext cx="10381131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252260"/>
              </a:buClr>
            </a:pPr>
            <a:r>
              <a:rPr lang="en-US" sz="4000" dirty="0">
                <a:solidFill>
                  <a:srgbClr val="252260"/>
                </a:solidFill>
              </a:rPr>
              <a:t>Direct Mail/Email </a:t>
            </a:r>
            <a:r>
              <a:rPr lang="en-US" sz="4000" dirty="0">
                <a:solidFill>
                  <a:srgbClr val="F18120"/>
                </a:solidFill>
              </a:rPr>
              <a:t>–</a:t>
            </a:r>
            <a:r>
              <a:rPr lang="en-US" sz="4000" dirty="0">
                <a:solidFill>
                  <a:srgbClr val="252260"/>
                </a:solidFill>
              </a:rPr>
              <a:t> </a:t>
            </a:r>
            <a:r>
              <a:rPr lang="en-US" sz="4000" dirty="0">
                <a:solidFill>
                  <a:srgbClr val="F18120"/>
                </a:solidFill>
              </a:rPr>
              <a:t>Filtering Lists</a:t>
            </a:r>
            <a:endParaRPr lang="en-US" sz="40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Identify the appropriate grid for purpose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Add filters to produce data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Clean data as needed for method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Adding categories</a:t>
            </a:r>
          </a:p>
          <a:p>
            <a:pPr marL="511175">
              <a:spcAft>
                <a:spcPts val="600"/>
              </a:spcAft>
              <a:buClr>
                <a:srgbClr val="252260"/>
              </a:buClr>
            </a:pPr>
            <a:endParaRPr lang="en-US" sz="2400" dirty="0">
              <a:solidFill>
                <a:srgbClr val="F1812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648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46093" y="1176904"/>
            <a:ext cx="969981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Direct Mail/Email </a:t>
            </a:r>
            <a:r>
              <a:rPr lang="en-US" sz="4000" dirty="0">
                <a:solidFill>
                  <a:srgbClr val="F18120"/>
                </a:solidFill>
              </a:rPr>
              <a:t>– Mail Merge Letters 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Creating and editing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Identifying the merge fields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Response forms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</a:rPr>
              <a:t>Paper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</a:rPr>
              <a:t>Online Donation Form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Appeals and source codes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Split tests</a:t>
            </a:r>
          </a:p>
        </p:txBody>
      </p:sp>
    </p:spTree>
    <p:extLst>
      <p:ext uri="{BB962C8B-B14F-4D97-AF65-F5344CB8AC3E}">
        <p14:creationId xmlns:p14="http://schemas.microsoft.com/office/powerpoint/2010/main" val="1540282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156445" y="1325499"/>
            <a:ext cx="11035554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Direct Mail/Email </a:t>
            </a:r>
            <a:r>
              <a:rPr lang="en-US" sz="4000" dirty="0">
                <a:solidFill>
                  <a:srgbClr val="F18120"/>
                </a:solidFill>
              </a:rPr>
              <a:t>– Appeals &amp; Engagement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Special appeals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Annual appeals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End of year tax letters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Volunteer thank you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Donor engagement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Cultivation</a:t>
            </a:r>
          </a:p>
        </p:txBody>
      </p:sp>
    </p:spTree>
    <p:extLst>
      <p:ext uri="{BB962C8B-B14F-4D97-AF65-F5344CB8AC3E}">
        <p14:creationId xmlns:p14="http://schemas.microsoft.com/office/powerpoint/2010/main" val="3033471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46093" y="1176904"/>
            <a:ext cx="969981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Direct Email Feature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Must be activated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For quick messages – not marketing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Can include small attachments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Be respectful of “unsubscribes”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Tracked with Email Marketing Tab</a:t>
            </a:r>
          </a:p>
        </p:txBody>
      </p:sp>
    </p:spTree>
    <p:extLst>
      <p:ext uri="{BB962C8B-B14F-4D97-AF65-F5344CB8AC3E}">
        <p14:creationId xmlns:p14="http://schemas.microsoft.com/office/powerpoint/2010/main" val="3876241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7FB0C2-C8CC-6098-D446-2E6C2C17940A}"/>
              </a:ext>
            </a:extLst>
          </p:cNvPr>
          <p:cNvSpPr/>
          <p:nvPr/>
        </p:nvSpPr>
        <p:spPr>
          <a:xfrm>
            <a:off x="0" y="1"/>
            <a:ext cx="7736541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C8D5CA7-6A85-9E32-C6CD-EC15E16A3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A62754-85A7-C23F-51DE-2486773FEF58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CFCBC-5B0F-A8C3-9819-A3C36A7C17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05AF3-313C-625A-3E0D-CD01AE23039B}"/>
              </a:ext>
            </a:extLst>
          </p:cNvPr>
          <p:cNvSpPr txBox="1"/>
          <p:nvPr/>
        </p:nvSpPr>
        <p:spPr>
          <a:xfrm>
            <a:off x="658905" y="2329795"/>
            <a:ext cx="64187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600" dirty="0">
                <a:solidFill>
                  <a:schemeClr val="bg1"/>
                </a:solidFill>
              </a:rPr>
              <a:t>Do you have any other examples of how your organization used direct mail or email for fundraising?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808C8-1D47-2688-DAAF-8A8F3E3CAB2F}"/>
              </a:ext>
            </a:extLst>
          </p:cNvPr>
          <p:cNvSpPr txBox="1"/>
          <p:nvPr/>
        </p:nvSpPr>
        <p:spPr>
          <a:xfrm>
            <a:off x="658905" y="1371600"/>
            <a:ext cx="64187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252260"/>
                </a:solidFill>
              </a:rPr>
              <a:t>Direct Mail/Email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4A39D-4B56-42E0-D4C1-8DE7D9765BFC}"/>
              </a:ext>
            </a:extLst>
          </p:cNvPr>
          <p:cNvSpPr txBox="1"/>
          <p:nvPr/>
        </p:nvSpPr>
        <p:spPr>
          <a:xfrm>
            <a:off x="7942729" y="842682"/>
            <a:ext cx="394447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52260"/>
                </a:solidFill>
              </a:rPr>
              <a:t>Ideas: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995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16D262-3BD7-209A-1046-D0362E901F69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A34DA-BA5D-DA3B-DD28-6E5AF6628CF8}"/>
              </a:ext>
            </a:extLst>
          </p:cNvPr>
          <p:cNvSpPr/>
          <p:nvPr/>
        </p:nvSpPr>
        <p:spPr>
          <a:xfrm>
            <a:off x="0" y="219618"/>
            <a:ext cx="12192000" cy="125059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09C1EE-798B-586F-E431-EECC25C4FACB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A8544-417E-A376-1176-E0496004D4A7}"/>
              </a:ext>
            </a:extLst>
          </p:cNvPr>
          <p:cNvSpPr txBox="1"/>
          <p:nvPr/>
        </p:nvSpPr>
        <p:spPr>
          <a:xfrm>
            <a:off x="1" y="335287"/>
            <a:ext cx="12191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Texting</a:t>
            </a:r>
          </a:p>
        </p:txBody>
      </p:sp>
      <p:pic>
        <p:nvPicPr>
          <p:cNvPr id="15" name="Picture 14" descr="A picture containing screenshot, clothing, cartoon&#10;&#10;Description automatically generated">
            <a:extLst>
              <a:ext uri="{FF2B5EF4-FFF2-40B4-BE49-F238E27FC236}">
                <a16:creationId xmlns:a16="http://schemas.microsoft.com/office/drawing/2014/main" id="{7C23611D-3A19-64B7-E0F8-B2C6B0C205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0" b="20132"/>
          <a:stretch/>
        </p:blipFill>
        <p:spPr>
          <a:xfrm>
            <a:off x="1699845" y="1848633"/>
            <a:ext cx="8792308" cy="502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44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72986" y="1119311"/>
            <a:ext cx="8928849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Texting </a:t>
            </a:r>
            <a:r>
              <a:rPr lang="en-US" sz="4000" dirty="0">
                <a:solidFill>
                  <a:srgbClr val="F18120"/>
                </a:solidFill>
              </a:rPr>
              <a:t>– Text Messaging Activity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1000 messages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Text 2 URL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Message Type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Set up Error Message</a:t>
            </a:r>
          </a:p>
        </p:txBody>
      </p:sp>
    </p:spTree>
    <p:extLst>
      <p:ext uri="{BB962C8B-B14F-4D97-AF65-F5344CB8AC3E}">
        <p14:creationId xmlns:p14="http://schemas.microsoft.com/office/powerpoint/2010/main" val="27007106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78799" y="1288157"/>
            <a:ext cx="8277577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Texting </a:t>
            </a:r>
            <a:r>
              <a:rPr lang="en-US" sz="4000" dirty="0">
                <a:solidFill>
                  <a:srgbClr val="F18120"/>
                </a:solidFill>
              </a:rPr>
              <a:t>– Form Text-2-URL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Preview and Publish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Edit messaging</a:t>
            </a:r>
          </a:p>
        </p:txBody>
      </p:sp>
    </p:spTree>
    <p:extLst>
      <p:ext uri="{BB962C8B-B14F-4D97-AF65-F5344CB8AC3E}">
        <p14:creationId xmlns:p14="http://schemas.microsoft.com/office/powerpoint/2010/main" val="5881333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46092" y="1040806"/>
            <a:ext cx="1016597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Texting </a:t>
            </a:r>
            <a:r>
              <a:rPr lang="en-US" sz="4000" dirty="0">
                <a:solidFill>
                  <a:srgbClr val="F18120"/>
                </a:solidFill>
              </a:rPr>
              <a:t>– Direct Texts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Permission - Invite to subscribe 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</a:rPr>
              <a:t>Forms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</a:rPr>
              <a:t>JMML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Text Message Lists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Opt-Out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Mobile phone default for text messaging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From grids</a:t>
            </a:r>
          </a:p>
        </p:txBody>
      </p:sp>
    </p:spTree>
    <p:extLst>
      <p:ext uri="{BB962C8B-B14F-4D97-AF65-F5344CB8AC3E}">
        <p14:creationId xmlns:p14="http://schemas.microsoft.com/office/powerpoint/2010/main" val="1696899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7FB0C2-C8CC-6098-D446-2E6C2C17940A}"/>
              </a:ext>
            </a:extLst>
          </p:cNvPr>
          <p:cNvSpPr/>
          <p:nvPr/>
        </p:nvSpPr>
        <p:spPr>
          <a:xfrm>
            <a:off x="0" y="1"/>
            <a:ext cx="7736541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C8D5CA7-6A85-9E32-C6CD-EC15E16A3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A62754-85A7-C23F-51DE-2486773FEF58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CFCBC-5B0F-A8C3-9819-A3C36A7C17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05AF3-313C-625A-3E0D-CD01AE23039B}"/>
              </a:ext>
            </a:extLst>
          </p:cNvPr>
          <p:cNvSpPr txBox="1"/>
          <p:nvPr/>
        </p:nvSpPr>
        <p:spPr>
          <a:xfrm>
            <a:off x="672354" y="2588617"/>
            <a:ext cx="641873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4400" dirty="0">
                <a:solidFill>
                  <a:schemeClr val="bg1"/>
                </a:solidFill>
              </a:rPr>
              <a:t>Any questions or comments about text messaging before we move 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808C8-1D47-2688-DAAF-8A8F3E3CAB2F}"/>
              </a:ext>
            </a:extLst>
          </p:cNvPr>
          <p:cNvSpPr txBox="1"/>
          <p:nvPr/>
        </p:nvSpPr>
        <p:spPr>
          <a:xfrm>
            <a:off x="672353" y="941294"/>
            <a:ext cx="66607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F18120"/>
                </a:solidFill>
              </a:rPr>
              <a:t>Texting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4A39D-4B56-42E0-D4C1-8DE7D9765BFC}"/>
              </a:ext>
            </a:extLst>
          </p:cNvPr>
          <p:cNvSpPr txBox="1"/>
          <p:nvPr/>
        </p:nvSpPr>
        <p:spPr>
          <a:xfrm>
            <a:off x="7942729" y="842682"/>
            <a:ext cx="394447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52260"/>
                </a:solidFill>
              </a:rPr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4409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othing&#10;&#10;Description automatically generated">
            <a:extLst>
              <a:ext uri="{FF2B5EF4-FFF2-40B4-BE49-F238E27FC236}">
                <a16:creationId xmlns:a16="http://schemas.microsoft.com/office/drawing/2014/main" id="{165EB6A3-4E62-C377-6F5E-8435C02387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41" b="19608"/>
          <a:stretch/>
        </p:blipFill>
        <p:spPr>
          <a:xfrm>
            <a:off x="1731362" y="1801906"/>
            <a:ext cx="8729275" cy="506316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16D262-3BD7-209A-1046-D0362E901F69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A34DA-BA5D-DA3B-DD28-6E5AF6628CF8}"/>
              </a:ext>
            </a:extLst>
          </p:cNvPr>
          <p:cNvSpPr/>
          <p:nvPr/>
        </p:nvSpPr>
        <p:spPr>
          <a:xfrm>
            <a:off x="0" y="219618"/>
            <a:ext cx="12192000" cy="1251688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09C1EE-798B-586F-E431-EECC25C4FACB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A8544-417E-A376-1176-E0496004D4A7}"/>
              </a:ext>
            </a:extLst>
          </p:cNvPr>
          <p:cNvSpPr txBox="1"/>
          <p:nvPr/>
        </p:nvSpPr>
        <p:spPr>
          <a:xfrm>
            <a:off x="1" y="239416"/>
            <a:ext cx="12191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Surveys</a:t>
            </a:r>
          </a:p>
        </p:txBody>
      </p:sp>
    </p:spTree>
    <p:extLst>
      <p:ext uri="{BB962C8B-B14F-4D97-AF65-F5344CB8AC3E}">
        <p14:creationId xmlns:p14="http://schemas.microsoft.com/office/powerpoint/2010/main" val="22065146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55057" y="772873"/>
            <a:ext cx="1016597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Surveys </a:t>
            </a:r>
            <a:r>
              <a:rPr lang="en-US" sz="4000" dirty="0">
                <a:solidFill>
                  <a:srgbClr val="F18120"/>
                </a:solidFill>
              </a:rPr>
              <a:t>– Survey/Forms Lists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Polls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Surveys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Internal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External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Survey/Poll Categories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Emailed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Question Types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Adding Logic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Sensitive Data</a:t>
            </a:r>
          </a:p>
        </p:txBody>
      </p:sp>
    </p:spTree>
    <p:extLst>
      <p:ext uri="{BB962C8B-B14F-4D97-AF65-F5344CB8AC3E}">
        <p14:creationId xmlns:p14="http://schemas.microsoft.com/office/powerpoint/2010/main" val="690246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78799" y="1288157"/>
            <a:ext cx="946988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Surveys </a:t>
            </a:r>
            <a:r>
              <a:rPr lang="en-US" sz="4000" dirty="0">
                <a:solidFill>
                  <a:srgbClr val="F18120"/>
                </a:solidFill>
              </a:rPr>
              <a:t>– Surveys/Forms Results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Summary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Detail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</a:rPr>
              <a:t>Short Form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</a:rPr>
              <a:t>Long Form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Drill Down</a:t>
            </a:r>
          </a:p>
        </p:txBody>
      </p:sp>
    </p:spTree>
    <p:extLst>
      <p:ext uri="{BB962C8B-B14F-4D97-AF65-F5344CB8AC3E}">
        <p14:creationId xmlns:p14="http://schemas.microsoft.com/office/powerpoint/2010/main" val="41335999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78799" y="1288157"/>
            <a:ext cx="9469883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Surveys </a:t>
            </a:r>
            <a:r>
              <a:rPr lang="en-US" sz="4000" dirty="0">
                <a:solidFill>
                  <a:srgbClr val="F18120"/>
                </a:solidFill>
              </a:rPr>
              <a:t>– Contacts &amp; Overview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Only necessary for emailed surveys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Same functionality of Email Marketing</a:t>
            </a:r>
          </a:p>
        </p:txBody>
      </p:sp>
    </p:spTree>
    <p:extLst>
      <p:ext uri="{BB962C8B-B14F-4D97-AF65-F5344CB8AC3E}">
        <p14:creationId xmlns:p14="http://schemas.microsoft.com/office/powerpoint/2010/main" val="38535855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7FB0C2-C8CC-6098-D446-2E6C2C17940A}"/>
              </a:ext>
            </a:extLst>
          </p:cNvPr>
          <p:cNvSpPr/>
          <p:nvPr/>
        </p:nvSpPr>
        <p:spPr>
          <a:xfrm>
            <a:off x="0" y="1"/>
            <a:ext cx="7736541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C8D5CA7-6A85-9E32-C6CD-EC15E16A3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A62754-85A7-C23F-51DE-2486773FEF58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CFCBC-5B0F-A8C3-9819-A3C36A7C17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05AF3-313C-625A-3E0D-CD01AE23039B}"/>
              </a:ext>
            </a:extLst>
          </p:cNvPr>
          <p:cNvSpPr txBox="1"/>
          <p:nvPr/>
        </p:nvSpPr>
        <p:spPr>
          <a:xfrm>
            <a:off x="658905" y="2329795"/>
            <a:ext cx="64187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600" dirty="0">
                <a:solidFill>
                  <a:schemeClr val="bg1"/>
                </a:solidFill>
              </a:rPr>
              <a:t>How has your organization used the Survey Module? Did any surveys reveal anything surprising?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808C8-1D47-2688-DAAF-8A8F3E3CAB2F}"/>
              </a:ext>
            </a:extLst>
          </p:cNvPr>
          <p:cNvSpPr txBox="1"/>
          <p:nvPr/>
        </p:nvSpPr>
        <p:spPr>
          <a:xfrm>
            <a:off x="658905" y="1371600"/>
            <a:ext cx="64187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252260"/>
                </a:solidFill>
              </a:rPr>
              <a:t>Surveys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4A39D-4B56-42E0-D4C1-8DE7D9765BFC}"/>
              </a:ext>
            </a:extLst>
          </p:cNvPr>
          <p:cNvSpPr txBox="1"/>
          <p:nvPr/>
        </p:nvSpPr>
        <p:spPr>
          <a:xfrm>
            <a:off x="7942729" y="842682"/>
            <a:ext cx="394447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52260"/>
                </a:solidFill>
              </a:rPr>
              <a:t>Comments: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9596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and person standing next to a whiteboard&#10;&#10;Description automatically generated with low confidence">
            <a:extLst>
              <a:ext uri="{FF2B5EF4-FFF2-40B4-BE49-F238E27FC236}">
                <a16:creationId xmlns:a16="http://schemas.microsoft.com/office/drawing/2014/main" id="{7B5E2959-D6B3-11E8-41A1-32C450DE51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42"/>
          <a:stretch/>
        </p:blipFill>
        <p:spPr>
          <a:xfrm>
            <a:off x="2374617" y="1367210"/>
            <a:ext cx="7442764" cy="53376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16D262-3BD7-209A-1046-D0362E901F69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A34DA-BA5D-DA3B-DD28-6E5AF6628CF8}"/>
              </a:ext>
            </a:extLst>
          </p:cNvPr>
          <p:cNvSpPr/>
          <p:nvPr/>
        </p:nvSpPr>
        <p:spPr>
          <a:xfrm>
            <a:off x="0" y="219618"/>
            <a:ext cx="12192000" cy="1251688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09C1EE-798B-586F-E431-EECC25C4FACB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A8544-417E-A376-1176-E0496004D4A7}"/>
              </a:ext>
            </a:extLst>
          </p:cNvPr>
          <p:cNvSpPr txBox="1"/>
          <p:nvPr/>
        </p:nvSpPr>
        <p:spPr>
          <a:xfrm>
            <a:off x="1" y="514882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Communication Strategy and Planning</a:t>
            </a:r>
          </a:p>
        </p:txBody>
      </p:sp>
    </p:spTree>
    <p:extLst>
      <p:ext uri="{BB962C8B-B14F-4D97-AF65-F5344CB8AC3E}">
        <p14:creationId xmlns:p14="http://schemas.microsoft.com/office/powerpoint/2010/main" val="1550845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55057" y="772873"/>
            <a:ext cx="1016597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Strategy </a:t>
            </a:r>
            <a:r>
              <a:rPr lang="en-US" sz="4000" dirty="0">
                <a:solidFill>
                  <a:srgbClr val="F18120"/>
                </a:solidFill>
              </a:rPr>
              <a:t>- Branding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Establishes who you are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Recognizable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Creates relationships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More than visual identity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Connected to vision, mission and values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Know your audience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Create a guide</a:t>
            </a:r>
          </a:p>
        </p:txBody>
      </p:sp>
    </p:spTree>
    <p:extLst>
      <p:ext uri="{BB962C8B-B14F-4D97-AF65-F5344CB8AC3E}">
        <p14:creationId xmlns:p14="http://schemas.microsoft.com/office/powerpoint/2010/main" val="34196856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7FB0C2-C8CC-6098-D446-2E6C2C17940A}"/>
              </a:ext>
            </a:extLst>
          </p:cNvPr>
          <p:cNvSpPr/>
          <p:nvPr/>
        </p:nvSpPr>
        <p:spPr>
          <a:xfrm>
            <a:off x="0" y="1"/>
            <a:ext cx="7736541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C8D5CA7-6A85-9E32-C6CD-EC15E16A3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A62754-85A7-C23F-51DE-2486773FEF58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CFCBC-5B0F-A8C3-9819-A3C36A7C17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05AF3-313C-625A-3E0D-CD01AE23039B}"/>
              </a:ext>
            </a:extLst>
          </p:cNvPr>
          <p:cNvSpPr txBox="1"/>
          <p:nvPr/>
        </p:nvSpPr>
        <p:spPr>
          <a:xfrm>
            <a:off x="672354" y="2588617"/>
            <a:ext cx="641873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4400" dirty="0">
                <a:solidFill>
                  <a:schemeClr val="bg1"/>
                </a:solidFill>
              </a:rPr>
              <a:t>Does your organization have a formal brand guide?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808C8-1D47-2688-DAAF-8A8F3E3CAB2F}"/>
              </a:ext>
            </a:extLst>
          </p:cNvPr>
          <p:cNvSpPr txBox="1"/>
          <p:nvPr/>
        </p:nvSpPr>
        <p:spPr>
          <a:xfrm>
            <a:off x="672353" y="941294"/>
            <a:ext cx="66607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F18120"/>
                </a:solidFill>
              </a:rPr>
              <a:t>Branding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4A39D-4B56-42E0-D4C1-8DE7D9765BFC}"/>
              </a:ext>
            </a:extLst>
          </p:cNvPr>
          <p:cNvSpPr txBox="1"/>
          <p:nvPr/>
        </p:nvSpPr>
        <p:spPr>
          <a:xfrm>
            <a:off x="8100940" y="2588617"/>
            <a:ext cx="394447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Comments: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A1BFF0-F508-611B-FDC5-73E3DDBC2689}"/>
              </a:ext>
            </a:extLst>
          </p:cNvPr>
          <p:cNvSpPr txBox="1"/>
          <p:nvPr/>
        </p:nvSpPr>
        <p:spPr>
          <a:xfrm>
            <a:off x="8100940" y="941294"/>
            <a:ext cx="363061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252260"/>
                </a:solidFill>
              </a:rPr>
              <a:t> YES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252260"/>
                </a:solidFill>
              </a:rPr>
              <a:t> NO</a:t>
            </a:r>
          </a:p>
        </p:txBody>
      </p:sp>
    </p:spTree>
    <p:extLst>
      <p:ext uri="{BB962C8B-B14F-4D97-AF65-F5344CB8AC3E}">
        <p14:creationId xmlns:p14="http://schemas.microsoft.com/office/powerpoint/2010/main" val="430716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55057" y="743615"/>
            <a:ext cx="1016597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Strategy </a:t>
            </a:r>
            <a:r>
              <a:rPr lang="en-US" sz="4000" dirty="0">
                <a:solidFill>
                  <a:srgbClr val="F18120"/>
                </a:solidFill>
              </a:rPr>
              <a:t>– Conceptual Objectives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Motivate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Share knowledge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Persuade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Entertain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Create demand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Brand awareness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Complete transaction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Generate interest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Strengthening narrative</a:t>
            </a:r>
          </a:p>
        </p:txBody>
      </p:sp>
    </p:spTree>
    <p:extLst>
      <p:ext uri="{BB962C8B-B14F-4D97-AF65-F5344CB8AC3E}">
        <p14:creationId xmlns:p14="http://schemas.microsoft.com/office/powerpoint/2010/main" val="38255248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55057" y="743615"/>
            <a:ext cx="10165979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Strategy </a:t>
            </a:r>
            <a:r>
              <a:rPr lang="en-US" sz="4000" dirty="0">
                <a:solidFill>
                  <a:srgbClr val="F18120"/>
                </a:solidFill>
              </a:rPr>
              <a:t>– Tangible Objectives (SMART)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Incorporate into fundraising strategy &amp; plan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# New subscribers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Increase open rate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Increase response rates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Increase ROI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Increase followers/likes/shares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Financial goals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Website analytics</a:t>
            </a:r>
          </a:p>
        </p:txBody>
      </p:sp>
    </p:spTree>
    <p:extLst>
      <p:ext uri="{BB962C8B-B14F-4D97-AF65-F5344CB8AC3E}">
        <p14:creationId xmlns:p14="http://schemas.microsoft.com/office/powerpoint/2010/main" val="30948639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55057" y="772873"/>
            <a:ext cx="1016597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Plan </a:t>
            </a:r>
            <a:r>
              <a:rPr lang="en-US" sz="4000" dirty="0">
                <a:solidFill>
                  <a:srgbClr val="F18120"/>
                </a:solidFill>
              </a:rPr>
              <a:t>- Audience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Segment Lists 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Timing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Opt-in/out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Categories 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</a:rPr>
              <a:t>Constituent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</a:rPr>
              <a:t>Email List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</a:rPr>
              <a:t>Custom multi-select fields</a:t>
            </a:r>
          </a:p>
        </p:txBody>
      </p:sp>
    </p:spTree>
    <p:extLst>
      <p:ext uri="{BB962C8B-B14F-4D97-AF65-F5344CB8AC3E}">
        <p14:creationId xmlns:p14="http://schemas.microsoft.com/office/powerpoint/2010/main" val="13119101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55057" y="772873"/>
            <a:ext cx="1016597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Plan </a:t>
            </a:r>
            <a:r>
              <a:rPr lang="en-US" sz="4000" dirty="0">
                <a:solidFill>
                  <a:srgbClr val="F18120"/>
                </a:solidFill>
              </a:rPr>
              <a:t>- Content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Consistent messaging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Incorporates branding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Donor-centric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Transparency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Authenticity</a:t>
            </a:r>
          </a:p>
        </p:txBody>
      </p:sp>
    </p:spTree>
    <p:extLst>
      <p:ext uri="{BB962C8B-B14F-4D97-AF65-F5344CB8AC3E}">
        <p14:creationId xmlns:p14="http://schemas.microsoft.com/office/powerpoint/2010/main" val="9616341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55057" y="772873"/>
            <a:ext cx="10165979" cy="524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Plan </a:t>
            </a:r>
            <a:r>
              <a:rPr lang="en-US" sz="4000" dirty="0">
                <a:solidFill>
                  <a:srgbClr val="F18120"/>
                </a:solidFill>
              </a:rPr>
              <a:t>- Channels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52260"/>
                </a:solidFill>
              </a:rPr>
              <a:t>Direct Mail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52260"/>
                </a:solidFill>
              </a:rPr>
              <a:t>Email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52260"/>
                </a:solidFill>
              </a:rPr>
              <a:t>Texting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52260"/>
                </a:solidFill>
              </a:rPr>
              <a:t>Social media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52260"/>
                </a:solidFill>
              </a:rPr>
              <a:t>Videos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52260"/>
                </a:solidFill>
              </a:rPr>
              <a:t>Events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52260"/>
                </a:solidFill>
              </a:rPr>
              <a:t>Website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52260"/>
                </a:solidFill>
              </a:rPr>
              <a:t>Print articles/stories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52260"/>
                </a:solidFill>
              </a:rPr>
              <a:t>New coverage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52260"/>
                </a:solidFill>
              </a:rPr>
              <a:t>Outreach</a:t>
            </a:r>
          </a:p>
        </p:txBody>
      </p:sp>
    </p:spTree>
    <p:extLst>
      <p:ext uri="{BB962C8B-B14F-4D97-AF65-F5344CB8AC3E}">
        <p14:creationId xmlns:p14="http://schemas.microsoft.com/office/powerpoint/2010/main" val="18079586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7FB0C2-C8CC-6098-D446-2E6C2C17940A}"/>
              </a:ext>
            </a:extLst>
          </p:cNvPr>
          <p:cNvSpPr/>
          <p:nvPr/>
        </p:nvSpPr>
        <p:spPr>
          <a:xfrm>
            <a:off x="0" y="1"/>
            <a:ext cx="7736541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C8D5CA7-6A85-9E32-C6CD-EC15E16A3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A62754-85A7-C23F-51DE-2486773FEF58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CFCBC-5B0F-A8C3-9819-A3C36A7C17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05AF3-313C-625A-3E0D-CD01AE23039B}"/>
              </a:ext>
            </a:extLst>
          </p:cNvPr>
          <p:cNvSpPr txBox="1"/>
          <p:nvPr/>
        </p:nvSpPr>
        <p:spPr>
          <a:xfrm>
            <a:off x="672354" y="2588617"/>
            <a:ext cx="641873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4400" dirty="0">
                <a:solidFill>
                  <a:schemeClr val="bg1"/>
                </a:solidFill>
              </a:rPr>
              <a:t>What are your organizations favorite communication channels?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808C8-1D47-2688-DAAF-8A8F3E3CAB2F}"/>
              </a:ext>
            </a:extLst>
          </p:cNvPr>
          <p:cNvSpPr txBox="1"/>
          <p:nvPr/>
        </p:nvSpPr>
        <p:spPr>
          <a:xfrm>
            <a:off x="672353" y="941294"/>
            <a:ext cx="66607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F18120"/>
                </a:solidFill>
              </a:rPr>
              <a:t>Channels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4A39D-4B56-42E0-D4C1-8DE7D9765BFC}"/>
              </a:ext>
            </a:extLst>
          </p:cNvPr>
          <p:cNvSpPr txBox="1"/>
          <p:nvPr/>
        </p:nvSpPr>
        <p:spPr>
          <a:xfrm>
            <a:off x="7942729" y="842682"/>
            <a:ext cx="394447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52260"/>
                </a:solidFill>
              </a:rPr>
              <a:t>Favorites: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1294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55057" y="772873"/>
            <a:ext cx="10165979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Plan </a:t>
            </a:r>
            <a:r>
              <a:rPr lang="en-US" sz="4000" dirty="0">
                <a:solidFill>
                  <a:srgbClr val="F18120"/>
                </a:solidFill>
              </a:rPr>
              <a:t>- Calendar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Who is responsible?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What is being promoted/communicated?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When is it being sent?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Where is it being posted?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How is it being tracked/evaluated?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2522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8310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22732-4052-69AE-11DD-95924959A7F9}"/>
              </a:ext>
            </a:extLst>
          </p:cNvPr>
          <p:cNvSpPr txBox="1"/>
          <p:nvPr/>
        </p:nvSpPr>
        <p:spPr>
          <a:xfrm>
            <a:off x="1255057" y="772873"/>
            <a:ext cx="10165979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000" dirty="0">
                <a:solidFill>
                  <a:srgbClr val="252260"/>
                </a:solidFill>
              </a:rPr>
              <a:t>Strategy &amp; Plan </a:t>
            </a:r>
            <a:r>
              <a:rPr lang="en-US" sz="4000" dirty="0">
                <a:solidFill>
                  <a:srgbClr val="F18120"/>
                </a:solidFill>
              </a:rPr>
              <a:t>- Outcomes</a:t>
            </a:r>
            <a:endParaRPr lang="en-US" sz="3200" dirty="0">
              <a:solidFill>
                <a:srgbClr val="252260"/>
              </a:solidFill>
            </a:endParaRP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Response Rates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ROI </a:t>
            </a:r>
            <a:r>
              <a:rPr lang="en-US" sz="2400" dirty="0">
                <a:solidFill>
                  <a:srgbClr val="252260"/>
                </a:solidFill>
              </a:rPr>
              <a:t>(or Cost/$ Raised)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Compare split tests</a:t>
            </a:r>
          </a:p>
          <a:p>
            <a:pPr marL="1084263" indent="-573088">
              <a:spcAft>
                <a:spcPts val="600"/>
              </a:spcAft>
              <a:buClr>
                <a:srgbClr val="F18120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</a:rPr>
              <a:t>KPIs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252260"/>
                </a:solidFill>
              </a:rPr>
              <a:t>Email open rates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252260"/>
                </a:solidFill>
              </a:rPr>
              <a:t>Click through rates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252260"/>
                </a:solidFill>
              </a:rPr>
              <a:t>Landing page conversion rate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252260"/>
                </a:solidFill>
              </a:rPr>
              <a:t>Amplification (shares/followers)</a:t>
            </a:r>
          </a:p>
          <a:p>
            <a:pPr marL="1541463" lvl="1" indent="-573088">
              <a:spcAft>
                <a:spcPts val="600"/>
              </a:spcAft>
              <a:buClr>
                <a:srgbClr val="F18120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252260"/>
                </a:solidFill>
              </a:rPr>
              <a:t>Applause (likes/followers)</a:t>
            </a:r>
          </a:p>
        </p:txBody>
      </p:sp>
    </p:spTree>
    <p:extLst>
      <p:ext uri="{BB962C8B-B14F-4D97-AF65-F5344CB8AC3E}">
        <p14:creationId xmlns:p14="http://schemas.microsoft.com/office/powerpoint/2010/main" val="10287297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7FB0C2-C8CC-6098-D446-2E6C2C17940A}"/>
              </a:ext>
            </a:extLst>
          </p:cNvPr>
          <p:cNvSpPr/>
          <p:nvPr/>
        </p:nvSpPr>
        <p:spPr>
          <a:xfrm>
            <a:off x="0" y="1"/>
            <a:ext cx="7736541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C8D5CA7-6A85-9E32-C6CD-EC15E16A3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A62754-85A7-C23F-51DE-2486773FEF58}"/>
              </a:ext>
            </a:extLst>
          </p:cNvPr>
          <p:cNvSpPr/>
          <p:nvPr/>
        </p:nvSpPr>
        <p:spPr>
          <a:xfrm>
            <a:off x="0" y="219618"/>
            <a:ext cx="12192000" cy="3189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CFCBC-5B0F-A8C3-9819-A3C36A7C17FF}"/>
              </a:ext>
            </a:extLst>
          </p:cNvPr>
          <p:cNvSpPr/>
          <p:nvPr/>
        </p:nvSpPr>
        <p:spPr>
          <a:xfrm>
            <a:off x="-1" y="172891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05AF3-313C-625A-3E0D-CD01AE23039B}"/>
              </a:ext>
            </a:extLst>
          </p:cNvPr>
          <p:cNvSpPr txBox="1"/>
          <p:nvPr/>
        </p:nvSpPr>
        <p:spPr>
          <a:xfrm>
            <a:off x="658905" y="2329795"/>
            <a:ext cx="64187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600" dirty="0">
                <a:solidFill>
                  <a:schemeClr val="bg1"/>
                </a:solidFill>
              </a:rPr>
              <a:t>Any questions on creating a communications strategy and plan?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808C8-1D47-2688-DAAF-8A8F3E3CAB2F}"/>
              </a:ext>
            </a:extLst>
          </p:cNvPr>
          <p:cNvSpPr txBox="1"/>
          <p:nvPr/>
        </p:nvSpPr>
        <p:spPr>
          <a:xfrm>
            <a:off x="658905" y="1371600"/>
            <a:ext cx="64187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252260"/>
                </a:solidFill>
              </a:rPr>
              <a:t>Strategy &amp; Plans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4A39D-4B56-42E0-D4C1-8DE7D9765BFC}"/>
              </a:ext>
            </a:extLst>
          </p:cNvPr>
          <p:cNvSpPr txBox="1"/>
          <p:nvPr/>
        </p:nvSpPr>
        <p:spPr>
          <a:xfrm>
            <a:off x="7942729" y="842682"/>
            <a:ext cx="394447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52260"/>
                </a:solidFill>
              </a:rPr>
              <a:t>Comments: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564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1" y="0"/>
            <a:ext cx="681317" cy="685800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335501"/>
            <a:ext cx="12192000" cy="3189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783FB-85EC-5F6B-C904-0C1C122FF509}"/>
              </a:ext>
            </a:extLst>
          </p:cNvPr>
          <p:cNvSpPr txBox="1"/>
          <p:nvPr/>
        </p:nvSpPr>
        <p:spPr>
          <a:xfrm>
            <a:off x="1048868" y="1039811"/>
            <a:ext cx="1064110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800">
                <a:solidFill>
                  <a:srgbClr val="F18120"/>
                </a:solidFill>
              </a:rPr>
              <a:t>Review – </a:t>
            </a:r>
            <a:r>
              <a:rPr lang="en-US" sz="4800" dirty="0">
                <a:solidFill>
                  <a:srgbClr val="F18120"/>
                </a:solidFill>
              </a:rPr>
              <a:t>Communications</a:t>
            </a:r>
          </a:p>
          <a:p>
            <a:pPr marL="1084263" indent="-573088">
              <a:spcAft>
                <a:spcPts val="12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</a:rPr>
              <a:t>Email Marketing Module</a:t>
            </a:r>
          </a:p>
          <a:p>
            <a:pPr marL="1084263" indent="-573088">
              <a:spcAft>
                <a:spcPts val="12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</a:rPr>
              <a:t>Direct Mail and Email</a:t>
            </a:r>
          </a:p>
          <a:p>
            <a:pPr marL="1084263" indent="-573088">
              <a:spcAft>
                <a:spcPts val="12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</a:rPr>
              <a:t>Texting Features</a:t>
            </a:r>
          </a:p>
          <a:p>
            <a:pPr marL="1084263" indent="-573088">
              <a:spcAft>
                <a:spcPts val="12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</a:rPr>
              <a:t>Survey Module</a:t>
            </a:r>
          </a:p>
          <a:p>
            <a:pPr marL="1084263" indent="-573088">
              <a:spcAft>
                <a:spcPts val="1200"/>
              </a:spcAft>
              <a:buClr>
                <a:srgbClr val="252260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</a:rPr>
              <a:t>Communications Strategy &amp; Plan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55A1F-1F9D-491B-500A-8B01106953FF}"/>
              </a:ext>
            </a:extLst>
          </p:cNvPr>
          <p:cNvSpPr/>
          <p:nvPr/>
        </p:nvSpPr>
        <p:spPr>
          <a:xfrm>
            <a:off x="-1" y="288774"/>
            <a:ext cx="12192000" cy="934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4358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7867650" y="0"/>
            <a:ext cx="4324350" cy="6858000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6CA55A-CAE6-7D28-B69F-1A433B835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452042"/>
            <a:ext cx="12192000" cy="6191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72E226-8901-675D-EBE5-844AA8A5EF76}"/>
              </a:ext>
            </a:extLst>
          </p:cNvPr>
          <p:cNvSpPr txBox="1"/>
          <p:nvPr/>
        </p:nvSpPr>
        <p:spPr>
          <a:xfrm>
            <a:off x="834445" y="1999469"/>
            <a:ext cx="64225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252260"/>
                </a:solidFill>
              </a:rPr>
              <a:t>General</a:t>
            </a:r>
          </a:p>
          <a:p>
            <a:pPr algn="ctr"/>
            <a:r>
              <a:rPr lang="en-US" sz="7200" dirty="0">
                <a:solidFill>
                  <a:srgbClr val="252260"/>
                </a:solidFill>
              </a:rPr>
              <a:t>questions or comments?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15C30D-BF46-6EDF-686C-808EEC51D898}"/>
              </a:ext>
            </a:extLst>
          </p:cNvPr>
          <p:cNvSpPr/>
          <p:nvPr/>
        </p:nvSpPr>
        <p:spPr>
          <a:xfrm>
            <a:off x="0" y="1071166"/>
            <a:ext cx="12192000" cy="85281"/>
          </a:xfrm>
          <a:prstGeom prst="rect">
            <a:avLst/>
          </a:prstGeom>
          <a:solidFill>
            <a:srgbClr val="EE42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7118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D82253-E9D3-5074-7516-5BF3F862DADF}"/>
              </a:ext>
            </a:extLst>
          </p:cNvPr>
          <p:cNvSpPr/>
          <p:nvPr/>
        </p:nvSpPr>
        <p:spPr>
          <a:xfrm>
            <a:off x="0" y="1659118"/>
            <a:ext cx="12191999" cy="5198882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D416AE-EF62-CD3B-41FD-39332BCD0C05}"/>
              </a:ext>
            </a:extLst>
          </p:cNvPr>
          <p:cNvSpPr/>
          <p:nvPr/>
        </p:nvSpPr>
        <p:spPr>
          <a:xfrm>
            <a:off x="0" y="0"/>
            <a:ext cx="12191999" cy="1372287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301B31-CC4A-3620-3F4C-D47A3AB2E2ED}"/>
              </a:ext>
            </a:extLst>
          </p:cNvPr>
          <p:cNvSpPr/>
          <p:nvPr/>
        </p:nvSpPr>
        <p:spPr>
          <a:xfrm>
            <a:off x="-2" y="1438275"/>
            <a:ext cx="12192001" cy="154855"/>
          </a:xfrm>
          <a:prstGeom prst="rect">
            <a:avLst/>
          </a:prstGeom>
          <a:solidFill>
            <a:srgbClr val="EE42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7A67E18-9459-7607-C351-B3E5EBF55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977" y="6429374"/>
            <a:ext cx="1507434" cy="2528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1D4777-75BC-7F20-2D60-03001C3B07B7}"/>
              </a:ext>
            </a:extLst>
          </p:cNvPr>
          <p:cNvSpPr txBox="1"/>
          <p:nvPr/>
        </p:nvSpPr>
        <p:spPr>
          <a:xfrm>
            <a:off x="2084612" y="74660"/>
            <a:ext cx="80227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</a:rPr>
              <a:t>Next Steps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E11EE-8AAF-9F3E-11E6-94F8B46F912E}"/>
              </a:ext>
            </a:extLst>
          </p:cNvPr>
          <p:cNvSpPr txBox="1"/>
          <p:nvPr/>
        </p:nvSpPr>
        <p:spPr>
          <a:xfrm>
            <a:off x="1230081" y="2297614"/>
            <a:ext cx="10325425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sz="4400" dirty="0">
                <a:solidFill>
                  <a:schemeClr val="bg1"/>
                </a:solidFill>
              </a:rPr>
              <a:t> Complete the post class survey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sz="4400" dirty="0">
                <a:solidFill>
                  <a:schemeClr val="bg1"/>
                </a:solidFill>
              </a:rPr>
              <a:t> Take the quiz</a:t>
            </a:r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US" sz="4400" dirty="0">
                <a:solidFill>
                  <a:schemeClr val="bg1"/>
                </a:solidFill>
              </a:rPr>
              <a:t> Receive CEU Certificate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4400" dirty="0">
                <a:solidFill>
                  <a:schemeClr val="bg1"/>
                </a:solidFill>
              </a:rPr>
              <a:t> Class 5 – Fundraising Strategy &amp; Planning Date</a:t>
            </a:r>
          </a:p>
        </p:txBody>
      </p:sp>
    </p:spTree>
    <p:extLst>
      <p:ext uri="{BB962C8B-B14F-4D97-AF65-F5344CB8AC3E}">
        <p14:creationId xmlns:p14="http://schemas.microsoft.com/office/powerpoint/2010/main" val="20875089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E9D990-1266-E5D4-39D3-1C21C3CC08AA}"/>
              </a:ext>
            </a:extLst>
          </p:cNvPr>
          <p:cNvSpPr txBox="1"/>
          <p:nvPr/>
        </p:nvSpPr>
        <p:spPr>
          <a:xfrm>
            <a:off x="566737" y="6165026"/>
            <a:ext cx="1105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Copyright 2023. Do not distribute, copy, or share without express written permission.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BDF63FC-693A-044C-B713-F9236B52ECFD}"/>
              </a:ext>
            </a:extLst>
          </p:cNvPr>
          <p:cNvGrpSpPr/>
          <p:nvPr/>
        </p:nvGrpSpPr>
        <p:grpSpPr>
          <a:xfrm>
            <a:off x="662224" y="462217"/>
            <a:ext cx="10867553" cy="1872165"/>
            <a:chOff x="952499" y="452692"/>
            <a:chExt cx="10867553" cy="1872165"/>
          </a:xfrm>
        </p:grpSpPr>
        <p:pic>
          <p:nvPicPr>
            <p:cNvPr id="13" name="Picture 12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5DE57246-FD41-B4D5-2B0D-913FF11341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88"/>
            <a:stretch/>
          </p:blipFill>
          <p:spPr>
            <a:xfrm>
              <a:off x="3848099" y="452692"/>
              <a:ext cx="7971953" cy="1872165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C51D3CE-D19B-505F-49C1-85D22445917B}"/>
                </a:ext>
              </a:extLst>
            </p:cNvPr>
            <p:cNvGrpSpPr/>
            <p:nvPr/>
          </p:nvGrpSpPr>
          <p:grpSpPr>
            <a:xfrm>
              <a:off x="952499" y="536286"/>
              <a:ext cx="2505075" cy="1788571"/>
              <a:chOff x="3471063" y="1009420"/>
              <a:chExt cx="1225596" cy="871935"/>
            </a:xfrm>
          </p:grpSpPr>
          <p:sp>
            <p:nvSpPr>
              <p:cNvPr id="5" name="Heart 4">
                <a:extLst>
                  <a:ext uri="{FF2B5EF4-FFF2-40B4-BE49-F238E27FC236}">
                    <a16:creationId xmlns:a16="http://schemas.microsoft.com/office/drawing/2014/main" id="{4DB3E09E-8562-05E3-9B7B-5CFBC59D2C29}"/>
                  </a:ext>
                </a:extLst>
              </p:cNvPr>
              <p:cNvSpPr/>
              <p:nvPr/>
            </p:nvSpPr>
            <p:spPr>
              <a:xfrm rot="17570675" flipH="1">
                <a:off x="3438836" y="1198370"/>
                <a:ext cx="715212" cy="650758"/>
              </a:xfrm>
              <a:prstGeom prst="heart">
                <a:avLst/>
              </a:prstGeom>
              <a:solidFill>
                <a:srgbClr val="F181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Heart 5">
                <a:extLst>
                  <a:ext uri="{FF2B5EF4-FFF2-40B4-BE49-F238E27FC236}">
                    <a16:creationId xmlns:a16="http://schemas.microsoft.com/office/drawing/2014/main" id="{D0A698BA-4D5A-5209-A209-9CBC07B7B679}"/>
                  </a:ext>
                </a:extLst>
              </p:cNvPr>
              <p:cNvSpPr/>
              <p:nvPr/>
            </p:nvSpPr>
            <p:spPr>
              <a:xfrm rot="4029325">
                <a:off x="4013674" y="1198370"/>
                <a:ext cx="715212" cy="650758"/>
              </a:xfrm>
              <a:prstGeom prst="heart">
                <a:avLst/>
              </a:prstGeom>
              <a:solidFill>
                <a:srgbClr val="EE4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Heart 6">
                <a:extLst>
                  <a:ext uri="{FF2B5EF4-FFF2-40B4-BE49-F238E27FC236}">
                    <a16:creationId xmlns:a16="http://schemas.microsoft.com/office/drawing/2014/main" id="{B6EE9DED-0C04-F736-BAC9-4BD10FF67725}"/>
                  </a:ext>
                </a:extLst>
              </p:cNvPr>
              <p:cNvSpPr/>
              <p:nvPr/>
            </p:nvSpPr>
            <p:spPr>
              <a:xfrm>
                <a:off x="3726255" y="1009420"/>
                <a:ext cx="715212" cy="650941"/>
              </a:xfrm>
              <a:prstGeom prst="heart">
                <a:avLst/>
              </a:prstGeom>
              <a:solidFill>
                <a:srgbClr val="2522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0B3BE2C-EB32-B338-574E-1D4865C2142C}"/>
              </a:ext>
            </a:extLst>
          </p:cNvPr>
          <p:cNvSpPr txBox="1"/>
          <p:nvPr/>
        </p:nvSpPr>
        <p:spPr>
          <a:xfrm>
            <a:off x="1567542" y="2737908"/>
            <a:ext cx="90569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0" b="1" dirty="0">
                <a:solidFill>
                  <a:srgbClr val="EE4238"/>
                </a:solidFill>
                <a:latin typeface="Cochocib Script Latin Pro" panose="02000503000000020003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37397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VCert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7176</TotalTime>
  <Words>1172</Words>
  <Application>Microsoft Office PowerPoint</Application>
  <PresentationFormat>Widescreen</PresentationFormat>
  <Paragraphs>437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Century Gothic</vt:lpstr>
      <vt:lpstr>Cochocib Script Latin Pro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Kimberly Perron</dc:creator>
  <cp:lastModifiedBy>Kimberly Perron</cp:lastModifiedBy>
  <cp:revision>5</cp:revision>
  <dcterms:created xsi:type="dcterms:W3CDTF">2023-01-20T16:06:40Z</dcterms:created>
  <dcterms:modified xsi:type="dcterms:W3CDTF">2025-04-27T13:53:12Z</dcterms:modified>
</cp:coreProperties>
</file>