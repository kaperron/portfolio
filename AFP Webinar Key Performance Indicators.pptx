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256" r:id="rId2"/>
    <p:sldId id="260" r:id="rId3"/>
    <p:sldId id="446" r:id="rId4"/>
    <p:sldId id="407" r:id="rId5"/>
    <p:sldId id="323" r:id="rId6"/>
    <p:sldId id="480" r:id="rId7"/>
    <p:sldId id="444" r:id="rId8"/>
    <p:sldId id="486" r:id="rId9"/>
    <p:sldId id="481" r:id="rId10"/>
    <p:sldId id="487" r:id="rId11"/>
    <p:sldId id="484" r:id="rId12"/>
    <p:sldId id="482" r:id="rId13"/>
    <p:sldId id="483" r:id="rId14"/>
    <p:sldId id="485" r:id="rId15"/>
    <p:sldId id="513" r:id="rId16"/>
    <p:sldId id="479" r:id="rId17"/>
    <p:sldId id="493" r:id="rId18"/>
    <p:sldId id="494" r:id="rId19"/>
    <p:sldId id="496" r:id="rId20"/>
    <p:sldId id="495" r:id="rId21"/>
    <p:sldId id="501" r:id="rId22"/>
    <p:sldId id="502" r:id="rId23"/>
    <p:sldId id="498" r:id="rId24"/>
    <p:sldId id="499" r:id="rId25"/>
    <p:sldId id="500" r:id="rId26"/>
    <p:sldId id="503" r:id="rId27"/>
    <p:sldId id="489" r:id="rId28"/>
    <p:sldId id="504" r:id="rId29"/>
    <p:sldId id="505" r:id="rId30"/>
    <p:sldId id="490" r:id="rId31"/>
    <p:sldId id="506" r:id="rId32"/>
    <p:sldId id="507" r:id="rId33"/>
    <p:sldId id="491" r:id="rId34"/>
    <p:sldId id="508" r:id="rId35"/>
    <p:sldId id="509" r:id="rId36"/>
    <p:sldId id="492" r:id="rId37"/>
    <p:sldId id="510" r:id="rId38"/>
    <p:sldId id="511" r:id="rId39"/>
    <p:sldId id="512" r:id="rId40"/>
    <p:sldId id="383" r:id="rId41"/>
    <p:sldId id="271" r:id="rId42"/>
    <p:sldId id="440"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4039"/>
    <a:srgbClr val="252260"/>
    <a:srgbClr val="F18120"/>
    <a:srgbClr val="33CCCC"/>
    <a:srgbClr val="EE4238"/>
    <a:srgbClr val="F5F5F5"/>
    <a:srgbClr val="898A8B"/>
    <a:srgbClr val="969798"/>
    <a:srgbClr val="FFC819"/>
    <a:srgbClr val="FFD9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B59D24-1F40-4E5E-92A7-D50A4F5B56A2}" v="69" dt="2023-11-20T15:18:13.44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171" autoAdjust="0"/>
    <p:restoredTop sz="96247" autoAdjust="0"/>
  </p:normalViewPr>
  <p:slideViewPr>
    <p:cSldViewPr snapToGrid="0">
      <p:cViewPr varScale="1">
        <p:scale>
          <a:sx n="68" d="100"/>
          <a:sy n="68" d="100"/>
        </p:scale>
        <p:origin x="78"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mberly Perron" userId="73fad7a1-dbbb-4fdc-a422-fb1cdedffc58" providerId="ADAL" clId="{FCB59D24-1F40-4E5E-92A7-D50A4F5B56A2}"/>
    <pc:docChg chg="undo custSel addSld delSld modSld sldOrd">
      <pc:chgData name="Kimberly Perron" userId="73fad7a1-dbbb-4fdc-a422-fb1cdedffc58" providerId="ADAL" clId="{FCB59D24-1F40-4E5E-92A7-D50A4F5B56A2}" dt="2023-11-30T21:24:39.707" v="5615" actId="20577"/>
      <pc:docMkLst>
        <pc:docMk/>
      </pc:docMkLst>
      <pc:sldChg chg="modSp mod">
        <pc:chgData name="Kimberly Perron" userId="73fad7a1-dbbb-4fdc-a422-fb1cdedffc58" providerId="ADAL" clId="{FCB59D24-1F40-4E5E-92A7-D50A4F5B56A2}" dt="2023-11-26T16:13:46.033" v="5600" actId="1076"/>
        <pc:sldMkLst>
          <pc:docMk/>
          <pc:sldMk cId="3697867125" sldId="407"/>
        </pc:sldMkLst>
        <pc:spChg chg="mod">
          <ac:chgData name="Kimberly Perron" userId="73fad7a1-dbbb-4fdc-a422-fb1cdedffc58" providerId="ADAL" clId="{FCB59D24-1F40-4E5E-92A7-D50A4F5B56A2}" dt="2023-11-26T16:13:46.033" v="5600" actId="1076"/>
          <ac:spMkLst>
            <pc:docMk/>
            <pc:sldMk cId="3697867125" sldId="407"/>
            <ac:spMk id="5" creationId="{81561FA0-D1C7-AD45-AAC2-3F6D42047E16}"/>
          </ac:spMkLst>
        </pc:spChg>
        <pc:spChg chg="mod">
          <ac:chgData name="Kimberly Perron" userId="73fad7a1-dbbb-4fdc-a422-fb1cdedffc58" providerId="ADAL" clId="{FCB59D24-1F40-4E5E-92A7-D50A4F5B56A2}" dt="2023-11-26T15:21:10.197" v="5594" actId="20577"/>
          <ac:spMkLst>
            <pc:docMk/>
            <pc:sldMk cId="3697867125" sldId="407"/>
            <ac:spMk id="9" creationId="{4B6DD2AD-DD20-A6EB-4CAF-5FC2073501D5}"/>
          </ac:spMkLst>
        </pc:spChg>
      </pc:sldChg>
      <pc:sldChg chg="del">
        <pc:chgData name="Kimberly Perron" userId="73fad7a1-dbbb-4fdc-a422-fb1cdedffc58" providerId="ADAL" clId="{FCB59D24-1F40-4E5E-92A7-D50A4F5B56A2}" dt="2023-11-26T15:25:09.301" v="5597" actId="47"/>
        <pc:sldMkLst>
          <pc:docMk/>
          <pc:sldMk cId="2475363646" sldId="478"/>
        </pc:sldMkLst>
      </pc:sldChg>
      <pc:sldChg chg="addSp delSp modSp mod">
        <pc:chgData name="Kimberly Perron" userId="73fad7a1-dbbb-4fdc-a422-fb1cdedffc58" providerId="ADAL" clId="{FCB59D24-1F40-4E5E-92A7-D50A4F5B56A2}" dt="2023-11-20T15:20:00.939" v="5592" actId="1076"/>
        <pc:sldMkLst>
          <pc:docMk/>
          <pc:sldMk cId="3030448785" sldId="479"/>
        </pc:sldMkLst>
        <pc:spChg chg="add mod">
          <ac:chgData name="Kimberly Perron" userId="73fad7a1-dbbb-4fdc-a422-fb1cdedffc58" providerId="ADAL" clId="{FCB59D24-1F40-4E5E-92A7-D50A4F5B56A2}" dt="2023-11-20T15:19:48.221" v="5590" actId="1076"/>
          <ac:spMkLst>
            <pc:docMk/>
            <pc:sldMk cId="3030448785" sldId="479"/>
            <ac:spMk id="4" creationId="{110DAF7A-61B5-FB2E-78FA-CC171562BE58}"/>
          </ac:spMkLst>
        </pc:spChg>
        <pc:spChg chg="del">
          <ac:chgData name="Kimberly Perron" userId="73fad7a1-dbbb-4fdc-a422-fb1cdedffc58" providerId="ADAL" clId="{FCB59D24-1F40-4E5E-92A7-D50A4F5B56A2}" dt="2023-11-13T17:38:15.438" v="2" actId="478"/>
          <ac:spMkLst>
            <pc:docMk/>
            <pc:sldMk cId="3030448785" sldId="479"/>
            <ac:spMk id="4" creationId="{F0F67D09-204D-C9EA-1AC3-67F586814A00}"/>
          </ac:spMkLst>
        </pc:spChg>
        <pc:spChg chg="mod">
          <ac:chgData name="Kimberly Perron" userId="73fad7a1-dbbb-4fdc-a422-fb1cdedffc58" providerId="ADAL" clId="{FCB59D24-1F40-4E5E-92A7-D50A4F5B56A2}" dt="2023-11-13T17:38:26.653" v="14" actId="20577"/>
          <ac:spMkLst>
            <pc:docMk/>
            <pc:sldMk cId="3030448785" sldId="479"/>
            <ac:spMk id="5" creationId="{6AC53814-60A6-3F04-AC18-8325F79A4756}"/>
          </ac:spMkLst>
        </pc:spChg>
        <pc:picChg chg="add del mod">
          <ac:chgData name="Kimberly Perron" userId="73fad7a1-dbbb-4fdc-a422-fb1cdedffc58" providerId="ADAL" clId="{FCB59D24-1F40-4E5E-92A7-D50A4F5B56A2}" dt="2023-11-20T15:17:31.400" v="5487" actId="478"/>
          <ac:picMkLst>
            <pc:docMk/>
            <pc:sldMk cId="3030448785" sldId="479"/>
            <ac:picMk id="7" creationId="{754DE4C7-CBD7-C0FA-2BD6-3F97A812AD8A}"/>
          </ac:picMkLst>
        </pc:picChg>
        <pc:picChg chg="add mod">
          <ac:chgData name="Kimberly Perron" userId="73fad7a1-dbbb-4fdc-a422-fb1cdedffc58" providerId="ADAL" clId="{FCB59D24-1F40-4E5E-92A7-D50A4F5B56A2}" dt="2023-11-20T15:20:00.939" v="5592" actId="1076"/>
          <ac:picMkLst>
            <pc:docMk/>
            <pc:sldMk cId="3030448785" sldId="479"/>
            <ac:picMk id="10" creationId="{EDA000B0-4886-BCD7-2FE3-0BCF6CBBAFF8}"/>
          </ac:picMkLst>
        </pc:picChg>
      </pc:sldChg>
      <pc:sldChg chg="modSp mod">
        <pc:chgData name="Kimberly Perron" userId="73fad7a1-dbbb-4fdc-a422-fb1cdedffc58" providerId="ADAL" clId="{FCB59D24-1F40-4E5E-92A7-D50A4F5B56A2}" dt="2023-11-14T17:03:13.605" v="325" actId="12"/>
        <pc:sldMkLst>
          <pc:docMk/>
          <pc:sldMk cId="1579139171" sldId="485"/>
        </pc:sldMkLst>
        <pc:spChg chg="mod">
          <ac:chgData name="Kimberly Perron" userId="73fad7a1-dbbb-4fdc-a422-fb1cdedffc58" providerId="ADAL" clId="{FCB59D24-1F40-4E5E-92A7-D50A4F5B56A2}" dt="2023-11-14T17:03:13.605" v="325" actId="12"/>
          <ac:spMkLst>
            <pc:docMk/>
            <pc:sldMk cId="1579139171" sldId="485"/>
            <ac:spMk id="5" creationId="{CE8EB5A9-D85C-8FE1-E9EF-A689E68CF5D9}"/>
          </ac:spMkLst>
        </pc:spChg>
      </pc:sldChg>
      <pc:sldChg chg="del ord">
        <pc:chgData name="Kimberly Perron" userId="73fad7a1-dbbb-4fdc-a422-fb1cdedffc58" providerId="ADAL" clId="{FCB59D24-1F40-4E5E-92A7-D50A4F5B56A2}" dt="2023-11-13T17:40:20.739" v="135" actId="47"/>
        <pc:sldMkLst>
          <pc:docMk/>
          <pc:sldMk cId="106553289" sldId="488"/>
        </pc:sldMkLst>
      </pc:sldChg>
      <pc:sldChg chg="addSp delSp modSp add mod ord">
        <pc:chgData name="Kimberly Perron" userId="73fad7a1-dbbb-4fdc-a422-fb1cdedffc58" providerId="ADAL" clId="{FCB59D24-1F40-4E5E-92A7-D50A4F5B56A2}" dt="2023-11-16T15:24:47.459" v="3658" actId="20577"/>
        <pc:sldMkLst>
          <pc:docMk/>
          <pc:sldMk cId="1043670501" sldId="489"/>
        </pc:sldMkLst>
        <pc:spChg chg="add mod">
          <ac:chgData name="Kimberly Perron" userId="73fad7a1-dbbb-4fdc-a422-fb1cdedffc58" providerId="ADAL" clId="{FCB59D24-1F40-4E5E-92A7-D50A4F5B56A2}" dt="2023-11-16T15:24:47.459" v="3658" actId="20577"/>
          <ac:spMkLst>
            <pc:docMk/>
            <pc:sldMk cId="1043670501" sldId="489"/>
            <ac:spMk id="4" creationId="{627D594D-75CC-AD09-1C75-876D14BEBC5A}"/>
          </ac:spMkLst>
        </pc:spChg>
        <pc:spChg chg="mod">
          <ac:chgData name="Kimberly Perron" userId="73fad7a1-dbbb-4fdc-a422-fb1cdedffc58" providerId="ADAL" clId="{FCB59D24-1F40-4E5E-92A7-D50A4F5B56A2}" dt="2023-11-16T15:17:38.927" v="3156" actId="20577"/>
          <ac:spMkLst>
            <pc:docMk/>
            <pc:sldMk cId="1043670501" sldId="489"/>
            <ac:spMk id="5" creationId="{6AC53814-60A6-3F04-AC18-8325F79A4756}"/>
          </ac:spMkLst>
        </pc:spChg>
        <pc:picChg chg="add del mod">
          <ac:chgData name="Kimberly Perron" userId="73fad7a1-dbbb-4fdc-a422-fb1cdedffc58" providerId="ADAL" clId="{FCB59D24-1F40-4E5E-92A7-D50A4F5B56A2}" dt="2023-11-14T00:30:08.791" v="240" actId="478"/>
          <ac:picMkLst>
            <pc:docMk/>
            <pc:sldMk cId="1043670501" sldId="489"/>
            <ac:picMk id="7" creationId="{FE35213C-8011-01EB-2BB0-ACD2CCCA86E4}"/>
          </ac:picMkLst>
        </pc:picChg>
        <pc:picChg chg="add mod">
          <ac:chgData name="Kimberly Perron" userId="73fad7a1-dbbb-4fdc-a422-fb1cdedffc58" providerId="ADAL" clId="{FCB59D24-1F40-4E5E-92A7-D50A4F5B56A2}" dt="2023-11-16T15:17:42.360" v="3157" actId="1076"/>
          <ac:picMkLst>
            <pc:docMk/>
            <pc:sldMk cId="1043670501" sldId="489"/>
            <ac:picMk id="10" creationId="{68793530-7B17-3100-891C-88DC3CCF8AB3}"/>
          </ac:picMkLst>
        </pc:picChg>
      </pc:sldChg>
      <pc:sldChg chg="addSp modSp add mod">
        <pc:chgData name="Kimberly Perron" userId="73fad7a1-dbbb-4fdc-a422-fb1cdedffc58" providerId="ADAL" clId="{FCB59D24-1F40-4E5E-92A7-D50A4F5B56A2}" dt="2023-11-16T15:44:42.204" v="4186" actId="20577"/>
        <pc:sldMkLst>
          <pc:docMk/>
          <pc:sldMk cId="14968492" sldId="490"/>
        </pc:sldMkLst>
        <pc:spChg chg="add mod">
          <ac:chgData name="Kimberly Perron" userId="73fad7a1-dbbb-4fdc-a422-fb1cdedffc58" providerId="ADAL" clId="{FCB59D24-1F40-4E5E-92A7-D50A4F5B56A2}" dt="2023-11-16T15:44:42.204" v="4186" actId="20577"/>
          <ac:spMkLst>
            <pc:docMk/>
            <pc:sldMk cId="14968492" sldId="490"/>
            <ac:spMk id="4" creationId="{8BCCA4AE-D920-487C-2195-DDFEDAD2CDF5}"/>
          </ac:spMkLst>
        </pc:spChg>
        <pc:spChg chg="mod">
          <ac:chgData name="Kimberly Perron" userId="73fad7a1-dbbb-4fdc-a422-fb1cdedffc58" providerId="ADAL" clId="{FCB59D24-1F40-4E5E-92A7-D50A4F5B56A2}" dt="2023-11-13T17:39:03.927" v="63" actId="14100"/>
          <ac:spMkLst>
            <pc:docMk/>
            <pc:sldMk cId="14968492" sldId="490"/>
            <ac:spMk id="5" creationId="{6AC53814-60A6-3F04-AC18-8325F79A4756}"/>
          </ac:spMkLst>
        </pc:spChg>
        <pc:picChg chg="add mod">
          <ac:chgData name="Kimberly Perron" userId="73fad7a1-dbbb-4fdc-a422-fb1cdedffc58" providerId="ADAL" clId="{FCB59D24-1F40-4E5E-92A7-D50A4F5B56A2}" dt="2023-11-16T15:42:21.543" v="4059" actId="1076"/>
          <ac:picMkLst>
            <pc:docMk/>
            <pc:sldMk cId="14968492" sldId="490"/>
            <ac:picMk id="7" creationId="{4216DB9A-B64F-8A6B-1427-0CE32D64A907}"/>
          </ac:picMkLst>
        </pc:picChg>
      </pc:sldChg>
      <pc:sldChg chg="addSp modSp add mod">
        <pc:chgData name="Kimberly Perron" userId="73fad7a1-dbbb-4fdc-a422-fb1cdedffc58" providerId="ADAL" clId="{FCB59D24-1F40-4E5E-92A7-D50A4F5B56A2}" dt="2023-11-30T21:24:39.707" v="5615" actId="20577"/>
        <pc:sldMkLst>
          <pc:docMk/>
          <pc:sldMk cId="2671649008" sldId="491"/>
        </pc:sldMkLst>
        <pc:spChg chg="add mod">
          <ac:chgData name="Kimberly Perron" userId="73fad7a1-dbbb-4fdc-a422-fb1cdedffc58" providerId="ADAL" clId="{FCB59D24-1F40-4E5E-92A7-D50A4F5B56A2}" dt="2023-11-14T17:11:12.507" v="801"/>
          <ac:spMkLst>
            <pc:docMk/>
            <pc:sldMk cId="2671649008" sldId="491"/>
            <ac:spMk id="4" creationId="{A91E423B-EA6C-7DF0-B067-D9442FD4BBFF}"/>
          </ac:spMkLst>
        </pc:spChg>
        <pc:spChg chg="mod">
          <ac:chgData name="Kimberly Perron" userId="73fad7a1-dbbb-4fdc-a422-fb1cdedffc58" providerId="ADAL" clId="{FCB59D24-1F40-4E5E-92A7-D50A4F5B56A2}" dt="2023-11-30T21:24:39.707" v="5615" actId="20577"/>
          <ac:spMkLst>
            <pc:docMk/>
            <pc:sldMk cId="2671649008" sldId="491"/>
            <ac:spMk id="5" creationId="{6AC53814-60A6-3F04-AC18-8325F79A4756}"/>
          </ac:spMkLst>
        </pc:spChg>
        <pc:picChg chg="add mod">
          <ac:chgData name="Kimberly Perron" userId="73fad7a1-dbbb-4fdc-a422-fb1cdedffc58" providerId="ADAL" clId="{FCB59D24-1F40-4E5E-92A7-D50A4F5B56A2}" dt="2023-11-14T17:11:10.472" v="800" actId="1076"/>
          <ac:picMkLst>
            <pc:docMk/>
            <pc:sldMk cId="2671649008" sldId="491"/>
            <ac:picMk id="7" creationId="{90636859-1853-1334-DD72-4391BBBD5775}"/>
          </ac:picMkLst>
        </pc:picChg>
      </pc:sldChg>
      <pc:sldChg chg="addSp delSp modSp add mod">
        <pc:chgData name="Kimberly Perron" userId="73fad7a1-dbbb-4fdc-a422-fb1cdedffc58" providerId="ADAL" clId="{FCB59D24-1F40-4E5E-92A7-D50A4F5B56A2}" dt="2023-11-20T14:29:20.865" v="5090" actId="255"/>
        <pc:sldMkLst>
          <pc:docMk/>
          <pc:sldMk cId="2859515624" sldId="492"/>
        </pc:sldMkLst>
        <pc:spChg chg="add del mod">
          <ac:chgData name="Kimberly Perron" userId="73fad7a1-dbbb-4fdc-a422-fb1cdedffc58" providerId="ADAL" clId="{FCB59D24-1F40-4E5E-92A7-D50A4F5B56A2}" dt="2023-11-16T15:53:03.790" v="4873" actId="478"/>
          <ac:spMkLst>
            <pc:docMk/>
            <pc:sldMk cId="2859515624" sldId="492"/>
            <ac:spMk id="4" creationId="{DED069C4-C2CC-BC06-62AC-66ACF50200BF}"/>
          </ac:spMkLst>
        </pc:spChg>
        <pc:spChg chg="mod">
          <ac:chgData name="Kimberly Perron" userId="73fad7a1-dbbb-4fdc-a422-fb1cdedffc58" providerId="ADAL" clId="{FCB59D24-1F40-4E5E-92A7-D50A4F5B56A2}" dt="2023-11-13T17:39:58.165" v="131" actId="20577"/>
          <ac:spMkLst>
            <pc:docMk/>
            <pc:sldMk cId="2859515624" sldId="492"/>
            <ac:spMk id="5" creationId="{6AC53814-60A6-3F04-AC18-8325F79A4756}"/>
          </ac:spMkLst>
        </pc:spChg>
        <pc:spChg chg="add mod">
          <ac:chgData name="Kimberly Perron" userId="73fad7a1-dbbb-4fdc-a422-fb1cdedffc58" providerId="ADAL" clId="{FCB59D24-1F40-4E5E-92A7-D50A4F5B56A2}" dt="2023-11-20T14:29:20.865" v="5090" actId="255"/>
          <ac:spMkLst>
            <pc:docMk/>
            <pc:sldMk cId="2859515624" sldId="492"/>
            <ac:spMk id="7" creationId="{5BE7347C-85B9-7E44-08AB-CE97B113234A}"/>
          </ac:spMkLst>
        </pc:spChg>
      </pc:sldChg>
      <pc:sldChg chg="addSp delSp modSp add mod">
        <pc:chgData name="Kimberly Perron" userId="73fad7a1-dbbb-4fdc-a422-fb1cdedffc58" providerId="ADAL" clId="{FCB59D24-1F40-4E5E-92A7-D50A4F5B56A2}" dt="2023-11-15T14:08:39.014" v="978" actId="20577"/>
        <pc:sldMkLst>
          <pc:docMk/>
          <pc:sldMk cId="742039778" sldId="493"/>
        </pc:sldMkLst>
        <pc:spChg chg="add del mod">
          <ac:chgData name="Kimberly Perron" userId="73fad7a1-dbbb-4fdc-a422-fb1cdedffc58" providerId="ADAL" clId="{FCB59D24-1F40-4E5E-92A7-D50A4F5B56A2}" dt="2023-11-14T17:06:12.806" v="526" actId="478"/>
          <ac:spMkLst>
            <pc:docMk/>
            <pc:sldMk cId="742039778" sldId="493"/>
            <ac:spMk id="4" creationId="{F1AA1AA4-4997-7AA7-A7B2-1957BCF701FA}"/>
          </ac:spMkLst>
        </pc:spChg>
        <pc:spChg chg="mod">
          <ac:chgData name="Kimberly Perron" userId="73fad7a1-dbbb-4fdc-a422-fb1cdedffc58" providerId="ADAL" clId="{FCB59D24-1F40-4E5E-92A7-D50A4F5B56A2}" dt="2023-11-14T17:06:27.188" v="546" actId="14100"/>
          <ac:spMkLst>
            <pc:docMk/>
            <pc:sldMk cId="742039778" sldId="493"/>
            <ac:spMk id="5" creationId="{6AC53814-60A6-3F04-AC18-8325F79A4756}"/>
          </ac:spMkLst>
        </pc:spChg>
        <pc:spChg chg="add mod">
          <ac:chgData name="Kimberly Perron" userId="73fad7a1-dbbb-4fdc-a422-fb1cdedffc58" providerId="ADAL" clId="{FCB59D24-1F40-4E5E-92A7-D50A4F5B56A2}" dt="2023-11-15T14:08:39.014" v="978" actId="20577"/>
          <ac:spMkLst>
            <pc:docMk/>
            <pc:sldMk cId="742039778" sldId="493"/>
            <ac:spMk id="7" creationId="{6A6D8079-365C-3B44-0552-A7A9C685E6E7}"/>
          </ac:spMkLst>
        </pc:spChg>
        <pc:picChg chg="del">
          <ac:chgData name="Kimberly Perron" userId="73fad7a1-dbbb-4fdc-a422-fb1cdedffc58" providerId="ADAL" clId="{FCB59D24-1F40-4E5E-92A7-D50A4F5B56A2}" dt="2023-11-14T00:23:22.434" v="141" actId="478"/>
          <ac:picMkLst>
            <pc:docMk/>
            <pc:sldMk cId="742039778" sldId="493"/>
            <ac:picMk id="7" creationId="{754DE4C7-CBD7-C0FA-2BD6-3F97A812AD8A}"/>
          </ac:picMkLst>
        </pc:picChg>
        <pc:picChg chg="add mod">
          <ac:chgData name="Kimberly Perron" userId="73fad7a1-dbbb-4fdc-a422-fb1cdedffc58" providerId="ADAL" clId="{FCB59D24-1F40-4E5E-92A7-D50A4F5B56A2}" dt="2023-11-14T17:08:36.528" v="767" actId="1076"/>
          <ac:picMkLst>
            <pc:docMk/>
            <pc:sldMk cId="742039778" sldId="493"/>
            <ac:picMk id="8" creationId="{E12CEA87-9AA3-AD78-9AA9-C1D2916A8314}"/>
          </ac:picMkLst>
        </pc:picChg>
      </pc:sldChg>
      <pc:sldChg chg="addSp delSp modSp add mod">
        <pc:chgData name="Kimberly Perron" userId="73fad7a1-dbbb-4fdc-a422-fb1cdedffc58" providerId="ADAL" clId="{FCB59D24-1F40-4E5E-92A7-D50A4F5B56A2}" dt="2023-11-15T14:22:46.827" v="1550" actId="20577"/>
        <pc:sldMkLst>
          <pc:docMk/>
          <pc:sldMk cId="3127772288" sldId="494"/>
        </pc:sldMkLst>
        <pc:spChg chg="add mod">
          <ac:chgData name="Kimberly Perron" userId="73fad7a1-dbbb-4fdc-a422-fb1cdedffc58" providerId="ADAL" clId="{FCB59D24-1F40-4E5E-92A7-D50A4F5B56A2}" dt="2023-11-15T14:13:03.919" v="1322" actId="6549"/>
          <ac:spMkLst>
            <pc:docMk/>
            <pc:sldMk cId="3127772288" sldId="494"/>
            <ac:spMk id="4" creationId="{B99F7A94-5B4D-DE05-B981-668AE27CFBA1}"/>
          </ac:spMkLst>
        </pc:spChg>
        <pc:spChg chg="mod">
          <ac:chgData name="Kimberly Perron" userId="73fad7a1-dbbb-4fdc-a422-fb1cdedffc58" providerId="ADAL" clId="{FCB59D24-1F40-4E5E-92A7-D50A4F5B56A2}" dt="2023-11-15T14:22:46.827" v="1550" actId="20577"/>
          <ac:spMkLst>
            <pc:docMk/>
            <pc:sldMk cId="3127772288" sldId="494"/>
            <ac:spMk id="5" creationId="{6AC53814-60A6-3F04-AC18-8325F79A4756}"/>
          </ac:spMkLst>
        </pc:spChg>
        <pc:picChg chg="add del mod">
          <ac:chgData name="Kimberly Perron" userId="73fad7a1-dbbb-4fdc-a422-fb1cdedffc58" providerId="ADAL" clId="{FCB59D24-1F40-4E5E-92A7-D50A4F5B56A2}" dt="2023-11-14T00:24:31.079" v="157" actId="478"/>
          <ac:picMkLst>
            <pc:docMk/>
            <pc:sldMk cId="3127772288" sldId="494"/>
            <ac:picMk id="7" creationId="{44D5D754-A7E9-94CF-51AF-8A16B55E5557}"/>
          </ac:picMkLst>
        </pc:picChg>
        <pc:picChg chg="add mod">
          <ac:chgData name="Kimberly Perron" userId="73fad7a1-dbbb-4fdc-a422-fb1cdedffc58" providerId="ADAL" clId="{FCB59D24-1F40-4E5E-92A7-D50A4F5B56A2}" dt="2023-11-15T14:13:11.977" v="1324" actId="14100"/>
          <ac:picMkLst>
            <pc:docMk/>
            <pc:sldMk cId="3127772288" sldId="494"/>
            <ac:picMk id="10" creationId="{9D2F1367-028F-5EBC-551A-5E5AA08C5AAF}"/>
          </ac:picMkLst>
        </pc:picChg>
      </pc:sldChg>
      <pc:sldChg chg="addSp modSp add mod">
        <pc:chgData name="Kimberly Perron" userId="73fad7a1-dbbb-4fdc-a422-fb1cdedffc58" providerId="ADAL" clId="{FCB59D24-1F40-4E5E-92A7-D50A4F5B56A2}" dt="2023-11-15T14:24:39.647" v="1718" actId="20577"/>
        <pc:sldMkLst>
          <pc:docMk/>
          <pc:sldMk cId="4219592537" sldId="495"/>
        </pc:sldMkLst>
        <pc:spChg chg="add mod">
          <ac:chgData name="Kimberly Perron" userId="73fad7a1-dbbb-4fdc-a422-fb1cdedffc58" providerId="ADAL" clId="{FCB59D24-1F40-4E5E-92A7-D50A4F5B56A2}" dt="2023-11-15T14:24:39.647" v="1718" actId="20577"/>
          <ac:spMkLst>
            <pc:docMk/>
            <pc:sldMk cId="4219592537" sldId="495"/>
            <ac:spMk id="4" creationId="{C7504102-1F19-CDAE-4FD4-A24E957ABD9E}"/>
          </ac:spMkLst>
        </pc:spChg>
        <pc:spChg chg="mod">
          <ac:chgData name="Kimberly Perron" userId="73fad7a1-dbbb-4fdc-a422-fb1cdedffc58" providerId="ADAL" clId="{FCB59D24-1F40-4E5E-92A7-D50A4F5B56A2}" dt="2023-11-15T14:21:30.070" v="1545" actId="20577"/>
          <ac:spMkLst>
            <pc:docMk/>
            <pc:sldMk cId="4219592537" sldId="495"/>
            <ac:spMk id="5" creationId="{6AC53814-60A6-3F04-AC18-8325F79A4756}"/>
          </ac:spMkLst>
        </pc:spChg>
        <pc:picChg chg="add mod">
          <ac:chgData name="Kimberly Perron" userId="73fad7a1-dbbb-4fdc-a422-fb1cdedffc58" providerId="ADAL" clId="{FCB59D24-1F40-4E5E-92A7-D50A4F5B56A2}" dt="2023-11-15T14:21:15.300" v="1520" actId="1076"/>
          <ac:picMkLst>
            <pc:docMk/>
            <pc:sldMk cId="4219592537" sldId="495"/>
            <ac:picMk id="7" creationId="{75D6FE3D-F9B0-EB36-10FB-3A6DD36374F7}"/>
          </ac:picMkLst>
        </pc:picChg>
      </pc:sldChg>
      <pc:sldChg chg="addSp modSp add mod ord">
        <pc:chgData name="Kimberly Perron" userId="73fad7a1-dbbb-4fdc-a422-fb1cdedffc58" providerId="ADAL" clId="{FCB59D24-1F40-4E5E-92A7-D50A4F5B56A2}" dt="2023-11-15T14:21:35.384" v="1548" actId="20577"/>
        <pc:sldMkLst>
          <pc:docMk/>
          <pc:sldMk cId="1750255238" sldId="496"/>
        </pc:sldMkLst>
        <pc:spChg chg="add mod">
          <ac:chgData name="Kimberly Perron" userId="73fad7a1-dbbb-4fdc-a422-fb1cdedffc58" providerId="ADAL" clId="{FCB59D24-1F40-4E5E-92A7-D50A4F5B56A2}" dt="2023-11-15T14:18:57.042" v="1519" actId="20577"/>
          <ac:spMkLst>
            <pc:docMk/>
            <pc:sldMk cId="1750255238" sldId="496"/>
            <ac:spMk id="4" creationId="{58D14025-E837-B28F-5622-EBD76BFAE02B}"/>
          </ac:spMkLst>
        </pc:spChg>
        <pc:spChg chg="mod">
          <ac:chgData name="Kimberly Perron" userId="73fad7a1-dbbb-4fdc-a422-fb1cdedffc58" providerId="ADAL" clId="{FCB59D24-1F40-4E5E-92A7-D50A4F5B56A2}" dt="2023-11-15T14:21:35.384" v="1548" actId="20577"/>
          <ac:spMkLst>
            <pc:docMk/>
            <pc:sldMk cId="1750255238" sldId="496"/>
            <ac:spMk id="5" creationId="{6AC53814-60A6-3F04-AC18-8325F79A4756}"/>
          </ac:spMkLst>
        </pc:spChg>
        <pc:picChg chg="add mod">
          <ac:chgData name="Kimberly Perron" userId="73fad7a1-dbbb-4fdc-a422-fb1cdedffc58" providerId="ADAL" clId="{FCB59D24-1F40-4E5E-92A7-D50A4F5B56A2}" dt="2023-11-15T14:18:15.936" v="1505" actId="14100"/>
          <ac:picMkLst>
            <pc:docMk/>
            <pc:sldMk cId="1750255238" sldId="496"/>
            <ac:picMk id="7" creationId="{891C1389-E421-6570-77D9-3FD4040B77B9}"/>
          </ac:picMkLst>
        </pc:picChg>
      </pc:sldChg>
      <pc:sldChg chg="addSp modSp add del mod">
        <pc:chgData name="Kimberly Perron" userId="73fad7a1-dbbb-4fdc-a422-fb1cdedffc58" providerId="ADAL" clId="{FCB59D24-1F40-4E5E-92A7-D50A4F5B56A2}" dt="2023-11-14T17:09:51.633" v="775" actId="47"/>
        <pc:sldMkLst>
          <pc:docMk/>
          <pc:sldMk cId="3593396713" sldId="497"/>
        </pc:sldMkLst>
        <pc:picChg chg="add mod">
          <ac:chgData name="Kimberly Perron" userId="73fad7a1-dbbb-4fdc-a422-fb1cdedffc58" providerId="ADAL" clId="{FCB59D24-1F40-4E5E-92A7-D50A4F5B56A2}" dt="2023-11-14T17:09:45.153" v="774" actId="1076"/>
          <ac:picMkLst>
            <pc:docMk/>
            <pc:sldMk cId="3593396713" sldId="497"/>
            <ac:picMk id="7" creationId="{C1FD2A16-2993-C3ED-D42B-55A3725BB3B3}"/>
          </ac:picMkLst>
        </pc:picChg>
      </pc:sldChg>
      <pc:sldChg chg="addSp modSp add mod">
        <pc:chgData name="Kimberly Perron" userId="73fad7a1-dbbb-4fdc-a422-fb1cdedffc58" providerId="ADAL" clId="{FCB59D24-1F40-4E5E-92A7-D50A4F5B56A2}" dt="2023-11-15T15:37:58.071" v="2294" actId="1076"/>
        <pc:sldMkLst>
          <pc:docMk/>
          <pc:sldMk cId="866149598" sldId="498"/>
        </pc:sldMkLst>
        <pc:spChg chg="add mod">
          <ac:chgData name="Kimberly Perron" userId="73fad7a1-dbbb-4fdc-a422-fb1cdedffc58" providerId="ADAL" clId="{FCB59D24-1F40-4E5E-92A7-D50A4F5B56A2}" dt="2023-11-15T15:37:58.071" v="2294" actId="1076"/>
          <ac:spMkLst>
            <pc:docMk/>
            <pc:sldMk cId="866149598" sldId="498"/>
            <ac:spMk id="4" creationId="{8BBE4C30-3663-2897-3F86-9AA1D72E6102}"/>
          </ac:spMkLst>
        </pc:spChg>
        <pc:spChg chg="mod">
          <ac:chgData name="Kimberly Perron" userId="73fad7a1-dbbb-4fdc-a422-fb1cdedffc58" providerId="ADAL" clId="{FCB59D24-1F40-4E5E-92A7-D50A4F5B56A2}" dt="2023-11-15T15:33:51.824" v="2031" actId="20577"/>
          <ac:spMkLst>
            <pc:docMk/>
            <pc:sldMk cId="866149598" sldId="498"/>
            <ac:spMk id="5" creationId="{6AC53814-60A6-3F04-AC18-8325F79A4756}"/>
          </ac:spMkLst>
        </pc:spChg>
        <pc:picChg chg="add mod">
          <ac:chgData name="Kimberly Perron" userId="73fad7a1-dbbb-4fdc-a422-fb1cdedffc58" providerId="ADAL" clId="{FCB59D24-1F40-4E5E-92A7-D50A4F5B56A2}" dt="2023-11-15T15:37:04.465" v="2247" actId="14100"/>
          <ac:picMkLst>
            <pc:docMk/>
            <pc:sldMk cId="866149598" sldId="498"/>
            <ac:picMk id="7" creationId="{03F8804F-5AC1-A47F-3595-46C29BF39C45}"/>
          </ac:picMkLst>
        </pc:picChg>
      </pc:sldChg>
      <pc:sldChg chg="addSp delSp modSp add mod">
        <pc:chgData name="Kimberly Perron" userId="73fad7a1-dbbb-4fdc-a422-fb1cdedffc58" providerId="ADAL" clId="{FCB59D24-1F40-4E5E-92A7-D50A4F5B56A2}" dt="2023-11-16T15:20:08.807" v="3326" actId="113"/>
        <pc:sldMkLst>
          <pc:docMk/>
          <pc:sldMk cId="901054393" sldId="499"/>
        </pc:sldMkLst>
        <pc:spChg chg="add mod">
          <ac:chgData name="Kimberly Perron" userId="73fad7a1-dbbb-4fdc-a422-fb1cdedffc58" providerId="ADAL" clId="{FCB59D24-1F40-4E5E-92A7-D50A4F5B56A2}" dt="2023-11-16T15:20:08.807" v="3326" actId="113"/>
          <ac:spMkLst>
            <pc:docMk/>
            <pc:sldMk cId="901054393" sldId="499"/>
            <ac:spMk id="4" creationId="{BD4D9E61-0CF1-89B3-7BBF-5BF7C632402C}"/>
          </ac:spMkLst>
        </pc:spChg>
        <pc:spChg chg="mod">
          <ac:chgData name="Kimberly Perron" userId="73fad7a1-dbbb-4fdc-a422-fb1cdedffc58" providerId="ADAL" clId="{FCB59D24-1F40-4E5E-92A7-D50A4F5B56A2}" dt="2023-11-15T15:38:23.570" v="2319" actId="20577"/>
          <ac:spMkLst>
            <pc:docMk/>
            <pc:sldMk cId="901054393" sldId="499"/>
            <ac:spMk id="5" creationId="{6AC53814-60A6-3F04-AC18-8325F79A4756}"/>
          </ac:spMkLst>
        </pc:spChg>
        <pc:spChg chg="add del mod">
          <ac:chgData name="Kimberly Perron" userId="73fad7a1-dbbb-4fdc-a422-fb1cdedffc58" providerId="ADAL" clId="{FCB59D24-1F40-4E5E-92A7-D50A4F5B56A2}" dt="2023-11-16T15:07:30.273" v="2496"/>
          <ac:spMkLst>
            <pc:docMk/>
            <pc:sldMk cId="901054393" sldId="499"/>
            <ac:spMk id="8" creationId="{29BB177A-162F-AF6C-EE89-C860B47FCEAD}"/>
          </ac:spMkLst>
        </pc:spChg>
        <pc:spChg chg="add mod">
          <ac:chgData name="Kimberly Perron" userId="73fad7a1-dbbb-4fdc-a422-fb1cdedffc58" providerId="ADAL" clId="{FCB59D24-1F40-4E5E-92A7-D50A4F5B56A2}" dt="2023-11-16T15:09:33.039" v="2620" actId="1076"/>
          <ac:spMkLst>
            <pc:docMk/>
            <pc:sldMk cId="901054393" sldId="499"/>
            <ac:spMk id="11" creationId="{85B8F4F9-2773-55EE-E212-0218080F4A97}"/>
          </ac:spMkLst>
        </pc:spChg>
        <pc:spChg chg="add del mod">
          <ac:chgData name="Kimberly Perron" userId="73fad7a1-dbbb-4fdc-a422-fb1cdedffc58" providerId="ADAL" clId="{FCB59D24-1F40-4E5E-92A7-D50A4F5B56A2}" dt="2023-11-16T15:08:06.731" v="2521" actId="478"/>
          <ac:spMkLst>
            <pc:docMk/>
            <pc:sldMk cId="901054393" sldId="499"/>
            <ac:spMk id="12" creationId="{F7DAA73F-0B4C-691B-0BB5-13A8D7B63D62}"/>
          </ac:spMkLst>
        </pc:spChg>
        <pc:picChg chg="add mod">
          <ac:chgData name="Kimberly Perron" userId="73fad7a1-dbbb-4fdc-a422-fb1cdedffc58" providerId="ADAL" clId="{FCB59D24-1F40-4E5E-92A7-D50A4F5B56A2}" dt="2023-11-16T15:07:14.684" v="2491" actId="1076"/>
          <ac:picMkLst>
            <pc:docMk/>
            <pc:sldMk cId="901054393" sldId="499"/>
            <ac:picMk id="7" creationId="{7AB43E96-6256-4896-889C-FFFC8E59BD89}"/>
          </ac:picMkLst>
        </pc:picChg>
        <pc:picChg chg="add del mod">
          <ac:chgData name="Kimberly Perron" userId="73fad7a1-dbbb-4fdc-a422-fb1cdedffc58" providerId="ADAL" clId="{FCB59D24-1F40-4E5E-92A7-D50A4F5B56A2}" dt="2023-11-16T15:07:30.273" v="2496"/>
          <ac:picMkLst>
            <pc:docMk/>
            <pc:sldMk cId="901054393" sldId="499"/>
            <ac:picMk id="1026" creationId="{E2AB4A20-8CD4-DFE7-6EC4-CFCE2C2ADC24}"/>
          </ac:picMkLst>
        </pc:picChg>
        <pc:picChg chg="add mod">
          <ac:chgData name="Kimberly Perron" userId="73fad7a1-dbbb-4fdc-a422-fb1cdedffc58" providerId="ADAL" clId="{FCB59D24-1F40-4E5E-92A7-D50A4F5B56A2}" dt="2023-11-16T15:09:39.749" v="2621" actId="1076"/>
          <ac:picMkLst>
            <pc:docMk/>
            <pc:sldMk cId="901054393" sldId="499"/>
            <ac:picMk id="1028" creationId="{84432510-CED4-C886-CCAB-7CBEF0BA3E21}"/>
          </ac:picMkLst>
        </pc:picChg>
      </pc:sldChg>
      <pc:sldChg chg="addSp modSp add mod">
        <pc:chgData name="Kimberly Perron" userId="73fad7a1-dbbb-4fdc-a422-fb1cdedffc58" providerId="ADAL" clId="{FCB59D24-1F40-4E5E-92A7-D50A4F5B56A2}" dt="2023-11-16T15:12:47.847" v="2844" actId="1076"/>
        <pc:sldMkLst>
          <pc:docMk/>
          <pc:sldMk cId="2178680580" sldId="500"/>
        </pc:sldMkLst>
        <pc:spChg chg="add mod">
          <ac:chgData name="Kimberly Perron" userId="73fad7a1-dbbb-4fdc-a422-fb1cdedffc58" providerId="ADAL" clId="{FCB59D24-1F40-4E5E-92A7-D50A4F5B56A2}" dt="2023-11-16T15:12:47.847" v="2844" actId="1076"/>
          <ac:spMkLst>
            <pc:docMk/>
            <pc:sldMk cId="2178680580" sldId="500"/>
            <ac:spMk id="4" creationId="{6A6FD529-219D-205C-544D-3CFDA31F6262}"/>
          </ac:spMkLst>
        </pc:spChg>
        <pc:spChg chg="mod">
          <ac:chgData name="Kimberly Perron" userId="73fad7a1-dbbb-4fdc-a422-fb1cdedffc58" providerId="ADAL" clId="{FCB59D24-1F40-4E5E-92A7-D50A4F5B56A2}" dt="2023-11-16T15:09:59.362" v="2646" actId="20577"/>
          <ac:spMkLst>
            <pc:docMk/>
            <pc:sldMk cId="2178680580" sldId="500"/>
            <ac:spMk id="5" creationId="{6AC53814-60A6-3F04-AC18-8325F79A4756}"/>
          </ac:spMkLst>
        </pc:spChg>
        <pc:picChg chg="add mod">
          <ac:chgData name="Kimberly Perron" userId="73fad7a1-dbbb-4fdc-a422-fb1cdedffc58" providerId="ADAL" clId="{FCB59D24-1F40-4E5E-92A7-D50A4F5B56A2}" dt="2023-11-16T15:12:43.178" v="2843" actId="1076"/>
          <ac:picMkLst>
            <pc:docMk/>
            <pc:sldMk cId="2178680580" sldId="500"/>
            <ac:picMk id="7" creationId="{1994D7A5-D8F5-7CDD-5986-57BE6A05B026}"/>
          </ac:picMkLst>
        </pc:picChg>
      </pc:sldChg>
      <pc:sldChg chg="addSp modSp add mod">
        <pc:chgData name="Kimberly Perron" userId="73fad7a1-dbbb-4fdc-a422-fb1cdedffc58" providerId="ADAL" clId="{FCB59D24-1F40-4E5E-92A7-D50A4F5B56A2}" dt="2023-11-15T15:31:20.009" v="1872" actId="14100"/>
        <pc:sldMkLst>
          <pc:docMk/>
          <pc:sldMk cId="2381351055" sldId="501"/>
        </pc:sldMkLst>
        <pc:spChg chg="add mod">
          <ac:chgData name="Kimberly Perron" userId="73fad7a1-dbbb-4fdc-a422-fb1cdedffc58" providerId="ADAL" clId="{FCB59D24-1F40-4E5E-92A7-D50A4F5B56A2}" dt="2023-11-15T15:31:07.951" v="1871" actId="20577"/>
          <ac:spMkLst>
            <pc:docMk/>
            <pc:sldMk cId="2381351055" sldId="501"/>
            <ac:spMk id="4" creationId="{005507D4-6C0C-2DFC-8DFE-91E3B8D09539}"/>
          </ac:spMkLst>
        </pc:spChg>
        <pc:spChg chg="mod">
          <ac:chgData name="Kimberly Perron" userId="73fad7a1-dbbb-4fdc-a422-fb1cdedffc58" providerId="ADAL" clId="{FCB59D24-1F40-4E5E-92A7-D50A4F5B56A2}" dt="2023-11-15T14:25:55.010" v="1737" actId="20577"/>
          <ac:spMkLst>
            <pc:docMk/>
            <pc:sldMk cId="2381351055" sldId="501"/>
            <ac:spMk id="5" creationId="{6AC53814-60A6-3F04-AC18-8325F79A4756}"/>
          </ac:spMkLst>
        </pc:spChg>
        <pc:picChg chg="add mod">
          <ac:chgData name="Kimberly Perron" userId="73fad7a1-dbbb-4fdc-a422-fb1cdedffc58" providerId="ADAL" clId="{FCB59D24-1F40-4E5E-92A7-D50A4F5B56A2}" dt="2023-11-15T15:31:20.009" v="1872" actId="14100"/>
          <ac:picMkLst>
            <pc:docMk/>
            <pc:sldMk cId="2381351055" sldId="501"/>
            <ac:picMk id="7" creationId="{60FDC270-A131-D33A-76DF-7753605602FC}"/>
          </ac:picMkLst>
        </pc:picChg>
      </pc:sldChg>
      <pc:sldChg chg="addSp modSp add mod">
        <pc:chgData name="Kimberly Perron" userId="73fad7a1-dbbb-4fdc-a422-fb1cdedffc58" providerId="ADAL" clId="{FCB59D24-1F40-4E5E-92A7-D50A4F5B56A2}" dt="2023-11-15T15:33:37.254" v="2007" actId="20577"/>
        <pc:sldMkLst>
          <pc:docMk/>
          <pc:sldMk cId="3853586169" sldId="502"/>
        </pc:sldMkLst>
        <pc:spChg chg="add mod">
          <ac:chgData name="Kimberly Perron" userId="73fad7a1-dbbb-4fdc-a422-fb1cdedffc58" providerId="ADAL" clId="{FCB59D24-1F40-4E5E-92A7-D50A4F5B56A2}" dt="2023-11-15T15:33:37.254" v="2007" actId="20577"/>
          <ac:spMkLst>
            <pc:docMk/>
            <pc:sldMk cId="3853586169" sldId="502"/>
            <ac:spMk id="4" creationId="{E054C2B8-C55D-5D6A-4422-D329003F0DF6}"/>
          </ac:spMkLst>
        </pc:spChg>
        <pc:spChg chg="mod">
          <ac:chgData name="Kimberly Perron" userId="73fad7a1-dbbb-4fdc-a422-fb1cdedffc58" providerId="ADAL" clId="{FCB59D24-1F40-4E5E-92A7-D50A4F5B56A2}" dt="2023-11-15T15:31:37.478" v="1904" actId="14100"/>
          <ac:spMkLst>
            <pc:docMk/>
            <pc:sldMk cId="3853586169" sldId="502"/>
            <ac:spMk id="5" creationId="{6AC53814-60A6-3F04-AC18-8325F79A4756}"/>
          </ac:spMkLst>
        </pc:spChg>
        <pc:picChg chg="add mod">
          <ac:chgData name="Kimberly Perron" userId="73fad7a1-dbbb-4fdc-a422-fb1cdedffc58" providerId="ADAL" clId="{FCB59D24-1F40-4E5E-92A7-D50A4F5B56A2}" dt="2023-11-15T15:31:43.064" v="1907" actId="1076"/>
          <ac:picMkLst>
            <pc:docMk/>
            <pc:sldMk cId="3853586169" sldId="502"/>
            <ac:picMk id="7" creationId="{E5463E22-3A0F-85A6-5501-DE4E3D979057}"/>
          </ac:picMkLst>
        </pc:picChg>
      </pc:sldChg>
      <pc:sldChg chg="addSp modSp add mod">
        <pc:chgData name="Kimberly Perron" userId="73fad7a1-dbbb-4fdc-a422-fb1cdedffc58" providerId="ADAL" clId="{FCB59D24-1F40-4E5E-92A7-D50A4F5B56A2}" dt="2023-11-20T14:54:29.575" v="5486" actId="14100"/>
        <pc:sldMkLst>
          <pc:docMk/>
          <pc:sldMk cId="2371791073" sldId="503"/>
        </pc:sldMkLst>
        <pc:spChg chg="add mod">
          <ac:chgData name="Kimberly Perron" userId="73fad7a1-dbbb-4fdc-a422-fb1cdedffc58" providerId="ADAL" clId="{FCB59D24-1F40-4E5E-92A7-D50A4F5B56A2}" dt="2023-11-20T14:54:20.578" v="5483" actId="255"/>
          <ac:spMkLst>
            <pc:docMk/>
            <pc:sldMk cId="2371791073" sldId="503"/>
            <ac:spMk id="4" creationId="{C0BEDD82-CA06-C9DD-8009-D28F0865EB8F}"/>
          </ac:spMkLst>
        </pc:spChg>
        <pc:spChg chg="mod">
          <ac:chgData name="Kimberly Perron" userId="73fad7a1-dbbb-4fdc-a422-fb1cdedffc58" providerId="ADAL" clId="{FCB59D24-1F40-4E5E-92A7-D50A4F5B56A2}" dt="2023-11-16T15:13:23.913" v="2872" actId="14100"/>
          <ac:spMkLst>
            <pc:docMk/>
            <pc:sldMk cId="2371791073" sldId="503"/>
            <ac:spMk id="5" creationId="{6AC53814-60A6-3F04-AC18-8325F79A4756}"/>
          </ac:spMkLst>
        </pc:spChg>
        <pc:picChg chg="add mod">
          <ac:chgData name="Kimberly Perron" userId="73fad7a1-dbbb-4fdc-a422-fb1cdedffc58" providerId="ADAL" clId="{FCB59D24-1F40-4E5E-92A7-D50A4F5B56A2}" dt="2023-11-20T14:54:29.575" v="5486" actId="14100"/>
          <ac:picMkLst>
            <pc:docMk/>
            <pc:sldMk cId="2371791073" sldId="503"/>
            <ac:picMk id="7" creationId="{6AF33FCB-2882-9288-831B-6773CBC866DE}"/>
          </ac:picMkLst>
        </pc:picChg>
      </pc:sldChg>
      <pc:sldChg chg="addSp delSp modSp add mod">
        <pc:chgData name="Kimberly Perron" userId="73fad7a1-dbbb-4fdc-a422-fb1cdedffc58" providerId="ADAL" clId="{FCB59D24-1F40-4E5E-92A7-D50A4F5B56A2}" dt="2023-11-16T15:41:15.567" v="4034" actId="1076"/>
        <pc:sldMkLst>
          <pc:docMk/>
          <pc:sldMk cId="441266660" sldId="504"/>
        </pc:sldMkLst>
        <pc:spChg chg="add mod">
          <ac:chgData name="Kimberly Perron" userId="73fad7a1-dbbb-4fdc-a422-fb1cdedffc58" providerId="ADAL" clId="{FCB59D24-1F40-4E5E-92A7-D50A4F5B56A2}" dt="2023-11-16T15:27:42.926" v="3866" actId="20577"/>
          <ac:spMkLst>
            <pc:docMk/>
            <pc:sldMk cId="441266660" sldId="504"/>
            <ac:spMk id="4" creationId="{91C9B27D-AB11-D683-F26C-B4D52CF018F3}"/>
          </ac:spMkLst>
        </pc:spChg>
        <pc:spChg chg="mod">
          <ac:chgData name="Kimberly Perron" userId="73fad7a1-dbbb-4fdc-a422-fb1cdedffc58" providerId="ADAL" clId="{FCB59D24-1F40-4E5E-92A7-D50A4F5B56A2}" dt="2023-11-16T15:25:11.150" v="3664" actId="20577"/>
          <ac:spMkLst>
            <pc:docMk/>
            <pc:sldMk cId="441266660" sldId="504"/>
            <ac:spMk id="5" creationId="{6AC53814-60A6-3F04-AC18-8325F79A4756}"/>
          </ac:spMkLst>
        </pc:spChg>
        <pc:spChg chg="add mod ord">
          <ac:chgData name="Kimberly Perron" userId="73fad7a1-dbbb-4fdc-a422-fb1cdedffc58" providerId="ADAL" clId="{FCB59D24-1F40-4E5E-92A7-D50A4F5B56A2}" dt="2023-11-16T15:41:10.143" v="4033" actId="14100"/>
          <ac:spMkLst>
            <pc:docMk/>
            <pc:sldMk cId="441266660" sldId="504"/>
            <ac:spMk id="8" creationId="{1284DAE7-837B-5A05-B6B2-CEF46155D233}"/>
          </ac:spMkLst>
        </pc:spChg>
        <pc:picChg chg="add del mod">
          <ac:chgData name="Kimberly Perron" userId="73fad7a1-dbbb-4fdc-a422-fb1cdedffc58" providerId="ADAL" clId="{FCB59D24-1F40-4E5E-92A7-D50A4F5B56A2}" dt="2023-11-16T15:40:40.948" v="4023" actId="478"/>
          <ac:picMkLst>
            <pc:docMk/>
            <pc:sldMk cId="441266660" sldId="504"/>
            <ac:picMk id="7" creationId="{C14B9994-5BE0-D238-F57C-24ECBEE1D241}"/>
          </ac:picMkLst>
        </pc:picChg>
        <pc:picChg chg="add mod">
          <ac:chgData name="Kimberly Perron" userId="73fad7a1-dbbb-4fdc-a422-fb1cdedffc58" providerId="ADAL" clId="{FCB59D24-1F40-4E5E-92A7-D50A4F5B56A2}" dt="2023-11-16T15:41:15.567" v="4034" actId="1076"/>
          <ac:picMkLst>
            <pc:docMk/>
            <pc:sldMk cId="441266660" sldId="504"/>
            <ac:picMk id="11" creationId="{BFAC4862-3266-D5D5-8CD6-6378D4B57E39}"/>
          </ac:picMkLst>
        </pc:picChg>
      </pc:sldChg>
      <pc:sldChg chg="addSp delSp modSp add mod">
        <pc:chgData name="Kimberly Perron" userId="73fad7a1-dbbb-4fdc-a422-fb1cdedffc58" providerId="ADAL" clId="{FCB59D24-1F40-4E5E-92A7-D50A4F5B56A2}" dt="2023-11-16T15:41:56.998" v="4058" actId="1076"/>
        <pc:sldMkLst>
          <pc:docMk/>
          <pc:sldMk cId="1621539262" sldId="505"/>
        </pc:sldMkLst>
        <pc:spChg chg="add mod">
          <ac:chgData name="Kimberly Perron" userId="73fad7a1-dbbb-4fdc-a422-fb1cdedffc58" providerId="ADAL" clId="{FCB59D24-1F40-4E5E-92A7-D50A4F5B56A2}" dt="2023-11-16T15:41:56.998" v="4058" actId="1076"/>
          <ac:spMkLst>
            <pc:docMk/>
            <pc:sldMk cId="1621539262" sldId="505"/>
            <ac:spMk id="4" creationId="{332B786D-8E63-BE0A-BF2C-56CDB2992894}"/>
          </ac:spMkLst>
        </pc:spChg>
        <pc:spChg chg="mod">
          <ac:chgData name="Kimberly Perron" userId="73fad7a1-dbbb-4fdc-a422-fb1cdedffc58" providerId="ADAL" clId="{FCB59D24-1F40-4E5E-92A7-D50A4F5B56A2}" dt="2023-11-16T15:30:48.674" v="3881" actId="20577"/>
          <ac:spMkLst>
            <pc:docMk/>
            <pc:sldMk cId="1621539262" sldId="505"/>
            <ac:spMk id="5" creationId="{6AC53814-60A6-3F04-AC18-8325F79A4756}"/>
          </ac:spMkLst>
        </pc:spChg>
        <pc:picChg chg="add del mod">
          <ac:chgData name="Kimberly Perron" userId="73fad7a1-dbbb-4fdc-a422-fb1cdedffc58" providerId="ADAL" clId="{FCB59D24-1F40-4E5E-92A7-D50A4F5B56A2}" dt="2023-11-16T15:41:19.441" v="4035" actId="478"/>
          <ac:picMkLst>
            <pc:docMk/>
            <pc:sldMk cId="1621539262" sldId="505"/>
            <ac:picMk id="7" creationId="{69EF5B9E-BEA4-A340-7432-D1C9C9EABB82}"/>
          </ac:picMkLst>
        </pc:picChg>
        <pc:picChg chg="add mod">
          <ac:chgData name="Kimberly Perron" userId="73fad7a1-dbbb-4fdc-a422-fb1cdedffc58" providerId="ADAL" clId="{FCB59D24-1F40-4E5E-92A7-D50A4F5B56A2}" dt="2023-11-16T15:41:30.128" v="4040" actId="14100"/>
          <ac:picMkLst>
            <pc:docMk/>
            <pc:sldMk cId="1621539262" sldId="505"/>
            <ac:picMk id="10" creationId="{837A7243-00A1-6262-0518-458E88C71FCF}"/>
          </ac:picMkLst>
        </pc:picChg>
      </pc:sldChg>
      <pc:sldChg chg="addSp delSp modSp add mod">
        <pc:chgData name="Kimberly Perron" userId="73fad7a1-dbbb-4fdc-a422-fb1cdedffc58" providerId="ADAL" clId="{FCB59D24-1F40-4E5E-92A7-D50A4F5B56A2}" dt="2023-11-16T15:46:55.341" v="4395" actId="14100"/>
        <pc:sldMkLst>
          <pc:docMk/>
          <pc:sldMk cId="2946006224" sldId="506"/>
        </pc:sldMkLst>
        <pc:spChg chg="add mod">
          <ac:chgData name="Kimberly Perron" userId="73fad7a1-dbbb-4fdc-a422-fb1cdedffc58" providerId="ADAL" clId="{FCB59D24-1F40-4E5E-92A7-D50A4F5B56A2}" dt="2023-11-16T15:46:55.341" v="4395" actId="14100"/>
          <ac:spMkLst>
            <pc:docMk/>
            <pc:sldMk cId="2946006224" sldId="506"/>
            <ac:spMk id="4" creationId="{CB804C03-BE5A-95E2-DE9B-43784B67FAFA}"/>
          </ac:spMkLst>
        </pc:spChg>
        <pc:spChg chg="mod">
          <ac:chgData name="Kimberly Perron" userId="73fad7a1-dbbb-4fdc-a422-fb1cdedffc58" providerId="ADAL" clId="{FCB59D24-1F40-4E5E-92A7-D50A4F5B56A2}" dt="2023-11-16T15:44:55.283" v="4196" actId="20577"/>
          <ac:spMkLst>
            <pc:docMk/>
            <pc:sldMk cId="2946006224" sldId="506"/>
            <ac:spMk id="5" creationId="{6AC53814-60A6-3F04-AC18-8325F79A4756}"/>
          </ac:spMkLst>
        </pc:spChg>
        <pc:picChg chg="del">
          <ac:chgData name="Kimberly Perron" userId="73fad7a1-dbbb-4fdc-a422-fb1cdedffc58" providerId="ADAL" clId="{FCB59D24-1F40-4E5E-92A7-D50A4F5B56A2}" dt="2023-11-14T00:31:09.339" v="255" actId="478"/>
          <ac:picMkLst>
            <pc:docMk/>
            <pc:sldMk cId="2946006224" sldId="506"/>
            <ac:picMk id="7" creationId="{4216DB9A-B64F-8A6B-1427-0CE32D64A907}"/>
          </ac:picMkLst>
        </pc:picChg>
        <pc:picChg chg="add mod">
          <ac:chgData name="Kimberly Perron" userId="73fad7a1-dbbb-4fdc-a422-fb1cdedffc58" providerId="ADAL" clId="{FCB59D24-1F40-4E5E-92A7-D50A4F5B56A2}" dt="2023-11-16T15:44:58.092" v="4197" actId="1076"/>
          <ac:picMkLst>
            <pc:docMk/>
            <pc:sldMk cId="2946006224" sldId="506"/>
            <ac:picMk id="8" creationId="{F7647199-4B52-E968-0133-18DA20C73C0D}"/>
          </ac:picMkLst>
        </pc:picChg>
      </pc:sldChg>
      <pc:sldChg chg="addSp modSp add mod">
        <pc:chgData name="Kimberly Perron" userId="73fad7a1-dbbb-4fdc-a422-fb1cdedffc58" providerId="ADAL" clId="{FCB59D24-1F40-4E5E-92A7-D50A4F5B56A2}" dt="2023-11-16T15:49:13.684" v="4577" actId="14100"/>
        <pc:sldMkLst>
          <pc:docMk/>
          <pc:sldMk cId="2069894338" sldId="507"/>
        </pc:sldMkLst>
        <pc:spChg chg="add mod">
          <ac:chgData name="Kimberly Perron" userId="73fad7a1-dbbb-4fdc-a422-fb1cdedffc58" providerId="ADAL" clId="{FCB59D24-1F40-4E5E-92A7-D50A4F5B56A2}" dt="2023-11-16T15:49:13.684" v="4577" actId="14100"/>
          <ac:spMkLst>
            <pc:docMk/>
            <pc:sldMk cId="2069894338" sldId="507"/>
            <ac:spMk id="4" creationId="{664912D5-1819-F9A4-ECC8-728317755183}"/>
          </ac:spMkLst>
        </pc:spChg>
        <pc:spChg chg="mod">
          <ac:chgData name="Kimberly Perron" userId="73fad7a1-dbbb-4fdc-a422-fb1cdedffc58" providerId="ADAL" clId="{FCB59D24-1F40-4E5E-92A7-D50A4F5B56A2}" dt="2023-11-16T15:48:45.498" v="4540" actId="20577"/>
          <ac:spMkLst>
            <pc:docMk/>
            <pc:sldMk cId="2069894338" sldId="507"/>
            <ac:spMk id="5" creationId="{6AC53814-60A6-3F04-AC18-8325F79A4756}"/>
          </ac:spMkLst>
        </pc:spChg>
        <pc:picChg chg="add mod">
          <ac:chgData name="Kimberly Perron" userId="73fad7a1-dbbb-4fdc-a422-fb1cdedffc58" providerId="ADAL" clId="{FCB59D24-1F40-4E5E-92A7-D50A4F5B56A2}" dt="2023-11-14T00:31:59.397" v="291" actId="1076"/>
          <ac:picMkLst>
            <pc:docMk/>
            <pc:sldMk cId="2069894338" sldId="507"/>
            <ac:picMk id="7" creationId="{FB772C88-55CE-F5C4-CDA9-CAA59B53637D}"/>
          </ac:picMkLst>
        </pc:picChg>
      </pc:sldChg>
      <pc:sldChg chg="addSp modSp add mod">
        <pc:chgData name="Kimberly Perron" userId="73fad7a1-dbbb-4fdc-a422-fb1cdedffc58" providerId="ADAL" clId="{FCB59D24-1F40-4E5E-92A7-D50A4F5B56A2}" dt="2023-11-14T17:11:20.627" v="803"/>
        <pc:sldMkLst>
          <pc:docMk/>
          <pc:sldMk cId="3781356185" sldId="508"/>
        </pc:sldMkLst>
        <pc:spChg chg="add mod">
          <ac:chgData name="Kimberly Perron" userId="73fad7a1-dbbb-4fdc-a422-fb1cdedffc58" providerId="ADAL" clId="{FCB59D24-1F40-4E5E-92A7-D50A4F5B56A2}" dt="2023-11-14T17:11:20.627" v="803"/>
          <ac:spMkLst>
            <pc:docMk/>
            <pc:sldMk cId="3781356185" sldId="508"/>
            <ac:spMk id="4" creationId="{92A83492-D94F-5ED4-4638-4A571A334929}"/>
          </ac:spMkLst>
        </pc:spChg>
        <pc:picChg chg="add mod">
          <ac:chgData name="Kimberly Perron" userId="73fad7a1-dbbb-4fdc-a422-fb1cdedffc58" providerId="ADAL" clId="{FCB59D24-1F40-4E5E-92A7-D50A4F5B56A2}" dt="2023-11-14T17:11:19.516" v="802" actId="1076"/>
          <ac:picMkLst>
            <pc:docMk/>
            <pc:sldMk cId="3781356185" sldId="508"/>
            <ac:picMk id="7" creationId="{B9D22C3E-2F26-1B86-CB86-F9C83BE1B9CA}"/>
          </ac:picMkLst>
        </pc:picChg>
      </pc:sldChg>
      <pc:sldChg chg="addSp delSp modSp add mod">
        <pc:chgData name="Kimberly Perron" userId="73fad7a1-dbbb-4fdc-a422-fb1cdedffc58" providerId="ADAL" clId="{FCB59D24-1F40-4E5E-92A7-D50A4F5B56A2}" dt="2023-11-16T15:51:37.817" v="4786" actId="1076"/>
        <pc:sldMkLst>
          <pc:docMk/>
          <pc:sldMk cId="4121542530" sldId="509"/>
        </pc:sldMkLst>
        <pc:spChg chg="add mod">
          <ac:chgData name="Kimberly Perron" userId="73fad7a1-dbbb-4fdc-a422-fb1cdedffc58" providerId="ADAL" clId="{FCB59D24-1F40-4E5E-92A7-D50A4F5B56A2}" dt="2023-11-16T15:51:27.254" v="4784" actId="1076"/>
          <ac:spMkLst>
            <pc:docMk/>
            <pc:sldMk cId="4121542530" sldId="509"/>
            <ac:spMk id="4" creationId="{AA73487C-4DDE-DA91-386F-56880BBC8669}"/>
          </ac:spMkLst>
        </pc:spChg>
        <pc:spChg chg="mod">
          <ac:chgData name="Kimberly Perron" userId="73fad7a1-dbbb-4fdc-a422-fb1cdedffc58" providerId="ADAL" clId="{FCB59D24-1F40-4E5E-92A7-D50A4F5B56A2}" dt="2023-11-16T15:49:43.166" v="4591" actId="20577"/>
          <ac:spMkLst>
            <pc:docMk/>
            <pc:sldMk cId="4121542530" sldId="509"/>
            <ac:spMk id="5" creationId="{6AC53814-60A6-3F04-AC18-8325F79A4756}"/>
          </ac:spMkLst>
        </pc:spChg>
        <pc:picChg chg="del">
          <ac:chgData name="Kimberly Perron" userId="73fad7a1-dbbb-4fdc-a422-fb1cdedffc58" providerId="ADAL" clId="{FCB59D24-1F40-4E5E-92A7-D50A4F5B56A2}" dt="2023-11-14T00:32:55.894" v="300" actId="478"/>
          <ac:picMkLst>
            <pc:docMk/>
            <pc:sldMk cId="4121542530" sldId="509"/>
            <ac:picMk id="7" creationId="{B9D22C3E-2F26-1B86-CB86-F9C83BE1B9CA}"/>
          </ac:picMkLst>
        </pc:picChg>
        <pc:picChg chg="add mod">
          <ac:chgData name="Kimberly Perron" userId="73fad7a1-dbbb-4fdc-a422-fb1cdedffc58" providerId="ADAL" clId="{FCB59D24-1F40-4E5E-92A7-D50A4F5B56A2}" dt="2023-11-16T15:51:37.817" v="4786" actId="1076"/>
          <ac:picMkLst>
            <pc:docMk/>
            <pc:sldMk cId="4121542530" sldId="509"/>
            <ac:picMk id="8" creationId="{314BF629-3584-C6BE-43D4-ADB9851B39C1}"/>
          </ac:picMkLst>
        </pc:picChg>
      </pc:sldChg>
      <pc:sldChg chg="addSp delSp modSp add mod">
        <pc:chgData name="Kimberly Perron" userId="73fad7a1-dbbb-4fdc-a422-fb1cdedffc58" providerId="ADAL" clId="{FCB59D24-1F40-4E5E-92A7-D50A4F5B56A2}" dt="2023-11-20T14:35:46.931" v="5382" actId="1076"/>
        <pc:sldMkLst>
          <pc:docMk/>
          <pc:sldMk cId="2836298930" sldId="510"/>
        </pc:sldMkLst>
        <pc:spChg chg="add mod">
          <ac:chgData name="Kimberly Perron" userId="73fad7a1-dbbb-4fdc-a422-fb1cdedffc58" providerId="ADAL" clId="{FCB59D24-1F40-4E5E-92A7-D50A4F5B56A2}" dt="2023-11-20T14:35:46.931" v="5382" actId="1076"/>
          <ac:spMkLst>
            <pc:docMk/>
            <pc:sldMk cId="2836298930" sldId="510"/>
            <ac:spMk id="4" creationId="{515C85CD-FB1E-1788-460D-9430FF641646}"/>
          </ac:spMkLst>
        </pc:spChg>
        <pc:spChg chg="del mod">
          <ac:chgData name="Kimberly Perron" userId="73fad7a1-dbbb-4fdc-a422-fb1cdedffc58" providerId="ADAL" clId="{FCB59D24-1F40-4E5E-92A7-D50A4F5B56A2}" dt="2023-11-14T00:34:15.867" v="314" actId="478"/>
          <ac:spMkLst>
            <pc:docMk/>
            <pc:sldMk cId="2836298930" sldId="510"/>
            <ac:spMk id="4" creationId="{DED069C4-C2CC-BC06-62AC-66ACF50200BF}"/>
          </ac:spMkLst>
        </pc:spChg>
        <pc:picChg chg="add mod">
          <ac:chgData name="Kimberly Perron" userId="73fad7a1-dbbb-4fdc-a422-fb1cdedffc58" providerId="ADAL" clId="{FCB59D24-1F40-4E5E-92A7-D50A4F5B56A2}" dt="2023-11-20T14:30:38.493" v="5214" actId="14100"/>
          <ac:picMkLst>
            <pc:docMk/>
            <pc:sldMk cId="2836298930" sldId="510"/>
            <ac:picMk id="8" creationId="{96911237-7D9B-6AD1-91FC-B197EB853BDD}"/>
          </ac:picMkLst>
        </pc:picChg>
      </pc:sldChg>
      <pc:sldChg chg="addSp delSp modSp add mod">
        <pc:chgData name="Kimberly Perron" userId="73fad7a1-dbbb-4fdc-a422-fb1cdedffc58" providerId="ADAL" clId="{FCB59D24-1F40-4E5E-92A7-D50A4F5B56A2}" dt="2023-11-20T14:37:21.757" v="5481" actId="1076"/>
        <pc:sldMkLst>
          <pc:docMk/>
          <pc:sldMk cId="1234679127" sldId="511"/>
        </pc:sldMkLst>
        <pc:spChg chg="add mod">
          <ac:chgData name="Kimberly Perron" userId="73fad7a1-dbbb-4fdc-a422-fb1cdedffc58" providerId="ADAL" clId="{FCB59D24-1F40-4E5E-92A7-D50A4F5B56A2}" dt="2023-11-20T14:37:21.757" v="5481" actId="1076"/>
          <ac:spMkLst>
            <pc:docMk/>
            <pc:sldMk cId="1234679127" sldId="511"/>
            <ac:spMk id="4" creationId="{AFB9B1BC-907F-D101-18D8-B3E856AFFAB5}"/>
          </ac:spMkLst>
        </pc:spChg>
        <pc:picChg chg="add mod">
          <ac:chgData name="Kimberly Perron" userId="73fad7a1-dbbb-4fdc-a422-fb1cdedffc58" providerId="ADAL" clId="{FCB59D24-1F40-4E5E-92A7-D50A4F5B56A2}" dt="2023-11-14T17:11:48.592" v="811" actId="14100"/>
          <ac:picMkLst>
            <pc:docMk/>
            <pc:sldMk cId="1234679127" sldId="511"/>
            <ac:picMk id="7" creationId="{7C16BAF0-3BA9-25A2-5956-6F1A51D4BD31}"/>
          </ac:picMkLst>
        </pc:picChg>
        <pc:picChg chg="del">
          <ac:chgData name="Kimberly Perron" userId="73fad7a1-dbbb-4fdc-a422-fb1cdedffc58" providerId="ADAL" clId="{FCB59D24-1F40-4E5E-92A7-D50A4F5B56A2}" dt="2023-11-14T00:34:22.856" v="317" actId="478"/>
          <ac:picMkLst>
            <pc:docMk/>
            <pc:sldMk cId="1234679127" sldId="511"/>
            <ac:picMk id="8" creationId="{96911237-7D9B-6AD1-91FC-B197EB853BDD}"/>
          </ac:picMkLst>
        </pc:picChg>
      </pc:sldChg>
      <pc:sldChg chg="modSp add mod ord">
        <pc:chgData name="Kimberly Perron" userId="73fad7a1-dbbb-4fdc-a422-fb1cdedffc58" providerId="ADAL" clId="{FCB59D24-1F40-4E5E-92A7-D50A4F5B56A2}" dt="2023-11-20T14:37:55.699" v="5482" actId="1076"/>
        <pc:sldMkLst>
          <pc:docMk/>
          <pc:sldMk cId="107161175" sldId="512"/>
        </pc:sldMkLst>
        <pc:grpChg chg="mod">
          <ac:chgData name="Kimberly Perron" userId="73fad7a1-dbbb-4fdc-a422-fb1cdedffc58" providerId="ADAL" clId="{FCB59D24-1F40-4E5E-92A7-D50A4F5B56A2}" dt="2023-11-20T14:37:55.699" v="5482" actId="1076"/>
          <ac:grpSpMkLst>
            <pc:docMk/>
            <pc:sldMk cId="107161175" sldId="512"/>
            <ac:grpSpMk id="33" creationId="{6E22612E-53C9-EAFF-C69F-9F86FED31342}"/>
          </ac:grpSpMkLst>
        </pc:grpChg>
      </pc:sldChg>
      <pc:sldChg chg="modSp add mod ord">
        <pc:chgData name="Kimberly Perron" userId="73fad7a1-dbbb-4fdc-a422-fb1cdedffc58" providerId="ADAL" clId="{FCB59D24-1F40-4E5E-92A7-D50A4F5B56A2}" dt="2023-11-14T17:45:59.301" v="974" actId="20577"/>
        <pc:sldMkLst>
          <pc:docMk/>
          <pc:sldMk cId="2451025735" sldId="513"/>
        </pc:sldMkLst>
        <pc:spChg chg="mod">
          <ac:chgData name="Kimberly Perron" userId="73fad7a1-dbbb-4fdc-a422-fb1cdedffc58" providerId="ADAL" clId="{FCB59D24-1F40-4E5E-92A7-D50A4F5B56A2}" dt="2023-11-14T17:45:59.301" v="974" actId="20577"/>
          <ac:spMkLst>
            <pc:docMk/>
            <pc:sldMk cId="2451025735" sldId="513"/>
            <ac:spMk id="5" creationId="{1995AACB-AB3E-D1BB-37E0-4495299EA76D}"/>
          </ac:spMkLst>
        </pc:spChg>
        <pc:spChg chg="mod">
          <ac:chgData name="Kimberly Perron" userId="73fad7a1-dbbb-4fdc-a422-fb1cdedffc58" providerId="ADAL" clId="{FCB59D24-1F40-4E5E-92A7-D50A4F5B56A2}" dt="2023-11-14T17:12:47.005" v="853" actId="20577"/>
          <ac:spMkLst>
            <pc:docMk/>
            <pc:sldMk cId="2451025735" sldId="513"/>
            <ac:spMk id="9" creationId="{4B6DD2AD-DD20-A6EB-4CAF-5FC2073501D5}"/>
          </ac:spMkLst>
        </pc:spChg>
        <pc:spChg chg="mod">
          <ac:chgData name="Kimberly Perron" userId="73fad7a1-dbbb-4fdc-a422-fb1cdedffc58" providerId="ADAL" clId="{FCB59D24-1F40-4E5E-92A7-D50A4F5B56A2}" dt="2023-11-14T17:13:33.109" v="905" actId="1076"/>
          <ac:spMkLst>
            <pc:docMk/>
            <pc:sldMk cId="2451025735" sldId="513"/>
            <ac:spMk id="10" creationId="{EE9CDF81-F592-BF15-97B3-EBA11437ADFE}"/>
          </ac:spMkLst>
        </pc:spChg>
        <pc:picChg chg="mod">
          <ac:chgData name="Kimberly Perron" userId="73fad7a1-dbbb-4fdc-a422-fb1cdedffc58" providerId="ADAL" clId="{FCB59D24-1F40-4E5E-92A7-D50A4F5B56A2}" dt="2023-11-14T17:13:28.601" v="904" actId="1076"/>
          <ac:picMkLst>
            <pc:docMk/>
            <pc:sldMk cId="2451025735" sldId="513"/>
            <ac:picMk id="7" creationId="{8E8757A5-2512-D601-C65C-4F1393F4FD1F}"/>
          </ac:picMkLst>
        </pc:picChg>
      </pc:sldChg>
    </pc:docChg>
  </pc:docChgLst>
  <pc:docChgLst>
    <pc:chgData name="Kimberly Perron" userId="5cbb7adf-dcc5-4575-b463-4d02fa27e6cf" providerId="ADAL" clId="{677AD981-7D5F-4770-B2C0-A77512CCD588}"/>
    <pc:docChg chg="custSel modSld">
      <pc:chgData name="Kimberly Perron" userId="5cbb7adf-dcc5-4575-b463-4d02fa27e6cf" providerId="ADAL" clId="{677AD981-7D5F-4770-B2C0-A77512CCD588}" dt="2023-10-09T14:42:19.103" v="8" actId="478"/>
      <pc:docMkLst>
        <pc:docMk/>
      </pc:docMkLst>
      <pc:sldChg chg="delSp modSp mod">
        <pc:chgData name="Kimberly Perron" userId="5cbb7adf-dcc5-4575-b463-4d02fa27e6cf" providerId="ADAL" clId="{677AD981-7D5F-4770-B2C0-A77512CCD588}" dt="2023-10-09T14:42:19.103" v="8" actId="478"/>
        <pc:sldMkLst>
          <pc:docMk/>
          <pc:sldMk cId="4282244752" sldId="489"/>
        </pc:sldMkLst>
        <pc:spChg chg="del">
          <ac:chgData name="Kimberly Perron" userId="5cbb7adf-dcc5-4575-b463-4d02fa27e6cf" providerId="ADAL" clId="{677AD981-7D5F-4770-B2C0-A77512CCD588}" dt="2023-10-09T14:42:19.103" v="8" actId="478"/>
          <ac:spMkLst>
            <pc:docMk/>
            <pc:sldMk cId="4282244752" sldId="489"/>
            <ac:spMk id="5" creationId="{D9CE5185-502C-0CF0-A695-B0683875B0B4}"/>
          </ac:spMkLst>
        </pc:spChg>
        <pc:spChg chg="mod">
          <ac:chgData name="Kimberly Perron" userId="5cbb7adf-dcc5-4575-b463-4d02fa27e6cf" providerId="ADAL" clId="{677AD981-7D5F-4770-B2C0-A77512CCD588}" dt="2023-10-09T14:42:16.256" v="7" actId="20577"/>
          <ac:spMkLst>
            <pc:docMk/>
            <pc:sldMk cId="4282244752" sldId="489"/>
            <ac:spMk id="9" creationId="{4B6DD2AD-DD20-A6EB-4CAF-5FC2073501D5}"/>
          </ac:spMkLst>
        </pc:spChg>
      </pc:sldChg>
    </pc:docChg>
  </pc:docChgLst>
  <pc:docChgLst>
    <pc:chgData name="Kimberly Perron" userId="73fad7a1-dbbb-4fdc-a422-fb1cdedffc58" providerId="ADAL" clId="{677AD981-7D5F-4770-B2C0-A77512CCD588}"/>
    <pc:docChg chg="undo custSel addSld delSld modSld">
      <pc:chgData name="Kimberly Perron" userId="73fad7a1-dbbb-4fdc-a422-fb1cdedffc58" providerId="ADAL" clId="{677AD981-7D5F-4770-B2C0-A77512CCD588}" dt="2023-10-22T21:15:46.977" v="1085" actId="20577"/>
      <pc:docMkLst>
        <pc:docMk/>
      </pc:docMkLst>
      <pc:sldChg chg="modSp mod">
        <pc:chgData name="Kimberly Perron" userId="73fad7a1-dbbb-4fdc-a422-fb1cdedffc58" providerId="ADAL" clId="{677AD981-7D5F-4770-B2C0-A77512CCD588}" dt="2023-10-11T14:25:50.626" v="1052" actId="20577"/>
        <pc:sldMkLst>
          <pc:docMk/>
          <pc:sldMk cId="1880459377" sldId="383"/>
        </pc:sldMkLst>
        <pc:spChg chg="mod">
          <ac:chgData name="Kimberly Perron" userId="73fad7a1-dbbb-4fdc-a422-fb1cdedffc58" providerId="ADAL" clId="{677AD981-7D5F-4770-B2C0-A77512CCD588}" dt="2023-10-11T14:25:50.626" v="1052" actId="20577"/>
          <ac:spMkLst>
            <pc:docMk/>
            <pc:sldMk cId="1880459377" sldId="383"/>
            <ac:spMk id="2" creationId="{331AB24A-498E-C3F1-2009-C8B5EA69F69B}"/>
          </ac:spMkLst>
        </pc:spChg>
      </pc:sldChg>
      <pc:sldChg chg="modSp del mod">
        <pc:chgData name="Kimberly Perron" userId="73fad7a1-dbbb-4fdc-a422-fb1cdedffc58" providerId="ADAL" clId="{677AD981-7D5F-4770-B2C0-A77512CCD588}" dt="2023-10-10T14:34:33.538" v="918" actId="47"/>
        <pc:sldMkLst>
          <pc:docMk/>
          <pc:sldMk cId="2394597181" sldId="443"/>
        </pc:sldMkLst>
        <pc:spChg chg="mod">
          <ac:chgData name="Kimberly Perron" userId="73fad7a1-dbbb-4fdc-a422-fb1cdedffc58" providerId="ADAL" clId="{677AD981-7D5F-4770-B2C0-A77512CCD588}" dt="2023-10-10T14:34:29.163" v="917" actId="6549"/>
          <ac:spMkLst>
            <pc:docMk/>
            <pc:sldMk cId="2394597181" sldId="443"/>
            <ac:spMk id="5" creationId="{81561FA0-D1C7-AD45-AAC2-3F6D42047E16}"/>
          </ac:spMkLst>
        </pc:spChg>
      </pc:sldChg>
      <pc:sldChg chg="addSp modSp mod">
        <pc:chgData name="Kimberly Perron" userId="73fad7a1-dbbb-4fdc-a422-fb1cdedffc58" providerId="ADAL" clId="{677AD981-7D5F-4770-B2C0-A77512CCD588}" dt="2023-10-10T14:38:27.878" v="956" actId="1076"/>
        <pc:sldMkLst>
          <pc:docMk/>
          <pc:sldMk cId="3793154388" sldId="444"/>
        </pc:sldMkLst>
        <pc:spChg chg="mod">
          <ac:chgData name="Kimberly Perron" userId="73fad7a1-dbbb-4fdc-a422-fb1cdedffc58" providerId="ADAL" clId="{677AD981-7D5F-4770-B2C0-A77512CCD588}" dt="2023-10-10T14:37:44.851" v="946" actId="14100"/>
          <ac:spMkLst>
            <pc:docMk/>
            <pc:sldMk cId="3793154388" sldId="444"/>
            <ac:spMk id="7" creationId="{BC7EDCBF-C366-CE7F-7E09-8B409A58DC1D}"/>
          </ac:spMkLst>
        </pc:spChg>
        <pc:spChg chg="add mod">
          <ac:chgData name="Kimberly Perron" userId="73fad7a1-dbbb-4fdc-a422-fb1cdedffc58" providerId="ADAL" clId="{677AD981-7D5F-4770-B2C0-A77512CCD588}" dt="2023-10-10T14:38:27.878" v="956" actId="1076"/>
          <ac:spMkLst>
            <pc:docMk/>
            <pc:sldMk cId="3793154388" sldId="444"/>
            <ac:spMk id="11" creationId="{5E11FBDD-B1EF-38C0-2D7D-309447220F4A}"/>
          </ac:spMkLst>
        </pc:spChg>
        <pc:picChg chg="add mod">
          <ac:chgData name="Kimberly Perron" userId="73fad7a1-dbbb-4fdc-a422-fb1cdedffc58" providerId="ADAL" clId="{677AD981-7D5F-4770-B2C0-A77512CCD588}" dt="2023-10-10T14:38:24.796" v="955" actId="1076"/>
          <ac:picMkLst>
            <pc:docMk/>
            <pc:sldMk cId="3793154388" sldId="444"/>
            <ac:picMk id="10" creationId="{C884258E-D54A-BB0F-9392-3C329604BA6E}"/>
          </ac:picMkLst>
        </pc:picChg>
      </pc:sldChg>
      <pc:sldChg chg="addSp modSp mod">
        <pc:chgData name="Kimberly Perron" userId="73fad7a1-dbbb-4fdc-a422-fb1cdedffc58" providerId="ADAL" clId="{677AD981-7D5F-4770-B2C0-A77512CCD588}" dt="2023-10-22T19:25:18.045" v="1078" actId="20577"/>
        <pc:sldMkLst>
          <pc:docMk/>
          <pc:sldMk cId="3030448785" sldId="479"/>
        </pc:sldMkLst>
        <pc:spChg chg="add mod">
          <ac:chgData name="Kimberly Perron" userId="73fad7a1-dbbb-4fdc-a422-fb1cdedffc58" providerId="ADAL" clId="{677AD981-7D5F-4770-B2C0-A77512CCD588}" dt="2023-10-22T19:25:18.045" v="1078" actId="20577"/>
          <ac:spMkLst>
            <pc:docMk/>
            <pc:sldMk cId="3030448785" sldId="479"/>
            <ac:spMk id="4" creationId="{F0F67D09-204D-C9EA-1AC3-67F586814A00}"/>
          </ac:spMkLst>
        </pc:spChg>
        <pc:spChg chg="mod">
          <ac:chgData name="Kimberly Perron" userId="73fad7a1-dbbb-4fdc-a422-fb1cdedffc58" providerId="ADAL" clId="{677AD981-7D5F-4770-B2C0-A77512CCD588}" dt="2023-10-10T14:42:57.690" v="1051" actId="20577"/>
          <ac:spMkLst>
            <pc:docMk/>
            <pc:sldMk cId="3030448785" sldId="479"/>
            <ac:spMk id="5" creationId="{6AC53814-60A6-3F04-AC18-8325F79A4756}"/>
          </ac:spMkLst>
        </pc:spChg>
      </pc:sldChg>
      <pc:sldChg chg="addSp modSp mod">
        <pc:chgData name="Kimberly Perron" userId="73fad7a1-dbbb-4fdc-a422-fb1cdedffc58" providerId="ADAL" clId="{677AD981-7D5F-4770-B2C0-A77512CCD588}" dt="2023-10-10T14:38:59.070" v="958" actId="1076"/>
        <pc:sldMkLst>
          <pc:docMk/>
          <pc:sldMk cId="2382247502" sldId="481"/>
        </pc:sldMkLst>
        <pc:spChg chg="mod">
          <ac:chgData name="Kimberly Perron" userId="73fad7a1-dbbb-4fdc-a422-fb1cdedffc58" providerId="ADAL" clId="{677AD981-7D5F-4770-B2C0-A77512CCD588}" dt="2023-10-10T14:36:12.985" v="941" actId="6549"/>
          <ac:spMkLst>
            <pc:docMk/>
            <pc:sldMk cId="2382247502" sldId="481"/>
            <ac:spMk id="5" creationId="{D9CE5185-502C-0CF0-A695-B0683875B0B4}"/>
          </ac:spMkLst>
        </pc:spChg>
        <pc:spChg chg="add mod">
          <ac:chgData name="Kimberly Perron" userId="73fad7a1-dbbb-4fdc-a422-fb1cdedffc58" providerId="ADAL" clId="{677AD981-7D5F-4770-B2C0-A77512CCD588}" dt="2023-10-10T14:38:59.070" v="958" actId="1076"/>
          <ac:spMkLst>
            <pc:docMk/>
            <pc:sldMk cId="2382247502" sldId="481"/>
            <ac:spMk id="10" creationId="{06FAD102-137C-E930-EEDD-F7752C725CC0}"/>
          </ac:spMkLst>
        </pc:spChg>
        <pc:picChg chg="add mod">
          <ac:chgData name="Kimberly Perron" userId="73fad7a1-dbbb-4fdc-a422-fb1cdedffc58" providerId="ADAL" clId="{677AD981-7D5F-4770-B2C0-A77512CCD588}" dt="2023-10-10T14:38:53.155" v="957"/>
          <ac:picMkLst>
            <pc:docMk/>
            <pc:sldMk cId="2382247502" sldId="481"/>
            <ac:picMk id="7" creationId="{60432A23-F51D-E1E4-62AB-AD297473693E}"/>
          </ac:picMkLst>
        </pc:picChg>
      </pc:sldChg>
      <pc:sldChg chg="addSp modSp mod">
        <pc:chgData name="Kimberly Perron" userId="73fad7a1-dbbb-4fdc-a422-fb1cdedffc58" providerId="ADAL" clId="{677AD981-7D5F-4770-B2C0-A77512CCD588}" dt="2023-10-10T14:39:35.847" v="966" actId="1076"/>
        <pc:sldMkLst>
          <pc:docMk/>
          <pc:sldMk cId="460827544" sldId="482"/>
        </pc:sldMkLst>
        <pc:spChg chg="add mod">
          <ac:chgData name="Kimberly Perron" userId="73fad7a1-dbbb-4fdc-a422-fb1cdedffc58" providerId="ADAL" clId="{677AD981-7D5F-4770-B2C0-A77512CCD588}" dt="2023-10-10T14:39:28.320" v="964" actId="14100"/>
          <ac:spMkLst>
            <pc:docMk/>
            <pc:sldMk cId="460827544" sldId="482"/>
            <ac:spMk id="5" creationId="{E8466E6F-9D00-E6AE-B967-98278C9A8301}"/>
          </ac:spMkLst>
        </pc:spChg>
        <pc:spChg chg="add mod">
          <ac:chgData name="Kimberly Perron" userId="73fad7a1-dbbb-4fdc-a422-fb1cdedffc58" providerId="ADAL" clId="{677AD981-7D5F-4770-B2C0-A77512CCD588}" dt="2023-10-10T14:39:35.847" v="966" actId="1076"/>
          <ac:spMkLst>
            <pc:docMk/>
            <pc:sldMk cId="460827544" sldId="482"/>
            <ac:spMk id="10" creationId="{B2354C1D-864A-667E-3E01-BDFD87C9609F}"/>
          </ac:spMkLst>
        </pc:spChg>
        <pc:picChg chg="add mod">
          <ac:chgData name="Kimberly Perron" userId="73fad7a1-dbbb-4fdc-a422-fb1cdedffc58" providerId="ADAL" clId="{677AD981-7D5F-4770-B2C0-A77512CCD588}" dt="2023-10-10T14:39:30.085" v="965"/>
          <ac:picMkLst>
            <pc:docMk/>
            <pc:sldMk cId="460827544" sldId="482"/>
            <ac:picMk id="7" creationId="{95AA9C20-9EB3-4AED-E3FD-8226185CF6B4}"/>
          </ac:picMkLst>
        </pc:picChg>
      </pc:sldChg>
      <pc:sldChg chg="addSp modSp mod">
        <pc:chgData name="Kimberly Perron" userId="73fad7a1-dbbb-4fdc-a422-fb1cdedffc58" providerId="ADAL" clId="{677AD981-7D5F-4770-B2C0-A77512CCD588}" dt="2023-10-10T14:39:46.088" v="969" actId="1076"/>
        <pc:sldMkLst>
          <pc:docMk/>
          <pc:sldMk cId="3124900200" sldId="483"/>
        </pc:sldMkLst>
        <pc:spChg chg="add mod">
          <ac:chgData name="Kimberly Perron" userId="73fad7a1-dbbb-4fdc-a422-fb1cdedffc58" providerId="ADAL" clId="{677AD981-7D5F-4770-B2C0-A77512CCD588}" dt="2023-10-10T14:39:42.618" v="968" actId="1076"/>
          <ac:spMkLst>
            <pc:docMk/>
            <pc:sldMk cId="3124900200" sldId="483"/>
            <ac:spMk id="5" creationId="{3988F678-CEE7-BB83-D4D2-6D2011D7158E}"/>
          </ac:spMkLst>
        </pc:spChg>
        <pc:spChg chg="add mod">
          <ac:chgData name="Kimberly Perron" userId="73fad7a1-dbbb-4fdc-a422-fb1cdedffc58" providerId="ADAL" clId="{677AD981-7D5F-4770-B2C0-A77512CCD588}" dt="2023-10-10T14:39:46.088" v="969" actId="1076"/>
          <ac:spMkLst>
            <pc:docMk/>
            <pc:sldMk cId="3124900200" sldId="483"/>
            <ac:spMk id="10" creationId="{76C3E42E-F007-31DC-4B9C-3E2D5018404F}"/>
          </ac:spMkLst>
        </pc:spChg>
        <pc:picChg chg="add mod">
          <ac:chgData name="Kimberly Perron" userId="73fad7a1-dbbb-4fdc-a422-fb1cdedffc58" providerId="ADAL" clId="{677AD981-7D5F-4770-B2C0-A77512CCD588}" dt="2023-10-10T14:39:41.074" v="967"/>
          <ac:picMkLst>
            <pc:docMk/>
            <pc:sldMk cId="3124900200" sldId="483"/>
            <ac:picMk id="7" creationId="{3EFE3C3F-5837-A3C1-FF1E-A1E0C6CAFE35}"/>
          </ac:picMkLst>
        </pc:picChg>
      </pc:sldChg>
      <pc:sldChg chg="addSp modSp mod">
        <pc:chgData name="Kimberly Perron" userId="73fad7a1-dbbb-4fdc-a422-fb1cdedffc58" providerId="ADAL" clId="{677AD981-7D5F-4770-B2C0-A77512CCD588}" dt="2023-10-10T14:39:21.695" v="963" actId="1076"/>
        <pc:sldMkLst>
          <pc:docMk/>
          <pc:sldMk cId="2853668567" sldId="484"/>
        </pc:sldMkLst>
        <pc:spChg chg="add mod">
          <ac:chgData name="Kimberly Perron" userId="73fad7a1-dbbb-4fdc-a422-fb1cdedffc58" providerId="ADAL" clId="{677AD981-7D5F-4770-B2C0-A77512CCD588}" dt="2023-10-10T14:39:13.707" v="961" actId="1076"/>
          <ac:spMkLst>
            <pc:docMk/>
            <pc:sldMk cId="2853668567" sldId="484"/>
            <ac:spMk id="5" creationId="{1995AACB-AB3E-D1BB-37E0-4495299EA76D}"/>
          </ac:spMkLst>
        </pc:spChg>
        <pc:spChg chg="add mod">
          <ac:chgData name="Kimberly Perron" userId="73fad7a1-dbbb-4fdc-a422-fb1cdedffc58" providerId="ADAL" clId="{677AD981-7D5F-4770-B2C0-A77512CCD588}" dt="2023-10-10T14:39:21.695" v="963" actId="1076"/>
          <ac:spMkLst>
            <pc:docMk/>
            <pc:sldMk cId="2853668567" sldId="484"/>
            <ac:spMk id="10" creationId="{EE9CDF81-F592-BF15-97B3-EBA11437ADFE}"/>
          </ac:spMkLst>
        </pc:spChg>
        <pc:picChg chg="add mod">
          <ac:chgData name="Kimberly Perron" userId="73fad7a1-dbbb-4fdc-a422-fb1cdedffc58" providerId="ADAL" clId="{677AD981-7D5F-4770-B2C0-A77512CCD588}" dt="2023-10-10T14:39:17.461" v="962" actId="1076"/>
          <ac:picMkLst>
            <pc:docMk/>
            <pc:sldMk cId="2853668567" sldId="484"/>
            <ac:picMk id="7" creationId="{8E8757A5-2512-D601-C65C-4F1393F4FD1F}"/>
          </ac:picMkLst>
        </pc:picChg>
      </pc:sldChg>
      <pc:sldChg chg="addSp modSp mod">
        <pc:chgData name="Kimberly Perron" userId="73fad7a1-dbbb-4fdc-a422-fb1cdedffc58" providerId="ADAL" clId="{677AD981-7D5F-4770-B2C0-A77512CCD588}" dt="2023-10-10T14:40:59.651" v="1044" actId="1076"/>
        <pc:sldMkLst>
          <pc:docMk/>
          <pc:sldMk cId="1579139171" sldId="485"/>
        </pc:sldMkLst>
        <pc:spChg chg="add mod">
          <ac:chgData name="Kimberly Perron" userId="73fad7a1-dbbb-4fdc-a422-fb1cdedffc58" providerId="ADAL" clId="{677AD981-7D5F-4770-B2C0-A77512CCD588}" dt="2023-10-10T14:40:44.611" v="1041" actId="1076"/>
          <ac:spMkLst>
            <pc:docMk/>
            <pc:sldMk cId="1579139171" sldId="485"/>
            <ac:spMk id="5" creationId="{CE8EB5A9-D85C-8FE1-E9EF-A689E68CF5D9}"/>
          </ac:spMkLst>
        </pc:spChg>
        <pc:spChg chg="add mod">
          <ac:chgData name="Kimberly Perron" userId="73fad7a1-dbbb-4fdc-a422-fb1cdedffc58" providerId="ADAL" clId="{677AD981-7D5F-4770-B2C0-A77512CCD588}" dt="2023-10-10T14:40:59.651" v="1044" actId="1076"/>
          <ac:spMkLst>
            <pc:docMk/>
            <pc:sldMk cId="1579139171" sldId="485"/>
            <ac:spMk id="10" creationId="{C07079A7-D8FE-52D3-AB6B-93D3BB7CFA45}"/>
          </ac:spMkLst>
        </pc:spChg>
        <pc:picChg chg="add mod">
          <ac:chgData name="Kimberly Perron" userId="73fad7a1-dbbb-4fdc-a422-fb1cdedffc58" providerId="ADAL" clId="{677AD981-7D5F-4770-B2C0-A77512CCD588}" dt="2023-10-10T14:40:18.413" v="1037"/>
          <ac:picMkLst>
            <pc:docMk/>
            <pc:sldMk cId="1579139171" sldId="485"/>
            <ac:picMk id="7" creationId="{B3D3BD8F-F681-E4DB-FA26-BBF25480EEC3}"/>
          </ac:picMkLst>
        </pc:picChg>
      </pc:sldChg>
      <pc:sldChg chg="modSp mod">
        <pc:chgData name="Kimberly Perron" userId="73fad7a1-dbbb-4fdc-a422-fb1cdedffc58" providerId="ADAL" clId="{677AD981-7D5F-4770-B2C0-A77512CCD588}" dt="2023-10-10T14:32:49.335" v="915" actId="5793"/>
        <pc:sldMkLst>
          <pc:docMk/>
          <pc:sldMk cId="3950972713" sldId="487"/>
        </pc:sldMkLst>
        <pc:spChg chg="mod">
          <ac:chgData name="Kimberly Perron" userId="73fad7a1-dbbb-4fdc-a422-fb1cdedffc58" providerId="ADAL" clId="{677AD981-7D5F-4770-B2C0-A77512CCD588}" dt="2023-10-10T14:32:49.335" v="915" actId="5793"/>
          <ac:spMkLst>
            <pc:docMk/>
            <pc:sldMk cId="3950972713" sldId="487"/>
            <ac:spMk id="5" creationId="{D9CE5185-502C-0CF0-A695-B0683875B0B4}"/>
          </ac:spMkLst>
        </pc:spChg>
      </pc:sldChg>
      <pc:sldChg chg="modSp add mod">
        <pc:chgData name="Kimberly Perron" userId="73fad7a1-dbbb-4fdc-a422-fb1cdedffc58" providerId="ADAL" clId="{677AD981-7D5F-4770-B2C0-A77512CCD588}" dt="2023-10-22T21:15:46.977" v="1085" actId="20577"/>
        <pc:sldMkLst>
          <pc:docMk/>
          <pc:sldMk cId="106553289" sldId="488"/>
        </pc:sldMkLst>
        <pc:spChg chg="mod">
          <ac:chgData name="Kimberly Perron" userId="73fad7a1-dbbb-4fdc-a422-fb1cdedffc58" providerId="ADAL" clId="{677AD981-7D5F-4770-B2C0-A77512CCD588}" dt="2023-10-22T21:15:46.977" v="1085" actId="20577"/>
          <ac:spMkLst>
            <pc:docMk/>
            <pc:sldMk cId="106553289" sldId="488"/>
            <ac:spMk id="4" creationId="{F0F67D09-204D-C9EA-1AC3-67F586814A00}"/>
          </ac:spMkLst>
        </pc:spChg>
      </pc:sldChg>
      <pc:sldChg chg="modSp del mod">
        <pc:chgData name="Kimberly Perron" userId="73fad7a1-dbbb-4fdc-a422-fb1cdedffc58" providerId="ADAL" clId="{677AD981-7D5F-4770-B2C0-A77512CCD588}" dt="2023-10-10T14:36:17.826" v="942" actId="47"/>
        <pc:sldMkLst>
          <pc:docMk/>
          <pc:sldMk cId="3299322414" sldId="488"/>
        </pc:sldMkLst>
        <pc:spChg chg="mod">
          <ac:chgData name="Kimberly Perron" userId="73fad7a1-dbbb-4fdc-a422-fb1cdedffc58" providerId="ADAL" clId="{677AD981-7D5F-4770-B2C0-A77512CCD588}" dt="2023-10-10T14:35:02.809" v="935" actId="20577"/>
          <ac:spMkLst>
            <pc:docMk/>
            <pc:sldMk cId="3299322414" sldId="488"/>
            <ac:spMk id="5" creationId="{D9CE5185-502C-0CF0-A695-B0683875B0B4}"/>
          </ac:spMkLst>
        </pc:spChg>
      </pc:sldChg>
      <pc:sldChg chg="del">
        <pc:chgData name="Kimberly Perron" userId="73fad7a1-dbbb-4fdc-a422-fb1cdedffc58" providerId="ADAL" clId="{677AD981-7D5F-4770-B2C0-A77512CCD588}" dt="2023-10-09T15:33:27.599" v="0" actId="47"/>
        <pc:sldMkLst>
          <pc:docMk/>
          <pc:sldMk cId="4282244752" sldId="4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EFF597-B7E9-49DD-BBC1-4070630A5896}" type="datetimeFigureOut">
              <a:rPr lang="en-US" smtClean="0"/>
              <a:t>11/30/2023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2D00AC-F33C-4592-AF7F-943685DF8F04}" type="slidenum">
              <a:rPr lang="en-US" smtClean="0"/>
              <a:t>‹#›</a:t>
            </a:fld>
            <a:endParaRPr lang="en-US" dirty="0"/>
          </a:p>
        </p:txBody>
      </p:sp>
    </p:spTree>
    <p:extLst>
      <p:ext uri="{BB962C8B-B14F-4D97-AF65-F5344CB8AC3E}">
        <p14:creationId xmlns:p14="http://schemas.microsoft.com/office/powerpoint/2010/main" val="4549256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2D00AC-F33C-4592-AF7F-943685DF8F04}" type="slidenum">
              <a:rPr lang="en-US" smtClean="0"/>
              <a:t>41</a:t>
            </a:fld>
            <a:endParaRPr lang="en-US" dirty="0"/>
          </a:p>
        </p:txBody>
      </p:sp>
    </p:spTree>
    <p:extLst>
      <p:ext uri="{BB962C8B-B14F-4D97-AF65-F5344CB8AC3E}">
        <p14:creationId xmlns:p14="http://schemas.microsoft.com/office/powerpoint/2010/main" val="42542786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0FF2C-C8C5-9735-4E35-6F9967B8CB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4F2BA0D-6486-F4DE-8496-8408A6ED2F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7A7D534-4815-808F-4042-23DBFA7A649E}"/>
              </a:ext>
            </a:extLst>
          </p:cNvPr>
          <p:cNvSpPr>
            <a:spLocks noGrp="1"/>
          </p:cNvSpPr>
          <p:nvPr>
            <p:ph type="dt" sz="half" idx="10"/>
          </p:nvPr>
        </p:nvSpPr>
        <p:spPr/>
        <p:txBody>
          <a:bodyPr/>
          <a:lstStyle/>
          <a:p>
            <a:fld id="{78A6D2C4-39CB-4EE3-841D-A9E38E75CF6B}" type="datetime1">
              <a:rPr lang="en-US" smtClean="0"/>
              <a:t>11/30/2023</a:t>
            </a:fld>
            <a:endParaRPr lang="en-US" dirty="0"/>
          </a:p>
        </p:txBody>
      </p:sp>
      <p:sp>
        <p:nvSpPr>
          <p:cNvPr id="5" name="Footer Placeholder 4">
            <a:extLst>
              <a:ext uri="{FF2B5EF4-FFF2-40B4-BE49-F238E27FC236}">
                <a16:creationId xmlns:a16="http://schemas.microsoft.com/office/drawing/2014/main" id="{0E647424-4C4C-82D5-91B9-D79F048D511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43F508B-6C93-D70C-9CC5-B683AD8C064E}"/>
              </a:ext>
            </a:extLst>
          </p:cNvPr>
          <p:cNvSpPr>
            <a:spLocks noGrp="1"/>
          </p:cNvSpPr>
          <p:nvPr>
            <p:ph type="sldNum" sz="quarter" idx="12"/>
          </p:nvPr>
        </p:nvSpPr>
        <p:spPr/>
        <p:txBody>
          <a:bodyPr/>
          <a:lstStyle/>
          <a:p>
            <a:fld id="{0F897CD2-57D8-4610-8E64-C03C1E4E4E05}" type="slidenum">
              <a:rPr lang="en-US" smtClean="0"/>
              <a:t>‹#›</a:t>
            </a:fld>
            <a:endParaRPr lang="en-US" dirty="0"/>
          </a:p>
        </p:txBody>
      </p:sp>
    </p:spTree>
    <p:extLst>
      <p:ext uri="{BB962C8B-B14F-4D97-AF65-F5344CB8AC3E}">
        <p14:creationId xmlns:p14="http://schemas.microsoft.com/office/powerpoint/2010/main" val="9652273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DA3D7-7A72-77F7-6B22-04CF0AAB42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D67F292-59EE-73DF-B4AD-754E7C5BF2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A1846A-146C-6748-6168-1168C8B682CD}"/>
              </a:ext>
            </a:extLst>
          </p:cNvPr>
          <p:cNvSpPr>
            <a:spLocks noGrp="1"/>
          </p:cNvSpPr>
          <p:nvPr>
            <p:ph type="dt" sz="half" idx="10"/>
          </p:nvPr>
        </p:nvSpPr>
        <p:spPr/>
        <p:txBody>
          <a:bodyPr/>
          <a:lstStyle/>
          <a:p>
            <a:fld id="{5246FC2E-67C6-40B4-A37A-82CC413BDA2F}" type="datetime1">
              <a:rPr lang="en-US" smtClean="0"/>
              <a:t>11/30/2023</a:t>
            </a:fld>
            <a:endParaRPr lang="en-US" dirty="0"/>
          </a:p>
        </p:txBody>
      </p:sp>
      <p:sp>
        <p:nvSpPr>
          <p:cNvPr id="5" name="Footer Placeholder 4">
            <a:extLst>
              <a:ext uri="{FF2B5EF4-FFF2-40B4-BE49-F238E27FC236}">
                <a16:creationId xmlns:a16="http://schemas.microsoft.com/office/drawing/2014/main" id="{4FE712CB-96FA-8EAF-357F-17C5143B9FF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9FB91C0-DB77-7ACF-B449-3D2B8EA8AA8B}"/>
              </a:ext>
            </a:extLst>
          </p:cNvPr>
          <p:cNvSpPr>
            <a:spLocks noGrp="1"/>
          </p:cNvSpPr>
          <p:nvPr>
            <p:ph type="sldNum" sz="quarter" idx="12"/>
          </p:nvPr>
        </p:nvSpPr>
        <p:spPr/>
        <p:txBody>
          <a:bodyPr/>
          <a:lstStyle/>
          <a:p>
            <a:fld id="{0F897CD2-57D8-4610-8E64-C03C1E4E4E05}" type="slidenum">
              <a:rPr lang="en-US" smtClean="0"/>
              <a:t>‹#›</a:t>
            </a:fld>
            <a:endParaRPr lang="en-US" dirty="0"/>
          </a:p>
        </p:txBody>
      </p:sp>
    </p:spTree>
    <p:extLst>
      <p:ext uri="{BB962C8B-B14F-4D97-AF65-F5344CB8AC3E}">
        <p14:creationId xmlns:p14="http://schemas.microsoft.com/office/powerpoint/2010/main" val="21336142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FEBE3-07B5-9647-EC04-0B70946A5EA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4758339-A007-F750-0C79-91478FE6D9A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059EA1-22F8-6309-0603-0668F51616CF}"/>
              </a:ext>
            </a:extLst>
          </p:cNvPr>
          <p:cNvSpPr>
            <a:spLocks noGrp="1"/>
          </p:cNvSpPr>
          <p:nvPr>
            <p:ph type="dt" sz="half" idx="10"/>
          </p:nvPr>
        </p:nvSpPr>
        <p:spPr/>
        <p:txBody>
          <a:bodyPr/>
          <a:lstStyle/>
          <a:p>
            <a:fld id="{D6097AB1-FD5D-4471-AEB6-8221F5966A6C}" type="datetime1">
              <a:rPr lang="en-US" smtClean="0"/>
              <a:t>11/30/2023</a:t>
            </a:fld>
            <a:endParaRPr lang="en-US" dirty="0"/>
          </a:p>
        </p:txBody>
      </p:sp>
      <p:sp>
        <p:nvSpPr>
          <p:cNvPr id="5" name="Footer Placeholder 4">
            <a:extLst>
              <a:ext uri="{FF2B5EF4-FFF2-40B4-BE49-F238E27FC236}">
                <a16:creationId xmlns:a16="http://schemas.microsoft.com/office/drawing/2014/main" id="{8B8A51FD-17F5-F54F-0CCD-BFE90573A9E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0846519-CD6A-A6C6-49CC-C30DB431C4EE}"/>
              </a:ext>
            </a:extLst>
          </p:cNvPr>
          <p:cNvSpPr>
            <a:spLocks noGrp="1"/>
          </p:cNvSpPr>
          <p:nvPr>
            <p:ph type="sldNum" sz="quarter" idx="12"/>
          </p:nvPr>
        </p:nvSpPr>
        <p:spPr/>
        <p:txBody>
          <a:bodyPr/>
          <a:lstStyle/>
          <a:p>
            <a:fld id="{0F897CD2-57D8-4610-8E64-C03C1E4E4E05}" type="slidenum">
              <a:rPr lang="en-US" smtClean="0"/>
              <a:t>‹#›</a:t>
            </a:fld>
            <a:endParaRPr lang="en-US" dirty="0"/>
          </a:p>
        </p:txBody>
      </p:sp>
    </p:spTree>
    <p:extLst>
      <p:ext uri="{BB962C8B-B14F-4D97-AF65-F5344CB8AC3E}">
        <p14:creationId xmlns:p14="http://schemas.microsoft.com/office/powerpoint/2010/main" val="3224844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89FC9-42BC-9D9D-DCDB-05AF28E446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FF0C35-7213-4B94-0169-F0F1A047BB4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86040CA-9288-BAFB-B362-5C6F58FECE2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5E9A0DC-C6BC-66C8-9DFC-DBC27D611F85}"/>
              </a:ext>
            </a:extLst>
          </p:cNvPr>
          <p:cNvSpPr>
            <a:spLocks noGrp="1"/>
          </p:cNvSpPr>
          <p:nvPr>
            <p:ph type="dt" sz="half" idx="10"/>
          </p:nvPr>
        </p:nvSpPr>
        <p:spPr/>
        <p:txBody>
          <a:bodyPr/>
          <a:lstStyle/>
          <a:p>
            <a:fld id="{665200EA-8A82-494B-9A94-3561A9D14E22}" type="datetime1">
              <a:rPr lang="en-US" smtClean="0"/>
              <a:t>11/30/2023</a:t>
            </a:fld>
            <a:endParaRPr lang="en-US" dirty="0"/>
          </a:p>
        </p:txBody>
      </p:sp>
      <p:sp>
        <p:nvSpPr>
          <p:cNvPr id="6" name="Footer Placeholder 5">
            <a:extLst>
              <a:ext uri="{FF2B5EF4-FFF2-40B4-BE49-F238E27FC236}">
                <a16:creationId xmlns:a16="http://schemas.microsoft.com/office/drawing/2014/main" id="{8D113312-9DBD-73CC-D7FE-DAE379693EB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BBF967B-6135-E4A8-54B0-3DC25AC323D0}"/>
              </a:ext>
            </a:extLst>
          </p:cNvPr>
          <p:cNvSpPr>
            <a:spLocks noGrp="1"/>
          </p:cNvSpPr>
          <p:nvPr>
            <p:ph type="sldNum" sz="quarter" idx="12"/>
          </p:nvPr>
        </p:nvSpPr>
        <p:spPr/>
        <p:txBody>
          <a:bodyPr/>
          <a:lstStyle/>
          <a:p>
            <a:fld id="{0F897CD2-57D8-4610-8E64-C03C1E4E4E05}" type="slidenum">
              <a:rPr lang="en-US" smtClean="0"/>
              <a:t>‹#›</a:t>
            </a:fld>
            <a:endParaRPr lang="en-US" dirty="0"/>
          </a:p>
        </p:txBody>
      </p:sp>
    </p:spTree>
    <p:extLst>
      <p:ext uri="{BB962C8B-B14F-4D97-AF65-F5344CB8AC3E}">
        <p14:creationId xmlns:p14="http://schemas.microsoft.com/office/powerpoint/2010/main" val="36541960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BCCE6-6D8A-9D50-83D1-6A88E400063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C4C71CC-858E-6E72-27A5-0D25D3C99D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0AB9737-0237-2AB7-EB76-B1B6A928D39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87C00E6-34BC-A5E9-2762-6F4A19A1E4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C9C32F-82F1-2D89-F698-0F066F9C2E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6459281-1773-8A7E-CBF4-E3F1E944B0C6}"/>
              </a:ext>
            </a:extLst>
          </p:cNvPr>
          <p:cNvSpPr>
            <a:spLocks noGrp="1"/>
          </p:cNvSpPr>
          <p:nvPr>
            <p:ph type="dt" sz="half" idx="10"/>
          </p:nvPr>
        </p:nvSpPr>
        <p:spPr/>
        <p:txBody>
          <a:bodyPr/>
          <a:lstStyle/>
          <a:p>
            <a:fld id="{D59F4E24-643A-4175-890E-3C5C65DDC94F}" type="datetime1">
              <a:rPr lang="en-US" smtClean="0"/>
              <a:t>11/30/2023</a:t>
            </a:fld>
            <a:endParaRPr lang="en-US" dirty="0"/>
          </a:p>
        </p:txBody>
      </p:sp>
      <p:sp>
        <p:nvSpPr>
          <p:cNvPr id="8" name="Footer Placeholder 7">
            <a:extLst>
              <a:ext uri="{FF2B5EF4-FFF2-40B4-BE49-F238E27FC236}">
                <a16:creationId xmlns:a16="http://schemas.microsoft.com/office/drawing/2014/main" id="{45FAF51E-FADD-B355-0939-94DE1C52761A}"/>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F266A149-3FDC-B3FD-1B4C-7311F30FD594}"/>
              </a:ext>
            </a:extLst>
          </p:cNvPr>
          <p:cNvSpPr>
            <a:spLocks noGrp="1"/>
          </p:cNvSpPr>
          <p:nvPr>
            <p:ph type="sldNum" sz="quarter" idx="12"/>
          </p:nvPr>
        </p:nvSpPr>
        <p:spPr/>
        <p:txBody>
          <a:bodyPr/>
          <a:lstStyle/>
          <a:p>
            <a:fld id="{0F897CD2-57D8-4610-8E64-C03C1E4E4E05}" type="slidenum">
              <a:rPr lang="en-US" smtClean="0"/>
              <a:t>‹#›</a:t>
            </a:fld>
            <a:endParaRPr lang="en-US" dirty="0"/>
          </a:p>
        </p:txBody>
      </p:sp>
    </p:spTree>
    <p:extLst>
      <p:ext uri="{BB962C8B-B14F-4D97-AF65-F5344CB8AC3E}">
        <p14:creationId xmlns:p14="http://schemas.microsoft.com/office/powerpoint/2010/main" val="28201195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E8E76-8BA6-6F60-5794-F63A9CB6BCE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819201A-870F-8C8D-9F1C-08DE92829B24}"/>
              </a:ext>
            </a:extLst>
          </p:cNvPr>
          <p:cNvSpPr>
            <a:spLocks noGrp="1"/>
          </p:cNvSpPr>
          <p:nvPr>
            <p:ph type="dt" sz="half" idx="10"/>
          </p:nvPr>
        </p:nvSpPr>
        <p:spPr/>
        <p:txBody>
          <a:bodyPr/>
          <a:lstStyle/>
          <a:p>
            <a:fld id="{4E39EDCD-1515-452A-8EBD-3E6F41E41092}" type="datetime1">
              <a:rPr lang="en-US" smtClean="0"/>
              <a:t>11/30/2023</a:t>
            </a:fld>
            <a:endParaRPr lang="en-US" dirty="0"/>
          </a:p>
        </p:txBody>
      </p:sp>
      <p:sp>
        <p:nvSpPr>
          <p:cNvPr id="4" name="Footer Placeholder 3">
            <a:extLst>
              <a:ext uri="{FF2B5EF4-FFF2-40B4-BE49-F238E27FC236}">
                <a16:creationId xmlns:a16="http://schemas.microsoft.com/office/drawing/2014/main" id="{93DCF466-ACC9-CE02-3889-DC753F984F7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3A3B76CC-AD7A-2AB1-343F-6F9D2D2C467D}"/>
              </a:ext>
            </a:extLst>
          </p:cNvPr>
          <p:cNvSpPr>
            <a:spLocks noGrp="1"/>
          </p:cNvSpPr>
          <p:nvPr>
            <p:ph type="sldNum" sz="quarter" idx="12"/>
          </p:nvPr>
        </p:nvSpPr>
        <p:spPr/>
        <p:txBody>
          <a:bodyPr/>
          <a:lstStyle/>
          <a:p>
            <a:fld id="{0F897CD2-57D8-4610-8E64-C03C1E4E4E05}" type="slidenum">
              <a:rPr lang="en-US" smtClean="0"/>
              <a:t>‹#›</a:t>
            </a:fld>
            <a:endParaRPr lang="en-US" dirty="0"/>
          </a:p>
        </p:txBody>
      </p:sp>
    </p:spTree>
    <p:extLst>
      <p:ext uri="{BB962C8B-B14F-4D97-AF65-F5344CB8AC3E}">
        <p14:creationId xmlns:p14="http://schemas.microsoft.com/office/powerpoint/2010/main" val="3631269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911E4D-419A-FB83-6F13-63B808DAC507}"/>
              </a:ext>
            </a:extLst>
          </p:cNvPr>
          <p:cNvSpPr>
            <a:spLocks noGrp="1"/>
          </p:cNvSpPr>
          <p:nvPr>
            <p:ph type="dt" sz="half" idx="10"/>
          </p:nvPr>
        </p:nvSpPr>
        <p:spPr/>
        <p:txBody>
          <a:bodyPr/>
          <a:lstStyle/>
          <a:p>
            <a:fld id="{A7A9B871-04EC-4BAA-A6C7-FD2C6197FD31}" type="datetime1">
              <a:rPr lang="en-US" smtClean="0"/>
              <a:t>11/30/2023</a:t>
            </a:fld>
            <a:endParaRPr lang="en-US" dirty="0"/>
          </a:p>
        </p:txBody>
      </p:sp>
      <p:sp>
        <p:nvSpPr>
          <p:cNvPr id="3" name="Footer Placeholder 2">
            <a:extLst>
              <a:ext uri="{FF2B5EF4-FFF2-40B4-BE49-F238E27FC236}">
                <a16:creationId xmlns:a16="http://schemas.microsoft.com/office/drawing/2014/main" id="{81DD445F-A890-68A0-398A-A6EE3808D1D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8A641A16-594E-AA93-E60F-3509B52A3DD4}"/>
              </a:ext>
            </a:extLst>
          </p:cNvPr>
          <p:cNvSpPr>
            <a:spLocks noGrp="1"/>
          </p:cNvSpPr>
          <p:nvPr>
            <p:ph type="sldNum" sz="quarter" idx="12"/>
          </p:nvPr>
        </p:nvSpPr>
        <p:spPr/>
        <p:txBody>
          <a:bodyPr/>
          <a:lstStyle/>
          <a:p>
            <a:fld id="{0F897CD2-57D8-4610-8E64-C03C1E4E4E05}" type="slidenum">
              <a:rPr lang="en-US" smtClean="0"/>
              <a:t>‹#›</a:t>
            </a:fld>
            <a:endParaRPr lang="en-US" dirty="0"/>
          </a:p>
        </p:txBody>
      </p:sp>
    </p:spTree>
    <p:extLst>
      <p:ext uri="{BB962C8B-B14F-4D97-AF65-F5344CB8AC3E}">
        <p14:creationId xmlns:p14="http://schemas.microsoft.com/office/powerpoint/2010/main" val="742141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6BC32-382C-AD36-8E3E-A8697518FD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032B8FB-E3BF-256A-BB00-25A03D9B81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6330878-A57A-8A0D-4124-ABD15AB49B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4A5B10-8968-996D-39B1-B9F7152BF76F}"/>
              </a:ext>
            </a:extLst>
          </p:cNvPr>
          <p:cNvSpPr>
            <a:spLocks noGrp="1"/>
          </p:cNvSpPr>
          <p:nvPr>
            <p:ph type="dt" sz="half" idx="10"/>
          </p:nvPr>
        </p:nvSpPr>
        <p:spPr/>
        <p:txBody>
          <a:bodyPr/>
          <a:lstStyle/>
          <a:p>
            <a:fld id="{785822D1-72E2-4EF6-92FC-853DB2C8B2B6}" type="datetime1">
              <a:rPr lang="en-US" smtClean="0"/>
              <a:t>11/30/2023</a:t>
            </a:fld>
            <a:endParaRPr lang="en-US" dirty="0"/>
          </a:p>
        </p:txBody>
      </p:sp>
      <p:sp>
        <p:nvSpPr>
          <p:cNvPr id="6" name="Footer Placeholder 5">
            <a:extLst>
              <a:ext uri="{FF2B5EF4-FFF2-40B4-BE49-F238E27FC236}">
                <a16:creationId xmlns:a16="http://schemas.microsoft.com/office/drawing/2014/main" id="{9A7638E4-BFDE-2F71-965F-41935C4380F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622B6C4-3B13-815F-0644-05601F20F465}"/>
              </a:ext>
            </a:extLst>
          </p:cNvPr>
          <p:cNvSpPr>
            <a:spLocks noGrp="1"/>
          </p:cNvSpPr>
          <p:nvPr>
            <p:ph type="sldNum" sz="quarter" idx="12"/>
          </p:nvPr>
        </p:nvSpPr>
        <p:spPr/>
        <p:txBody>
          <a:bodyPr/>
          <a:lstStyle/>
          <a:p>
            <a:fld id="{0F897CD2-57D8-4610-8E64-C03C1E4E4E05}" type="slidenum">
              <a:rPr lang="en-US" smtClean="0"/>
              <a:t>‹#›</a:t>
            </a:fld>
            <a:endParaRPr lang="en-US" dirty="0"/>
          </a:p>
        </p:txBody>
      </p:sp>
    </p:spTree>
    <p:extLst>
      <p:ext uri="{BB962C8B-B14F-4D97-AF65-F5344CB8AC3E}">
        <p14:creationId xmlns:p14="http://schemas.microsoft.com/office/powerpoint/2010/main" val="26837297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01E4E-1E6F-79DC-31F0-E69BAD8AFF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49380CC-745E-6203-8E0E-FC46C12B0A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09D239BD-356C-68C3-5031-E353010F26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BB8566-65CC-D997-A12E-FDD374248752}"/>
              </a:ext>
            </a:extLst>
          </p:cNvPr>
          <p:cNvSpPr>
            <a:spLocks noGrp="1"/>
          </p:cNvSpPr>
          <p:nvPr>
            <p:ph type="dt" sz="half" idx="10"/>
          </p:nvPr>
        </p:nvSpPr>
        <p:spPr/>
        <p:txBody>
          <a:bodyPr/>
          <a:lstStyle/>
          <a:p>
            <a:fld id="{8DAF77AD-453A-4F91-83E0-2D6CD63DAE7D}" type="datetime1">
              <a:rPr lang="en-US" smtClean="0"/>
              <a:t>11/30/2023</a:t>
            </a:fld>
            <a:endParaRPr lang="en-US" dirty="0"/>
          </a:p>
        </p:txBody>
      </p:sp>
      <p:sp>
        <p:nvSpPr>
          <p:cNvPr id="6" name="Footer Placeholder 5">
            <a:extLst>
              <a:ext uri="{FF2B5EF4-FFF2-40B4-BE49-F238E27FC236}">
                <a16:creationId xmlns:a16="http://schemas.microsoft.com/office/drawing/2014/main" id="{0E5813AE-53CB-24E9-8191-1EFA9AD97E1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7E6C257-1F63-D000-37F8-DA0BEC6B54CA}"/>
              </a:ext>
            </a:extLst>
          </p:cNvPr>
          <p:cNvSpPr>
            <a:spLocks noGrp="1"/>
          </p:cNvSpPr>
          <p:nvPr>
            <p:ph type="sldNum" sz="quarter" idx="12"/>
          </p:nvPr>
        </p:nvSpPr>
        <p:spPr/>
        <p:txBody>
          <a:bodyPr/>
          <a:lstStyle/>
          <a:p>
            <a:fld id="{0F897CD2-57D8-4610-8E64-C03C1E4E4E05}" type="slidenum">
              <a:rPr lang="en-US" smtClean="0"/>
              <a:t>‹#›</a:t>
            </a:fld>
            <a:endParaRPr lang="en-US" dirty="0"/>
          </a:p>
        </p:txBody>
      </p:sp>
    </p:spTree>
    <p:extLst>
      <p:ext uri="{BB962C8B-B14F-4D97-AF65-F5344CB8AC3E}">
        <p14:creationId xmlns:p14="http://schemas.microsoft.com/office/powerpoint/2010/main" val="32749887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87DDC-0F0E-9522-437E-2A2CC660795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7337D74-D1BB-ED6F-EF4B-A1BA79BCCD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9ACBBD-99DB-5C5E-55DD-44E8A07E917E}"/>
              </a:ext>
            </a:extLst>
          </p:cNvPr>
          <p:cNvSpPr>
            <a:spLocks noGrp="1"/>
          </p:cNvSpPr>
          <p:nvPr>
            <p:ph type="dt" sz="half" idx="10"/>
          </p:nvPr>
        </p:nvSpPr>
        <p:spPr/>
        <p:txBody>
          <a:bodyPr/>
          <a:lstStyle/>
          <a:p>
            <a:fld id="{60E279C3-ED68-4726-B10E-5F23A0CF2936}" type="datetime1">
              <a:rPr lang="en-US" smtClean="0"/>
              <a:t>11/30/2023</a:t>
            </a:fld>
            <a:endParaRPr lang="en-US" dirty="0"/>
          </a:p>
        </p:txBody>
      </p:sp>
      <p:sp>
        <p:nvSpPr>
          <p:cNvPr id="5" name="Footer Placeholder 4">
            <a:extLst>
              <a:ext uri="{FF2B5EF4-FFF2-40B4-BE49-F238E27FC236}">
                <a16:creationId xmlns:a16="http://schemas.microsoft.com/office/drawing/2014/main" id="{AE4BB421-D1E1-08EF-7BE1-6CD5D2C37E4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77FBDD5-046D-E3DF-9F1F-05BF67E3D750}"/>
              </a:ext>
            </a:extLst>
          </p:cNvPr>
          <p:cNvSpPr>
            <a:spLocks noGrp="1"/>
          </p:cNvSpPr>
          <p:nvPr>
            <p:ph type="sldNum" sz="quarter" idx="12"/>
          </p:nvPr>
        </p:nvSpPr>
        <p:spPr/>
        <p:txBody>
          <a:bodyPr/>
          <a:lstStyle/>
          <a:p>
            <a:fld id="{0F897CD2-57D8-4610-8E64-C03C1E4E4E05}" type="slidenum">
              <a:rPr lang="en-US" smtClean="0"/>
              <a:t>‹#›</a:t>
            </a:fld>
            <a:endParaRPr lang="en-US" dirty="0"/>
          </a:p>
        </p:txBody>
      </p:sp>
    </p:spTree>
    <p:extLst>
      <p:ext uri="{BB962C8B-B14F-4D97-AF65-F5344CB8AC3E}">
        <p14:creationId xmlns:p14="http://schemas.microsoft.com/office/powerpoint/2010/main" val="32796249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7C86933-E60C-3FB9-94AB-AC71AC1FBA7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F752F69-A067-EE10-C251-D8CA81B3FC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18B7E6-93BF-D1AE-9E4D-422C731623D0}"/>
              </a:ext>
            </a:extLst>
          </p:cNvPr>
          <p:cNvSpPr>
            <a:spLocks noGrp="1"/>
          </p:cNvSpPr>
          <p:nvPr>
            <p:ph type="dt" sz="half" idx="10"/>
          </p:nvPr>
        </p:nvSpPr>
        <p:spPr/>
        <p:txBody>
          <a:bodyPr/>
          <a:lstStyle/>
          <a:p>
            <a:fld id="{043037C8-9A98-418B-97E1-0E2A9ECDBB96}" type="datetime1">
              <a:rPr lang="en-US" smtClean="0"/>
              <a:t>11/30/2023</a:t>
            </a:fld>
            <a:endParaRPr lang="en-US" dirty="0"/>
          </a:p>
        </p:txBody>
      </p:sp>
      <p:sp>
        <p:nvSpPr>
          <p:cNvPr id="5" name="Footer Placeholder 4">
            <a:extLst>
              <a:ext uri="{FF2B5EF4-FFF2-40B4-BE49-F238E27FC236}">
                <a16:creationId xmlns:a16="http://schemas.microsoft.com/office/drawing/2014/main" id="{5A9B4CF0-BE7F-7535-DCE3-21DD4F18944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7A0E431-208B-EBC1-DBF2-7AF5B1FF964F}"/>
              </a:ext>
            </a:extLst>
          </p:cNvPr>
          <p:cNvSpPr>
            <a:spLocks noGrp="1"/>
          </p:cNvSpPr>
          <p:nvPr>
            <p:ph type="sldNum" sz="quarter" idx="12"/>
          </p:nvPr>
        </p:nvSpPr>
        <p:spPr/>
        <p:txBody>
          <a:bodyPr/>
          <a:lstStyle/>
          <a:p>
            <a:fld id="{0F897CD2-57D8-4610-8E64-C03C1E4E4E05}" type="slidenum">
              <a:rPr lang="en-US" smtClean="0"/>
              <a:t>‹#›</a:t>
            </a:fld>
            <a:endParaRPr lang="en-US" dirty="0"/>
          </a:p>
        </p:txBody>
      </p:sp>
    </p:spTree>
    <p:extLst>
      <p:ext uri="{BB962C8B-B14F-4D97-AF65-F5344CB8AC3E}">
        <p14:creationId xmlns:p14="http://schemas.microsoft.com/office/powerpoint/2010/main" val="21888195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D0E485-9EEF-FC33-4E2D-3788F4F22B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720CADC-95B6-AB9A-E5C1-D19BFF2EED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B611D7-9C35-451E-3FDF-E0D865DADF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127FB3-3DF3-408B-8AFD-809D73029F6D}" type="datetime1">
              <a:rPr lang="en-US" smtClean="0"/>
              <a:t>11/30/2023</a:t>
            </a:fld>
            <a:endParaRPr lang="en-US" dirty="0"/>
          </a:p>
        </p:txBody>
      </p:sp>
      <p:sp>
        <p:nvSpPr>
          <p:cNvPr id="5" name="Footer Placeholder 4">
            <a:extLst>
              <a:ext uri="{FF2B5EF4-FFF2-40B4-BE49-F238E27FC236}">
                <a16:creationId xmlns:a16="http://schemas.microsoft.com/office/drawing/2014/main" id="{97179401-0A5F-3D41-E7FF-9D7A9973F7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AAD15731-26A3-E08D-F38F-0A70E26513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897CD2-57D8-4610-8E64-C03C1E4E4E05}" type="slidenum">
              <a:rPr lang="en-US" smtClean="0"/>
              <a:t>‹#›</a:t>
            </a:fld>
            <a:endParaRPr lang="en-US" dirty="0"/>
          </a:p>
        </p:txBody>
      </p:sp>
    </p:spTree>
    <p:extLst>
      <p:ext uri="{BB962C8B-B14F-4D97-AF65-F5344CB8AC3E}">
        <p14:creationId xmlns:p14="http://schemas.microsoft.com/office/powerpoint/2010/main" val="4693179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emf"/><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emf"/><Relationship Id="rId1" Type="http://schemas.openxmlformats.org/officeDocument/2006/relationships/slideLayout" Target="../slideLayouts/slideLayout1.xml"/><Relationship Id="rId5" Type="http://schemas.openxmlformats.org/officeDocument/2006/relationships/image" Target="../media/image14.jpg"/><Relationship Id="rId4" Type="http://schemas.openxmlformats.org/officeDocument/2006/relationships/image" Target="../media/image13.jpg"/></Relationships>
</file>

<file path=ppt/slides/_rels/slide4.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1.emf"/><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1.emf"/><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1.emf"/><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1.emf"/><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1.emf"/><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1.emf"/><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1.emf"/><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1.emf"/><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1.emf"/><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1.emf"/><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1.emf"/><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1.emf"/><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1.emf"/><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1.emf"/><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1.emf"/><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1.emf"/><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1.emf"/><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1.emf"/><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1.emf"/><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1.emf"/><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hyperlink" Target="https://www.google.com/nonprofits/resources/how-to-guide/googleanalytics/" TargetMode="External"/><Relationship Id="rId2" Type="http://schemas.openxmlformats.org/officeDocument/2006/relationships/image" Target="../media/image11.emf"/><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1.emf"/><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1.emf"/><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0.emf"/></Relationships>
</file>

<file path=ppt/slides/_rels/slide42.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AC53814-60A6-3F04-AC18-8325F79A4756}"/>
              </a:ext>
            </a:extLst>
          </p:cNvPr>
          <p:cNvSpPr txBox="1"/>
          <p:nvPr/>
        </p:nvSpPr>
        <p:spPr>
          <a:xfrm>
            <a:off x="1684037" y="955587"/>
            <a:ext cx="8823925" cy="2308324"/>
          </a:xfrm>
          <a:prstGeom prst="rect">
            <a:avLst/>
          </a:prstGeom>
          <a:noFill/>
        </p:spPr>
        <p:txBody>
          <a:bodyPr wrap="square" rtlCol="0">
            <a:spAutoFit/>
          </a:bodyPr>
          <a:lstStyle/>
          <a:p>
            <a:pPr algn="ctr">
              <a:spcAft>
                <a:spcPts val="1200"/>
              </a:spcAft>
            </a:pPr>
            <a:r>
              <a:rPr lang="en-US" sz="7200" dirty="0">
                <a:solidFill>
                  <a:srgbClr val="252260"/>
                </a:solidFill>
                <a:latin typeface="Century Gothic" panose="020B0502020202020204" pitchFamily="34" charset="0"/>
              </a:rPr>
              <a:t>Key Performance Indicators</a:t>
            </a:r>
          </a:p>
        </p:txBody>
      </p:sp>
      <p:sp>
        <p:nvSpPr>
          <p:cNvPr id="6" name="Rectangle 5">
            <a:extLst>
              <a:ext uri="{FF2B5EF4-FFF2-40B4-BE49-F238E27FC236}">
                <a16:creationId xmlns:a16="http://schemas.microsoft.com/office/drawing/2014/main" id="{802A3DE1-D38D-7781-63F7-40709FE8BC5C}"/>
              </a:ext>
            </a:extLst>
          </p:cNvPr>
          <p:cNvSpPr/>
          <p:nvPr/>
        </p:nvSpPr>
        <p:spPr>
          <a:xfrm>
            <a:off x="0" y="0"/>
            <a:ext cx="12192000" cy="540793"/>
          </a:xfrm>
          <a:prstGeom prst="rect">
            <a:avLst/>
          </a:prstGeom>
          <a:solidFill>
            <a:srgbClr val="2522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descr="A picture containing font, graphics, logo&#10;&#10;Description automatically generated">
            <a:extLst>
              <a:ext uri="{FF2B5EF4-FFF2-40B4-BE49-F238E27FC236}">
                <a16:creationId xmlns:a16="http://schemas.microsoft.com/office/drawing/2014/main" id="{4EA8E8F1-228F-9D45-52BB-DAF4D6E64E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68284" y="4394308"/>
            <a:ext cx="4455432" cy="747213"/>
          </a:xfrm>
          <a:prstGeom prst="rect">
            <a:avLst/>
          </a:prstGeom>
        </p:spPr>
      </p:pic>
      <p:sp>
        <p:nvSpPr>
          <p:cNvPr id="9" name="Rectangle 24">
            <a:extLst>
              <a:ext uri="{FF2B5EF4-FFF2-40B4-BE49-F238E27FC236}">
                <a16:creationId xmlns:a16="http://schemas.microsoft.com/office/drawing/2014/main" id="{8B449EE2-4CE6-133B-5AF6-EAD6A70DDFC9}"/>
              </a:ext>
            </a:extLst>
          </p:cNvPr>
          <p:cNvSpPr/>
          <p:nvPr/>
        </p:nvSpPr>
        <p:spPr>
          <a:xfrm>
            <a:off x="0" y="6078070"/>
            <a:ext cx="12192000" cy="779929"/>
          </a:xfrm>
          <a:custGeom>
            <a:avLst/>
            <a:gdLst>
              <a:gd name="connsiteX0" fmla="*/ 0 w 12876028"/>
              <a:gd name="connsiteY0" fmla="*/ 0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0 h 1662721"/>
              <a:gd name="connsiteX0" fmla="*/ 0 w 12876028"/>
              <a:gd name="connsiteY0" fmla="*/ 893135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893135 h 1662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6028" h="1662721">
                <a:moveTo>
                  <a:pt x="0" y="893135"/>
                </a:moveTo>
                <a:lnTo>
                  <a:pt x="12876028" y="0"/>
                </a:lnTo>
                <a:lnTo>
                  <a:pt x="12876028" y="1662721"/>
                </a:lnTo>
                <a:lnTo>
                  <a:pt x="0" y="1662721"/>
                </a:lnTo>
                <a:lnTo>
                  <a:pt x="0" y="893135"/>
                </a:lnTo>
                <a:close/>
              </a:path>
            </a:pathLst>
          </a:custGeom>
          <a:solidFill>
            <a:srgbClr val="DD4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CAAB3171-DEE8-A8CC-306D-A245B6F46AAD}"/>
              </a:ext>
            </a:extLst>
          </p:cNvPr>
          <p:cNvSpPr txBox="1"/>
          <p:nvPr/>
        </p:nvSpPr>
        <p:spPr>
          <a:xfrm>
            <a:off x="3200400" y="5152213"/>
            <a:ext cx="5791200" cy="830997"/>
          </a:xfrm>
          <a:prstGeom prst="rect">
            <a:avLst/>
          </a:prstGeom>
          <a:noFill/>
        </p:spPr>
        <p:txBody>
          <a:bodyPr wrap="square" rtlCol="0">
            <a:spAutoFit/>
          </a:bodyPr>
          <a:lstStyle/>
          <a:p>
            <a:pPr algn="ctr"/>
            <a:r>
              <a:rPr lang="en-US" sz="2400" dirty="0">
                <a:solidFill>
                  <a:srgbClr val="252260"/>
                </a:solidFill>
                <a:latin typeface="Century Gothic" panose="020B0502020202020204" pitchFamily="34" charset="0"/>
              </a:rPr>
              <a:t>Presented by Kimberly Perron, MBA</a:t>
            </a:r>
          </a:p>
          <a:p>
            <a:pPr algn="ctr"/>
            <a:r>
              <a:rPr lang="en-US" sz="2400" dirty="0">
                <a:solidFill>
                  <a:srgbClr val="252260"/>
                </a:solidFill>
                <a:latin typeface="Century Gothic" panose="020B0502020202020204" pitchFamily="34" charset="0"/>
              </a:rPr>
              <a:t>Customer Success Instructor</a:t>
            </a:r>
          </a:p>
        </p:txBody>
      </p:sp>
      <p:sp>
        <p:nvSpPr>
          <p:cNvPr id="2" name="Slide Number Placeholder 1">
            <a:extLst>
              <a:ext uri="{FF2B5EF4-FFF2-40B4-BE49-F238E27FC236}">
                <a16:creationId xmlns:a16="http://schemas.microsoft.com/office/drawing/2014/main" id="{3903855C-3FEB-149D-471F-44BFC61022AD}"/>
              </a:ext>
            </a:extLst>
          </p:cNvPr>
          <p:cNvSpPr>
            <a:spLocks noGrp="1"/>
          </p:cNvSpPr>
          <p:nvPr>
            <p:ph type="sldNum" sz="quarter" idx="12"/>
          </p:nvPr>
        </p:nvSpPr>
        <p:spPr>
          <a:xfrm>
            <a:off x="-1" y="6492874"/>
            <a:ext cx="537883" cy="365125"/>
          </a:xfrm>
        </p:spPr>
        <p:txBody>
          <a:bodyPr/>
          <a:lstStyle/>
          <a:p>
            <a:fld id="{0F897CD2-57D8-4610-8E64-C03C1E4E4E05}" type="slidenum">
              <a:rPr lang="en-US" sz="2000" b="1" smtClean="0">
                <a:solidFill>
                  <a:schemeClr val="bg1"/>
                </a:solidFill>
                <a:latin typeface="Century Gothic" panose="020B0502020202020204" pitchFamily="34" charset="0"/>
              </a:rPr>
              <a:pPr/>
              <a:t>1</a:t>
            </a:fld>
            <a:endParaRPr lang="en-US" sz="2000" b="1" dirty="0">
              <a:solidFill>
                <a:schemeClr val="bg1"/>
              </a:solidFill>
              <a:latin typeface="Century Gothic" panose="020B0502020202020204" pitchFamily="34" charset="0"/>
            </a:endParaRPr>
          </a:p>
        </p:txBody>
      </p:sp>
    </p:spTree>
    <p:extLst>
      <p:ext uri="{BB962C8B-B14F-4D97-AF65-F5344CB8AC3E}">
        <p14:creationId xmlns:p14="http://schemas.microsoft.com/office/powerpoint/2010/main" val="6554972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picture containing icon&#10;&#10;Description automatically generated">
            <a:extLst>
              <a:ext uri="{FF2B5EF4-FFF2-40B4-BE49-F238E27FC236}">
                <a16:creationId xmlns:a16="http://schemas.microsoft.com/office/drawing/2014/main" id="{E5CF60B0-58B9-3493-DD8C-0B943C3A949B}"/>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20957" y="482487"/>
            <a:ext cx="2408604" cy="2202547"/>
          </a:xfrm>
          <a:prstGeom prst="rect">
            <a:avLst/>
          </a:prstGeom>
        </p:spPr>
      </p:pic>
      <p:pic>
        <p:nvPicPr>
          <p:cNvPr id="11" name="Picture 10" descr="Shape, arrow">
            <a:extLst>
              <a:ext uri="{FF2B5EF4-FFF2-40B4-BE49-F238E27FC236}">
                <a16:creationId xmlns:a16="http://schemas.microsoft.com/office/drawing/2014/main" id="{7E4DB932-E242-6477-1D88-E44CFAF570B6}"/>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2980101" y="190544"/>
            <a:ext cx="2433499" cy="2671596"/>
          </a:xfrm>
          <a:prstGeom prst="rect">
            <a:avLst/>
          </a:prstGeom>
        </p:spPr>
      </p:pic>
      <p:pic>
        <p:nvPicPr>
          <p:cNvPr id="13" name="Picture 12" descr="A picture containing text, businesscard&#10;&#10;Description automatically generated">
            <a:extLst>
              <a:ext uri="{FF2B5EF4-FFF2-40B4-BE49-F238E27FC236}">
                <a16:creationId xmlns:a16="http://schemas.microsoft.com/office/drawing/2014/main" id="{F56B8219-4C44-99F1-6E38-CCF7694BC80D}"/>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20957" y="3347326"/>
            <a:ext cx="2657947" cy="2657947"/>
          </a:xfrm>
          <a:prstGeom prst="rect">
            <a:avLst/>
          </a:prstGeom>
        </p:spPr>
      </p:pic>
      <p:pic>
        <p:nvPicPr>
          <p:cNvPr id="15" name="Picture 14" descr="Logo&#10;&#10;Description automatically generated">
            <a:extLst>
              <a:ext uri="{FF2B5EF4-FFF2-40B4-BE49-F238E27FC236}">
                <a16:creationId xmlns:a16="http://schemas.microsoft.com/office/drawing/2014/main" id="{647CD0B1-82B8-0202-3131-603B946FE229}"/>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5845015" y="323984"/>
            <a:ext cx="2220058" cy="2272144"/>
          </a:xfrm>
          <a:prstGeom prst="rect">
            <a:avLst/>
          </a:prstGeom>
        </p:spPr>
      </p:pic>
      <p:pic>
        <p:nvPicPr>
          <p:cNvPr id="21" name="Picture 20" descr="Logo, company name">
            <a:extLst>
              <a:ext uri="{FF2B5EF4-FFF2-40B4-BE49-F238E27FC236}">
                <a16:creationId xmlns:a16="http://schemas.microsoft.com/office/drawing/2014/main" id="{AD1BA41B-DD7E-11DA-E425-2971051344CF}"/>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9347174" y="426943"/>
            <a:ext cx="2446481" cy="2446481"/>
          </a:xfrm>
          <a:prstGeom prst="rect">
            <a:avLst/>
          </a:prstGeom>
        </p:spPr>
      </p:pic>
      <p:pic>
        <p:nvPicPr>
          <p:cNvPr id="23" name="Picture 22" descr="A picture containing text&#10;&#10;Description automatically generated">
            <a:extLst>
              <a:ext uri="{FF2B5EF4-FFF2-40B4-BE49-F238E27FC236}">
                <a16:creationId xmlns:a16="http://schemas.microsoft.com/office/drawing/2014/main" id="{BED77748-F8A7-8454-CD17-C32C1302C569}"/>
              </a:ext>
            </a:extLst>
          </p:cNvPr>
          <p:cNvPicPr>
            <a:picLocks noChangeAspect="1"/>
          </p:cNvPicPr>
          <p:nvPr/>
        </p:nvPicPr>
        <p:blipFill rotWithShape="1">
          <a:blip r:embed="rId7" cstate="email">
            <a:extLst>
              <a:ext uri="{28A0092B-C50C-407E-A947-70E740481C1C}">
                <a14:useLocalDpi xmlns:a14="http://schemas.microsoft.com/office/drawing/2010/main"/>
              </a:ext>
            </a:extLst>
          </a:blip>
          <a:srcRect/>
          <a:stretch/>
        </p:blipFill>
        <p:spPr>
          <a:xfrm>
            <a:off x="7036045" y="2507749"/>
            <a:ext cx="3161662" cy="1028230"/>
          </a:xfrm>
          <a:prstGeom prst="rect">
            <a:avLst/>
          </a:prstGeom>
        </p:spPr>
      </p:pic>
      <p:pic>
        <p:nvPicPr>
          <p:cNvPr id="17" name="Picture 16" descr="A picture containing icon">
            <a:extLst>
              <a:ext uri="{FF2B5EF4-FFF2-40B4-BE49-F238E27FC236}">
                <a16:creationId xmlns:a16="http://schemas.microsoft.com/office/drawing/2014/main" id="{EF62F44A-4299-CD17-1DFB-1D080444411A}"/>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9536854" y="3461720"/>
            <a:ext cx="2307008" cy="2281840"/>
          </a:xfrm>
          <a:prstGeom prst="rect">
            <a:avLst/>
          </a:prstGeom>
        </p:spPr>
      </p:pic>
      <p:pic>
        <p:nvPicPr>
          <p:cNvPr id="19" name="Picture 18" descr="Graphical user interface">
            <a:extLst>
              <a:ext uri="{FF2B5EF4-FFF2-40B4-BE49-F238E27FC236}">
                <a16:creationId xmlns:a16="http://schemas.microsoft.com/office/drawing/2014/main" id="{1BF34E46-800E-B6A0-EFB8-D8E95AA1703A}"/>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2655146" y="3178110"/>
            <a:ext cx="2849060" cy="2849060"/>
          </a:xfrm>
          <a:prstGeom prst="rect">
            <a:avLst/>
          </a:prstGeom>
        </p:spPr>
      </p:pic>
      <p:pic>
        <p:nvPicPr>
          <p:cNvPr id="25" name="Picture 24" descr="Diagram">
            <a:extLst>
              <a:ext uri="{FF2B5EF4-FFF2-40B4-BE49-F238E27FC236}">
                <a16:creationId xmlns:a16="http://schemas.microsoft.com/office/drawing/2014/main" id="{E27B9AB4-3AE3-112E-641F-6CCE15B03EA6}"/>
              </a:ext>
            </a:extLst>
          </p:cNvPr>
          <p:cNvPicPr>
            <a:picLocks noChangeAspect="1"/>
          </p:cNvPicPr>
          <p:nvPr/>
        </p:nvPicPr>
        <p:blipFill rotWithShape="1">
          <a:blip r:embed="rId10" cstate="email">
            <a:extLst>
              <a:ext uri="{28A0092B-C50C-407E-A947-70E740481C1C}">
                <a14:useLocalDpi xmlns:a14="http://schemas.microsoft.com/office/drawing/2010/main"/>
              </a:ext>
            </a:extLst>
          </a:blip>
          <a:srcRect/>
          <a:stretch/>
        </p:blipFill>
        <p:spPr>
          <a:xfrm>
            <a:off x="5737643" y="3525433"/>
            <a:ext cx="2433499" cy="2259667"/>
          </a:xfrm>
          <a:prstGeom prst="rect">
            <a:avLst/>
          </a:prstGeom>
        </p:spPr>
      </p:pic>
      <p:grpSp>
        <p:nvGrpSpPr>
          <p:cNvPr id="16" name="Group 15">
            <a:extLst>
              <a:ext uri="{FF2B5EF4-FFF2-40B4-BE49-F238E27FC236}">
                <a16:creationId xmlns:a16="http://schemas.microsoft.com/office/drawing/2014/main" id="{150A15D4-10DD-D07C-29C9-CC07CEE417BE}"/>
              </a:ext>
            </a:extLst>
          </p:cNvPr>
          <p:cNvGrpSpPr/>
          <p:nvPr/>
        </p:nvGrpSpPr>
        <p:grpSpPr>
          <a:xfrm>
            <a:off x="0" y="5743560"/>
            <a:ext cx="12192000" cy="1147160"/>
            <a:chOff x="0" y="5710841"/>
            <a:chExt cx="12192000" cy="1147160"/>
          </a:xfrm>
        </p:grpSpPr>
        <p:sp>
          <p:nvSpPr>
            <p:cNvPr id="4" name="Rectangle 24">
              <a:extLst>
                <a:ext uri="{FF2B5EF4-FFF2-40B4-BE49-F238E27FC236}">
                  <a16:creationId xmlns:a16="http://schemas.microsoft.com/office/drawing/2014/main" id="{FDC0A2DE-309B-04DC-271C-6006EABA27D0}"/>
                </a:ext>
              </a:extLst>
            </p:cNvPr>
            <p:cNvSpPr/>
            <p:nvPr/>
          </p:nvSpPr>
          <p:spPr>
            <a:xfrm>
              <a:off x="0" y="5710841"/>
              <a:ext cx="12192000" cy="1147159"/>
            </a:xfrm>
            <a:custGeom>
              <a:avLst/>
              <a:gdLst>
                <a:gd name="connsiteX0" fmla="*/ 0 w 12876028"/>
                <a:gd name="connsiteY0" fmla="*/ 0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0 h 1662721"/>
                <a:gd name="connsiteX0" fmla="*/ 0 w 12876028"/>
                <a:gd name="connsiteY0" fmla="*/ 893135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893135 h 1662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6028" h="1662721">
                  <a:moveTo>
                    <a:pt x="0" y="893135"/>
                  </a:moveTo>
                  <a:lnTo>
                    <a:pt x="12876028" y="0"/>
                  </a:lnTo>
                  <a:lnTo>
                    <a:pt x="12876028" y="1662721"/>
                  </a:lnTo>
                  <a:lnTo>
                    <a:pt x="0" y="1662721"/>
                  </a:lnTo>
                  <a:lnTo>
                    <a:pt x="0" y="893135"/>
                  </a:lnTo>
                  <a:close/>
                </a:path>
              </a:pathLst>
            </a:custGeom>
            <a:solidFill>
              <a:srgbClr val="DD4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314EE030-C94D-E761-20B0-DC8B874A5821}"/>
                </a:ext>
              </a:extLst>
            </p:cNvPr>
            <p:cNvPicPr>
              <a:picLocks noChangeAspect="1"/>
            </p:cNvPicPr>
            <p:nvPr/>
          </p:nvPicPr>
          <p:blipFill rotWithShape="1">
            <a:blip r:embed="rId11" cstate="email">
              <a:extLst>
                <a:ext uri="{28A0092B-C50C-407E-A947-70E740481C1C}">
                  <a14:useLocalDpi xmlns:a14="http://schemas.microsoft.com/office/drawing/2010/main"/>
                </a:ext>
              </a:extLst>
            </a:blip>
            <a:srcRect t="24486" b="24288"/>
            <a:stretch/>
          </p:blipFill>
          <p:spPr>
            <a:xfrm>
              <a:off x="4667440" y="6125799"/>
              <a:ext cx="2722598" cy="732202"/>
            </a:xfrm>
            <a:prstGeom prst="rect">
              <a:avLst/>
            </a:prstGeom>
          </p:spPr>
        </p:pic>
      </p:grpSp>
      <p:sp>
        <p:nvSpPr>
          <p:cNvPr id="2" name="Slide Number Placeholder 1">
            <a:extLst>
              <a:ext uri="{FF2B5EF4-FFF2-40B4-BE49-F238E27FC236}">
                <a16:creationId xmlns:a16="http://schemas.microsoft.com/office/drawing/2014/main" id="{EE89748C-C769-68B7-4FF5-7D159FF872B9}"/>
              </a:ext>
            </a:extLst>
          </p:cNvPr>
          <p:cNvSpPr>
            <a:spLocks noGrp="1"/>
          </p:cNvSpPr>
          <p:nvPr>
            <p:ph type="sldNum" sz="quarter" idx="12"/>
          </p:nvPr>
        </p:nvSpPr>
        <p:spPr>
          <a:xfrm>
            <a:off x="0" y="6525594"/>
            <a:ext cx="510988" cy="365125"/>
          </a:xfrm>
        </p:spPr>
        <p:txBody>
          <a:bodyPr/>
          <a:lstStyle/>
          <a:p>
            <a:fld id="{06E9A400-F0B2-4775-81CA-CAECC8AB21F2}" type="slidenum">
              <a:rPr lang="en-US" sz="1600" b="1" smtClean="0">
                <a:solidFill>
                  <a:schemeClr val="bg1"/>
                </a:solidFill>
                <a:latin typeface="Century Gothic" panose="020B0502020202020204" pitchFamily="34" charset="0"/>
              </a:rPr>
              <a:t>2</a:t>
            </a:fld>
            <a:endParaRPr lang="en-US" sz="1600" b="1" dirty="0">
              <a:solidFill>
                <a:schemeClr val="bg1"/>
              </a:solidFill>
              <a:latin typeface="Century Gothic" panose="020B0502020202020204" pitchFamily="34" charset="0"/>
            </a:endParaRPr>
          </a:p>
        </p:txBody>
      </p:sp>
    </p:spTree>
    <p:extLst>
      <p:ext uri="{BB962C8B-B14F-4D97-AF65-F5344CB8AC3E}">
        <p14:creationId xmlns:p14="http://schemas.microsoft.com/office/powerpoint/2010/main" val="31610635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02A3DE1-D38D-7781-63F7-40709FE8BC5C}"/>
              </a:ext>
            </a:extLst>
          </p:cNvPr>
          <p:cNvSpPr/>
          <p:nvPr/>
        </p:nvSpPr>
        <p:spPr>
          <a:xfrm>
            <a:off x="0" y="0"/>
            <a:ext cx="12192000" cy="893560"/>
          </a:xfrm>
          <a:prstGeom prst="rect">
            <a:avLst/>
          </a:prstGeom>
          <a:solidFill>
            <a:srgbClr val="2522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24">
            <a:extLst>
              <a:ext uri="{FF2B5EF4-FFF2-40B4-BE49-F238E27FC236}">
                <a16:creationId xmlns:a16="http://schemas.microsoft.com/office/drawing/2014/main" id="{8B449EE2-4CE6-133B-5AF6-EAD6A70DDFC9}"/>
              </a:ext>
            </a:extLst>
          </p:cNvPr>
          <p:cNvSpPr/>
          <p:nvPr/>
        </p:nvSpPr>
        <p:spPr>
          <a:xfrm>
            <a:off x="0" y="6078070"/>
            <a:ext cx="12192000" cy="779929"/>
          </a:xfrm>
          <a:custGeom>
            <a:avLst/>
            <a:gdLst>
              <a:gd name="connsiteX0" fmla="*/ 0 w 12876028"/>
              <a:gd name="connsiteY0" fmla="*/ 0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0 h 1662721"/>
              <a:gd name="connsiteX0" fmla="*/ 0 w 12876028"/>
              <a:gd name="connsiteY0" fmla="*/ 893135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893135 h 1662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6028" h="1662721">
                <a:moveTo>
                  <a:pt x="0" y="893135"/>
                </a:moveTo>
                <a:lnTo>
                  <a:pt x="12876028" y="0"/>
                </a:lnTo>
                <a:lnTo>
                  <a:pt x="12876028" y="1662721"/>
                </a:lnTo>
                <a:lnTo>
                  <a:pt x="0" y="1662721"/>
                </a:lnTo>
                <a:lnTo>
                  <a:pt x="0" y="893135"/>
                </a:lnTo>
                <a:close/>
              </a:path>
            </a:pathLst>
          </a:custGeom>
          <a:solidFill>
            <a:srgbClr val="DD4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lide Number Placeholder 1">
            <a:extLst>
              <a:ext uri="{FF2B5EF4-FFF2-40B4-BE49-F238E27FC236}">
                <a16:creationId xmlns:a16="http://schemas.microsoft.com/office/drawing/2014/main" id="{3903855C-3FEB-149D-471F-44BFC61022AD}"/>
              </a:ext>
            </a:extLst>
          </p:cNvPr>
          <p:cNvSpPr>
            <a:spLocks noGrp="1"/>
          </p:cNvSpPr>
          <p:nvPr>
            <p:ph type="sldNum" sz="quarter" idx="12"/>
          </p:nvPr>
        </p:nvSpPr>
        <p:spPr>
          <a:xfrm>
            <a:off x="-1" y="6492874"/>
            <a:ext cx="537883" cy="365125"/>
          </a:xfrm>
        </p:spPr>
        <p:txBody>
          <a:bodyPr/>
          <a:lstStyle/>
          <a:p>
            <a:fld id="{0F897CD2-57D8-4610-8E64-C03C1E4E4E05}" type="slidenum">
              <a:rPr lang="en-US" sz="2000" b="1" smtClean="0">
                <a:solidFill>
                  <a:schemeClr val="bg1"/>
                </a:solidFill>
                <a:latin typeface="Century Gothic" panose="020B0502020202020204" pitchFamily="34" charset="0"/>
              </a:rPr>
              <a:pPr/>
              <a:t>3</a:t>
            </a:fld>
            <a:endParaRPr lang="en-US" sz="2000" b="1" dirty="0">
              <a:solidFill>
                <a:schemeClr val="bg1"/>
              </a:solidFill>
              <a:latin typeface="Century Gothic" panose="020B0502020202020204" pitchFamily="34" charset="0"/>
            </a:endParaRPr>
          </a:p>
        </p:txBody>
      </p:sp>
      <p:pic>
        <p:nvPicPr>
          <p:cNvPr id="3" name="Picture 2">
            <a:extLst>
              <a:ext uri="{FF2B5EF4-FFF2-40B4-BE49-F238E27FC236}">
                <a16:creationId xmlns:a16="http://schemas.microsoft.com/office/drawing/2014/main" id="{0A7545EC-7B48-EBDD-3268-910464EAE6F8}"/>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24486" b="24288"/>
          <a:stretch/>
        </p:blipFill>
        <p:spPr>
          <a:xfrm>
            <a:off x="9825318" y="6236638"/>
            <a:ext cx="2079811" cy="559334"/>
          </a:xfrm>
          <a:prstGeom prst="rect">
            <a:avLst/>
          </a:prstGeom>
        </p:spPr>
      </p:pic>
      <p:sp>
        <p:nvSpPr>
          <p:cNvPr id="5" name="TextBox 4">
            <a:extLst>
              <a:ext uri="{FF2B5EF4-FFF2-40B4-BE49-F238E27FC236}">
                <a16:creationId xmlns:a16="http://schemas.microsoft.com/office/drawing/2014/main" id="{6AC53814-60A6-3F04-AC18-8325F79A4756}"/>
              </a:ext>
            </a:extLst>
          </p:cNvPr>
          <p:cNvSpPr txBox="1"/>
          <p:nvPr/>
        </p:nvSpPr>
        <p:spPr>
          <a:xfrm>
            <a:off x="1684038" y="123614"/>
            <a:ext cx="8823925" cy="646331"/>
          </a:xfrm>
          <a:prstGeom prst="rect">
            <a:avLst/>
          </a:prstGeom>
          <a:noFill/>
        </p:spPr>
        <p:txBody>
          <a:bodyPr wrap="square" rtlCol="0">
            <a:spAutoFit/>
          </a:bodyPr>
          <a:lstStyle/>
          <a:p>
            <a:pPr algn="ctr">
              <a:spcAft>
                <a:spcPts val="1200"/>
              </a:spcAft>
            </a:pPr>
            <a:r>
              <a:rPr lang="en-US" sz="3600" dirty="0">
                <a:solidFill>
                  <a:schemeClr val="bg1"/>
                </a:solidFill>
                <a:latin typeface="Century Gothic" panose="020B0502020202020204" pitchFamily="34" charset="0"/>
              </a:rPr>
              <a:t>Key Performance Indicators</a:t>
            </a:r>
          </a:p>
        </p:txBody>
      </p:sp>
      <p:pic>
        <p:nvPicPr>
          <p:cNvPr id="12" name="Picture 11" descr="A tablet on a table with a pen and a cup of coffee&#10;&#10;Description automatically generated">
            <a:extLst>
              <a:ext uri="{FF2B5EF4-FFF2-40B4-BE49-F238E27FC236}">
                <a16:creationId xmlns:a16="http://schemas.microsoft.com/office/drawing/2014/main" id="{8C6DE2E9-82CA-1FB5-9103-7FE80C965F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02585" y="2587829"/>
            <a:ext cx="5002544" cy="3340240"/>
          </a:xfrm>
          <a:prstGeom prst="rect">
            <a:avLst/>
          </a:prstGeom>
          <a:ln>
            <a:noFill/>
          </a:ln>
          <a:effectLst>
            <a:outerShdw blurRad="292100" dist="139700" dir="2700000" algn="tl" rotWithShape="0">
              <a:srgbClr val="333333">
                <a:alpha val="65000"/>
              </a:srgbClr>
            </a:outerShdw>
          </a:effectLst>
        </p:spPr>
      </p:pic>
      <p:pic>
        <p:nvPicPr>
          <p:cNvPr id="15" name="Picture 14" descr="A close-up of a paper with graphs&#10;&#10;Description automatically generated">
            <a:extLst>
              <a:ext uri="{FF2B5EF4-FFF2-40B4-BE49-F238E27FC236}">
                <a16:creationId xmlns:a16="http://schemas.microsoft.com/office/drawing/2014/main" id="{E3421E27-2258-2CE5-F985-8F8D766D126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6261" y="3428508"/>
            <a:ext cx="3999339" cy="2649562"/>
          </a:xfrm>
          <a:prstGeom prst="rect">
            <a:avLst/>
          </a:prstGeom>
          <a:ln>
            <a:noFill/>
          </a:ln>
          <a:effectLst>
            <a:outerShdw blurRad="292100" dist="139700" dir="2700000" algn="tl" rotWithShape="0">
              <a:srgbClr val="333333">
                <a:alpha val="65000"/>
              </a:srgbClr>
            </a:outerShdw>
          </a:effectLst>
        </p:spPr>
      </p:pic>
      <p:pic>
        <p:nvPicPr>
          <p:cNvPr id="8" name="Picture 7" descr="A hand holding a tablet with a graph on it&#10;&#10;Description automatically generated">
            <a:extLst>
              <a:ext uri="{FF2B5EF4-FFF2-40B4-BE49-F238E27FC236}">
                <a16:creationId xmlns:a16="http://schemas.microsoft.com/office/drawing/2014/main" id="{728E2CB0-EF09-FBC0-B20F-83835CAB92F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79482" y="1199451"/>
            <a:ext cx="5268584" cy="351238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3310517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CBED602-B9AA-4E30-811B-082728B0E948}"/>
              </a:ext>
            </a:extLst>
          </p:cNvPr>
          <p:cNvGrpSpPr/>
          <p:nvPr/>
        </p:nvGrpSpPr>
        <p:grpSpPr>
          <a:xfrm>
            <a:off x="0" y="6078071"/>
            <a:ext cx="12192000" cy="779929"/>
            <a:chOff x="0" y="6078071"/>
            <a:chExt cx="12192000" cy="779929"/>
          </a:xfrm>
        </p:grpSpPr>
        <p:sp>
          <p:nvSpPr>
            <p:cNvPr id="3" name="Rectangle 24">
              <a:extLst>
                <a:ext uri="{FF2B5EF4-FFF2-40B4-BE49-F238E27FC236}">
                  <a16:creationId xmlns:a16="http://schemas.microsoft.com/office/drawing/2014/main" id="{C367CC84-698C-26A1-9D0F-CDAA043943DB}"/>
                </a:ext>
              </a:extLst>
            </p:cNvPr>
            <p:cNvSpPr/>
            <p:nvPr/>
          </p:nvSpPr>
          <p:spPr>
            <a:xfrm>
              <a:off x="0" y="6078071"/>
              <a:ext cx="12192000" cy="779929"/>
            </a:xfrm>
            <a:custGeom>
              <a:avLst/>
              <a:gdLst>
                <a:gd name="connsiteX0" fmla="*/ 0 w 12876028"/>
                <a:gd name="connsiteY0" fmla="*/ 0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0 h 1662721"/>
                <a:gd name="connsiteX0" fmla="*/ 0 w 12876028"/>
                <a:gd name="connsiteY0" fmla="*/ 893135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893135 h 1662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6028" h="1662721">
                  <a:moveTo>
                    <a:pt x="0" y="893135"/>
                  </a:moveTo>
                  <a:lnTo>
                    <a:pt x="12876028" y="0"/>
                  </a:lnTo>
                  <a:lnTo>
                    <a:pt x="12876028" y="1662721"/>
                  </a:lnTo>
                  <a:lnTo>
                    <a:pt x="0" y="1662721"/>
                  </a:lnTo>
                  <a:lnTo>
                    <a:pt x="0" y="893135"/>
                  </a:lnTo>
                  <a:close/>
                </a:path>
              </a:pathLst>
            </a:custGeom>
            <a:solidFill>
              <a:srgbClr val="DD4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706977B5-0C6C-A11B-E6C8-969AC985CA5D}"/>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24486" b="24288"/>
            <a:stretch/>
          </p:blipFill>
          <p:spPr>
            <a:xfrm>
              <a:off x="9825318" y="6236638"/>
              <a:ext cx="2079811" cy="559334"/>
            </a:xfrm>
            <a:prstGeom prst="rect">
              <a:avLst/>
            </a:prstGeom>
          </p:spPr>
        </p:pic>
      </p:grpSp>
      <p:sp>
        <p:nvSpPr>
          <p:cNvPr id="5" name="TextBox 4">
            <a:extLst>
              <a:ext uri="{FF2B5EF4-FFF2-40B4-BE49-F238E27FC236}">
                <a16:creationId xmlns:a16="http://schemas.microsoft.com/office/drawing/2014/main" id="{81561FA0-D1C7-AD45-AAC2-3F6D42047E16}"/>
              </a:ext>
            </a:extLst>
          </p:cNvPr>
          <p:cNvSpPr txBox="1"/>
          <p:nvPr/>
        </p:nvSpPr>
        <p:spPr>
          <a:xfrm>
            <a:off x="217543" y="1153447"/>
            <a:ext cx="11687586" cy="5047536"/>
          </a:xfrm>
          <a:prstGeom prst="rect">
            <a:avLst/>
          </a:prstGeom>
          <a:noFill/>
        </p:spPr>
        <p:txBody>
          <a:bodyPr wrap="square" rtlCol="0">
            <a:spAutoFit/>
          </a:bodyPr>
          <a:lstStyle/>
          <a:p>
            <a:pPr marL="457200">
              <a:spcAft>
                <a:spcPts val="1200"/>
              </a:spcAft>
              <a:buClr>
                <a:srgbClr val="EE4238"/>
              </a:buClr>
            </a:pPr>
            <a:r>
              <a:rPr lang="en-US" sz="2800" dirty="0">
                <a:solidFill>
                  <a:srgbClr val="252260"/>
                </a:solidFill>
                <a:latin typeface="Century Gothic" panose="020B0502020202020204" pitchFamily="34" charset="0"/>
              </a:rPr>
              <a:t>What key performance indicator(s) does your organization track?</a:t>
            </a:r>
          </a:p>
          <a:p>
            <a:pPr marL="1028700" indent="-571500">
              <a:spcAft>
                <a:spcPts val="1200"/>
              </a:spcAft>
              <a:buClr>
                <a:srgbClr val="EE4238"/>
              </a:buClr>
              <a:buFont typeface="+mj-lt"/>
              <a:buAutoNum type="arabicPeriod"/>
            </a:pPr>
            <a:r>
              <a:rPr lang="en-US" sz="2800" dirty="0">
                <a:solidFill>
                  <a:srgbClr val="252260"/>
                </a:solidFill>
                <a:latin typeface="Century Gothic" panose="020B0502020202020204" pitchFamily="34" charset="0"/>
              </a:rPr>
              <a:t>None yet, but we want to start</a:t>
            </a:r>
          </a:p>
          <a:p>
            <a:pPr marL="1028700" indent="-571500">
              <a:spcAft>
                <a:spcPts val="1200"/>
              </a:spcAft>
              <a:buClr>
                <a:srgbClr val="EE4238"/>
              </a:buClr>
              <a:buFont typeface="+mj-lt"/>
              <a:buAutoNum type="arabicPeriod"/>
            </a:pPr>
            <a:r>
              <a:rPr lang="en-US" sz="2800" dirty="0">
                <a:solidFill>
                  <a:srgbClr val="252260"/>
                </a:solidFill>
                <a:latin typeface="Century Gothic" panose="020B0502020202020204" pitchFamily="34" charset="0"/>
              </a:rPr>
              <a:t>Donor/Member retention</a:t>
            </a:r>
          </a:p>
          <a:p>
            <a:pPr marL="1028700" indent="-571500">
              <a:spcAft>
                <a:spcPts val="1200"/>
              </a:spcAft>
              <a:buClr>
                <a:srgbClr val="EE4238"/>
              </a:buClr>
              <a:buFont typeface="+mj-lt"/>
              <a:buAutoNum type="arabicPeriod"/>
            </a:pPr>
            <a:r>
              <a:rPr lang="en-US" sz="2800" dirty="0">
                <a:solidFill>
                  <a:srgbClr val="252260"/>
                </a:solidFill>
                <a:latin typeface="Century Gothic" panose="020B0502020202020204" pitchFamily="34" charset="0"/>
              </a:rPr>
              <a:t>Average gift</a:t>
            </a:r>
          </a:p>
          <a:p>
            <a:pPr marL="1028700" indent="-571500">
              <a:spcAft>
                <a:spcPts val="1200"/>
              </a:spcAft>
              <a:buClr>
                <a:srgbClr val="EE4238"/>
              </a:buClr>
              <a:buFont typeface="+mj-lt"/>
              <a:buAutoNum type="arabicPeriod"/>
            </a:pPr>
            <a:r>
              <a:rPr lang="en-US" sz="2800" dirty="0">
                <a:solidFill>
                  <a:srgbClr val="252260"/>
                </a:solidFill>
                <a:latin typeface="Century Gothic" panose="020B0502020202020204" pitchFamily="34" charset="0"/>
              </a:rPr>
              <a:t>Fundraising ROI</a:t>
            </a:r>
          </a:p>
          <a:p>
            <a:pPr marL="1028700" indent="-571500">
              <a:spcAft>
                <a:spcPts val="1200"/>
              </a:spcAft>
              <a:buClr>
                <a:srgbClr val="EE4238"/>
              </a:buClr>
              <a:buFont typeface="+mj-lt"/>
              <a:buAutoNum type="arabicPeriod"/>
            </a:pPr>
            <a:r>
              <a:rPr lang="en-US" sz="2800" dirty="0">
                <a:solidFill>
                  <a:srgbClr val="252260"/>
                </a:solidFill>
                <a:latin typeface="Century Gothic" panose="020B0502020202020204" pitchFamily="34" charset="0"/>
              </a:rPr>
              <a:t>Donor lifetime value</a:t>
            </a:r>
          </a:p>
          <a:p>
            <a:pPr marL="1028700" indent="-571500">
              <a:spcAft>
                <a:spcPts val="1200"/>
              </a:spcAft>
              <a:buClr>
                <a:srgbClr val="EE4238"/>
              </a:buClr>
              <a:buFont typeface="+mj-lt"/>
              <a:buAutoNum type="arabicPeriod"/>
            </a:pPr>
            <a:r>
              <a:rPr lang="en-US" sz="2800" dirty="0">
                <a:solidFill>
                  <a:srgbClr val="252260"/>
                </a:solidFill>
                <a:latin typeface="Century Gothic" panose="020B0502020202020204" pitchFamily="34" charset="0"/>
              </a:rPr>
              <a:t>Donor growth rate</a:t>
            </a:r>
          </a:p>
          <a:p>
            <a:pPr marL="1028700" indent="-571500">
              <a:spcAft>
                <a:spcPts val="1200"/>
              </a:spcAft>
              <a:buClr>
                <a:srgbClr val="EE4238"/>
              </a:buClr>
              <a:buFont typeface="+mj-lt"/>
              <a:buAutoNum type="arabicPeriod"/>
            </a:pPr>
            <a:r>
              <a:rPr lang="en-US" sz="2800" dirty="0">
                <a:solidFill>
                  <a:srgbClr val="252260"/>
                </a:solidFill>
                <a:latin typeface="Century Gothic" panose="020B0502020202020204" pitchFamily="34" charset="0"/>
              </a:rPr>
              <a:t>All of the above</a:t>
            </a:r>
          </a:p>
        </p:txBody>
      </p:sp>
      <p:sp>
        <p:nvSpPr>
          <p:cNvPr id="8" name="Rectangle 7">
            <a:extLst>
              <a:ext uri="{FF2B5EF4-FFF2-40B4-BE49-F238E27FC236}">
                <a16:creationId xmlns:a16="http://schemas.microsoft.com/office/drawing/2014/main" id="{94786D73-D047-34CE-2FF2-AFCCFD23A2EA}"/>
              </a:ext>
            </a:extLst>
          </p:cNvPr>
          <p:cNvSpPr/>
          <p:nvPr/>
        </p:nvSpPr>
        <p:spPr>
          <a:xfrm>
            <a:off x="0" y="0"/>
            <a:ext cx="12192000" cy="959224"/>
          </a:xfrm>
          <a:prstGeom prst="rect">
            <a:avLst/>
          </a:prstGeom>
          <a:solidFill>
            <a:srgbClr val="F181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4B6DD2AD-DD20-A6EB-4CAF-5FC2073501D5}"/>
              </a:ext>
            </a:extLst>
          </p:cNvPr>
          <p:cNvSpPr txBox="1"/>
          <p:nvPr/>
        </p:nvSpPr>
        <p:spPr>
          <a:xfrm>
            <a:off x="762000" y="125707"/>
            <a:ext cx="9592236" cy="1046440"/>
          </a:xfrm>
          <a:prstGeom prst="rect">
            <a:avLst/>
          </a:prstGeom>
          <a:noFill/>
        </p:spPr>
        <p:txBody>
          <a:bodyPr wrap="square" rtlCol="0">
            <a:spAutoFit/>
          </a:bodyPr>
          <a:lstStyle/>
          <a:p>
            <a:r>
              <a:rPr lang="en-US" sz="4400" dirty="0">
                <a:solidFill>
                  <a:schemeClr val="bg1"/>
                </a:solidFill>
                <a:latin typeface="Century Gothic" panose="020B0502020202020204" pitchFamily="34" charset="0"/>
              </a:rPr>
              <a:t>POLL</a:t>
            </a:r>
            <a:r>
              <a:rPr lang="en-US" sz="4400" dirty="0">
                <a:solidFill>
                  <a:srgbClr val="F18120"/>
                </a:solidFill>
                <a:latin typeface="Century Gothic" panose="020B0502020202020204" pitchFamily="34" charset="0"/>
              </a:rPr>
              <a:t>?</a:t>
            </a:r>
          </a:p>
          <a:p>
            <a:endParaRPr lang="en-US" dirty="0"/>
          </a:p>
        </p:txBody>
      </p:sp>
      <p:sp>
        <p:nvSpPr>
          <p:cNvPr id="6" name="Slide Number Placeholder 5">
            <a:extLst>
              <a:ext uri="{FF2B5EF4-FFF2-40B4-BE49-F238E27FC236}">
                <a16:creationId xmlns:a16="http://schemas.microsoft.com/office/drawing/2014/main" id="{499B3726-DCC4-32A3-19F7-77D173B58EC1}"/>
              </a:ext>
            </a:extLst>
          </p:cNvPr>
          <p:cNvSpPr>
            <a:spLocks noGrp="1"/>
          </p:cNvSpPr>
          <p:nvPr>
            <p:ph type="sldNum" sz="quarter" idx="12"/>
          </p:nvPr>
        </p:nvSpPr>
        <p:spPr>
          <a:xfrm>
            <a:off x="-1" y="6492875"/>
            <a:ext cx="519953" cy="365125"/>
          </a:xfrm>
        </p:spPr>
        <p:txBody>
          <a:bodyPr/>
          <a:lstStyle/>
          <a:p>
            <a:fld id="{0F897CD2-57D8-4610-8E64-C03C1E4E4E05}" type="slidenum">
              <a:rPr lang="en-US" sz="1600" b="1" smtClean="0">
                <a:solidFill>
                  <a:schemeClr val="bg1"/>
                </a:solidFill>
              </a:rPr>
              <a:t>4</a:t>
            </a:fld>
            <a:endParaRPr lang="en-US" sz="1600" b="1" dirty="0">
              <a:solidFill>
                <a:schemeClr val="bg1"/>
              </a:solidFill>
            </a:endParaRPr>
          </a:p>
        </p:txBody>
      </p:sp>
    </p:spTree>
    <p:extLst>
      <p:ext uri="{BB962C8B-B14F-4D97-AF65-F5344CB8AC3E}">
        <p14:creationId xmlns:p14="http://schemas.microsoft.com/office/powerpoint/2010/main" val="36978671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CBED602-B9AA-4E30-811B-082728B0E948}"/>
              </a:ext>
            </a:extLst>
          </p:cNvPr>
          <p:cNvGrpSpPr/>
          <p:nvPr/>
        </p:nvGrpSpPr>
        <p:grpSpPr>
          <a:xfrm>
            <a:off x="0" y="6078071"/>
            <a:ext cx="12192000" cy="779929"/>
            <a:chOff x="0" y="6078071"/>
            <a:chExt cx="12192000" cy="779929"/>
          </a:xfrm>
        </p:grpSpPr>
        <p:sp>
          <p:nvSpPr>
            <p:cNvPr id="3" name="Rectangle 24">
              <a:extLst>
                <a:ext uri="{FF2B5EF4-FFF2-40B4-BE49-F238E27FC236}">
                  <a16:creationId xmlns:a16="http://schemas.microsoft.com/office/drawing/2014/main" id="{C367CC84-698C-26A1-9D0F-CDAA043943DB}"/>
                </a:ext>
              </a:extLst>
            </p:cNvPr>
            <p:cNvSpPr/>
            <p:nvPr/>
          </p:nvSpPr>
          <p:spPr>
            <a:xfrm>
              <a:off x="0" y="6078071"/>
              <a:ext cx="12192000" cy="779929"/>
            </a:xfrm>
            <a:custGeom>
              <a:avLst/>
              <a:gdLst>
                <a:gd name="connsiteX0" fmla="*/ 0 w 12876028"/>
                <a:gd name="connsiteY0" fmla="*/ 0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0 h 1662721"/>
                <a:gd name="connsiteX0" fmla="*/ 0 w 12876028"/>
                <a:gd name="connsiteY0" fmla="*/ 893135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893135 h 1662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6028" h="1662721">
                  <a:moveTo>
                    <a:pt x="0" y="893135"/>
                  </a:moveTo>
                  <a:lnTo>
                    <a:pt x="12876028" y="0"/>
                  </a:lnTo>
                  <a:lnTo>
                    <a:pt x="12876028" y="1662721"/>
                  </a:lnTo>
                  <a:lnTo>
                    <a:pt x="0" y="1662721"/>
                  </a:lnTo>
                  <a:lnTo>
                    <a:pt x="0" y="893135"/>
                  </a:lnTo>
                  <a:close/>
                </a:path>
              </a:pathLst>
            </a:custGeom>
            <a:solidFill>
              <a:srgbClr val="DD4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706977B5-0C6C-A11B-E6C8-969AC985CA5D}"/>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24486" b="24288"/>
            <a:stretch/>
          </p:blipFill>
          <p:spPr>
            <a:xfrm>
              <a:off x="9825318" y="6236638"/>
              <a:ext cx="2079811" cy="559334"/>
            </a:xfrm>
            <a:prstGeom prst="rect">
              <a:avLst/>
            </a:prstGeom>
          </p:spPr>
        </p:pic>
      </p:grpSp>
      <p:sp>
        <p:nvSpPr>
          <p:cNvPr id="8" name="Rectangle 7">
            <a:extLst>
              <a:ext uri="{FF2B5EF4-FFF2-40B4-BE49-F238E27FC236}">
                <a16:creationId xmlns:a16="http://schemas.microsoft.com/office/drawing/2014/main" id="{94786D73-D047-34CE-2FF2-AFCCFD23A2EA}"/>
              </a:ext>
            </a:extLst>
          </p:cNvPr>
          <p:cNvSpPr/>
          <p:nvPr/>
        </p:nvSpPr>
        <p:spPr>
          <a:xfrm>
            <a:off x="0" y="0"/>
            <a:ext cx="12192000" cy="959224"/>
          </a:xfrm>
          <a:prstGeom prst="rect">
            <a:avLst/>
          </a:prstGeom>
          <a:solidFill>
            <a:srgbClr val="2522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4B6DD2AD-DD20-A6EB-4CAF-5FC2073501D5}"/>
              </a:ext>
            </a:extLst>
          </p:cNvPr>
          <p:cNvSpPr txBox="1"/>
          <p:nvPr/>
        </p:nvSpPr>
        <p:spPr>
          <a:xfrm>
            <a:off x="762000" y="125707"/>
            <a:ext cx="9592236" cy="769441"/>
          </a:xfrm>
          <a:prstGeom prst="rect">
            <a:avLst/>
          </a:prstGeom>
          <a:noFill/>
        </p:spPr>
        <p:txBody>
          <a:bodyPr wrap="square" rtlCol="0">
            <a:spAutoFit/>
          </a:bodyPr>
          <a:lstStyle/>
          <a:p>
            <a:r>
              <a:rPr lang="en-US" sz="4400" dirty="0">
                <a:solidFill>
                  <a:schemeClr val="bg1"/>
                </a:solidFill>
                <a:latin typeface="Century Gothic" panose="020B0502020202020204" pitchFamily="34" charset="0"/>
              </a:rPr>
              <a:t>KPIs – </a:t>
            </a:r>
            <a:r>
              <a:rPr lang="en-US" sz="4400" dirty="0">
                <a:solidFill>
                  <a:srgbClr val="F18120"/>
                </a:solidFill>
                <a:latin typeface="Century Gothic" panose="020B0502020202020204" pitchFamily="34" charset="0"/>
              </a:rPr>
              <a:t>Process</a:t>
            </a:r>
            <a:endParaRPr lang="en-US" dirty="0"/>
          </a:p>
        </p:txBody>
      </p:sp>
      <p:sp>
        <p:nvSpPr>
          <p:cNvPr id="6" name="Slide Number Placeholder 5">
            <a:extLst>
              <a:ext uri="{FF2B5EF4-FFF2-40B4-BE49-F238E27FC236}">
                <a16:creationId xmlns:a16="http://schemas.microsoft.com/office/drawing/2014/main" id="{704B063A-56FC-68F3-AF34-DCF071DE867F}"/>
              </a:ext>
            </a:extLst>
          </p:cNvPr>
          <p:cNvSpPr>
            <a:spLocks noGrp="1"/>
          </p:cNvSpPr>
          <p:nvPr>
            <p:ph type="sldNum" sz="quarter" idx="12"/>
          </p:nvPr>
        </p:nvSpPr>
        <p:spPr>
          <a:xfrm>
            <a:off x="-1" y="6492875"/>
            <a:ext cx="528919" cy="365125"/>
          </a:xfrm>
        </p:spPr>
        <p:txBody>
          <a:bodyPr/>
          <a:lstStyle/>
          <a:p>
            <a:fld id="{0F897CD2-57D8-4610-8E64-C03C1E4E4E05}" type="slidenum">
              <a:rPr lang="en-US" sz="1600" b="1" smtClean="0">
                <a:solidFill>
                  <a:schemeClr val="bg1"/>
                </a:solidFill>
              </a:rPr>
              <a:t>5</a:t>
            </a:fld>
            <a:endParaRPr lang="en-US" sz="1600" b="1" dirty="0">
              <a:solidFill>
                <a:schemeClr val="bg1"/>
              </a:solidFill>
            </a:endParaRPr>
          </a:p>
        </p:txBody>
      </p:sp>
      <p:sp>
        <p:nvSpPr>
          <p:cNvPr id="30" name="TextBox 29">
            <a:extLst>
              <a:ext uri="{FF2B5EF4-FFF2-40B4-BE49-F238E27FC236}">
                <a16:creationId xmlns:a16="http://schemas.microsoft.com/office/drawing/2014/main" id="{4E89018A-9A0C-19DB-0530-0351A83CD464}"/>
              </a:ext>
            </a:extLst>
          </p:cNvPr>
          <p:cNvSpPr txBox="1"/>
          <p:nvPr/>
        </p:nvSpPr>
        <p:spPr>
          <a:xfrm>
            <a:off x="286871" y="1030982"/>
            <a:ext cx="6613562" cy="5293757"/>
          </a:xfrm>
          <a:prstGeom prst="rect">
            <a:avLst/>
          </a:prstGeom>
          <a:noFill/>
        </p:spPr>
        <p:txBody>
          <a:bodyPr wrap="square" rtlCol="0">
            <a:spAutoFit/>
          </a:bodyPr>
          <a:lstStyle/>
          <a:p>
            <a:pPr marL="1028700" indent="-571500">
              <a:spcAft>
                <a:spcPts val="1200"/>
              </a:spcAft>
              <a:buClr>
                <a:srgbClr val="EE4238"/>
              </a:buClr>
              <a:buFont typeface="Arial" panose="020B0604020202020204" pitchFamily="34" charset="0"/>
              <a:buChar char="•"/>
            </a:pPr>
            <a:r>
              <a:rPr lang="en-US" sz="4800" dirty="0">
                <a:solidFill>
                  <a:srgbClr val="252260"/>
                </a:solidFill>
                <a:latin typeface="Century Gothic" panose="020B0502020202020204" pitchFamily="34" charset="0"/>
              </a:rPr>
              <a:t>Strategy</a:t>
            </a:r>
          </a:p>
          <a:p>
            <a:pPr marL="1028700" indent="-571500">
              <a:spcAft>
                <a:spcPts val="1200"/>
              </a:spcAft>
              <a:buClr>
                <a:srgbClr val="EE4238"/>
              </a:buClr>
              <a:buFont typeface="Arial" panose="020B0604020202020204" pitchFamily="34" charset="0"/>
              <a:buChar char="•"/>
            </a:pPr>
            <a:r>
              <a:rPr lang="en-US" sz="4800" dirty="0">
                <a:solidFill>
                  <a:srgbClr val="252260"/>
                </a:solidFill>
                <a:latin typeface="Century Gothic" panose="020B0502020202020204" pitchFamily="34" charset="0"/>
              </a:rPr>
              <a:t>Objective</a:t>
            </a:r>
          </a:p>
          <a:p>
            <a:pPr marL="1028700" indent="-571500">
              <a:spcAft>
                <a:spcPts val="1200"/>
              </a:spcAft>
              <a:buClr>
                <a:srgbClr val="EE4238"/>
              </a:buClr>
              <a:buFont typeface="Arial" panose="020B0604020202020204" pitchFamily="34" charset="0"/>
              <a:buChar char="•"/>
            </a:pPr>
            <a:r>
              <a:rPr lang="en-US" sz="4800" dirty="0">
                <a:solidFill>
                  <a:srgbClr val="252260"/>
                </a:solidFill>
                <a:latin typeface="Century Gothic" panose="020B0502020202020204" pitchFamily="34" charset="0"/>
              </a:rPr>
              <a:t>Measure</a:t>
            </a:r>
          </a:p>
          <a:p>
            <a:pPr marL="1028700" indent="-571500">
              <a:spcAft>
                <a:spcPts val="1200"/>
              </a:spcAft>
              <a:buClr>
                <a:srgbClr val="EE4238"/>
              </a:buClr>
              <a:buFont typeface="Arial" panose="020B0604020202020204" pitchFamily="34" charset="0"/>
              <a:buChar char="•"/>
            </a:pPr>
            <a:r>
              <a:rPr lang="en-US" sz="4800" dirty="0">
                <a:solidFill>
                  <a:srgbClr val="252260"/>
                </a:solidFill>
                <a:latin typeface="Century Gothic" panose="020B0502020202020204" pitchFamily="34" charset="0"/>
              </a:rPr>
              <a:t>Evaluate</a:t>
            </a:r>
          </a:p>
          <a:p>
            <a:pPr marL="1028700" indent="-571500">
              <a:spcAft>
                <a:spcPts val="1200"/>
              </a:spcAft>
              <a:buClr>
                <a:srgbClr val="EE4238"/>
              </a:buClr>
              <a:buFont typeface="Arial" panose="020B0604020202020204" pitchFamily="34" charset="0"/>
              <a:buChar char="•"/>
            </a:pPr>
            <a:r>
              <a:rPr lang="en-US" sz="4800" dirty="0">
                <a:solidFill>
                  <a:srgbClr val="252260"/>
                </a:solidFill>
                <a:latin typeface="Century Gothic" panose="020B0502020202020204" pitchFamily="34" charset="0"/>
              </a:rPr>
              <a:t>Optimize</a:t>
            </a:r>
          </a:p>
          <a:p>
            <a:pPr marL="1028700" indent="-571500">
              <a:spcAft>
                <a:spcPts val="1200"/>
              </a:spcAft>
              <a:buClr>
                <a:srgbClr val="EE4238"/>
              </a:buClr>
              <a:buFont typeface="Arial" panose="020B0604020202020204" pitchFamily="34" charset="0"/>
              <a:buChar char="•"/>
            </a:pPr>
            <a:r>
              <a:rPr lang="en-US" sz="4800" dirty="0">
                <a:solidFill>
                  <a:srgbClr val="252260"/>
                </a:solidFill>
                <a:latin typeface="Century Gothic" panose="020B0502020202020204" pitchFamily="34" charset="0"/>
              </a:rPr>
              <a:t>Perform</a:t>
            </a:r>
          </a:p>
        </p:txBody>
      </p:sp>
      <p:grpSp>
        <p:nvGrpSpPr>
          <p:cNvPr id="33" name="Group 32">
            <a:extLst>
              <a:ext uri="{FF2B5EF4-FFF2-40B4-BE49-F238E27FC236}">
                <a16:creationId xmlns:a16="http://schemas.microsoft.com/office/drawing/2014/main" id="{6E22612E-53C9-EAFF-C69F-9F86FED31342}"/>
              </a:ext>
            </a:extLst>
          </p:cNvPr>
          <p:cNvGrpSpPr/>
          <p:nvPr/>
        </p:nvGrpSpPr>
        <p:grpSpPr>
          <a:xfrm>
            <a:off x="4784643" y="343039"/>
            <a:ext cx="6488475" cy="5981700"/>
            <a:chOff x="5162505" y="438150"/>
            <a:chExt cx="6488475" cy="5981700"/>
          </a:xfrm>
        </p:grpSpPr>
        <p:sp>
          <p:nvSpPr>
            <p:cNvPr id="34" name="Oval 33">
              <a:extLst>
                <a:ext uri="{FF2B5EF4-FFF2-40B4-BE49-F238E27FC236}">
                  <a16:creationId xmlns:a16="http://schemas.microsoft.com/office/drawing/2014/main" id="{E6E07575-35EA-7833-1991-15797E1B747A}"/>
                </a:ext>
              </a:extLst>
            </p:cNvPr>
            <p:cNvSpPr/>
            <p:nvPr/>
          </p:nvSpPr>
          <p:spPr>
            <a:xfrm>
              <a:off x="7513320" y="2514600"/>
              <a:ext cx="1828800" cy="1828800"/>
            </a:xfrm>
            <a:prstGeom prst="ellipse">
              <a:avLst/>
            </a:prstGeom>
            <a:solidFill>
              <a:schemeClr val="accent4"/>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FEE55684-353D-1E95-AC04-26F6FAF4DFF2}"/>
                </a:ext>
              </a:extLst>
            </p:cNvPr>
            <p:cNvSpPr/>
            <p:nvPr/>
          </p:nvSpPr>
          <p:spPr>
            <a:xfrm>
              <a:off x="6797040" y="438150"/>
              <a:ext cx="1371600" cy="1371600"/>
            </a:xfrm>
            <a:prstGeom prst="ellipse">
              <a:avLst/>
            </a:prstGeom>
            <a:solidFill>
              <a:srgbClr val="C00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Oval 35">
              <a:extLst>
                <a:ext uri="{FF2B5EF4-FFF2-40B4-BE49-F238E27FC236}">
                  <a16:creationId xmlns:a16="http://schemas.microsoft.com/office/drawing/2014/main" id="{EF67DB59-B0EC-F4BC-DD46-7A3B58A40033}"/>
                </a:ext>
              </a:extLst>
            </p:cNvPr>
            <p:cNvSpPr/>
            <p:nvPr/>
          </p:nvSpPr>
          <p:spPr>
            <a:xfrm>
              <a:off x="9484360" y="930751"/>
              <a:ext cx="1371600" cy="1371600"/>
            </a:xfrm>
            <a:prstGeom prst="ellipse">
              <a:avLst/>
            </a:prstGeom>
            <a:solidFill>
              <a:srgbClr val="F1812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Oval 36">
              <a:extLst>
                <a:ext uri="{FF2B5EF4-FFF2-40B4-BE49-F238E27FC236}">
                  <a16:creationId xmlns:a16="http://schemas.microsoft.com/office/drawing/2014/main" id="{0BFDDD49-53A2-2952-9D4A-92C4AF60B87F}"/>
                </a:ext>
              </a:extLst>
            </p:cNvPr>
            <p:cNvSpPr/>
            <p:nvPr/>
          </p:nvSpPr>
          <p:spPr>
            <a:xfrm>
              <a:off x="10208260" y="3184050"/>
              <a:ext cx="1371600" cy="1371600"/>
            </a:xfrm>
            <a:prstGeom prst="ellipse">
              <a:avLst/>
            </a:prstGeom>
            <a:solidFill>
              <a:srgbClr val="00B05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Oval 37">
              <a:extLst>
                <a:ext uri="{FF2B5EF4-FFF2-40B4-BE49-F238E27FC236}">
                  <a16:creationId xmlns:a16="http://schemas.microsoft.com/office/drawing/2014/main" id="{8A7B36E1-5B5F-B6C4-2FCB-A026CD3BE378}"/>
                </a:ext>
              </a:extLst>
            </p:cNvPr>
            <p:cNvSpPr/>
            <p:nvPr/>
          </p:nvSpPr>
          <p:spPr>
            <a:xfrm>
              <a:off x="8702040" y="5048250"/>
              <a:ext cx="1371600" cy="1371600"/>
            </a:xfrm>
            <a:prstGeom prst="ellipse">
              <a:avLst/>
            </a:prstGeom>
            <a:solidFill>
              <a:srgbClr val="33CCCC"/>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Oval 38">
              <a:extLst>
                <a:ext uri="{FF2B5EF4-FFF2-40B4-BE49-F238E27FC236}">
                  <a16:creationId xmlns:a16="http://schemas.microsoft.com/office/drawing/2014/main" id="{0A1BB8B7-C724-B33F-60B6-9D1A88E33C89}"/>
                </a:ext>
              </a:extLst>
            </p:cNvPr>
            <p:cNvSpPr/>
            <p:nvPr/>
          </p:nvSpPr>
          <p:spPr>
            <a:xfrm>
              <a:off x="6060440" y="4572000"/>
              <a:ext cx="1371600" cy="1371600"/>
            </a:xfrm>
            <a:prstGeom prst="ellipse">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Oval 39">
              <a:extLst>
                <a:ext uri="{FF2B5EF4-FFF2-40B4-BE49-F238E27FC236}">
                  <a16:creationId xmlns:a16="http://schemas.microsoft.com/office/drawing/2014/main" id="{EAFD5401-3457-4565-59C6-1F513C699562}"/>
                </a:ext>
              </a:extLst>
            </p:cNvPr>
            <p:cNvSpPr/>
            <p:nvPr/>
          </p:nvSpPr>
          <p:spPr>
            <a:xfrm>
              <a:off x="5275580" y="2323465"/>
              <a:ext cx="1371600" cy="1371600"/>
            </a:xfrm>
            <a:prstGeom prst="ellipse">
              <a:avLst/>
            </a:prstGeom>
            <a:solidFill>
              <a:srgbClr val="7030A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1" name="Straight Arrow Connector 40">
              <a:extLst>
                <a:ext uri="{FF2B5EF4-FFF2-40B4-BE49-F238E27FC236}">
                  <a16:creationId xmlns:a16="http://schemas.microsoft.com/office/drawing/2014/main" id="{908FED82-5200-A7FA-FCA9-45E870641C8C}"/>
                </a:ext>
              </a:extLst>
            </p:cNvPr>
            <p:cNvCxnSpPr>
              <a:cxnSpLocks/>
            </p:cNvCxnSpPr>
            <p:nvPr/>
          </p:nvCxnSpPr>
          <p:spPr>
            <a:xfrm>
              <a:off x="7781142" y="1739798"/>
              <a:ext cx="350771" cy="830252"/>
            </a:xfrm>
            <a:prstGeom prst="straightConnector1">
              <a:avLst/>
            </a:prstGeom>
            <a:ln w="76200">
              <a:solidFill>
                <a:srgbClr val="DD4039"/>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7862CDFA-878F-F218-434F-A192772C6A92}"/>
                </a:ext>
              </a:extLst>
            </p:cNvPr>
            <p:cNvCxnSpPr>
              <a:cxnSpLocks/>
              <a:stCxn id="36" idx="3"/>
              <a:endCxn id="34" idx="7"/>
            </p:cNvCxnSpPr>
            <p:nvPr/>
          </p:nvCxnSpPr>
          <p:spPr>
            <a:xfrm flipH="1">
              <a:off x="9074298" y="2101485"/>
              <a:ext cx="610928" cy="680937"/>
            </a:xfrm>
            <a:prstGeom prst="straightConnector1">
              <a:avLst/>
            </a:prstGeom>
            <a:ln w="76200">
              <a:solidFill>
                <a:srgbClr val="F18120"/>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51B035A7-0432-1738-4D30-4AF670CA4A8A}"/>
                </a:ext>
              </a:extLst>
            </p:cNvPr>
            <p:cNvCxnSpPr>
              <a:cxnSpLocks/>
              <a:stCxn id="37" idx="2"/>
            </p:cNvCxnSpPr>
            <p:nvPr/>
          </p:nvCxnSpPr>
          <p:spPr>
            <a:xfrm flipH="1" flipV="1">
              <a:off x="9325381" y="3617306"/>
              <a:ext cx="882879" cy="252544"/>
            </a:xfrm>
            <a:prstGeom prst="straightConnector1">
              <a:avLst/>
            </a:prstGeom>
            <a:ln w="76200">
              <a:solidFill>
                <a:srgbClr val="00B050"/>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E2446230-8D2A-999E-8AEC-FAD582A348E5}"/>
                </a:ext>
              </a:extLst>
            </p:cNvPr>
            <p:cNvCxnSpPr>
              <a:cxnSpLocks/>
            </p:cNvCxnSpPr>
            <p:nvPr/>
          </p:nvCxnSpPr>
          <p:spPr>
            <a:xfrm flipH="1" flipV="1">
              <a:off x="8782322" y="4270780"/>
              <a:ext cx="396450" cy="803761"/>
            </a:xfrm>
            <a:prstGeom prst="straightConnector1">
              <a:avLst/>
            </a:prstGeom>
            <a:ln w="76200">
              <a:solidFill>
                <a:srgbClr val="33CCCC"/>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9A056BEE-F943-DDF3-526A-BE70A530B707}"/>
                </a:ext>
              </a:extLst>
            </p:cNvPr>
            <p:cNvCxnSpPr>
              <a:cxnSpLocks/>
            </p:cNvCxnSpPr>
            <p:nvPr/>
          </p:nvCxnSpPr>
          <p:spPr>
            <a:xfrm>
              <a:off x="6620624" y="3132217"/>
              <a:ext cx="921861" cy="98301"/>
            </a:xfrm>
            <a:prstGeom prst="straightConnector1">
              <a:avLst/>
            </a:prstGeom>
            <a:ln w="76200">
              <a:solidFill>
                <a:srgbClr val="7030A0"/>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316B12A7-905E-D0F7-F0DF-B84EE362BD19}"/>
                </a:ext>
              </a:extLst>
            </p:cNvPr>
            <p:cNvCxnSpPr>
              <a:cxnSpLocks/>
              <a:endCxn id="34" idx="3"/>
            </p:cNvCxnSpPr>
            <p:nvPr/>
          </p:nvCxnSpPr>
          <p:spPr>
            <a:xfrm flipV="1">
              <a:off x="7188359" y="4075578"/>
              <a:ext cx="592783" cy="670969"/>
            </a:xfrm>
            <a:prstGeom prst="straightConnector1">
              <a:avLst/>
            </a:prstGeom>
            <a:ln w="76200">
              <a:solidFill>
                <a:srgbClr val="0070C0"/>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1BFC64E6-63EB-5BF0-F0A7-4DB00CCB806A}"/>
                </a:ext>
              </a:extLst>
            </p:cNvPr>
            <p:cNvSpPr txBox="1"/>
            <p:nvPr/>
          </p:nvSpPr>
          <p:spPr>
            <a:xfrm>
              <a:off x="7725201" y="2866417"/>
              <a:ext cx="1405039" cy="1107996"/>
            </a:xfrm>
            <a:prstGeom prst="rect">
              <a:avLst/>
            </a:prstGeom>
            <a:noFill/>
          </p:spPr>
          <p:txBody>
            <a:bodyPr wrap="square" rtlCol="0">
              <a:spAutoFit/>
            </a:bodyPr>
            <a:lstStyle/>
            <a:p>
              <a:pPr algn="ctr"/>
              <a:r>
                <a:rPr lang="en-US" sz="6600" dirty="0">
                  <a:solidFill>
                    <a:schemeClr val="bg1"/>
                  </a:solidFill>
                  <a:effectLst>
                    <a:outerShdw blurRad="50800" dist="38100" dir="2700000" algn="tl" rotWithShape="0">
                      <a:prstClr val="black">
                        <a:alpha val="40000"/>
                      </a:prstClr>
                    </a:outerShdw>
                  </a:effectLst>
                  <a:latin typeface="Century Gothic" panose="020B0502020202020204" pitchFamily="34" charset="0"/>
                </a:rPr>
                <a:t>KPI</a:t>
              </a:r>
            </a:p>
          </p:txBody>
        </p:sp>
        <p:sp>
          <p:nvSpPr>
            <p:cNvPr id="48" name="TextBox 47">
              <a:extLst>
                <a:ext uri="{FF2B5EF4-FFF2-40B4-BE49-F238E27FC236}">
                  <a16:creationId xmlns:a16="http://schemas.microsoft.com/office/drawing/2014/main" id="{62DF14D2-2746-D056-F821-C87A7388B2DC}"/>
                </a:ext>
              </a:extLst>
            </p:cNvPr>
            <p:cNvSpPr txBox="1"/>
            <p:nvPr/>
          </p:nvSpPr>
          <p:spPr>
            <a:xfrm>
              <a:off x="9413240" y="1416496"/>
              <a:ext cx="1513840" cy="400110"/>
            </a:xfrm>
            <a:prstGeom prst="rect">
              <a:avLst/>
            </a:prstGeom>
            <a:noFill/>
          </p:spPr>
          <p:txBody>
            <a:bodyPr wrap="square" rtlCol="0">
              <a:spAutoFit/>
            </a:bodyPr>
            <a:lstStyle/>
            <a:p>
              <a:pPr algn="ctr"/>
              <a:r>
                <a:rPr lang="en-US" sz="2000" dirty="0">
                  <a:solidFill>
                    <a:schemeClr val="bg1"/>
                  </a:solidFill>
                  <a:effectLst>
                    <a:outerShdw blurRad="50800" dist="38100" dir="2700000" algn="tl" rotWithShape="0">
                      <a:prstClr val="black">
                        <a:alpha val="40000"/>
                      </a:prstClr>
                    </a:outerShdw>
                  </a:effectLst>
                  <a:latin typeface="Century Gothic" panose="020B0502020202020204" pitchFamily="34" charset="0"/>
                </a:rPr>
                <a:t>Objective</a:t>
              </a:r>
            </a:p>
          </p:txBody>
        </p:sp>
        <p:sp>
          <p:nvSpPr>
            <p:cNvPr id="49" name="TextBox 48">
              <a:extLst>
                <a:ext uri="{FF2B5EF4-FFF2-40B4-BE49-F238E27FC236}">
                  <a16:creationId xmlns:a16="http://schemas.microsoft.com/office/drawing/2014/main" id="{E9EF5C61-5E92-FB71-BE5F-83237835EB3B}"/>
                </a:ext>
              </a:extLst>
            </p:cNvPr>
            <p:cNvSpPr txBox="1"/>
            <p:nvPr/>
          </p:nvSpPr>
          <p:spPr>
            <a:xfrm>
              <a:off x="10137140" y="3664121"/>
              <a:ext cx="1513840" cy="400110"/>
            </a:xfrm>
            <a:prstGeom prst="rect">
              <a:avLst/>
            </a:prstGeom>
            <a:noFill/>
          </p:spPr>
          <p:txBody>
            <a:bodyPr wrap="square" rtlCol="0">
              <a:spAutoFit/>
            </a:bodyPr>
            <a:lstStyle/>
            <a:p>
              <a:pPr algn="ctr"/>
              <a:r>
                <a:rPr lang="en-US" sz="2000" dirty="0">
                  <a:solidFill>
                    <a:schemeClr val="bg1"/>
                  </a:solidFill>
                  <a:effectLst>
                    <a:outerShdw blurRad="50800" dist="38100" dir="2700000" algn="tl" rotWithShape="0">
                      <a:prstClr val="black">
                        <a:alpha val="40000"/>
                      </a:prstClr>
                    </a:outerShdw>
                  </a:effectLst>
                  <a:latin typeface="Century Gothic" panose="020B0502020202020204" pitchFamily="34" charset="0"/>
                </a:rPr>
                <a:t>Measure</a:t>
              </a:r>
            </a:p>
          </p:txBody>
        </p:sp>
        <p:sp>
          <p:nvSpPr>
            <p:cNvPr id="50" name="TextBox 49">
              <a:extLst>
                <a:ext uri="{FF2B5EF4-FFF2-40B4-BE49-F238E27FC236}">
                  <a16:creationId xmlns:a16="http://schemas.microsoft.com/office/drawing/2014/main" id="{FAEBB2D3-2AA8-6884-98ED-B88AA6A18ED0}"/>
                </a:ext>
              </a:extLst>
            </p:cNvPr>
            <p:cNvSpPr txBox="1"/>
            <p:nvPr/>
          </p:nvSpPr>
          <p:spPr>
            <a:xfrm>
              <a:off x="8656320" y="5505115"/>
              <a:ext cx="1513840" cy="400110"/>
            </a:xfrm>
            <a:prstGeom prst="rect">
              <a:avLst/>
            </a:prstGeom>
            <a:noFill/>
          </p:spPr>
          <p:txBody>
            <a:bodyPr wrap="square" rtlCol="0">
              <a:spAutoFit/>
            </a:bodyPr>
            <a:lstStyle/>
            <a:p>
              <a:pPr algn="ctr"/>
              <a:r>
                <a:rPr lang="en-US" sz="2000" dirty="0">
                  <a:solidFill>
                    <a:schemeClr val="bg1"/>
                  </a:solidFill>
                  <a:effectLst>
                    <a:outerShdw blurRad="50800" dist="38100" dir="2700000" algn="tl" rotWithShape="0">
                      <a:prstClr val="black">
                        <a:alpha val="40000"/>
                      </a:prstClr>
                    </a:outerShdw>
                  </a:effectLst>
                  <a:latin typeface="Century Gothic" panose="020B0502020202020204" pitchFamily="34" charset="0"/>
                </a:rPr>
                <a:t>Evaluate</a:t>
              </a:r>
            </a:p>
          </p:txBody>
        </p:sp>
        <p:sp>
          <p:nvSpPr>
            <p:cNvPr id="51" name="TextBox 50">
              <a:extLst>
                <a:ext uri="{FF2B5EF4-FFF2-40B4-BE49-F238E27FC236}">
                  <a16:creationId xmlns:a16="http://schemas.microsoft.com/office/drawing/2014/main" id="{95F0095D-4E00-9614-1951-E122A89BAA1C}"/>
                </a:ext>
              </a:extLst>
            </p:cNvPr>
            <p:cNvSpPr txBox="1"/>
            <p:nvPr/>
          </p:nvSpPr>
          <p:spPr>
            <a:xfrm>
              <a:off x="6000897" y="5042914"/>
              <a:ext cx="1513840" cy="400110"/>
            </a:xfrm>
            <a:prstGeom prst="rect">
              <a:avLst/>
            </a:prstGeom>
            <a:noFill/>
          </p:spPr>
          <p:txBody>
            <a:bodyPr wrap="square" rtlCol="0">
              <a:spAutoFit/>
            </a:bodyPr>
            <a:lstStyle/>
            <a:p>
              <a:pPr algn="ctr"/>
              <a:r>
                <a:rPr lang="en-US" sz="2000" dirty="0">
                  <a:solidFill>
                    <a:schemeClr val="bg1"/>
                  </a:solidFill>
                  <a:effectLst>
                    <a:outerShdw blurRad="50800" dist="38100" dir="2700000" algn="tl" rotWithShape="0">
                      <a:prstClr val="black">
                        <a:alpha val="40000"/>
                      </a:prstClr>
                    </a:outerShdw>
                  </a:effectLst>
                  <a:latin typeface="Century Gothic" panose="020B0502020202020204" pitchFamily="34" charset="0"/>
                </a:rPr>
                <a:t>Optimize</a:t>
              </a:r>
            </a:p>
          </p:txBody>
        </p:sp>
        <p:sp>
          <p:nvSpPr>
            <p:cNvPr id="52" name="TextBox 51">
              <a:extLst>
                <a:ext uri="{FF2B5EF4-FFF2-40B4-BE49-F238E27FC236}">
                  <a16:creationId xmlns:a16="http://schemas.microsoft.com/office/drawing/2014/main" id="{D2CAA364-142B-41F1-6748-28E237602256}"/>
                </a:ext>
              </a:extLst>
            </p:cNvPr>
            <p:cNvSpPr txBox="1"/>
            <p:nvPr/>
          </p:nvSpPr>
          <p:spPr>
            <a:xfrm>
              <a:off x="5162505" y="2783940"/>
              <a:ext cx="1513840" cy="400110"/>
            </a:xfrm>
            <a:prstGeom prst="rect">
              <a:avLst/>
            </a:prstGeom>
            <a:noFill/>
          </p:spPr>
          <p:txBody>
            <a:bodyPr wrap="square" rtlCol="0">
              <a:spAutoFit/>
            </a:bodyPr>
            <a:lstStyle/>
            <a:p>
              <a:pPr algn="ctr"/>
              <a:r>
                <a:rPr lang="en-US" sz="2000" dirty="0">
                  <a:solidFill>
                    <a:schemeClr val="bg1"/>
                  </a:solidFill>
                  <a:effectLst>
                    <a:outerShdw blurRad="50800" dist="38100" dir="2700000" algn="tl" rotWithShape="0">
                      <a:prstClr val="black">
                        <a:alpha val="40000"/>
                      </a:prstClr>
                    </a:outerShdw>
                  </a:effectLst>
                  <a:latin typeface="Century Gothic" panose="020B0502020202020204" pitchFamily="34" charset="0"/>
                </a:rPr>
                <a:t>Perform</a:t>
              </a:r>
            </a:p>
          </p:txBody>
        </p:sp>
        <p:sp>
          <p:nvSpPr>
            <p:cNvPr id="53" name="TextBox 52">
              <a:extLst>
                <a:ext uri="{FF2B5EF4-FFF2-40B4-BE49-F238E27FC236}">
                  <a16:creationId xmlns:a16="http://schemas.microsoft.com/office/drawing/2014/main" id="{BDC560D1-A5F0-DB3F-2D58-82ABBD13DCA7}"/>
                </a:ext>
              </a:extLst>
            </p:cNvPr>
            <p:cNvSpPr txBox="1"/>
            <p:nvPr/>
          </p:nvSpPr>
          <p:spPr>
            <a:xfrm>
              <a:off x="6725920" y="918573"/>
              <a:ext cx="1513840" cy="400110"/>
            </a:xfrm>
            <a:prstGeom prst="rect">
              <a:avLst/>
            </a:prstGeom>
            <a:noFill/>
          </p:spPr>
          <p:txBody>
            <a:bodyPr wrap="square" rtlCol="0">
              <a:spAutoFit/>
            </a:bodyPr>
            <a:lstStyle/>
            <a:p>
              <a:pPr algn="ctr"/>
              <a:r>
                <a:rPr lang="en-US" sz="2000" dirty="0">
                  <a:solidFill>
                    <a:schemeClr val="bg1"/>
                  </a:solidFill>
                  <a:effectLst>
                    <a:outerShdw blurRad="50800" dist="38100" dir="2700000" algn="tl" rotWithShape="0">
                      <a:prstClr val="black">
                        <a:alpha val="40000"/>
                      </a:prstClr>
                    </a:outerShdw>
                  </a:effectLst>
                  <a:latin typeface="Century Gothic" panose="020B0502020202020204" pitchFamily="34" charset="0"/>
                </a:rPr>
                <a:t>Strategy</a:t>
              </a:r>
            </a:p>
          </p:txBody>
        </p:sp>
      </p:grpSp>
    </p:spTree>
    <p:extLst>
      <p:ext uri="{BB962C8B-B14F-4D97-AF65-F5344CB8AC3E}">
        <p14:creationId xmlns:p14="http://schemas.microsoft.com/office/powerpoint/2010/main" val="21316967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CBED602-B9AA-4E30-811B-082728B0E948}"/>
              </a:ext>
            </a:extLst>
          </p:cNvPr>
          <p:cNvGrpSpPr/>
          <p:nvPr/>
        </p:nvGrpSpPr>
        <p:grpSpPr>
          <a:xfrm>
            <a:off x="0" y="6078071"/>
            <a:ext cx="12192000" cy="779929"/>
            <a:chOff x="0" y="6078071"/>
            <a:chExt cx="12192000" cy="779929"/>
          </a:xfrm>
        </p:grpSpPr>
        <p:sp>
          <p:nvSpPr>
            <p:cNvPr id="3" name="Rectangle 24">
              <a:extLst>
                <a:ext uri="{FF2B5EF4-FFF2-40B4-BE49-F238E27FC236}">
                  <a16:creationId xmlns:a16="http://schemas.microsoft.com/office/drawing/2014/main" id="{C367CC84-698C-26A1-9D0F-CDAA043943DB}"/>
                </a:ext>
              </a:extLst>
            </p:cNvPr>
            <p:cNvSpPr/>
            <p:nvPr/>
          </p:nvSpPr>
          <p:spPr>
            <a:xfrm>
              <a:off x="0" y="6078071"/>
              <a:ext cx="12192000" cy="779929"/>
            </a:xfrm>
            <a:custGeom>
              <a:avLst/>
              <a:gdLst>
                <a:gd name="connsiteX0" fmla="*/ 0 w 12876028"/>
                <a:gd name="connsiteY0" fmla="*/ 0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0 h 1662721"/>
                <a:gd name="connsiteX0" fmla="*/ 0 w 12876028"/>
                <a:gd name="connsiteY0" fmla="*/ 893135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893135 h 1662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6028" h="1662721">
                  <a:moveTo>
                    <a:pt x="0" y="893135"/>
                  </a:moveTo>
                  <a:lnTo>
                    <a:pt x="12876028" y="0"/>
                  </a:lnTo>
                  <a:lnTo>
                    <a:pt x="12876028" y="1662721"/>
                  </a:lnTo>
                  <a:lnTo>
                    <a:pt x="0" y="1662721"/>
                  </a:lnTo>
                  <a:lnTo>
                    <a:pt x="0" y="893135"/>
                  </a:lnTo>
                  <a:close/>
                </a:path>
              </a:pathLst>
            </a:custGeom>
            <a:solidFill>
              <a:srgbClr val="DD4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706977B5-0C6C-A11B-E6C8-969AC985CA5D}"/>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24486" b="24288"/>
            <a:stretch/>
          </p:blipFill>
          <p:spPr>
            <a:xfrm>
              <a:off x="9825318" y="6236638"/>
              <a:ext cx="2079811" cy="559334"/>
            </a:xfrm>
            <a:prstGeom prst="rect">
              <a:avLst/>
            </a:prstGeom>
          </p:spPr>
        </p:pic>
      </p:grpSp>
      <p:sp>
        <p:nvSpPr>
          <p:cNvPr id="5" name="TextBox 4">
            <a:extLst>
              <a:ext uri="{FF2B5EF4-FFF2-40B4-BE49-F238E27FC236}">
                <a16:creationId xmlns:a16="http://schemas.microsoft.com/office/drawing/2014/main" id="{81561FA0-D1C7-AD45-AAC2-3F6D42047E16}"/>
              </a:ext>
            </a:extLst>
          </p:cNvPr>
          <p:cNvSpPr txBox="1"/>
          <p:nvPr/>
        </p:nvSpPr>
        <p:spPr>
          <a:xfrm>
            <a:off x="224118" y="1374028"/>
            <a:ext cx="11144467" cy="3785652"/>
          </a:xfrm>
          <a:prstGeom prst="rect">
            <a:avLst/>
          </a:prstGeom>
          <a:noFill/>
        </p:spPr>
        <p:txBody>
          <a:bodyPr wrap="square" rtlCol="0">
            <a:spAutoFit/>
          </a:bodyPr>
          <a:lstStyle/>
          <a:p>
            <a:pPr marL="1028700" indent="-571500">
              <a:spcAft>
                <a:spcPts val="1200"/>
              </a:spcAft>
              <a:buClr>
                <a:srgbClr val="EE4238"/>
              </a:buClr>
              <a:buFont typeface="Arial" panose="020B0604020202020204" pitchFamily="34" charset="0"/>
              <a:buChar char="•"/>
            </a:pPr>
            <a:r>
              <a:rPr lang="en-US" sz="4000" dirty="0">
                <a:solidFill>
                  <a:srgbClr val="252260"/>
                </a:solidFill>
                <a:latin typeface="Century Gothic" panose="020B0502020202020204" pitchFamily="34" charset="0"/>
              </a:rPr>
              <a:t>Data driven metrics for critical activities</a:t>
            </a:r>
          </a:p>
          <a:p>
            <a:pPr marL="1028700" indent="-571500">
              <a:spcAft>
                <a:spcPts val="1200"/>
              </a:spcAft>
              <a:buClr>
                <a:srgbClr val="EE4238"/>
              </a:buClr>
              <a:buFont typeface="Arial" panose="020B0604020202020204" pitchFamily="34" charset="0"/>
              <a:buChar char="•"/>
            </a:pPr>
            <a:r>
              <a:rPr lang="en-US" sz="4000" dirty="0">
                <a:solidFill>
                  <a:srgbClr val="252260"/>
                </a:solidFill>
                <a:latin typeface="Century Gothic" panose="020B0502020202020204" pitchFamily="34" charset="0"/>
              </a:rPr>
              <a:t>Provide insights on past </a:t>
            </a:r>
          </a:p>
          <a:p>
            <a:pPr marL="1028700" indent="-571500">
              <a:spcAft>
                <a:spcPts val="1200"/>
              </a:spcAft>
              <a:buClr>
                <a:srgbClr val="EE4238"/>
              </a:buClr>
              <a:buFont typeface="Arial" panose="020B0604020202020204" pitchFamily="34" charset="0"/>
              <a:buChar char="•"/>
            </a:pPr>
            <a:r>
              <a:rPr lang="en-US" sz="4000" dirty="0">
                <a:solidFill>
                  <a:srgbClr val="252260"/>
                </a:solidFill>
                <a:latin typeface="Century Gothic" panose="020B0502020202020204" pitchFamily="34" charset="0"/>
              </a:rPr>
              <a:t>Projections for the future</a:t>
            </a:r>
          </a:p>
          <a:p>
            <a:pPr marL="1028700" indent="-571500">
              <a:spcAft>
                <a:spcPts val="1200"/>
              </a:spcAft>
              <a:buClr>
                <a:srgbClr val="EE4238"/>
              </a:buClr>
              <a:buFont typeface="Arial" panose="020B0604020202020204" pitchFamily="34" charset="0"/>
              <a:buChar char="•"/>
            </a:pPr>
            <a:r>
              <a:rPr lang="en-US" sz="4000" dirty="0">
                <a:solidFill>
                  <a:srgbClr val="252260"/>
                </a:solidFill>
                <a:latin typeface="Century Gothic" panose="020B0502020202020204" pitchFamily="34" charset="0"/>
              </a:rPr>
              <a:t>Resource allocation</a:t>
            </a:r>
          </a:p>
          <a:p>
            <a:pPr marL="1028700" indent="-571500">
              <a:spcAft>
                <a:spcPts val="1200"/>
              </a:spcAft>
              <a:buClr>
                <a:srgbClr val="EE4238"/>
              </a:buClr>
              <a:buFont typeface="Arial" panose="020B0604020202020204" pitchFamily="34" charset="0"/>
              <a:buChar char="•"/>
            </a:pPr>
            <a:r>
              <a:rPr lang="en-US" sz="4000" dirty="0">
                <a:solidFill>
                  <a:srgbClr val="252260"/>
                </a:solidFill>
                <a:latin typeface="Century Gothic" panose="020B0502020202020204" pitchFamily="34" charset="0"/>
              </a:rPr>
              <a:t>Continuous improvement</a:t>
            </a:r>
          </a:p>
        </p:txBody>
      </p:sp>
      <p:sp>
        <p:nvSpPr>
          <p:cNvPr id="8" name="Rectangle 7">
            <a:extLst>
              <a:ext uri="{FF2B5EF4-FFF2-40B4-BE49-F238E27FC236}">
                <a16:creationId xmlns:a16="http://schemas.microsoft.com/office/drawing/2014/main" id="{94786D73-D047-34CE-2FF2-AFCCFD23A2EA}"/>
              </a:ext>
            </a:extLst>
          </p:cNvPr>
          <p:cNvSpPr/>
          <p:nvPr/>
        </p:nvSpPr>
        <p:spPr>
          <a:xfrm>
            <a:off x="0" y="0"/>
            <a:ext cx="12192000" cy="959224"/>
          </a:xfrm>
          <a:prstGeom prst="rect">
            <a:avLst/>
          </a:prstGeom>
          <a:solidFill>
            <a:srgbClr val="2522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4B6DD2AD-DD20-A6EB-4CAF-5FC2073501D5}"/>
              </a:ext>
            </a:extLst>
          </p:cNvPr>
          <p:cNvSpPr txBox="1"/>
          <p:nvPr/>
        </p:nvSpPr>
        <p:spPr>
          <a:xfrm>
            <a:off x="762000" y="125707"/>
            <a:ext cx="9592236" cy="769441"/>
          </a:xfrm>
          <a:prstGeom prst="rect">
            <a:avLst/>
          </a:prstGeom>
          <a:noFill/>
        </p:spPr>
        <p:txBody>
          <a:bodyPr wrap="square" rtlCol="0">
            <a:spAutoFit/>
          </a:bodyPr>
          <a:lstStyle/>
          <a:p>
            <a:r>
              <a:rPr lang="en-US" sz="4400" dirty="0">
                <a:solidFill>
                  <a:schemeClr val="bg1"/>
                </a:solidFill>
                <a:latin typeface="Century Gothic" panose="020B0502020202020204" pitchFamily="34" charset="0"/>
              </a:rPr>
              <a:t>Key Performance Indicators</a:t>
            </a:r>
            <a:endParaRPr lang="en-US" dirty="0"/>
          </a:p>
        </p:txBody>
      </p:sp>
      <p:sp>
        <p:nvSpPr>
          <p:cNvPr id="6" name="Slide Number Placeholder 5">
            <a:extLst>
              <a:ext uri="{FF2B5EF4-FFF2-40B4-BE49-F238E27FC236}">
                <a16:creationId xmlns:a16="http://schemas.microsoft.com/office/drawing/2014/main" id="{704B063A-56FC-68F3-AF34-DCF071DE867F}"/>
              </a:ext>
            </a:extLst>
          </p:cNvPr>
          <p:cNvSpPr>
            <a:spLocks noGrp="1"/>
          </p:cNvSpPr>
          <p:nvPr>
            <p:ph type="sldNum" sz="quarter" idx="12"/>
          </p:nvPr>
        </p:nvSpPr>
        <p:spPr>
          <a:xfrm>
            <a:off x="-1" y="6492875"/>
            <a:ext cx="528919" cy="365125"/>
          </a:xfrm>
        </p:spPr>
        <p:txBody>
          <a:bodyPr/>
          <a:lstStyle/>
          <a:p>
            <a:fld id="{0F897CD2-57D8-4610-8E64-C03C1E4E4E05}" type="slidenum">
              <a:rPr lang="en-US" sz="1600" b="1" smtClean="0">
                <a:solidFill>
                  <a:schemeClr val="bg1"/>
                </a:solidFill>
              </a:rPr>
              <a:t>6</a:t>
            </a:fld>
            <a:endParaRPr lang="en-US" sz="1600" b="1" dirty="0">
              <a:solidFill>
                <a:schemeClr val="bg1"/>
              </a:solidFill>
            </a:endParaRPr>
          </a:p>
        </p:txBody>
      </p:sp>
    </p:spTree>
    <p:extLst>
      <p:ext uri="{BB962C8B-B14F-4D97-AF65-F5344CB8AC3E}">
        <p14:creationId xmlns:p14="http://schemas.microsoft.com/office/powerpoint/2010/main" val="1318125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CBED602-B9AA-4E30-811B-082728B0E948}"/>
              </a:ext>
            </a:extLst>
          </p:cNvPr>
          <p:cNvGrpSpPr/>
          <p:nvPr/>
        </p:nvGrpSpPr>
        <p:grpSpPr>
          <a:xfrm>
            <a:off x="0" y="6078071"/>
            <a:ext cx="12192000" cy="779929"/>
            <a:chOff x="0" y="6078071"/>
            <a:chExt cx="12192000" cy="779929"/>
          </a:xfrm>
        </p:grpSpPr>
        <p:sp>
          <p:nvSpPr>
            <p:cNvPr id="3" name="Rectangle 24">
              <a:extLst>
                <a:ext uri="{FF2B5EF4-FFF2-40B4-BE49-F238E27FC236}">
                  <a16:creationId xmlns:a16="http://schemas.microsoft.com/office/drawing/2014/main" id="{C367CC84-698C-26A1-9D0F-CDAA043943DB}"/>
                </a:ext>
              </a:extLst>
            </p:cNvPr>
            <p:cNvSpPr/>
            <p:nvPr/>
          </p:nvSpPr>
          <p:spPr>
            <a:xfrm>
              <a:off x="0" y="6078071"/>
              <a:ext cx="12192000" cy="779929"/>
            </a:xfrm>
            <a:custGeom>
              <a:avLst/>
              <a:gdLst>
                <a:gd name="connsiteX0" fmla="*/ 0 w 12876028"/>
                <a:gd name="connsiteY0" fmla="*/ 0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0 h 1662721"/>
                <a:gd name="connsiteX0" fmla="*/ 0 w 12876028"/>
                <a:gd name="connsiteY0" fmla="*/ 893135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893135 h 1662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6028" h="1662721">
                  <a:moveTo>
                    <a:pt x="0" y="893135"/>
                  </a:moveTo>
                  <a:lnTo>
                    <a:pt x="12876028" y="0"/>
                  </a:lnTo>
                  <a:lnTo>
                    <a:pt x="12876028" y="1662721"/>
                  </a:lnTo>
                  <a:lnTo>
                    <a:pt x="0" y="1662721"/>
                  </a:lnTo>
                  <a:lnTo>
                    <a:pt x="0" y="893135"/>
                  </a:lnTo>
                  <a:close/>
                </a:path>
              </a:pathLst>
            </a:custGeom>
            <a:solidFill>
              <a:srgbClr val="DD4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706977B5-0C6C-A11B-E6C8-969AC985CA5D}"/>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24486" b="24288"/>
            <a:stretch/>
          </p:blipFill>
          <p:spPr>
            <a:xfrm>
              <a:off x="9825318" y="6236638"/>
              <a:ext cx="2079811" cy="559334"/>
            </a:xfrm>
            <a:prstGeom prst="rect">
              <a:avLst/>
            </a:prstGeom>
          </p:spPr>
        </p:pic>
      </p:grpSp>
      <p:sp>
        <p:nvSpPr>
          <p:cNvPr id="8" name="Rectangle 7">
            <a:extLst>
              <a:ext uri="{FF2B5EF4-FFF2-40B4-BE49-F238E27FC236}">
                <a16:creationId xmlns:a16="http://schemas.microsoft.com/office/drawing/2014/main" id="{94786D73-D047-34CE-2FF2-AFCCFD23A2EA}"/>
              </a:ext>
            </a:extLst>
          </p:cNvPr>
          <p:cNvSpPr/>
          <p:nvPr/>
        </p:nvSpPr>
        <p:spPr>
          <a:xfrm>
            <a:off x="0" y="0"/>
            <a:ext cx="12192000" cy="959224"/>
          </a:xfrm>
          <a:prstGeom prst="rect">
            <a:avLst/>
          </a:prstGeom>
          <a:solidFill>
            <a:srgbClr val="2522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4B6DD2AD-DD20-A6EB-4CAF-5FC2073501D5}"/>
              </a:ext>
            </a:extLst>
          </p:cNvPr>
          <p:cNvSpPr txBox="1"/>
          <p:nvPr/>
        </p:nvSpPr>
        <p:spPr>
          <a:xfrm>
            <a:off x="761999" y="125707"/>
            <a:ext cx="10957249" cy="769441"/>
          </a:xfrm>
          <a:prstGeom prst="rect">
            <a:avLst/>
          </a:prstGeom>
          <a:noFill/>
        </p:spPr>
        <p:txBody>
          <a:bodyPr wrap="square" rtlCol="0">
            <a:spAutoFit/>
          </a:bodyPr>
          <a:lstStyle/>
          <a:p>
            <a:r>
              <a:rPr lang="en-US" sz="4400" dirty="0">
                <a:solidFill>
                  <a:schemeClr val="bg1"/>
                </a:solidFill>
                <a:latin typeface="Century Gothic" panose="020B0502020202020204" pitchFamily="34" charset="0"/>
              </a:rPr>
              <a:t>KPIs – </a:t>
            </a:r>
            <a:r>
              <a:rPr lang="en-US" sz="4400" dirty="0">
                <a:solidFill>
                  <a:srgbClr val="F18120"/>
                </a:solidFill>
                <a:latin typeface="Century Gothic" panose="020B0502020202020204" pitchFamily="34" charset="0"/>
              </a:rPr>
              <a:t>Strategy</a:t>
            </a:r>
            <a:endParaRPr lang="en-US" dirty="0"/>
          </a:p>
        </p:txBody>
      </p:sp>
      <p:sp>
        <p:nvSpPr>
          <p:cNvPr id="6" name="Slide Number Placeholder 5">
            <a:extLst>
              <a:ext uri="{FF2B5EF4-FFF2-40B4-BE49-F238E27FC236}">
                <a16:creationId xmlns:a16="http://schemas.microsoft.com/office/drawing/2014/main" id="{704B063A-56FC-68F3-AF34-DCF071DE867F}"/>
              </a:ext>
            </a:extLst>
          </p:cNvPr>
          <p:cNvSpPr>
            <a:spLocks noGrp="1"/>
          </p:cNvSpPr>
          <p:nvPr>
            <p:ph type="sldNum" sz="quarter" idx="12"/>
          </p:nvPr>
        </p:nvSpPr>
        <p:spPr>
          <a:xfrm>
            <a:off x="-1" y="6492875"/>
            <a:ext cx="528919" cy="365125"/>
          </a:xfrm>
        </p:spPr>
        <p:txBody>
          <a:bodyPr/>
          <a:lstStyle/>
          <a:p>
            <a:fld id="{0F897CD2-57D8-4610-8E64-C03C1E4E4E05}" type="slidenum">
              <a:rPr lang="en-US" sz="1600" b="1" smtClean="0">
                <a:solidFill>
                  <a:schemeClr val="bg1"/>
                </a:solidFill>
              </a:rPr>
              <a:t>7</a:t>
            </a:fld>
            <a:endParaRPr lang="en-US" sz="1600" b="1" dirty="0">
              <a:solidFill>
                <a:schemeClr val="bg1"/>
              </a:solidFill>
            </a:endParaRPr>
          </a:p>
        </p:txBody>
      </p:sp>
      <p:sp>
        <p:nvSpPr>
          <p:cNvPr id="7" name="TextBox 6">
            <a:extLst>
              <a:ext uri="{FF2B5EF4-FFF2-40B4-BE49-F238E27FC236}">
                <a16:creationId xmlns:a16="http://schemas.microsoft.com/office/drawing/2014/main" id="{BC7EDCBF-C366-CE7F-7E09-8B409A58DC1D}"/>
              </a:ext>
            </a:extLst>
          </p:cNvPr>
          <p:cNvSpPr txBox="1"/>
          <p:nvPr/>
        </p:nvSpPr>
        <p:spPr>
          <a:xfrm>
            <a:off x="224118" y="1374028"/>
            <a:ext cx="8388037" cy="3631763"/>
          </a:xfrm>
          <a:prstGeom prst="rect">
            <a:avLst/>
          </a:prstGeom>
          <a:noFill/>
        </p:spPr>
        <p:txBody>
          <a:bodyPr wrap="square" rtlCol="0">
            <a:spAutoFit/>
          </a:bodyPr>
          <a:lstStyle/>
          <a:p>
            <a:pPr marL="1028700" indent="-571500">
              <a:spcAft>
                <a:spcPts val="1200"/>
              </a:spcAft>
              <a:buClr>
                <a:srgbClr val="EE4238"/>
              </a:buClr>
              <a:buFont typeface="Arial" panose="020B0604020202020204" pitchFamily="34" charset="0"/>
              <a:buChar char="•"/>
            </a:pPr>
            <a:r>
              <a:rPr lang="en-US" sz="4000" dirty="0">
                <a:solidFill>
                  <a:srgbClr val="252260"/>
                </a:solidFill>
                <a:latin typeface="Century Gothic" panose="020B0502020202020204" pitchFamily="34" charset="0"/>
              </a:rPr>
              <a:t>Focuses on ultimate vision</a:t>
            </a:r>
          </a:p>
          <a:p>
            <a:pPr marL="1028700" indent="-571500">
              <a:spcAft>
                <a:spcPts val="1200"/>
              </a:spcAft>
              <a:buClr>
                <a:srgbClr val="EE4238"/>
              </a:buClr>
              <a:buFont typeface="Arial" panose="020B0604020202020204" pitchFamily="34" charset="0"/>
              <a:buChar char="•"/>
            </a:pPr>
            <a:r>
              <a:rPr lang="en-US" sz="4000" dirty="0">
                <a:solidFill>
                  <a:srgbClr val="252260"/>
                </a:solidFill>
                <a:latin typeface="Century Gothic" panose="020B0502020202020204" pitchFamily="34" charset="0"/>
              </a:rPr>
              <a:t>Defines priorities</a:t>
            </a:r>
          </a:p>
          <a:p>
            <a:pPr marL="1028700" indent="-571500">
              <a:spcAft>
                <a:spcPts val="1200"/>
              </a:spcAft>
              <a:buClr>
                <a:srgbClr val="EE4238"/>
              </a:buClr>
              <a:buFont typeface="Arial" panose="020B0604020202020204" pitchFamily="34" charset="0"/>
              <a:buChar char="•"/>
            </a:pPr>
            <a:r>
              <a:rPr lang="en-US" sz="4000" dirty="0">
                <a:solidFill>
                  <a:srgbClr val="252260"/>
                </a:solidFill>
                <a:latin typeface="Century Gothic" panose="020B0502020202020204" pitchFamily="34" charset="0"/>
              </a:rPr>
              <a:t>Looks at internal and external factors</a:t>
            </a:r>
          </a:p>
          <a:p>
            <a:pPr marL="1028700" indent="-571500">
              <a:spcAft>
                <a:spcPts val="1200"/>
              </a:spcAft>
              <a:buClr>
                <a:srgbClr val="EE4238"/>
              </a:buClr>
              <a:buFont typeface="Arial" panose="020B0604020202020204" pitchFamily="34" charset="0"/>
              <a:buChar char="•"/>
            </a:pPr>
            <a:r>
              <a:rPr lang="en-US" sz="4000" dirty="0">
                <a:solidFill>
                  <a:srgbClr val="252260"/>
                </a:solidFill>
                <a:latin typeface="Century Gothic" panose="020B0502020202020204" pitchFamily="34" charset="0"/>
              </a:rPr>
              <a:t>Examines the “why”</a:t>
            </a:r>
          </a:p>
        </p:txBody>
      </p:sp>
      <p:pic>
        <p:nvPicPr>
          <p:cNvPr id="10" name="Picture 9" descr="A diagram of kpi&#10;&#10;Description automatically generated">
            <a:extLst>
              <a:ext uri="{FF2B5EF4-FFF2-40B4-BE49-F238E27FC236}">
                <a16:creationId xmlns:a16="http://schemas.microsoft.com/office/drawing/2014/main" id="{C884258E-D54A-BB0F-9392-3C329604BA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59836" y="2259191"/>
            <a:ext cx="3709625" cy="3475500"/>
          </a:xfrm>
          <a:prstGeom prst="rect">
            <a:avLst/>
          </a:prstGeom>
        </p:spPr>
      </p:pic>
      <p:sp>
        <p:nvSpPr>
          <p:cNvPr id="11" name="Oval 10">
            <a:extLst>
              <a:ext uri="{FF2B5EF4-FFF2-40B4-BE49-F238E27FC236}">
                <a16:creationId xmlns:a16="http://schemas.microsoft.com/office/drawing/2014/main" id="{5E11FBDD-B1EF-38C0-2D7D-309447220F4A}"/>
              </a:ext>
            </a:extLst>
          </p:cNvPr>
          <p:cNvSpPr/>
          <p:nvPr/>
        </p:nvSpPr>
        <p:spPr>
          <a:xfrm>
            <a:off x="9071844" y="2078922"/>
            <a:ext cx="1268963" cy="1110987"/>
          </a:xfrm>
          <a:prstGeom prst="ellipse">
            <a:avLst/>
          </a:prstGeom>
          <a:noFill/>
          <a:ln w="76200">
            <a:solidFill>
              <a:srgbClr val="DD403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93154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CBED602-B9AA-4E30-811B-082728B0E948}"/>
              </a:ext>
            </a:extLst>
          </p:cNvPr>
          <p:cNvGrpSpPr/>
          <p:nvPr/>
        </p:nvGrpSpPr>
        <p:grpSpPr>
          <a:xfrm>
            <a:off x="0" y="6078071"/>
            <a:ext cx="12192000" cy="779929"/>
            <a:chOff x="0" y="6078071"/>
            <a:chExt cx="12192000" cy="779929"/>
          </a:xfrm>
        </p:grpSpPr>
        <p:sp>
          <p:nvSpPr>
            <p:cNvPr id="3" name="Rectangle 24">
              <a:extLst>
                <a:ext uri="{FF2B5EF4-FFF2-40B4-BE49-F238E27FC236}">
                  <a16:creationId xmlns:a16="http://schemas.microsoft.com/office/drawing/2014/main" id="{C367CC84-698C-26A1-9D0F-CDAA043943DB}"/>
                </a:ext>
              </a:extLst>
            </p:cNvPr>
            <p:cNvSpPr/>
            <p:nvPr/>
          </p:nvSpPr>
          <p:spPr>
            <a:xfrm>
              <a:off x="0" y="6078071"/>
              <a:ext cx="12192000" cy="779929"/>
            </a:xfrm>
            <a:custGeom>
              <a:avLst/>
              <a:gdLst>
                <a:gd name="connsiteX0" fmla="*/ 0 w 12876028"/>
                <a:gd name="connsiteY0" fmla="*/ 0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0 h 1662721"/>
                <a:gd name="connsiteX0" fmla="*/ 0 w 12876028"/>
                <a:gd name="connsiteY0" fmla="*/ 893135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893135 h 1662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6028" h="1662721">
                  <a:moveTo>
                    <a:pt x="0" y="893135"/>
                  </a:moveTo>
                  <a:lnTo>
                    <a:pt x="12876028" y="0"/>
                  </a:lnTo>
                  <a:lnTo>
                    <a:pt x="12876028" y="1662721"/>
                  </a:lnTo>
                  <a:lnTo>
                    <a:pt x="0" y="1662721"/>
                  </a:lnTo>
                  <a:lnTo>
                    <a:pt x="0" y="893135"/>
                  </a:lnTo>
                  <a:close/>
                </a:path>
              </a:pathLst>
            </a:custGeom>
            <a:solidFill>
              <a:srgbClr val="DD4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706977B5-0C6C-A11B-E6C8-969AC985CA5D}"/>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24486" b="24288"/>
            <a:stretch/>
          </p:blipFill>
          <p:spPr>
            <a:xfrm>
              <a:off x="9825318" y="6236638"/>
              <a:ext cx="2079811" cy="559334"/>
            </a:xfrm>
            <a:prstGeom prst="rect">
              <a:avLst/>
            </a:prstGeom>
          </p:spPr>
        </p:pic>
      </p:grpSp>
      <p:sp>
        <p:nvSpPr>
          <p:cNvPr id="8" name="Rectangle 7">
            <a:extLst>
              <a:ext uri="{FF2B5EF4-FFF2-40B4-BE49-F238E27FC236}">
                <a16:creationId xmlns:a16="http://schemas.microsoft.com/office/drawing/2014/main" id="{94786D73-D047-34CE-2FF2-AFCCFD23A2EA}"/>
              </a:ext>
            </a:extLst>
          </p:cNvPr>
          <p:cNvSpPr/>
          <p:nvPr/>
        </p:nvSpPr>
        <p:spPr>
          <a:xfrm>
            <a:off x="0" y="0"/>
            <a:ext cx="12192000" cy="959224"/>
          </a:xfrm>
          <a:prstGeom prst="rect">
            <a:avLst/>
          </a:prstGeom>
          <a:solidFill>
            <a:srgbClr val="2522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4B6DD2AD-DD20-A6EB-4CAF-5FC2073501D5}"/>
              </a:ext>
            </a:extLst>
          </p:cNvPr>
          <p:cNvSpPr txBox="1"/>
          <p:nvPr/>
        </p:nvSpPr>
        <p:spPr>
          <a:xfrm>
            <a:off x="761999" y="125707"/>
            <a:ext cx="10957249" cy="769441"/>
          </a:xfrm>
          <a:prstGeom prst="rect">
            <a:avLst/>
          </a:prstGeom>
          <a:noFill/>
        </p:spPr>
        <p:txBody>
          <a:bodyPr wrap="square" rtlCol="0">
            <a:spAutoFit/>
          </a:bodyPr>
          <a:lstStyle/>
          <a:p>
            <a:r>
              <a:rPr lang="en-US" sz="4400" dirty="0">
                <a:solidFill>
                  <a:schemeClr val="bg1"/>
                </a:solidFill>
                <a:latin typeface="Century Gothic" panose="020B0502020202020204" pitchFamily="34" charset="0"/>
              </a:rPr>
              <a:t>KPIs – </a:t>
            </a:r>
            <a:r>
              <a:rPr lang="en-US" sz="4400" dirty="0">
                <a:solidFill>
                  <a:srgbClr val="F18120"/>
                </a:solidFill>
                <a:latin typeface="Century Gothic" panose="020B0502020202020204" pitchFamily="34" charset="0"/>
              </a:rPr>
              <a:t>Strategy</a:t>
            </a:r>
            <a:endParaRPr lang="en-US" dirty="0"/>
          </a:p>
        </p:txBody>
      </p:sp>
      <p:sp>
        <p:nvSpPr>
          <p:cNvPr id="6" name="Slide Number Placeholder 5">
            <a:extLst>
              <a:ext uri="{FF2B5EF4-FFF2-40B4-BE49-F238E27FC236}">
                <a16:creationId xmlns:a16="http://schemas.microsoft.com/office/drawing/2014/main" id="{704B063A-56FC-68F3-AF34-DCF071DE867F}"/>
              </a:ext>
            </a:extLst>
          </p:cNvPr>
          <p:cNvSpPr>
            <a:spLocks noGrp="1"/>
          </p:cNvSpPr>
          <p:nvPr>
            <p:ph type="sldNum" sz="quarter" idx="12"/>
          </p:nvPr>
        </p:nvSpPr>
        <p:spPr>
          <a:xfrm>
            <a:off x="-1" y="6492875"/>
            <a:ext cx="528919" cy="365125"/>
          </a:xfrm>
        </p:spPr>
        <p:txBody>
          <a:bodyPr/>
          <a:lstStyle/>
          <a:p>
            <a:fld id="{0F897CD2-57D8-4610-8E64-C03C1E4E4E05}" type="slidenum">
              <a:rPr lang="en-US" sz="1600" b="1" smtClean="0">
                <a:solidFill>
                  <a:schemeClr val="bg1"/>
                </a:solidFill>
              </a:rPr>
              <a:t>8</a:t>
            </a:fld>
            <a:endParaRPr lang="en-US" sz="1600" b="1" dirty="0">
              <a:solidFill>
                <a:schemeClr val="bg1"/>
              </a:solidFill>
            </a:endParaRPr>
          </a:p>
        </p:txBody>
      </p:sp>
      <p:sp>
        <p:nvSpPr>
          <p:cNvPr id="7" name="TextBox 6">
            <a:extLst>
              <a:ext uri="{FF2B5EF4-FFF2-40B4-BE49-F238E27FC236}">
                <a16:creationId xmlns:a16="http://schemas.microsoft.com/office/drawing/2014/main" id="{BC7EDCBF-C366-CE7F-7E09-8B409A58DC1D}"/>
              </a:ext>
            </a:extLst>
          </p:cNvPr>
          <p:cNvSpPr txBox="1"/>
          <p:nvPr/>
        </p:nvSpPr>
        <p:spPr>
          <a:xfrm>
            <a:off x="224118" y="1374028"/>
            <a:ext cx="11681011" cy="4555093"/>
          </a:xfrm>
          <a:prstGeom prst="rect">
            <a:avLst/>
          </a:prstGeom>
          <a:noFill/>
        </p:spPr>
        <p:txBody>
          <a:bodyPr wrap="square" rtlCol="0">
            <a:spAutoFit/>
          </a:bodyPr>
          <a:lstStyle/>
          <a:p>
            <a:pPr marL="457200">
              <a:spcAft>
                <a:spcPts val="1200"/>
              </a:spcAft>
              <a:buClr>
                <a:srgbClr val="EE4238"/>
              </a:buClr>
            </a:pPr>
            <a:r>
              <a:rPr lang="en-US" sz="4000" dirty="0">
                <a:solidFill>
                  <a:srgbClr val="F18120"/>
                </a:solidFill>
                <a:latin typeface="Century Gothic" panose="020B0502020202020204" pitchFamily="34" charset="0"/>
              </a:rPr>
              <a:t>But what if we don’t have a formal strategy?</a:t>
            </a:r>
          </a:p>
          <a:p>
            <a:pPr marL="457200">
              <a:spcAft>
                <a:spcPts val="1200"/>
              </a:spcAft>
              <a:buClr>
                <a:srgbClr val="EE4238"/>
              </a:buClr>
            </a:pPr>
            <a:r>
              <a:rPr lang="en-US" sz="4000" dirty="0">
                <a:solidFill>
                  <a:srgbClr val="252260"/>
                </a:solidFill>
                <a:latin typeface="Century Gothic" panose="020B0502020202020204" pitchFamily="34" charset="0"/>
              </a:rPr>
              <a:t>Perform a mini-strategy analysis</a:t>
            </a:r>
          </a:p>
          <a:p>
            <a:pPr marL="1828800" indent="-571500">
              <a:spcAft>
                <a:spcPts val="1200"/>
              </a:spcAft>
              <a:buClr>
                <a:srgbClr val="EE4238"/>
              </a:buClr>
              <a:buFont typeface="Arial" panose="020B0604020202020204" pitchFamily="34" charset="0"/>
              <a:buChar char="•"/>
            </a:pPr>
            <a:r>
              <a:rPr lang="en-US" sz="4000" dirty="0">
                <a:solidFill>
                  <a:srgbClr val="252260"/>
                </a:solidFill>
                <a:latin typeface="Century Gothic" panose="020B0502020202020204" pitchFamily="34" charset="0"/>
              </a:rPr>
              <a:t>Why do we want this information?</a:t>
            </a:r>
          </a:p>
          <a:p>
            <a:pPr marL="1828800" indent="-571500">
              <a:spcAft>
                <a:spcPts val="1200"/>
              </a:spcAft>
              <a:buClr>
                <a:srgbClr val="EE4238"/>
              </a:buClr>
              <a:buFont typeface="Arial" panose="020B0604020202020204" pitchFamily="34" charset="0"/>
              <a:buChar char="•"/>
            </a:pPr>
            <a:r>
              <a:rPr lang="en-US" sz="4000" dirty="0">
                <a:solidFill>
                  <a:srgbClr val="252260"/>
                </a:solidFill>
                <a:latin typeface="Century Gothic" panose="020B0502020202020204" pitchFamily="34" charset="0"/>
              </a:rPr>
              <a:t>What is mission-critical?</a:t>
            </a:r>
          </a:p>
          <a:p>
            <a:pPr marL="1828800" indent="-571500">
              <a:spcAft>
                <a:spcPts val="1200"/>
              </a:spcAft>
              <a:buClr>
                <a:srgbClr val="EE4238"/>
              </a:buClr>
              <a:buFont typeface="Arial" panose="020B0604020202020204" pitchFamily="34" charset="0"/>
              <a:buChar char="•"/>
            </a:pPr>
            <a:r>
              <a:rPr lang="en-US" sz="4000" dirty="0">
                <a:solidFill>
                  <a:srgbClr val="252260"/>
                </a:solidFill>
                <a:latin typeface="Century Gothic" panose="020B0502020202020204" pitchFamily="34" charset="0"/>
              </a:rPr>
              <a:t>Where do we need to improve?</a:t>
            </a:r>
          </a:p>
          <a:p>
            <a:pPr marL="1828800" indent="-571500">
              <a:spcAft>
                <a:spcPts val="1200"/>
              </a:spcAft>
              <a:buClr>
                <a:srgbClr val="EE4238"/>
              </a:buClr>
              <a:buFont typeface="Arial" panose="020B0604020202020204" pitchFamily="34" charset="0"/>
              <a:buChar char="•"/>
            </a:pPr>
            <a:r>
              <a:rPr lang="en-US" sz="4000" dirty="0">
                <a:solidFill>
                  <a:srgbClr val="252260"/>
                </a:solidFill>
                <a:latin typeface="Century Gothic" panose="020B0502020202020204" pitchFamily="34" charset="0"/>
              </a:rPr>
              <a:t>How can we change?</a:t>
            </a:r>
          </a:p>
        </p:txBody>
      </p:sp>
    </p:spTree>
    <p:extLst>
      <p:ext uri="{BB962C8B-B14F-4D97-AF65-F5344CB8AC3E}">
        <p14:creationId xmlns:p14="http://schemas.microsoft.com/office/powerpoint/2010/main" val="24989150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CBED602-B9AA-4E30-811B-082728B0E948}"/>
              </a:ext>
            </a:extLst>
          </p:cNvPr>
          <p:cNvGrpSpPr/>
          <p:nvPr/>
        </p:nvGrpSpPr>
        <p:grpSpPr>
          <a:xfrm>
            <a:off x="0" y="6078071"/>
            <a:ext cx="12192000" cy="779929"/>
            <a:chOff x="0" y="6078071"/>
            <a:chExt cx="12192000" cy="779929"/>
          </a:xfrm>
        </p:grpSpPr>
        <p:sp>
          <p:nvSpPr>
            <p:cNvPr id="3" name="Rectangle 24">
              <a:extLst>
                <a:ext uri="{FF2B5EF4-FFF2-40B4-BE49-F238E27FC236}">
                  <a16:creationId xmlns:a16="http://schemas.microsoft.com/office/drawing/2014/main" id="{C367CC84-698C-26A1-9D0F-CDAA043943DB}"/>
                </a:ext>
              </a:extLst>
            </p:cNvPr>
            <p:cNvSpPr/>
            <p:nvPr/>
          </p:nvSpPr>
          <p:spPr>
            <a:xfrm>
              <a:off x="0" y="6078071"/>
              <a:ext cx="12192000" cy="779929"/>
            </a:xfrm>
            <a:custGeom>
              <a:avLst/>
              <a:gdLst>
                <a:gd name="connsiteX0" fmla="*/ 0 w 12876028"/>
                <a:gd name="connsiteY0" fmla="*/ 0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0 h 1662721"/>
                <a:gd name="connsiteX0" fmla="*/ 0 w 12876028"/>
                <a:gd name="connsiteY0" fmla="*/ 893135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893135 h 1662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6028" h="1662721">
                  <a:moveTo>
                    <a:pt x="0" y="893135"/>
                  </a:moveTo>
                  <a:lnTo>
                    <a:pt x="12876028" y="0"/>
                  </a:lnTo>
                  <a:lnTo>
                    <a:pt x="12876028" y="1662721"/>
                  </a:lnTo>
                  <a:lnTo>
                    <a:pt x="0" y="1662721"/>
                  </a:lnTo>
                  <a:lnTo>
                    <a:pt x="0" y="893135"/>
                  </a:lnTo>
                  <a:close/>
                </a:path>
              </a:pathLst>
            </a:custGeom>
            <a:solidFill>
              <a:srgbClr val="DD4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706977B5-0C6C-A11B-E6C8-969AC985CA5D}"/>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24486" b="24288"/>
            <a:stretch/>
          </p:blipFill>
          <p:spPr>
            <a:xfrm>
              <a:off x="9825318" y="6236638"/>
              <a:ext cx="2079811" cy="559334"/>
            </a:xfrm>
            <a:prstGeom prst="rect">
              <a:avLst/>
            </a:prstGeom>
          </p:spPr>
        </p:pic>
      </p:grpSp>
      <p:sp>
        <p:nvSpPr>
          <p:cNvPr id="8" name="Rectangle 7">
            <a:extLst>
              <a:ext uri="{FF2B5EF4-FFF2-40B4-BE49-F238E27FC236}">
                <a16:creationId xmlns:a16="http://schemas.microsoft.com/office/drawing/2014/main" id="{94786D73-D047-34CE-2FF2-AFCCFD23A2EA}"/>
              </a:ext>
            </a:extLst>
          </p:cNvPr>
          <p:cNvSpPr/>
          <p:nvPr/>
        </p:nvSpPr>
        <p:spPr>
          <a:xfrm>
            <a:off x="0" y="0"/>
            <a:ext cx="12192000" cy="959224"/>
          </a:xfrm>
          <a:prstGeom prst="rect">
            <a:avLst/>
          </a:prstGeom>
          <a:solidFill>
            <a:srgbClr val="2522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4B6DD2AD-DD20-A6EB-4CAF-5FC2073501D5}"/>
              </a:ext>
            </a:extLst>
          </p:cNvPr>
          <p:cNvSpPr txBox="1"/>
          <p:nvPr/>
        </p:nvSpPr>
        <p:spPr>
          <a:xfrm>
            <a:off x="761999" y="125707"/>
            <a:ext cx="10957249" cy="769441"/>
          </a:xfrm>
          <a:prstGeom prst="rect">
            <a:avLst/>
          </a:prstGeom>
          <a:noFill/>
        </p:spPr>
        <p:txBody>
          <a:bodyPr wrap="square" rtlCol="0">
            <a:spAutoFit/>
          </a:bodyPr>
          <a:lstStyle/>
          <a:p>
            <a:r>
              <a:rPr lang="en-US" sz="4400" dirty="0">
                <a:solidFill>
                  <a:schemeClr val="bg1"/>
                </a:solidFill>
                <a:latin typeface="Century Gothic" panose="020B0502020202020204" pitchFamily="34" charset="0"/>
              </a:rPr>
              <a:t>KPIs – </a:t>
            </a:r>
            <a:r>
              <a:rPr lang="en-US" sz="4400" dirty="0">
                <a:solidFill>
                  <a:srgbClr val="F18120"/>
                </a:solidFill>
                <a:latin typeface="Century Gothic" panose="020B0502020202020204" pitchFamily="34" charset="0"/>
              </a:rPr>
              <a:t>Objective</a:t>
            </a:r>
            <a:endParaRPr lang="en-US" dirty="0"/>
          </a:p>
        </p:txBody>
      </p:sp>
      <p:sp>
        <p:nvSpPr>
          <p:cNvPr id="6" name="Slide Number Placeholder 5">
            <a:extLst>
              <a:ext uri="{FF2B5EF4-FFF2-40B4-BE49-F238E27FC236}">
                <a16:creationId xmlns:a16="http://schemas.microsoft.com/office/drawing/2014/main" id="{704B063A-56FC-68F3-AF34-DCF071DE867F}"/>
              </a:ext>
            </a:extLst>
          </p:cNvPr>
          <p:cNvSpPr>
            <a:spLocks noGrp="1"/>
          </p:cNvSpPr>
          <p:nvPr>
            <p:ph type="sldNum" sz="quarter" idx="12"/>
          </p:nvPr>
        </p:nvSpPr>
        <p:spPr>
          <a:xfrm>
            <a:off x="-1" y="6492875"/>
            <a:ext cx="528919" cy="365125"/>
          </a:xfrm>
        </p:spPr>
        <p:txBody>
          <a:bodyPr/>
          <a:lstStyle/>
          <a:p>
            <a:fld id="{0F897CD2-57D8-4610-8E64-C03C1E4E4E05}" type="slidenum">
              <a:rPr lang="en-US" sz="1600" b="1" smtClean="0">
                <a:solidFill>
                  <a:schemeClr val="bg1"/>
                </a:solidFill>
              </a:rPr>
              <a:t>9</a:t>
            </a:fld>
            <a:endParaRPr lang="en-US" sz="1600" b="1" dirty="0">
              <a:solidFill>
                <a:schemeClr val="bg1"/>
              </a:solidFill>
            </a:endParaRPr>
          </a:p>
        </p:txBody>
      </p:sp>
      <p:sp>
        <p:nvSpPr>
          <p:cNvPr id="5" name="TextBox 4">
            <a:extLst>
              <a:ext uri="{FF2B5EF4-FFF2-40B4-BE49-F238E27FC236}">
                <a16:creationId xmlns:a16="http://schemas.microsoft.com/office/drawing/2014/main" id="{D9CE5185-502C-0CF0-A695-B0683875B0B4}"/>
              </a:ext>
            </a:extLst>
          </p:cNvPr>
          <p:cNvSpPr txBox="1"/>
          <p:nvPr/>
        </p:nvSpPr>
        <p:spPr>
          <a:xfrm>
            <a:off x="264458" y="1024445"/>
            <a:ext cx="11144467" cy="4401205"/>
          </a:xfrm>
          <a:prstGeom prst="rect">
            <a:avLst/>
          </a:prstGeom>
          <a:noFill/>
        </p:spPr>
        <p:txBody>
          <a:bodyPr wrap="square" rtlCol="0">
            <a:spAutoFit/>
          </a:bodyPr>
          <a:lstStyle/>
          <a:p>
            <a:pPr marL="1028700" indent="-571500">
              <a:spcAft>
                <a:spcPts val="1200"/>
              </a:spcAft>
              <a:buClr>
                <a:srgbClr val="EE4238"/>
              </a:buClr>
              <a:buFont typeface="Arial" panose="020B0604020202020204" pitchFamily="34" charset="0"/>
              <a:buChar char="•"/>
            </a:pPr>
            <a:r>
              <a:rPr lang="en-US" sz="4000" dirty="0">
                <a:solidFill>
                  <a:srgbClr val="252260"/>
                </a:solidFill>
                <a:latin typeface="Century Gothic" panose="020B0502020202020204" pitchFamily="34" charset="0"/>
              </a:rPr>
              <a:t>Determined from strategic analysis</a:t>
            </a:r>
          </a:p>
          <a:p>
            <a:pPr marL="1028700" indent="-571500">
              <a:spcAft>
                <a:spcPts val="1200"/>
              </a:spcAft>
              <a:buClr>
                <a:srgbClr val="EE4238"/>
              </a:buClr>
              <a:buFont typeface="Arial" panose="020B0604020202020204" pitchFamily="34" charset="0"/>
              <a:buChar char="•"/>
            </a:pPr>
            <a:r>
              <a:rPr lang="en-US" sz="4000" dirty="0">
                <a:solidFill>
                  <a:srgbClr val="252260"/>
                </a:solidFill>
                <a:latin typeface="Century Gothic" panose="020B0502020202020204" pitchFamily="34" charset="0"/>
              </a:rPr>
              <a:t>Activities or goals to achieve vision/mission</a:t>
            </a:r>
          </a:p>
          <a:p>
            <a:pPr marL="1028700" indent="-571500">
              <a:spcAft>
                <a:spcPts val="1200"/>
              </a:spcAft>
              <a:buClr>
                <a:srgbClr val="EE4238"/>
              </a:buClr>
              <a:buFont typeface="Arial" panose="020B0604020202020204" pitchFamily="34" charset="0"/>
              <a:buChar char="•"/>
            </a:pPr>
            <a:r>
              <a:rPr lang="en-US" sz="4000" dirty="0">
                <a:solidFill>
                  <a:srgbClr val="252260"/>
                </a:solidFill>
                <a:latin typeface="Century Gothic" panose="020B0502020202020204" pitchFamily="34" charset="0"/>
              </a:rPr>
              <a:t>Track responsibilities</a:t>
            </a:r>
          </a:p>
          <a:p>
            <a:pPr marL="1028700" indent="-571500">
              <a:spcAft>
                <a:spcPts val="1200"/>
              </a:spcAft>
              <a:buClr>
                <a:srgbClr val="EE4238"/>
              </a:buClr>
              <a:buFont typeface="Arial" panose="020B0604020202020204" pitchFamily="34" charset="0"/>
              <a:buChar char="•"/>
            </a:pPr>
            <a:r>
              <a:rPr lang="en-US" sz="4000" dirty="0">
                <a:solidFill>
                  <a:srgbClr val="252260"/>
                </a:solidFill>
                <a:latin typeface="Century Gothic" panose="020B0502020202020204" pitchFamily="34" charset="0"/>
              </a:rPr>
              <a:t>Identify milestones</a:t>
            </a:r>
          </a:p>
          <a:p>
            <a:pPr marL="1028700" indent="-571500">
              <a:spcAft>
                <a:spcPts val="1200"/>
              </a:spcAft>
              <a:buClr>
                <a:srgbClr val="EE4238"/>
              </a:buClr>
              <a:buFont typeface="Arial" panose="020B0604020202020204" pitchFamily="34" charset="0"/>
              <a:buChar char="•"/>
            </a:pPr>
            <a:r>
              <a:rPr lang="en-US" sz="4000" dirty="0">
                <a:solidFill>
                  <a:srgbClr val="252260"/>
                </a:solidFill>
                <a:latin typeface="Century Gothic" panose="020B0502020202020204" pitchFamily="34" charset="0"/>
              </a:rPr>
              <a:t>Progress updates</a:t>
            </a:r>
          </a:p>
        </p:txBody>
      </p:sp>
      <p:pic>
        <p:nvPicPr>
          <p:cNvPr id="7" name="Picture 6" descr="A diagram of kpi&#10;&#10;Description automatically generated">
            <a:extLst>
              <a:ext uri="{FF2B5EF4-FFF2-40B4-BE49-F238E27FC236}">
                <a16:creationId xmlns:a16="http://schemas.microsoft.com/office/drawing/2014/main" id="{60432A23-F51D-E1E4-62AB-AD29747369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59836" y="2259191"/>
            <a:ext cx="3709625" cy="3475500"/>
          </a:xfrm>
          <a:prstGeom prst="rect">
            <a:avLst/>
          </a:prstGeom>
        </p:spPr>
      </p:pic>
      <p:sp>
        <p:nvSpPr>
          <p:cNvPr id="10" name="Oval 9">
            <a:extLst>
              <a:ext uri="{FF2B5EF4-FFF2-40B4-BE49-F238E27FC236}">
                <a16:creationId xmlns:a16="http://schemas.microsoft.com/office/drawing/2014/main" id="{06FAD102-137C-E930-EEDD-F7752C725CC0}"/>
              </a:ext>
            </a:extLst>
          </p:cNvPr>
          <p:cNvSpPr/>
          <p:nvPr/>
        </p:nvSpPr>
        <p:spPr>
          <a:xfrm>
            <a:off x="10564742" y="2407660"/>
            <a:ext cx="1268963" cy="1110987"/>
          </a:xfrm>
          <a:prstGeom prst="ellipse">
            <a:avLst/>
          </a:prstGeom>
          <a:noFill/>
          <a:ln w="76200">
            <a:solidFill>
              <a:srgbClr val="DD403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822475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CBED602-B9AA-4E30-811B-082728B0E948}"/>
              </a:ext>
            </a:extLst>
          </p:cNvPr>
          <p:cNvGrpSpPr/>
          <p:nvPr/>
        </p:nvGrpSpPr>
        <p:grpSpPr>
          <a:xfrm>
            <a:off x="0" y="6078071"/>
            <a:ext cx="12192000" cy="779929"/>
            <a:chOff x="0" y="6078071"/>
            <a:chExt cx="12192000" cy="779929"/>
          </a:xfrm>
        </p:grpSpPr>
        <p:sp>
          <p:nvSpPr>
            <p:cNvPr id="3" name="Rectangle 24">
              <a:extLst>
                <a:ext uri="{FF2B5EF4-FFF2-40B4-BE49-F238E27FC236}">
                  <a16:creationId xmlns:a16="http://schemas.microsoft.com/office/drawing/2014/main" id="{C367CC84-698C-26A1-9D0F-CDAA043943DB}"/>
                </a:ext>
              </a:extLst>
            </p:cNvPr>
            <p:cNvSpPr/>
            <p:nvPr/>
          </p:nvSpPr>
          <p:spPr>
            <a:xfrm>
              <a:off x="0" y="6078071"/>
              <a:ext cx="12192000" cy="779929"/>
            </a:xfrm>
            <a:custGeom>
              <a:avLst/>
              <a:gdLst>
                <a:gd name="connsiteX0" fmla="*/ 0 w 12876028"/>
                <a:gd name="connsiteY0" fmla="*/ 0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0 h 1662721"/>
                <a:gd name="connsiteX0" fmla="*/ 0 w 12876028"/>
                <a:gd name="connsiteY0" fmla="*/ 893135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893135 h 1662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6028" h="1662721">
                  <a:moveTo>
                    <a:pt x="0" y="893135"/>
                  </a:moveTo>
                  <a:lnTo>
                    <a:pt x="12876028" y="0"/>
                  </a:lnTo>
                  <a:lnTo>
                    <a:pt x="12876028" y="1662721"/>
                  </a:lnTo>
                  <a:lnTo>
                    <a:pt x="0" y="1662721"/>
                  </a:lnTo>
                  <a:lnTo>
                    <a:pt x="0" y="893135"/>
                  </a:lnTo>
                  <a:close/>
                </a:path>
              </a:pathLst>
            </a:custGeom>
            <a:solidFill>
              <a:srgbClr val="DD4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706977B5-0C6C-A11B-E6C8-969AC985CA5D}"/>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24486" b="24288"/>
            <a:stretch/>
          </p:blipFill>
          <p:spPr>
            <a:xfrm>
              <a:off x="9825318" y="6236638"/>
              <a:ext cx="2079811" cy="559334"/>
            </a:xfrm>
            <a:prstGeom prst="rect">
              <a:avLst/>
            </a:prstGeom>
          </p:spPr>
        </p:pic>
      </p:grpSp>
      <p:sp>
        <p:nvSpPr>
          <p:cNvPr id="8" name="Rectangle 7">
            <a:extLst>
              <a:ext uri="{FF2B5EF4-FFF2-40B4-BE49-F238E27FC236}">
                <a16:creationId xmlns:a16="http://schemas.microsoft.com/office/drawing/2014/main" id="{94786D73-D047-34CE-2FF2-AFCCFD23A2EA}"/>
              </a:ext>
            </a:extLst>
          </p:cNvPr>
          <p:cNvSpPr/>
          <p:nvPr/>
        </p:nvSpPr>
        <p:spPr>
          <a:xfrm>
            <a:off x="0" y="0"/>
            <a:ext cx="12192000" cy="959224"/>
          </a:xfrm>
          <a:prstGeom prst="rect">
            <a:avLst/>
          </a:prstGeom>
          <a:solidFill>
            <a:srgbClr val="2522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4B6DD2AD-DD20-A6EB-4CAF-5FC2073501D5}"/>
              </a:ext>
            </a:extLst>
          </p:cNvPr>
          <p:cNvSpPr txBox="1"/>
          <p:nvPr/>
        </p:nvSpPr>
        <p:spPr>
          <a:xfrm>
            <a:off x="761999" y="125707"/>
            <a:ext cx="10957249" cy="769441"/>
          </a:xfrm>
          <a:prstGeom prst="rect">
            <a:avLst/>
          </a:prstGeom>
          <a:noFill/>
        </p:spPr>
        <p:txBody>
          <a:bodyPr wrap="square" rtlCol="0">
            <a:spAutoFit/>
          </a:bodyPr>
          <a:lstStyle/>
          <a:p>
            <a:r>
              <a:rPr lang="en-US" sz="4400" dirty="0">
                <a:solidFill>
                  <a:schemeClr val="bg1"/>
                </a:solidFill>
                <a:latin typeface="Century Gothic" panose="020B0502020202020204" pitchFamily="34" charset="0"/>
              </a:rPr>
              <a:t>KPIs – </a:t>
            </a:r>
            <a:r>
              <a:rPr lang="en-US" sz="4400" dirty="0">
                <a:solidFill>
                  <a:srgbClr val="F18120"/>
                </a:solidFill>
                <a:latin typeface="Century Gothic" panose="020B0502020202020204" pitchFamily="34" charset="0"/>
              </a:rPr>
              <a:t>Objective</a:t>
            </a:r>
            <a:endParaRPr lang="en-US" dirty="0"/>
          </a:p>
        </p:txBody>
      </p:sp>
      <p:sp>
        <p:nvSpPr>
          <p:cNvPr id="6" name="Slide Number Placeholder 5">
            <a:extLst>
              <a:ext uri="{FF2B5EF4-FFF2-40B4-BE49-F238E27FC236}">
                <a16:creationId xmlns:a16="http://schemas.microsoft.com/office/drawing/2014/main" id="{704B063A-56FC-68F3-AF34-DCF071DE867F}"/>
              </a:ext>
            </a:extLst>
          </p:cNvPr>
          <p:cNvSpPr>
            <a:spLocks noGrp="1"/>
          </p:cNvSpPr>
          <p:nvPr>
            <p:ph type="sldNum" sz="quarter" idx="12"/>
          </p:nvPr>
        </p:nvSpPr>
        <p:spPr>
          <a:xfrm>
            <a:off x="-1" y="6492875"/>
            <a:ext cx="528919" cy="365125"/>
          </a:xfrm>
        </p:spPr>
        <p:txBody>
          <a:bodyPr/>
          <a:lstStyle/>
          <a:p>
            <a:fld id="{0F897CD2-57D8-4610-8E64-C03C1E4E4E05}" type="slidenum">
              <a:rPr lang="en-US" sz="1600" b="1" smtClean="0">
                <a:solidFill>
                  <a:schemeClr val="bg1"/>
                </a:solidFill>
              </a:rPr>
              <a:t>10</a:t>
            </a:fld>
            <a:endParaRPr lang="en-US" sz="1600" b="1" dirty="0">
              <a:solidFill>
                <a:schemeClr val="bg1"/>
              </a:solidFill>
            </a:endParaRPr>
          </a:p>
        </p:txBody>
      </p:sp>
      <p:sp>
        <p:nvSpPr>
          <p:cNvPr id="5" name="TextBox 4">
            <a:extLst>
              <a:ext uri="{FF2B5EF4-FFF2-40B4-BE49-F238E27FC236}">
                <a16:creationId xmlns:a16="http://schemas.microsoft.com/office/drawing/2014/main" id="{D9CE5185-502C-0CF0-A695-B0683875B0B4}"/>
              </a:ext>
            </a:extLst>
          </p:cNvPr>
          <p:cNvSpPr txBox="1"/>
          <p:nvPr/>
        </p:nvSpPr>
        <p:spPr>
          <a:xfrm>
            <a:off x="264458" y="1254021"/>
            <a:ext cx="11144467" cy="4616648"/>
          </a:xfrm>
          <a:prstGeom prst="rect">
            <a:avLst/>
          </a:prstGeom>
          <a:noFill/>
        </p:spPr>
        <p:txBody>
          <a:bodyPr wrap="square" rtlCol="0">
            <a:spAutoFit/>
          </a:bodyPr>
          <a:lstStyle/>
          <a:p>
            <a:pPr marL="457200">
              <a:spcAft>
                <a:spcPts val="1200"/>
              </a:spcAft>
              <a:buClr>
                <a:srgbClr val="EE4238"/>
              </a:buClr>
            </a:pPr>
            <a:r>
              <a:rPr lang="en-US" sz="4000" dirty="0">
                <a:solidFill>
                  <a:srgbClr val="252260"/>
                </a:solidFill>
                <a:latin typeface="Century Gothic" panose="020B0502020202020204" pitchFamily="34" charset="0"/>
              </a:rPr>
              <a:t>Examples:</a:t>
            </a:r>
          </a:p>
          <a:p>
            <a:pPr marL="1485900" lvl="1" indent="-571500">
              <a:spcAft>
                <a:spcPts val="1200"/>
              </a:spcAft>
              <a:buClr>
                <a:srgbClr val="EE4238"/>
              </a:buClr>
              <a:buSzPct val="70000"/>
              <a:buFont typeface="Courier New" panose="02070309020205020404" pitchFamily="49" charset="0"/>
              <a:buChar char="o"/>
            </a:pPr>
            <a:r>
              <a:rPr lang="en-US" sz="2800" dirty="0">
                <a:solidFill>
                  <a:srgbClr val="252260"/>
                </a:solidFill>
                <a:latin typeface="Century Gothic" panose="020B0502020202020204" pitchFamily="34" charset="0"/>
              </a:rPr>
              <a:t>Develop a donor engagement program with a goal to increase donor retention to 75% resulting in a revenue increase of $50,000 by 12/31/2024.</a:t>
            </a:r>
          </a:p>
          <a:p>
            <a:pPr marL="1485900" lvl="1" indent="-571500">
              <a:spcAft>
                <a:spcPts val="1200"/>
              </a:spcAft>
              <a:buClr>
                <a:srgbClr val="EE4238"/>
              </a:buClr>
              <a:buSzPct val="70000"/>
              <a:buFont typeface="Courier New" panose="02070309020205020404" pitchFamily="49" charset="0"/>
              <a:buChar char="o"/>
            </a:pPr>
            <a:r>
              <a:rPr lang="en-US" sz="2800" dirty="0">
                <a:solidFill>
                  <a:srgbClr val="252260"/>
                </a:solidFill>
                <a:latin typeface="Century Gothic" panose="020B0502020202020204" pitchFamily="34" charset="0"/>
              </a:rPr>
              <a:t>Implement a moves management process to identify 10 new major donors and secure $75,000 in major gifts by 7/15/2024.</a:t>
            </a:r>
          </a:p>
          <a:p>
            <a:pPr marL="1485900" lvl="1" indent="-571500">
              <a:spcAft>
                <a:spcPts val="1200"/>
              </a:spcAft>
              <a:buClr>
                <a:srgbClr val="EE4238"/>
              </a:buClr>
              <a:buSzPct val="70000"/>
              <a:buFont typeface="Courier New" panose="02070309020205020404" pitchFamily="49" charset="0"/>
              <a:buChar char="o"/>
            </a:pPr>
            <a:r>
              <a:rPr lang="en-US" sz="2800" dirty="0">
                <a:solidFill>
                  <a:srgbClr val="252260"/>
                </a:solidFill>
                <a:latin typeface="Century Gothic" panose="020B0502020202020204" pitchFamily="34" charset="0"/>
              </a:rPr>
              <a:t>Purchase a new CRM software by 3/17/2024 to consolidate various platforms and improve efficiency.</a:t>
            </a:r>
          </a:p>
        </p:txBody>
      </p:sp>
    </p:spTree>
    <p:extLst>
      <p:ext uri="{BB962C8B-B14F-4D97-AF65-F5344CB8AC3E}">
        <p14:creationId xmlns:p14="http://schemas.microsoft.com/office/powerpoint/2010/main" val="39509727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CBED602-B9AA-4E30-811B-082728B0E948}"/>
              </a:ext>
            </a:extLst>
          </p:cNvPr>
          <p:cNvGrpSpPr/>
          <p:nvPr/>
        </p:nvGrpSpPr>
        <p:grpSpPr>
          <a:xfrm>
            <a:off x="0" y="6078071"/>
            <a:ext cx="12192000" cy="779929"/>
            <a:chOff x="0" y="6078071"/>
            <a:chExt cx="12192000" cy="779929"/>
          </a:xfrm>
        </p:grpSpPr>
        <p:sp>
          <p:nvSpPr>
            <p:cNvPr id="3" name="Rectangle 24">
              <a:extLst>
                <a:ext uri="{FF2B5EF4-FFF2-40B4-BE49-F238E27FC236}">
                  <a16:creationId xmlns:a16="http://schemas.microsoft.com/office/drawing/2014/main" id="{C367CC84-698C-26A1-9D0F-CDAA043943DB}"/>
                </a:ext>
              </a:extLst>
            </p:cNvPr>
            <p:cNvSpPr/>
            <p:nvPr/>
          </p:nvSpPr>
          <p:spPr>
            <a:xfrm>
              <a:off x="0" y="6078071"/>
              <a:ext cx="12192000" cy="779929"/>
            </a:xfrm>
            <a:custGeom>
              <a:avLst/>
              <a:gdLst>
                <a:gd name="connsiteX0" fmla="*/ 0 w 12876028"/>
                <a:gd name="connsiteY0" fmla="*/ 0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0 h 1662721"/>
                <a:gd name="connsiteX0" fmla="*/ 0 w 12876028"/>
                <a:gd name="connsiteY0" fmla="*/ 893135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893135 h 1662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6028" h="1662721">
                  <a:moveTo>
                    <a:pt x="0" y="893135"/>
                  </a:moveTo>
                  <a:lnTo>
                    <a:pt x="12876028" y="0"/>
                  </a:lnTo>
                  <a:lnTo>
                    <a:pt x="12876028" y="1662721"/>
                  </a:lnTo>
                  <a:lnTo>
                    <a:pt x="0" y="1662721"/>
                  </a:lnTo>
                  <a:lnTo>
                    <a:pt x="0" y="893135"/>
                  </a:lnTo>
                  <a:close/>
                </a:path>
              </a:pathLst>
            </a:custGeom>
            <a:solidFill>
              <a:srgbClr val="DD4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706977B5-0C6C-A11B-E6C8-969AC985CA5D}"/>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24486" b="24288"/>
            <a:stretch/>
          </p:blipFill>
          <p:spPr>
            <a:xfrm>
              <a:off x="9825318" y="6236638"/>
              <a:ext cx="2079811" cy="559334"/>
            </a:xfrm>
            <a:prstGeom prst="rect">
              <a:avLst/>
            </a:prstGeom>
          </p:spPr>
        </p:pic>
      </p:grpSp>
      <p:sp>
        <p:nvSpPr>
          <p:cNvPr id="8" name="Rectangle 7">
            <a:extLst>
              <a:ext uri="{FF2B5EF4-FFF2-40B4-BE49-F238E27FC236}">
                <a16:creationId xmlns:a16="http://schemas.microsoft.com/office/drawing/2014/main" id="{94786D73-D047-34CE-2FF2-AFCCFD23A2EA}"/>
              </a:ext>
            </a:extLst>
          </p:cNvPr>
          <p:cNvSpPr/>
          <p:nvPr/>
        </p:nvSpPr>
        <p:spPr>
          <a:xfrm>
            <a:off x="0" y="0"/>
            <a:ext cx="12192000" cy="959224"/>
          </a:xfrm>
          <a:prstGeom prst="rect">
            <a:avLst/>
          </a:prstGeom>
          <a:solidFill>
            <a:srgbClr val="2522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4B6DD2AD-DD20-A6EB-4CAF-5FC2073501D5}"/>
              </a:ext>
            </a:extLst>
          </p:cNvPr>
          <p:cNvSpPr txBox="1"/>
          <p:nvPr/>
        </p:nvSpPr>
        <p:spPr>
          <a:xfrm>
            <a:off x="761999" y="125707"/>
            <a:ext cx="10957249" cy="769441"/>
          </a:xfrm>
          <a:prstGeom prst="rect">
            <a:avLst/>
          </a:prstGeom>
          <a:noFill/>
        </p:spPr>
        <p:txBody>
          <a:bodyPr wrap="square" rtlCol="0">
            <a:spAutoFit/>
          </a:bodyPr>
          <a:lstStyle/>
          <a:p>
            <a:r>
              <a:rPr lang="en-US" sz="4400" dirty="0">
                <a:solidFill>
                  <a:schemeClr val="bg1"/>
                </a:solidFill>
                <a:latin typeface="Century Gothic" panose="020B0502020202020204" pitchFamily="34" charset="0"/>
              </a:rPr>
              <a:t>KPIs – </a:t>
            </a:r>
            <a:r>
              <a:rPr lang="en-US" sz="4400" dirty="0">
                <a:solidFill>
                  <a:srgbClr val="F18120"/>
                </a:solidFill>
                <a:latin typeface="Century Gothic" panose="020B0502020202020204" pitchFamily="34" charset="0"/>
              </a:rPr>
              <a:t>Measure</a:t>
            </a:r>
            <a:endParaRPr lang="en-US" dirty="0"/>
          </a:p>
        </p:txBody>
      </p:sp>
      <p:sp>
        <p:nvSpPr>
          <p:cNvPr id="6" name="Slide Number Placeholder 5">
            <a:extLst>
              <a:ext uri="{FF2B5EF4-FFF2-40B4-BE49-F238E27FC236}">
                <a16:creationId xmlns:a16="http://schemas.microsoft.com/office/drawing/2014/main" id="{704B063A-56FC-68F3-AF34-DCF071DE867F}"/>
              </a:ext>
            </a:extLst>
          </p:cNvPr>
          <p:cNvSpPr>
            <a:spLocks noGrp="1"/>
          </p:cNvSpPr>
          <p:nvPr>
            <p:ph type="sldNum" sz="quarter" idx="12"/>
          </p:nvPr>
        </p:nvSpPr>
        <p:spPr>
          <a:xfrm>
            <a:off x="-1" y="6492875"/>
            <a:ext cx="528919" cy="365125"/>
          </a:xfrm>
        </p:spPr>
        <p:txBody>
          <a:bodyPr/>
          <a:lstStyle/>
          <a:p>
            <a:fld id="{0F897CD2-57D8-4610-8E64-C03C1E4E4E05}" type="slidenum">
              <a:rPr lang="en-US" sz="1600" b="1" smtClean="0">
                <a:solidFill>
                  <a:schemeClr val="bg1"/>
                </a:solidFill>
              </a:rPr>
              <a:t>11</a:t>
            </a:fld>
            <a:endParaRPr lang="en-US" sz="1600" b="1" dirty="0">
              <a:solidFill>
                <a:schemeClr val="bg1"/>
              </a:solidFill>
            </a:endParaRPr>
          </a:p>
        </p:txBody>
      </p:sp>
      <p:sp>
        <p:nvSpPr>
          <p:cNvPr id="5" name="TextBox 4">
            <a:extLst>
              <a:ext uri="{FF2B5EF4-FFF2-40B4-BE49-F238E27FC236}">
                <a16:creationId xmlns:a16="http://schemas.microsoft.com/office/drawing/2014/main" id="{1995AACB-AB3E-D1BB-37E0-4495299EA76D}"/>
              </a:ext>
            </a:extLst>
          </p:cNvPr>
          <p:cNvSpPr txBox="1"/>
          <p:nvPr/>
        </p:nvSpPr>
        <p:spPr>
          <a:xfrm>
            <a:off x="264458" y="1215201"/>
            <a:ext cx="8095378" cy="4862870"/>
          </a:xfrm>
          <a:prstGeom prst="rect">
            <a:avLst/>
          </a:prstGeom>
          <a:noFill/>
        </p:spPr>
        <p:txBody>
          <a:bodyPr wrap="square" rtlCol="0">
            <a:spAutoFit/>
          </a:bodyPr>
          <a:lstStyle/>
          <a:p>
            <a:pPr marL="1028700" indent="-571500">
              <a:spcAft>
                <a:spcPts val="1200"/>
              </a:spcAft>
              <a:buClr>
                <a:srgbClr val="EE4238"/>
              </a:buClr>
              <a:buFont typeface="Arial" panose="020B0604020202020204" pitchFamily="34" charset="0"/>
              <a:buChar char="•"/>
            </a:pPr>
            <a:r>
              <a:rPr lang="en-US" sz="4000" dirty="0">
                <a:solidFill>
                  <a:srgbClr val="252260"/>
                </a:solidFill>
                <a:latin typeface="Century Gothic" panose="020B0502020202020204" pitchFamily="34" charset="0"/>
              </a:rPr>
              <a:t>Determine what metrics will show progress towards goal</a:t>
            </a:r>
          </a:p>
          <a:p>
            <a:pPr marL="1028700" indent="-571500">
              <a:spcAft>
                <a:spcPts val="1200"/>
              </a:spcAft>
              <a:buClr>
                <a:srgbClr val="EE4238"/>
              </a:buClr>
              <a:buFont typeface="Arial" panose="020B0604020202020204" pitchFamily="34" charset="0"/>
              <a:buChar char="•"/>
            </a:pPr>
            <a:r>
              <a:rPr lang="en-US" sz="4000" dirty="0">
                <a:solidFill>
                  <a:srgbClr val="252260"/>
                </a:solidFill>
                <a:latin typeface="Century Gothic" panose="020B0502020202020204" pitchFamily="34" charset="0"/>
              </a:rPr>
              <a:t>Don’t need to measure everything</a:t>
            </a:r>
          </a:p>
          <a:p>
            <a:pPr marL="1028700" indent="-571500">
              <a:spcAft>
                <a:spcPts val="1200"/>
              </a:spcAft>
              <a:buClr>
                <a:srgbClr val="EE4238"/>
              </a:buClr>
              <a:buFont typeface="Arial" panose="020B0604020202020204" pitchFamily="34" charset="0"/>
              <a:buChar char="•"/>
            </a:pPr>
            <a:r>
              <a:rPr lang="en-US" sz="4000" dirty="0">
                <a:solidFill>
                  <a:srgbClr val="252260"/>
                </a:solidFill>
                <a:latin typeface="Century Gothic" panose="020B0502020202020204" pitchFamily="34" charset="0"/>
              </a:rPr>
              <a:t>Establish reporting frequency</a:t>
            </a:r>
          </a:p>
          <a:p>
            <a:pPr marL="1028700" indent="-571500">
              <a:spcAft>
                <a:spcPts val="1200"/>
              </a:spcAft>
              <a:buClr>
                <a:srgbClr val="EE4238"/>
              </a:buClr>
              <a:buFont typeface="Arial" panose="020B0604020202020204" pitchFamily="34" charset="0"/>
              <a:buChar char="•"/>
            </a:pPr>
            <a:r>
              <a:rPr lang="en-US" sz="4000" dirty="0">
                <a:solidFill>
                  <a:srgbClr val="252260"/>
                </a:solidFill>
                <a:latin typeface="Century Gothic" panose="020B0502020202020204" pitchFamily="34" charset="0"/>
              </a:rPr>
              <a:t>Takes time to see results </a:t>
            </a:r>
            <a:endParaRPr lang="en-US" sz="3200" dirty="0">
              <a:solidFill>
                <a:srgbClr val="252260"/>
              </a:solidFill>
              <a:latin typeface="Century Gothic" panose="020B0502020202020204" pitchFamily="34" charset="0"/>
            </a:endParaRPr>
          </a:p>
        </p:txBody>
      </p:sp>
      <p:pic>
        <p:nvPicPr>
          <p:cNvPr id="7" name="Picture 6" descr="A diagram of kpi&#10;&#10;Description automatically generated">
            <a:extLst>
              <a:ext uri="{FF2B5EF4-FFF2-40B4-BE49-F238E27FC236}">
                <a16:creationId xmlns:a16="http://schemas.microsoft.com/office/drawing/2014/main" id="{8E8757A5-2512-D601-C65C-4F1393F4FD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26571" y="2282518"/>
            <a:ext cx="3709625" cy="3475500"/>
          </a:xfrm>
          <a:prstGeom prst="rect">
            <a:avLst/>
          </a:prstGeom>
        </p:spPr>
      </p:pic>
      <p:sp>
        <p:nvSpPr>
          <p:cNvPr id="10" name="Oval 9">
            <a:extLst>
              <a:ext uri="{FF2B5EF4-FFF2-40B4-BE49-F238E27FC236}">
                <a16:creationId xmlns:a16="http://schemas.microsoft.com/office/drawing/2014/main" id="{EE9CDF81-F592-BF15-97B3-EBA11437ADFE}"/>
              </a:ext>
            </a:extLst>
          </p:cNvPr>
          <p:cNvSpPr/>
          <p:nvPr/>
        </p:nvSpPr>
        <p:spPr>
          <a:xfrm>
            <a:off x="10770016" y="3721110"/>
            <a:ext cx="1268963" cy="1110987"/>
          </a:xfrm>
          <a:prstGeom prst="ellipse">
            <a:avLst/>
          </a:prstGeom>
          <a:noFill/>
          <a:ln w="76200">
            <a:solidFill>
              <a:srgbClr val="DD403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536685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CBED602-B9AA-4E30-811B-082728B0E948}"/>
              </a:ext>
            </a:extLst>
          </p:cNvPr>
          <p:cNvGrpSpPr/>
          <p:nvPr/>
        </p:nvGrpSpPr>
        <p:grpSpPr>
          <a:xfrm>
            <a:off x="0" y="6078071"/>
            <a:ext cx="12192000" cy="779929"/>
            <a:chOff x="0" y="6078071"/>
            <a:chExt cx="12192000" cy="779929"/>
          </a:xfrm>
        </p:grpSpPr>
        <p:sp>
          <p:nvSpPr>
            <p:cNvPr id="3" name="Rectangle 24">
              <a:extLst>
                <a:ext uri="{FF2B5EF4-FFF2-40B4-BE49-F238E27FC236}">
                  <a16:creationId xmlns:a16="http://schemas.microsoft.com/office/drawing/2014/main" id="{C367CC84-698C-26A1-9D0F-CDAA043943DB}"/>
                </a:ext>
              </a:extLst>
            </p:cNvPr>
            <p:cNvSpPr/>
            <p:nvPr/>
          </p:nvSpPr>
          <p:spPr>
            <a:xfrm>
              <a:off x="0" y="6078071"/>
              <a:ext cx="12192000" cy="779929"/>
            </a:xfrm>
            <a:custGeom>
              <a:avLst/>
              <a:gdLst>
                <a:gd name="connsiteX0" fmla="*/ 0 w 12876028"/>
                <a:gd name="connsiteY0" fmla="*/ 0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0 h 1662721"/>
                <a:gd name="connsiteX0" fmla="*/ 0 w 12876028"/>
                <a:gd name="connsiteY0" fmla="*/ 893135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893135 h 1662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6028" h="1662721">
                  <a:moveTo>
                    <a:pt x="0" y="893135"/>
                  </a:moveTo>
                  <a:lnTo>
                    <a:pt x="12876028" y="0"/>
                  </a:lnTo>
                  <a:lnTo>
                    <a:pt x="12876028" y="1662721"/>
                  </a:lnTo>
                  <a:lnTo>
                    <a:pt x="0" y="1662721"/>
                  </a:lnTo>
                  <a:lnTo>
                    <a:pt x="0" y="893135"/>
                  </a:lnTo>
                  <a:close/>
                </a:path>
              </a:pathLst>
            </a:custGeom>
            <a:solidFill>
              <a:srgbClr val="DD4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706977B5-0C6C-A11B-E6C8-969AC985CA5D}"/>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24486" b="24288"/>
            <a:stretch/>
          </p:blipFill>
          <p:spPr>
            <a:xfrm>
              <a:off x="9825318" y="6236638"/>
              <a:ext cx="2079811" cy="559334"/>
            </a:xfrm>
            <a:prstGeom prst="rect">
              <a:avLst/>
            </a:prstGeom>
          </p:spPr>
        </p:pic>
      </p:grpSp>
      <p:sp>
        <p:nvSpPr>
          <p:cNvPr id="8" name="Rectangle 7">
            <a:extLst>
              <a:ext uri="{FF2B5EF4-FFF2-40B4-BE49-F238E27FC236}">
                <a16:creationId xmlns:a16="http://schemas.microsoft.com/office/drawing/2014/main" id="{94786D73-D047-34CE-2FF2-AFCCFD23A2EA}"/>
              </a:ext>
            </a:extLst>
          </p:cNvPr>
          <p:cNvSpPr/>
          <p:nvPr/>
        </p:nvSpPr>
        <p:spPr>
          <a:xfrm>
            <a:off x="0" y="0"/>
            <a:ext cx="12192000" cy="959224"/>
          </a:xfrm>
          <a:prstGeom prst="rect">
            <a:avLst/>
          </a:prstGeom>
          <a:solidFill>
            <a:srgbClr val="2522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4B6DD2AD-DD20-A6EB-4CAF-5FC2073501D5}"/>
              </a:ext>
            </a:extLst>
          </p:cNvPr>
          <p:cNvSpPr txBox="1"/>
          <p:nvPr/>
        </p:nvSpPr>
        <p:spPr>
          <a:xfrm>
            <a:off x="761999" y="125707"/>
            <a:ext cx="10957249" cy="769441"/>
          </a:xfrm>
          <a:prstGeom prst="rect">
            <a:avLst/>
          </a:prstGeom>
          <a:noFill/>
        </p:spPr>
        <p:txBody>
          <a:bodyPr wrap="square" rtlCol="0">
            <a:spAutoFit/>
          </a:bodyPr>
          <a:lstStyle/>
          <a:p>
            <a:r>
              <a:rPr lang="en-US" sz="4400" dirty="0">
                <a:solidFill>
                  <a:schemeClr val="bg1"/>
                </a:solidFill>
                <a:latin typeface="Century Gothic" panose="020B0502020202020204" pitchFamily="34" charset="0"/>
              </a:rPr>
              <a:t>KPIs – </a:t>
            </a:r>
            <a:r>
              <a:rPr lang="en-US" sz="4400" dirty="0">
                <a:solidFill>
                  <a:srgbClr val="F18120"/>
                </a:solidFill>
                <a:latin typeface="Century Gothic" panose="020B0502020202020204" pitchFamily="34" charset="0"/>
              </a:rPr>
              <a:t>Evaluate</a:t>
            </a:r>
            <a:endParaRPr lang="en-US" dirty="0"/>
          </a:p>
        </p:txBody>
      </p:sp>
      <p:sp>
        <p:nvSpPr>
          <p:cNvPr id="6" name="Slide Number Placeholder 5">
            <a:extLst>
              <a:ext uri="{FF2B5EF4-FFF2-40B4-BE49-F238E27FC236}">
                <a16:creationId xmlns:a16="http://schemas.microsoft.com/office/drawing/2014/main" id="{704B063A-56FC-68F3-AF34-DCF071DE867F}"/>
              </a:ext>
            </a:extLst>
          </p:cNvPr>
          <p:cNvSpPr>
            <a:spLocks noGrp="1"/>
          </p:cNvSpPr>
          <p:nvPr>
            <p:ph type="sldNum" sz="quarter" idx="12"/>
          </p:nvPr>
        </p:nvSpPr>
        <p:spPr>
          <a:xfrm>
            <a:off x="-1" y="6492875"/>
            <a:ext cx="528919" cy="365125"/>
          </a:xfrm>
        </p:spPr>
        <p:txBody>
          <a:bodyPr/>
          <a:lstStyle/>
          <a:p>
            <a:fld id="{0F897CD2-57D8-4610-8E64-C03C1E4E4E05}" type="slidenum">
              <a:rPr lang="en-US" sz="1600" b="1" smtClean="0">
                <a:solidFill>
                  <a:schemeClr val="bg1"/>
                </a:solidFill>
              </a:rPr>
              <a:t>12</a:t>
            </a:fld>
            <a:endParaRPr lang="en-US" sz="1600" b="1" dirty="0">
              <a:solidFill>
                <a:schemeClr val="bg1"/>
              </a:solidFill>
            </a:endParaRPr>
          </a:p>
        </p:txBody>
      </p:sp>
      <p:sp>
        <p:nvSpPr>
          <p:cNvPr id="5" name="TextBox 4">
            <a:extLst>
              <a:ext uri="{FF2B5EF4-FFF2-40B4-BE49-F238E27FC236}">
                <a16:creationId xmlns:a16="http://schemas.microsoft.com/office/drawing/2014/main" id="{E8466E6F-9D00-E6AE-B967-98278C9A8301}"/>
              </a:ext>
            </a:extLst>
          </p:cNvPr>
          <p:cNvSpPr txBox="1"/>
          <p:nvPr/>
        </p:nvSpPr>
        <p:spPr>
          <a:xfrm>
            <a:off x="264458" y="1269051"/>
            <a:ext cx="7983803" cy="4401205"/>
          </a:xfrm>
          <a:prstGeom prst="rect">
            <a:avLst/>
          </a:prstGeom>
          <a:noFill/>
        </p:spPr>
        <p:txBody>
          <a:bodyPr wrap="square" rtlCol="0">
            <a:spAutoFit/>
          </a:bodyPr>
          <a:lstStyle/>
          <a:p>
            <a:pPr marL="1028700" indent="-571500">
              <a:spcAft>
                <a:spcPts val="1200"/>
              </a:spcAft>
              <a:buClr>
                <a:srgbClr val="EE4238"/>
              </a:buClr>
              <a:buFont typeface="Arial" panose="020B0604020202020204" pitchFamily="34" charset="0"/>
              <a:buChar char="•"/>
            </a:pPr>
            <a:r>
              <a:rPr lang="en-US" sz="4000" dirty="0">
                <a:solidFill>
                  <a:srgbClr val="252260"/>
                </a:solidFill>
                <a:latin typeface="Century Gothic" panose="020B0502020202020204" pitchFamily="34" charset="0"/>
              </a:rPr>
              <a:t>Compare KPIs over time</a:t>
            </a:r>
          </a:p>
          <a:p>
            <a:pPr marL="1028700" indent="-571500">
              <a:spcAft>
                <a:spcPts val="1200"/>
              </a:spcAft>
              <a:buClr>
                <a:srgbClr val="EE4238"/>
              </a:buClr>
              <a:buFont typeface="Arial" panose="020B0604020202020204" pitchFamily="34" charset="0"/>
              <a:buChar char="•"/>
            </a:pPr>
            <a:r>
              <a:rPr lang="en-US" sz="4000" dirty="0">
                <a:solidFill>
                  <a:srgbClr val="252260"/>
                </a:solidFill>
                <a:latin typeface="Century Gothic" panose="020B0502020202020204" pitchFamily="34" charset="0"/>
              </a:rPr>
              <a:t>Look for trends</a:t>
            </a:r>
          </a:p>
          <a:p>
            <a:pPr marL="1028700" indent="-571500">
              <a:spcAft>
                <a:spcPts val="1200"/>
              </a:spcAft>
              <a:buClr>
                <a:srgbClr val="EE4238"/>
              </a:buClr>
              <a:buFont typeface="Arial" panose="020B0604020202020204" pitchFamily="34" charset="0"/>
              <a:buChar char="•"/>
            </a:pPr>
            <a:r>
              <a:rPr lang="en-US" sz="4000" dirty="0">
                <a:solidFill>
                  <a:srgbClr val="252260"/>
                </a:solidFill>
                <a:latin typeface="Century Gothic" panose="020B0502020202020204" pitchFamily="34" charset="0"/>
              </a:rPr>
              <a:t>Are actions producing expected results?</a:t>
            </a:r>
          </a:p>
          <a:p>
            <a:pPr marL="1028700" indent="-571500">
              <a:spcAft>
                <a:spcPts val="1200"/>
              </a:spcAft>
              <a:buClr>
                <a:srgbClr val="EE4238"/>
              </a:buClr>
              <a:buFont typeface="Arial" panose="020B0604020202020204" pitchFamily="34" charset="0"/>
              <a:buChar char="•"/>
            </a:pPr>
            <a:r>
              <a:rPr lang="en-US" sz="4000" dirty="0">
                <a:solidFill>
                  <a:srgbClr val="252260"/>
                </a:solidFill>
                <a:latin typeface="Century Gothic" panose="020B0502020202020204" pitchFamily="34" charset="0"/>
              </a:rPr>
              <a:t>Are milestones being met?</a:t>
            </a:r>
            <a:endParaRPr lang="en-US" sz="3200" dirty="0">
              <a:solidFill>
                <a:srgbClr val="252260"/>
              </a:solidFill>
              <a:latin typeface="Century Gothic" panose="020B0502020202020204" pitchFamily="34" charset="0"/>
            </a:endParaRPr>
          </a:p>
          <a:p>
            <a:pPr marL="1028700" indent="-571500">
              <a:spcAft>
                <a:spcPts val="1200"/>
              </a:spcAft>
              <a:buClr>
                <a:srgbClr val="EE4238"/>
              </a:buClr>
              <a:buFont typeface="Arial" panose="020B0604020202020204" pitchFamily="34" charset="0"/>
              <a:buChar char="•"/>
            </a:pPr>
            <a:endParaRPr lang="en-US" sz="4000" dirty="0">
              <a:solidFill>
                <a:srgbClr val="252260"/>
              </a:solidFill>
              <a:latin typeface="Century Gothic" panose="020B0502020202020204" pitchFamily="34" charset="0"/>
            </a:endParaRPr>
          </a:p>
        </p:txBody>
      </p:sp>
      <p:pic>
        <p:nvPicPr>
          <p:cNvPr id="7" name="Picture 6" descr="A diagram of kpi&#10;&#10;Description automatically generated">
            <a:extLst>
              <a:ext uri="{FF2B5EF4-FFF2-40B4-BE49-F238E27FC236}">
                <a16:creationId xmlns:a16="http://schemas.microsoft.com/office/drawing/2014/main" id="{95AA9C20-9EB3-4AED-E3FD-8226185CF6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59836" y="2259191"/>
            <a:ext cx="3709625" cy="3475500"/>
          </a:xfrm>
          <a:prstGeom prst="rect">
            <a:avLst/>
          </a:prstGeom>
        </p:spPr>
      </p:pic>
      <p:sp>
        <p:nvSpPr>
          <p:cNvPr id="10" name="Oval 9">
            <a:extLst>
              <a:ext uri="{FF2B5EF4-FFF2-40B4-BE49-F238E27FC236}">
                <a16:creationId xmlns:a16="http://schemas.microsoft.com/office/drawing/2014/main" id="{B2354C1D-864A-667E-3E01-BDFD87C9609F}"/>
              </a:ext>
            </a:extLst>
          </p:cNvPr>
          <p:cNvSpPr/>
          <p:nvPr/>
        </p:nvSpPr>
        <p:spPr>
          <a:xfrm>
            <a:off x="10186839" y="4795394"/>
            <a:ext cx="1268963" cy="1110987"/>
          </a:xfrm>
          <a:prstGeom prst="ellipse">
            <a:avLst/>
          </a:prstGeom>
          <a:noFill/>
          <a:ln w="76200">
            <a:solidFill>
              <a:srgbClr val="DD403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608275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CBED602-B9AA-4E30-811B-082728B0E948}"/>
              </a:ext>
            </a:extLst>
          </p:cNvPr>
          <p:cNvGrpSpPr/>
          <p:nvPr/>
        </p:nvGrpSpPr>
        <p:grpSpPr>
          <a:xfrm>
            <a:off x="0" y="6078071"/>
            <a:ext cx="12192000" cy="779929"/>
            <a:chOff x="0" y="6078071"/>
            <a:chExt cx="12192000" cy="779929"/>
          </a:xfrm>
        </p:grpSpPr>
        <p:sp>
          <p:nvSpPr>
            <p:cNvPr id="3" name="Rectangle 24">
              <a:extLst>
                <a:ext uri="{FF2B5EF4-FFF2-40B4-BE49-F238E27FC236}">
                  <a16:creationId xmlns:a16="http://schemas.microsoft.com/office/drawing/2014/main" id="{C367CC84-698C-26A1-9D0F-CDAA043943DB}"/>
                </a:ext>
              </a:extLst>
            </p:cNvPr>
            <p:cNvSpPr/>
            <p:nvPr/>
          </p:nvSpPr>
          <p:spPr>
            <a:xfrm>
              <a:off x="0" y="6078071"/>
              <a:ext cx="12192000" cy="779929"/>
            </a:xfrm>
            <a:custGeom>
              <a:avLst/>
              <a:gdLst>
                <a:gd name="connsiteX0" fmla="*/ 0 w 12876028"/>
                <a:gd name="connsiteY0" fmla="*/ 0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0 h 1662721"/>
                <a:gd name="connsiteX0" fmla="*/ 0 w 12876028"/>
                <a:gd name="connsiteY0" fmla="*/ 893135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893135 h 1662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6028" h="1662721">
                  <a:moveTo>
                    <a:pt x="0" y="893135"/>
                  </a:moveTo>
                  <a:lnTo>
                    <a:pt x="12876028" y="0"/>
                  </a:lnTo>
                  <a:lnTo>
                    <a:pt x="12876028" y="1662721"/>
                  </a:lnTo>
                  <a:lnTo>
                    <a:pt x="0" y="1662721"/>
                  </a:lnTo>
                  <a:lnTo>
                    <a:pt x="0" y="893135"/>
                  </a:lnTo>
                  <a:close/>
                </a:path>
              </a:pathLst>
            </a:custGeom>
            <a:solidFill>
              <a:srgbClr val="DD4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706977B5-0C6C-A11B-E6C8-969AC985CA5D}"/>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24486" b="24288"/>
            <a:stretch/>
          </p:blipFill>
          <p:spPr>
            <a:xfrm>
              <a:off x="9825318" y="6236638"/>
              <a:ext cx="2079811" cy="559334"/>
            </a:xfrm>
            <a:prstGeom prst="rect">
              <a:avLst/>
            </a:prstGeom>
          </p:spPr>
        </p:pic>
      </p:grpSp>
      <p:sp>
        <p:nvSpPr>
          <p:cNvPr id="8" name="Rectangle 7">
            <a:extLst>
              <a:ext uri="{FF2B5EF4-FFF2-40B4-BE49-F238E27FC236}">
                <a16:creationId xmlns:a16="http://schemas.microsoft.com/office/drawing/2014/main" id="{94786D73-D047-34CE-2FF2-AFCCFD23A2EA}"/>
              </a:ext>
            </a:extLst>
          </p:cNvPr>
          <p:cNvSpPr/>
          <p:nvPr/>
        </p:nvSpPr>
        <p:spPr>
          <a:xfrm>
            <a:off x="0" y="0"/>
            <a:ext cx="12192000" cy="959224"/>
          </a:xfrm>
          <a:prstGeom prst="rect">
            <a:avLst/>
          </a:prstGeom>
          <a:solidFill>
            <a:srgbClr val="2522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4B6DD2AD-DD20-A6EB-4CAF-5FC2073501D5}"/>
              </a:ext>
            </a:extLst>
          </p:cNvPr>
          <p:cNvSpPr txBox="1"/>
          <p:nvPr/>
        </p:nvSpPr>
        <p:spPr>
          <a:xfrm>
            <a:off x="761999" y="125707"/>
            <a:ext cx="10957249" cy="769441"/>
          </a:xfrm>
          <a:prstGeom prst="rect">
            <a:avLst/>
          </a:prstGeom>
          <a:noFill/>
        </p:spPr>
        <p:txBody>
          <a:bodyPr wrap="square" rtlCol="0">
            <a:spAutoFit/>
          </a:bodyPr>
          <a:lstStyle/>
          <a:p>
            <a:r>
              <a:rPr lang="en-US" sz="4400" dirty="0">
                <a:solidFill>
                  <a:schemeClr val="bg1"/>
                </a:solidFill>
                <a:latin typeface="Century Gothic" panose="020B0502020202020204" pitchFamily="34" charset="0"/>
              </a:rPr>
              <a:t>KPIs – </a:t>
            </a:r>
            <a:r>
              <a:rPr lang="en-US" sz="4400" dirty="0">
                <a:solidFill>
                  <a:srgbClr val="F18120"/>
                </a:solidFill>
                <a:latin typeface="Century Gothic" panose="020B0502020202020204" pitchFamily="34" charset="0"/>
              </a:rPr>
              <a:t>Optimize</a:t>
            </a:r>
            <a:endParaRPr lang="en-US" dirty="0"/>
          </a:p>
        </p:txBody>
      </p:sp>
      <p:sp>
        <p:nvSpPr>
          <p:cNvPr id="6" name="Slide Number Placeholder 5">
            <a:extLst>
              <a:ext uri="{FF2B5EF4-FFF2-40B4-BE49-F238E27FC236}">
                <a16:creationId xmlns:a16="http://schemas.microsoft.com/office/drawing/2014/main" id="{704B063A-56FC-68F3-AF34-DCF071DE867F}"/>
              </a:ext>
            </a:extLst>
          </p:cNvPr>
          <p:cNvSpPr>
            <a:spLocks noGrp="1"/>
          </p:cNvSpPr>
          <p:nvPr>
            <p:ph type="sldNum" sz="quarter" idx="12"/>
          </p:nvPr>
        </p:nvSpPr>
        <p:spPr>
          <a:xfrm>
            <a:off x="-1" y="6492875"/>
            <a:ext cx="528919" cy="365125"/>
          </a:xfrm>
        </p:spPr>
        <p:txBody>
          <a:bodyPr/>
          <a:lstStyle/>
          <a:p>
            <a:fld id="{0F897CD2-57D8-4610-8E64-C03C1E4E4E05}" type="slidenum">
              <a:rPr lang="en-US" sz="1600" b="1" smtClean="0">
                <a:solidFill>
                  <a:schemeClr val="bg1"/>
                </a:solidFill>
              </a:rPr>
              <a:t>13</a:t>
            </a:fld>
            <a:endParaRPr lang="en-US" sz="1600" b="1" dirty="0">
              <a:solidFill>
                <a:schemeClr val="bg1"/>
              </a:solidFill>
            </a:endParaRPr>
          </a:p>
        </p:txBody>
      </p:sp>
      <p:sp>
        <p:nvSpPr>
          <p:cNvPr id="5" name="TextBox 4">
            <a:extLst>
              <a:ext uri="{FF2B5EF4-FFF2-40B4-BE49-F238E27FC236}">
                <a16:creationId xmlns:a16="http://schemas.microsoft.com/office/drawing/2014/main" id="{3988F678-CEE7-BB83-D4D2-6D2011D7158E}"/>
              </a:ext>
            </a:extLst>
          </p:cNvPr>
          <p:cNvSpPr txBox="1"/>
          <p:nvPr/>
        </p:nvSpPr>
        <p:spPr>
          <a:xfrm>
            <a:off x="264458" y="1309952"/>
            <a:ext cx="11324162" cy="2246769"/>
          </a:xfrm>
          <a:prstGeom prst="rect">
            <a:avLst/>
          </a:prstGeom>
          <a:noFill/>
        </p:spPr>
        <p:txBody>
          <a:bodyPr wrap="square" rtlCol="0">
            <a:spAutoFit/>
          </a:bodyPr>
          <a:lstStyle/>
          <a:p>
            <a:pPr marL="1028700" indent="-571500">
              <a:spcAft>
                <a:spcPts val="1200"/>
              </a:spcAft>
              <a:buClr>
                <a:srgbClr val="EE4238"/>
              </a:buClr>
              <a:buFont typeface="Arial" panose="020B0604020202020204" pitchFamily="34" charset="0"/>
              <a:buChar char="•"/>
            </a:pPr>
            <a:r>
              <a:rPr lang="en-US" sz="4000" dirty="0">
                <a:solidFill>
                  <a:srgbClr val="252260"/>
                </a:solidFill>
                <a:latin typeface="Century Gothic" panose="020B0502020202020204" pitchFamily="34" charset="0"/>
              </a:rPr>
              <a:t>Adjust processes</a:t>
            </a:r>
          </a:p>
          <a:p>
            <a:pPr marL="1028700" indent="-571500">
              <a:spcAft>
                <a:spcPts val="1200"/>
              </a:spcAft>
              <a:buClr>
                <a:srgbClr val="EE4238"/>
              </a:buClr>
              <a:buFont typeface="Arial" panose="020B0604020202020204" pitchFamily="34" charset="0"/>
              <a:buChar char="•"/>
            </a:pPr>
            <a:r>
              <a:rPr lang="en-US" sz="4000" dirty="0">
                <a:solidFill>
                  <a:srgbClr val="252260"/>
                </a:solidFill>
                <a:latin typeface="Century Gothic" panose="020B0502020202020204" pitchFamily="34" charset="0"/>
              </a:rPr>
              <a:t>Reallocate resources</a:t>
            </a:r>
          </a:p>
          <a:p>
            <a:pPr marL="1028700" indent="-571500">
              <a:spcAft>
                <a:spcPts val="1200"/>
              </a:spcAft>
              <a:buClr>
                <a:srgbClr val="EE4238"/>
              </a:buClr>
              <a:buFont typeface="Arial" panose="020B0604020202020204" pitchFamily="34" charset="0"/>
              <a:buChar char="•"/>
            </a:pPr>
            <a:r>
              <a:rPr lang="en-US" sz="4000" dirty="0">
                <a:solidFill>
                  <a:srgbClr val="252260"/>
                </a:solidFill>
                <a:latin typeface="Century Gothic" panose="020B0502020202020204" pitchFamily="34" charset="0"/>
              </a:rPr>
              <a:t>Set new targets</a:t>
            </a:r>
          </a:p>
        </p:txBody>
      </p:sp>
      <p:pic>
        <p:nvPicPr>
          <p:cNvPr id="7" name="Picture 6" descr="A diagram of kpi&#10;&#10;Description automatically generated">
            <a:extLst>
              <a:ext uri="{FF2B5EF4-FFF2-40B4-BE49-F238E27FC236}">
                <a16:creationId xmlns:a16="http://schemas.microsoft.com/office/drawing/2014/main" id="{3EFE3C3F-5837-A3C1-FF1E-A1E0C6CAFE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59836" y="2259191"/>
            <a:ext cx="3709625" cy="3475500"/>
          </a:xfrm>
          <a:prstGeom prst="rect">
            <a:avLst/>
          </a:prstGeom>
        </p:spPr>
      </p:pic>
      <p:sp>
        <p:nvSpPr>
          <p:cNvPr id="10" name="Oval 9">
            <a:extLst>
              <a:ext uri="{FF2B5EF4-FFF2-40B4-BE49-F238E27FC236}">
                <a16:creationId xmlns:a16="http://schemas.microsoft.com/office/drawing/2014/main" id="{76C3E42E-F007-31DC-4B9C-3E2D5018404F}"/>
              </a:ext>
            </a:extLst>
          </p:cNvPr>
          <p:cNvSpPr/>
          <p:nvPr/>
        </p:nvSpPr>
        <p:spPr>
          <a:xfrm>
            <a:off x="8633305" y="4495466"/>
            <a:ext cx="1268963" cy="1110987"/>
          </a:xfrm>
          <a:prstGeom prst="ellipse">
            <a:avLst/>
          </a:prstGeom>
          <a:noFill/>
          <a:ln w="76200">
            <a:solidFill>
              <a:srgbClr val="DD403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249002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CBED602-B9AA-4E30-811B-082728B0E948}"/>
              </a:ext>
            </a:extLst>
          </p:cNvPr>
          <p:cNvGrpSpPr/>
          <p:nvPr/>
        </p:nvGrpSpPr>
        <p:grpSpPr>
          <a:xfrm>
            <a:off x="0" y="6078071"/>
            <a:ext cx="12192000" cy="779929"/>
            <a:chOff x="0" y="6078071"/>
            <a:chExt cx="12192000" cy="779929"/>
          </a:xfrm>
        </p:grpSpPr>
        <p:sp>
          <p:nvSpPr>
            <p:cNvPr id="3" name="Rectangle 24">
              <a:extLst>
                <a:ext uri="{FF2B5EF4-FFF2-40B4-BE49-F238E27FC236}">
                  <a16:creationId xmlns:a16="http://schemas.microsoft.com/office/drawing/2014/main" id="{C367CC84-698C-26A1-9D0F-CDAA043943DB}"/>
                </a:ext>
              </a:extLst>
            </p:cNvPr>
            <p:cNvSpPr/>
            <p:nvPr/>
          </p:nvSpPr>
          <p:spPr>
            <a:xfrm>
              <a:off x="0" y="6078071"/>
              <a:ext cx="12192000" cy="779929"/>
            </a:xfrm>
            <a:custGeom>
              <a:avLst/>
              <a:gdLst>
                <a:gd name="connsiteX0" fmla="*/ 0 w 12876028"/>
                <a:gd name="connsiteY0" fmla="*/ 0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0 h 1662721"/>
                <a:gd name="connsiteX0" fmla="*/ 0 w 12876028"/>
                <a:gd name="connsiteY0" fmla="*/ 893135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893135 h 1662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6028" h="1662721">
                  <a:moveTo>
                    <a:pt x="0" y="893135"/>
                  </a:moveTo>
                  <a:lnTo>
                    <a:pt x="12876028" y="0"/>
                  </a:lnTo>
                  <a:lnTo>
                    <a:pt x="12876028" y="1662721"/>
                  </a:lnTo>
                  <a:lnTo>
                    <a:pt x="0" y="1662721"/>
                  </a:lnTo>
                  <a:lnTo>
                    <a:pt x="0" y="893135"/>
                  </a:lnTo>
                  <a:close/>
                </a:path>
              </a:pathLst>
            </a:custGeom>
            <a:solidFill>
              <a:srgbClr val="DD4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706977B5-0C6C-A11B-E6C8-969AC985CA5D}"/>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24486" b="24288"/>
            <a:stretch/>
          </p:blipFill>
          <p:spPr>
            <a:xfrm>
              <a:off x="9825318" y="6236638"/>
              <a:ext cx="2079811" cy="559334"/>
            </a:xfrm>
            <a:prstGeom prst="rect">
              <a:avLst/>
            </a:prstGeom>
          </p:spPr>
        </p:pic>
      </p:grpSp>
      <p:sp>
        <p:nvSpPr>
          <p:cNvPr id="8" name="Rectangle 7">
            <a:extLst>
              <a:ext uri="{FF2B5EF4-FFF2-40B4-BE49-F238E27FC236}">
                <a16:creationId xmlns:a16="http://schemas.microsoft.com/office/drawing/2014/main" id="{94786D73-D047-34CE-2FF2-AFCCFD23A2EA}"/>
              </a:ext>
            </a:extLst>
          </p:cNvPr>
          <p:cNvSpPr/>
          <p:nvPr/>
        </p:nvSpPr>
        <p:spPr>
          <a:xfrm>
            <a:off x="0" y="0"/>
            <a:ext cx="12192000" cy="959224"/>
          </a:xfrm>
          <a:prstGeom prst="rect">
            <a:avLst/>
          </a:prstGeom>
          <a:solidFill>
            <a:srgbClr val="2522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4B6DD2AD-DD20-A6EB-4CAF-5FC2073501D5}"/>
              </a:ext>
            </a:extLst>
          </p:cNvPr>
          <p:cNvSpPr txBox="1"/>
          <p:nvPr/>
        </p:nvSpPr>
        <p:spPr>
          <a:xfrm>
            <a:off x="761999" y="125707"/>
            <a:ext cx="10957249" cy="769441"/>
          </a:xfrm>
          <a:prstGeom prst="rect">
            <a:avLst/>
          </a:prstGeom>
          <a:noFill/>
        </p:spPr>
        <p:txBody>
          <a:bodyPr wrap="square" rtlCol="0">
            <a:spAutoFit/>
          </a:bodyPr>
          <a:lstStyle/>
          <a:p>
            <a:r>
              <a:rPr lang="en-US" sz="4400" dirty="0">
                <a:solidFill>
                  <a:schemeClr val="bg1"/>
                </a:solidFill>
                <a:latin typeface="Century Gothic" panose="020B0502020202020204" pitchFamily="34" charset="0"/>
              </a:rPr>
              <a:t>KPIs – </a:t>
            </a:r>
            <a:r>
              <a:rPr lang="en-US" sz="4400" dirty="0">
                <a:solidFill>
                  <a:srgbClr val="F18120"/>
                </a:solidFill>
                <a:latin typeface="Century Gothic" panose="020B0502020202020204" pitchFamily="34" charset="0"/>
              </a:rPr>
              <a:t>Perform</a:t>
            </a:r>
            <a:endParaRPr lang="en-US" dirty="0"/>
          </a:p>
        </p:txBody>
      </p:sp>
      <p:sp>
        <p:nvSpPr>
          <p:cNvPr id="6" name="Slide Number Placeholder 5">
            <a:extLst>
              <a:ext uri="{FF2B5EF4-FFF2-40B4-BE49-F238E27FC236}">
                <a16:creationId xmlns:a16="http://schemas.microsoft.com/office/drawing/2014/main" id="{704B063A-56FC-68F3-AF34-DCF071DE867F}"/>
              </a:ext>
            </a:extLst>
          </p:cNvPr>
          <p:cNvSpPr>
            <a:spLocks noGrp="1"/>
          </p:cNvSpPr>
          <p:nvPr>
            <p:ph type="sldNum" sz="quarter" idx="12"/>
          </p:nvPr>
        </p:nvSpPr>
        <p:spPr>
          <a:xfrm>
            <a:off x="-1" y="6492875"/>
            <a:ext cx="528919" cy="365125"/>
          </a:xfrm>
        </p:spPr>
        <p:txBody>
          <a:bodyPr/>
          <a:lstStyle/>
          <a:p>
            <a:fld id="{0F897CD2-57D8-4610-8E64-C03C1E4E4E05}" type="slidenum">
              <a:rPr lang="en-US" sz="1600" b="1" smtClean="0">
                <a:solidFill>
                  <a:schemeClr val="bg1"/>
                </a:solidFill>
              </a:rPr>
              <a:t>14</a:t>
            </a:fld>
            <a:endParaRPr lang="en-US" sz="1600" b="1" dirty="0">
              <a:solidFill>
                <a:schemeClr val="bg1"/>
              </a:solidFill>
            </a:endParaRPr>
          </a:p>
        </p:txBody>
      </p:sp>
      <p:sp>
        <p:nvSpPr>
          <p:cNvPr id="5" name="TextBox 4">
            <a:extLst>
              <a:ext uri="{FF2B5EF4-FFF2-40B4-BE49-F238E27FC236}">
                <a16:creationId xmlns:a16="http://schemas.microsoft.com/office/drawing/2014/main" id="{CE8EB5A9-D85C-8FE1-E9EF-A689E68CF5D9}"/>
              </a:ext>
            </a:extLst>
          </p:cNvPr>
          <p:cNvSpPr txBox="1"/>
          <p:nvPr/>
        </p:nvSpPr>
        <p:spPr>
          <a:xfrm>
            <a:off x="280562" y="1084931"/>
            <a:ext cx="8618285" cy="5170646"/>
          </a:xfrm>
          <a:prstGeom prst="rect">
            <a:avLst/>
          </a:prstGeom>
          <a:noFill/>
        </p:spPr>
        <p:txBody>
          <a:bodyPr wrap="square" rtlCol="0">
            <a:spAutoFit/>
          </a:bodyPr>
          <a:lstStyle/>
          <a:p>
            <a:pPr marL="1028700" indent="-571500">
              <a:spcAft>
                <a:spcPts val="1200"/>
              </a:spcAft>
              <a:buClr>
                <a:srgbClr val="EE4238"/>
              </a:buClr>
              <a:buFont typeface="Arial" panose="020B0604020202020204" pitchFamily="34" charset="0"/>
              <a:buChar char="•"/>
            </a:pPr>
            <a:r>
              <a:rPr lang="en-US" sz="4000" dirty="0">
                <a:solidFill>
                  <a:srgbClr val="252260"/>
                </a:solidFill>
                <a:latin typeface="Century Gothic" panose="020B0502020202020204" pitchFamily="34" charset="0"/>
              </a:rPr>
              <a:t>New level of performance</a:t>
            </a:r>
          </a:p>
          <a:p>
            <a:pPr marL="1028700" indent="-571500">
              <a:spcAft>
                <a:spcPts val="1200"/>
              </a:spcAft>
              <a:buClr>
                <a:srgbClr val="EE4238"/>
              </a:buClr>
              <a:buFont typeface="Arial" panose="020B0604020202020204" pitchFamily="34" charset="0"/>
              <a:buChar char="•"/>
            </a:pPr>
            <a:r>
              <a:rPr lang="en-US" sz="4000" dirty="0">
                <a:solidFill>
                  <a:srgbClr val="252260"/>
                </a:solidFill>
                <a:latin typeface="Century Gothic" panose="020B0502020202020204" pitchFamily="34" charset="0"/>
              </a:rPr>
              <a:t>Continually:</a:t>
            </a:r>
          </a:p>
          <a:p>
            <a:pPr marL="1485900" lvl="1" indent="-571500">
              <a:spcAft>
                <a:spcPts val="1200"/>
              </a:spcAft>
              <a:buClr>
                <a:srgbClr val="EE4238"/>
              </a:buClr>
              <a:buSzPct val="80000"/>
              <a:buFont typeface="Courier New" panose="02070309020205020404" pitchFamily="49" charset="0"/>
              <a:buChar char="o"/>
            </a:pPr>
            <a:r>
              <a:rPr lang="en-US" sz="4000" dirty="0">
                <a:solidFill>
                  <a:srgbClr val="252260"/>
                </a:solidFill>
                <a:latin typeface="Century Gothic" panose="020B0502020202020204" pitchFamily="34" charset="0"/>
              </a:rPr>
              <a:t>Measuring</a:t>
            </a:r>
          </a:p>
          <a:p>
            <a:pPr marL="1485900" lvl="1" indent="-571500">
              <a:spcAft>
                <a:spcPts val="1200"/>
              </a:spcAft>
              <a:buClr>
                <a:srgbClr val="EE4238"/>
              </a:buClr>
              <a:buSzPct val="80000"/>
              <a:buFont typeface="Courier New" panose="02070309020205020404" pitchFamily="49" charset="0"/>
              <a:buChar char="o"/>
            </a:pPr>
            <a:r>
              <a:rPr lang="en-US" sz="4000" dirty="0">
                <a:solidFill>
                  <a:srgbClr val="252260"/>
                </a:solidFill>
                <a:latin typeface="Century Gothic" panose="020B0502020202020204" pitchFamily="34" charset="0"/>
              </a:rPr>
              <a:t>Evaluating</a:t>
            </a:r>
          </a:p>
          <a:p>
            <a:pPr marL="1485900" lvl="1" indent="-571500">
              <a:spcAft>
                <a:spcPts val="1200"/>
              </a:spcAft>
              <a:buClr>
                <a:srgbClr val="EE4238"/>
              </a:buClr>
              <a:buSzPct val="80000"/>
              <a:buFont typeface="Courier New" panose="02070309020205020404" pitchFamily="49" charset="0"/>
              <a:buChar char="o"/>
            </a:pPr>
            <a:r>
              <a:rPr lang="en-US" sz="4000" dirty="0">
                <a:solidFill>
                  <a:srgbClr val="252260"/>
                </a:solidFill>
                <a:latin typeface="Century Gothic" panose="020B0502020202020204" pitchFamily="34" charset="0"/>
              </a:rPr>
              <a:t>Optimizing</a:t>
            </a:r>
          </a:p>
          <a:p>
            <a:pPr marL="1027113" lvl="1" indent="-571500">
              <a:spcAft>
                <a:spcPts val="1200"/>
              </a:spcAft>
              <a:buClr>
                <a:srgbClr val="EE4238"/>
              </a:buClr>
              <a:buFont typeface="Arial" panose="020B0604020202020204" pitchFamily="34" charset="0"/>
              <a:buChar char="•"/>
            </a:pPr>
            <a:r>
              <a:rPr lang="en-US" sz="4000" dirty="0">
                <a:solidFill>
                  <a:srgbClr val="252260"/>
                </a:solidFill>
                <a:latin typeface="Century Gothic" panose="020B0502020202020204" pitchFamily="34" charset="0"/>
              </a:rPr>
              <a:t>Update/revise in next strategic analysis</a:t>
            </a:r>
          </a:p>
        </p:txBody>
      </p:sp>
      <p:pic>
        <p:nvPicPr>
          <p:cNvPr id="7" name="Picture 6" descr="A diagram of kpi&#10;&#10;Description automatically generated">
            <a:extLst>
              <a:ext uri="{FF2B5EF4-FFF2-40B4-BE49-F238E27FC236}">
                <a16:creationId xmlns:a16="http://schemas.microsoft.com/office/drawing/2014/main" id="{B3D3BD8F-F681-E4DB-FA26-BBF25480EE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59836" y="2259191"/>
            <a:ext cx="3709625" cy="3475500"/>
          </a:xfrm>
          <a:prstGeom prst="rect">
            <a:avLst/>
          </a:prstGeom>
        </p:spPr>
      </p:pic>
      <p:sp>
        <p:nvSpPr>
          <p:cNvPr id="10" name="Oval 9">
            <a:extLst>
              <a:ext uri="{FF2B5EF4-FFF2-40B4-BE49-F238E27FC236}">
                <a16:creationId xmlns:a16="http://schemas.microsoft.com/office/drawing/2014/main" id="{C07079A7-D8FE-52D3-AB6B-93D3BB7CFA45}"/>
              </a:ext>
            </a:extLst>
          </p:cNvPr>
          <p:cNvSpPr/>
          <p:nvPr/>
        </p:nvSpPr>
        <p:spPr>
          <a:xfrm>
            <a:off x="8192278" y="3193422"/>
            <a:ext cx="1253502" cy="1110987"/>
          </a:xfrm>
          <a:prstGeom prst="ellipse">
            <a:avLst/>
          </a:prstGeom>
          <a:noFill/>
          <a:ln w="76200">
            <a:solidFill>
              <a:srgbClr val="DD403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791391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CBED602-B9AA-4E30-811B-082728B0E948}"/>
              </a:ext>
            </a:extLst>
          </p:cNvPr>
          <p:cNvGrpSpPr/>
          <p:nvPr/>
        </p:nvGrpSpPr>
        <p:grpSpPr>
          <a:xfrm>
            <a:off x="0" y="6078071"/>
            <a:ext cx="12192000" cy="779929"/>
            <a:chOff x="0" y="6078071"/>
            <a:chExt cx="12192000" cy="779929"/>
          </a:xfrm>
        </p:grpSpPr>
        <p:sp>
          <p:nvSpPr>
            <p:cNvPr id="3" name="Rectangle 24">
              <a:extLst>
                <a:ext uri="{FF2B5EF4-FFF2-40B4-BE49-F238E27FC236}">
                  <a16:creationId xmlns:a16="http://schemas.microsoft.com/office/drawing/2014/main" id="{C367CC84-698C-26A1-9D0F-CDAA043943DB}"/>
                </a:ext>
              </a:extLst>
            </p:cNvPr>
            <p:cNvSpPr/>
            <p:nvPr/>
          </p:nvSpPr>
          <p:spPr>
            <a:xfrm>
              <a:off x="0" y="6078071"/>
              <a:ext cx="12192000" cy="779929"/>
            </a:xfrm>
            <a:custGeom>
              <a:avLst/>
              <a:gdLst>
                <a:gd name="connsiteX0" fmla="*/ 0 w 12876028"/>
                <a:gd name="connsiteY0" fmla="*/ 0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0 h 1662721"/>
                <a:gd name="connsiteX0" fmla="*/ 0 w 12876028"/>
                <a:gd name="connsiteY0" fmla="*/ 893135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893135 h 1662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6028" h="1662721">
                  <a:moveTo>
                    <a:pt x="0" y="893135"/>
                  </a:moveTo>
                  <a:lnTo>
                    <a:pt x="12876028" y="0"/>
                  </a:lnTo>
                  <a:lnTo>
                    <a:pt x="12876028" y="1662721"/>
                  </a:lnTo>
                  <a:lnTo>
                    <a:pt x="0" y="1662721"/>
                  </a:lnTo>
                  <a:lnTo>
                    <a:pt x="0" y="893135"/>
                  </a:lnTo>
                  <a:close/>
                </a:path>
              </a:pathLst>
            </a:custGeom>
            <a:solidFill>
              <a:srgbClr val="DD4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706977B5-0C6C-A11B-E6C8-969AC985CA5D}"/>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24486" b="24288"/>
            <a:stretch/>
          </p:blipFill>
          <p:spPr>
            <a:xfrm>
              <a:off x="9825318" y="6236638"/>
              <a:ext cx="2079811" cy="559334"/>
            </a:xfrm>
            <a:prstGeom prst="rect">
              <a:avLst/>
            </a:prstGeom>
          </p:spPr>
        </p:pic>
      </p:grpSp>
      <p:sp>
        <p:nvSpPr>
          <p:cNvPr id="8" name="Rectangle 7">
            <a:extLst>
              <a:ext uri="{FF2B5EF4-FFF2-40B4-BE49-F238E27FC236}">
                <a16:creationId xmlns:a16="http://schemas.microsoft.com/office/drawing/2014/main" id="{94786D73-D047-34CE-2FF2-AFCCFD23A2EA}"/>
              </a:ext>
            </a:extLst>
          </p:cNvPr>
          <p:cNvSpPr/>
          <p:nvPr/>
        </p:nvSpPr>
        <p:spPr>
          <a:xfrm>
            <a:off x="0" y="0"/>
            <a:ext cx="12192000" cy="959224"/>
          </a:xfrm>
          <a:prstGeom prst="rect">
            <a:avLst/>
          </a:prstGeom>
          <a:solidFill>
            <a:srgbClr val="2522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4B6DD2AD-DD20-A6EB-4CAF-5FC2073501D5}"/>
              </a:ext>
            </a:extLst>
          </p:cNvPr>
          <p:cNvSpPr txBox="1"/>
          <p:nvPr/>
        </p:nvSpPr>
        <p:spPr>
          <a:xfrm>
            <a:off x="761999" y="125707"/>
            <a:ext cx="10957249" cy="769441"/>
          </a:xfrm>
          <a:prstGeom prst="rect">
            <a:avLst/>
          </a:prstGeom>
          <a:noFill/>
        </p:spPr>
        <p:txBody>
          <a:bodyPr wrap="square" rtlCol="0">
            <a:spAutoFit/>
          </a:bodyPr>
          <a:lstStyle/>
          <a:p>
            <a:r>
              <a:rPr lang="en-US" sz="4400" dirty="0">
                <a:solidFill>
                  <a:schemeClr val="bg1"/>
                </a:solidFill>
                <a:latin typeface="Century Gothic" panose="020B0502020202020204" pitchFamily="34" charset="0"/>
              </a:rPr>
              <a:t>KPIs – </a:t>
            </a:r>
            <a:r>
              <a:rPr lang="en-US" sz="4400" dirty="0">
                <a:solidFill>
                  <a:srgbClr val="F18120"/>
                </a:solidFill>
                <a:latin typeface="Century Gothic" panose="020B0502020202020204" pitchFamily="34" charset="0"/>
              </a:rPr>
              <a:t>Examples</a:t>
            </a:r>
            <a:endParaRPr lang="en-US" dirty="0"/>
          </a:p>
        </p:txBody>
      </p:sp>
      <p:sp>
        <p:nvSpPr>
          <p:cNvPr id="6" name="Slide Number Placeholder 5">
            <a:extLst>
              <a:ext uri="{FF2B5EF4-FFF2-40B4-BE49-F238E27FC236}">
                <a16:creationId xmlns:a16="http://schemas.microsoft.com/office/drawing/2014/main" id="{704B063A-56FC-68F3-AF34-DCF071DE867F}"/>
              </a:ext>
            </a:extLst>
          </p:cNvPr>
          <p:cNvSpPr>
            <a:spLocks noGrp="1"/>
          </p:cNvSpPr>
          <p:nvPr>
            <p:ph type="sldNum" sz="quarter" idx="12"/>
          </p:nvPr>
        </p:nvSpPr>
        <p:spPr>
          <a:xfrm>
            <a:off x="-1" y="6492875"/>
            <a:ext cx="528919" cy="365125"/>
          </a:xfrm>
        </p:spPr>
        <p:txBody>
          <a:bodyPr/>
          <a:lstStyle/>
          <a:p>
            <a:fld id="{0F897CD2-57D8-4610-8E64-C03C1E4E4E05}" type="slidenum">
              <a:rPr lang="en-US" sz="1600" b="1" smtClean="0">
                <a:solidFill>
                  <a:schemeClr val="bg1"/>
                </a:solidFill>
              </a:rPr>
              <a:t>15</a:t>
            </a:fld>
            <a:endParaRPr lang="en-US" sz="1600" b="1" dirty="0">
              <a:solidFill>
                <a:schemeClr val="bg1"/>
              </a:solidFill>
            </a:endParaRPr>
          </a:p>
        </p:txBody>
      </p:sp>
      <p:sp>
        <p:nvSpPr>
          <p:cNvPr id="5" name="TextBox 4">
            <a:extLst>
              <a:ext uri="{FF2B5EF4-FFF2-40B4-BE49-F238E27FC236}">
                <a16:creationId xmlns:a16="http://schemas.microsoft.com/office/drawing/2014/main" id="{1995AACB-AB3E-D1BB-37E0-4495299EA76D}"/>
              </a:ext>
            </a:extLst>
          </p:cNvPr>
          <p:cNvSpPr txBox="1"/>
          <p:nvPr/>
        </p:nvSpPr>
        <p:spPr>
          <a:xfrm>
            <a:off x="-1" y="1561305"/>
            <a:ext cx="8095378" cy="3785652"/>
          </a:xfrm>
          <a:prstGeom prst="rect">
            <a:avLst/>
          </a:prstGeom>
          <a:noFill/>
        </p:spPr>
        <p:txBody>
          <a:bodyPr wrap="square" rtlCol="0">
            <a:spAutoFit/>
          </a:bodyPr>
          <a:lstStyle/>
          <a:p>
            <a:pPr marL="1028700" indent="-571500">
              <a:spcAft>
                <a:spcPts val="1200"/>
              </a:spcAft>
              <a:buClr>
                <a:srgbClr val="EE4238"/>
              </a:buClr>
              <a:buFont typeface="Arial" panose="020B0604020202020204" pitchFamily="34" charset="0"/>
              <a:buChar char="•"/>
            </a:pPr>
            <a:r>
              <a:rPr lang="en-US" sz="4000" dirty="0">
                <a:solidFill>
                  <a:srgbClr val="252260"/>
                </a:solidFill>
                <a:latin typeface="Century Gothic" panose="020B0502020202020204" pitchFamily="34" charset="0"/>
              </a:rPr>
              <a:t>Fundraising metrics</a:t>
            </a:r>
          </a:p>
          <a:p>
            <a:pPr marL="1028700" indent="-571500">
              <a:spcAft>
                <a:spcPts val="1200"/>
              </a:spcAft>
              <a:buClr>
                <a:srgbClr val="EE4238"/>
              </a:buClr>
              <a:buFont typeface="Arial" panose="020B0604020202020204" pitchFamily="34" charset="0"/>
              <a:buChar char="•"/>
            </a:pPr>
            <a:r>
              <a:rPr lang="en-US" sz="4000" dirty="0">
                <a:solidFill>
                  <a:srgbClr val="252260"/>
                </a:solidFill>
                <a:latin typeface="Century Gothic" panose="020B0502020202020204" pitchFamily="34" charset="0"/>
              </a:rPr>
              <a:t>Cost metrics</a:t>
            </a:r>
          </a:p>
          <a:p>
            <a:pPr marL="1028700" indent="-571500">
              <a:spcAft>
                <a:spcPts val="1200"/>
              </a:spcAft>
              <a:buClr>
                <a:srgbClr val="EE4238"/>
              </a:buClr>
              <a:buFont typeface="Arial" panose="020B0604020202020204" pitchFamily="34" charset="0"/>
              <a:buChar char="•"/>
            </a:pPr>
            <a:r>
              <a:rPr lang="en-US" sz="4000" dirty="0">
                <a:solidFill>
                  <a:srgbClr val="252260"/>
                </a:solidFill>
                <a:latin typeface="Century Gothic" panose="020B0502020202020204" pitchFamily="34" charset="0"/>
              </a:rPr>
              <a:t>Engagement metrics</a:t>
            </a:r>
          </a:p>
          <a:p>
            <a:pPr marL="1028700" indent="-571500">
              <a:spcAft>
                <a:spcPts val="1200"/>
              </a:spcAft>
              <a:buClr>
                <a:srgbClr val="EE4238"/>
              </a:buClr>
              <a:buFont typeface="Arial" panose="020B0604020202020204" pitchFamily="34" charset="0"/>
              <a:buChar char="•"/>
            </a:pPr>
            <a:r>
              <a:rPr lang="en-US" sz="4000" dirty="0">
                <a:solidFill>
                  <a:srgbClr val="252260"/>
                </a:solidFill>
                <a:latin typeface="Century Gothic" panose="020B0502020202020204" pitchFamily="34" charset="0"/>
              </a:rPr>
              <a:t>People metrics</a:t>
            </a:r>
          </a:p>
          <a:p>
            <a:pPr marL="1028700" indent="-571500">
              <a:spcAft>
                <a:spcPts val="1200"/>
              </a:spcAft>
              <a:buClr>
                <a:srgbClr val="EE4238"/>
              </a:buClr>
              <a:buFont typeface="Arial" panose="020B0604020202020204" pitchFamily="34" charset="0"/>
              <a:buChar char="•"/>
            </a:pPr>
            <a:r>
              <a:rPr lang="en-US" sz="4000" dirty="0">
                <a:solidFill>
                  <a:srgbClr val="252260"/>
                </a:solidFill>
                <a:latin typeface="Century Gothic" panose="020B0502020202020204" pitchFamily="34" charset="0"/>
              </a:rPr>
              <a:t>Performance metrics</a:t>
            </a:r>
          </a:p>
        </p:txBody>
      </p:sp>
      <p:pic>
        <p:nvPicPr>
          <p:cNvPr id="7" name="Picture 6" descr="A diagram of kpi&#10;&#10;Description automatically generated">
            <a:extLst>
              <a:ext uri="{FF2B5EF4-FFF2-40B4-BE49-F238E27FC236}">
                <a16:creationId xmlns:a16="http://schemas.microsoft.com/office/drawing/2014/main" id="{8E8757A5-2512-D601-C65C-4F1393F4FD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8947" y="1302351"/>
            <a:ext cx="4594891" cy="4304894"/>
          </a:xfrm>
          <a:prstGeom prst="rect">
            <a:avLst/>
          </a:prstGeom>
        </p:spPr>
      </p:pic>
      <p:sp>
        <p:nvSpPr>
          <p:cNvPr id="10" name="Oval 9">
            <a:extLst>
              <a:ext uri="{FF2B5EF4-FFF2-40B4-BE49-F238E27FC236}">
                <a16:creationId xmlns:a16="http://schemas.microsoft.com/office/drawing/2014/main" id="{EE9CDF81-F592-BF15-97B3-EBA11437ADFE}"/>
              </a:ext>
            </a:extLst>
          </p:cNvPr>
          <p:cNvSpPr/>
          <p:nvPr/>
        </p:nvSpPr>
        <p:spPr>
          <a:xfrm>
            <a:off x="10081581" y="3073852"/>
            <a:ext cx="1567284" cy="1376113"/>
          </a:xfrm>
          <a:prstGeom prst="ellipse">
            <a:avLst/>
          </a:prstGeom>
          <a:noFill/>
          <a:ln w="76200">
            <a:solidFill>
              <a:srgbClr val="DD403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510257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02A3DE1-D38D-7781-63F7-40709FE8BC5C}"/>
              </a:ext>
            </a:extLst>
          </p:cNvPr>
          <p:cNvSpPr/>
          <p:nvPr/>
        </p:nvSpPr>
        <p:spPr>
          <a:xfrm>
            <a:off x="0" y="0"/>
            <a:ext cx="12192000" cy="893560"/>
          </a:xfrm>
          <a:prstGeom prst="rect">
            <a:avLst/>
          </a:prstGeom>
          <a:solidFill>
            <a:srgbClr val="2522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24">
            <a:extLst>
              <a:ext uri="{FF2B5EF4-FFF2-40B4-BE49-F238E27FC236}">
                <a16:creationId xmlns:a16="http://schemas.microsoft.com/office/drawing/2014/main" id="{8B449EE2-4CE6-133B-5AF6-EAD6A70DDFC9}"/>
              </a:ext>
            </a:extLst>
          </p:cNvPr>
          <p:cNvSpPr/>
          <p:nvPr/>
        </p:nvSpPr>
        <p:spPr>
          <a:xfrm>
            <a:off x="0" y="6078070"/>
            <a:ext cx="12192000" cy="779929"/>
          </a:xfrm>
          <a:custGeom>
            <a:avLst/>
            <a:gdLst>
              <a:gd name="connsiteX0" fmla="*/ 0 w 12876028"/>
              <a:gd name="connsiteY0" fmla="*/ 0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0 h 1662721"/>
              <a:gd name="connsiteX0" fmla="*/ 0 w 12876028"/>
              <a:gd name="connsiteY0" fmla="*/ 893135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893135 h 1662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6028" h="1662721">
                <a:moveTo>
                  <a:pt x="0" y="893135"/>
                </a:moveTo>
                <a:lnTo>
                  <a:pt x="12876028" y="0"/>
                </a:lnTo>
                <a:lnTo>
                  <a:pt x="12876028" y="1662721"/>
                </a:lnTo>
                <a:lnTo>
                  <a:pt x="0" y="1662721"/>
                </a:lnTo>
                <a:lnTo>
                  <a:pt x="0" y="893135"/>
                </a:lnTo>
                <a:close/>
              </a:path>
            </a:pathLst>
          </a:custGeom>
          <a:solidFill>
            <a:srgbClr val="DD4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lide Number Placeholder 1">
            <a:extLst>
              <a:ext uri="{FF2B5EF4-FFF2-40B4-BE49-F238E27FC236}">
                <a16:creationId xmlns:a16="http://schemas.microsoft.com/office/drawing/2014/main" id="{3903855C-3FEB-149D-471F-44BFC61022AD}"/>
              </a:ext>
            </a:extLst>
          </p:cNvPr>
          <p:cNvSpPr>
            <a:spLocks noGrp="1"/>
          </p:cNvSpPr>
          <p:nvPr>
            <p:ph type="sldNum" sz="quarter" idx="12"/>
          </p:nvPr>
        </p:nvSpPr>
        <p:spPr>
          <a:xfrm>
            <a:off x="-1" y="6492874"/>
            <a:ext cx="537883" cy="365125"/>
          </a:xfrm>
        </p:spPr>
        <p:txBody>
          <a:bodyPr/>
          <a:lstStyle/>
          <a:p>
            <a:fld id="{0F897CD2-57D8-4610-8E64-C03C1E4E4E05}" type="slidenum">
              <a:rPr lang="en-US" sz="2000" b="1" smtClean="0">
                <a:solidFill>
                  <a:schemeClr val="bg1"/>
                </a:solidFill>
                <a:latin typeface="Century Gothic" panose="020B0502020202020204" pitchFamily="34" charset="0"/>
              </a:rPr>
              <a:pPr/>
              <a:t>16</a:t>
            </a:fld>
            <a:endParaRPr lang="en-US" sz="2000" b="1" dirty="0">
              <a:solidFill>
                <a:schemeClr val="bg1"/>
              </a:solidFill>
              <a:latin typeface="Century Gothic" panose="020B0502020202020204" pitchFamily="34" charset="0"/>
            </a:endParaRPr>
          </a:p>
        </p:txBody>
      </p:sp>
      <p:pic>
        <p:nvPicPr>
          <p:cNvPr id="3" name="Picture 2">
            <a:extLst>
              <a:ext uri="{FF2B5EF4-FFF2-40B4-BE49-F238E27FC236}">
                <a16:creationId xmlns:a16="http://schemas.microsoft.com/office/drawing/2014/main" id="{0A7545EC-7B48-EBDD-3268-910464EAE6F8}"/>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24486" b="24288"/>
          <a:stretch/>
        </p:blipFill>
        <p:spPr>
          <a:xfrm>
            <a:off x="9825318" y="6236638"/>
            <a:ext cx="2079811" cy="559334"/>
          </a:xfrm>
          <a:prstGeom prst="rect">
            <a:avLst/>
          </a:prstGeom>
        </p:spPr>
      </p:pic>
      <p:sp>
        <p:nvSpPr>
          <p:cNvPr id="5" name="TextBox 4">
            <a:extLst>
              <a:ext uri="{FF2B5EF4-FFF2-40B4-BE49-F238E27FC236}">
                <a16:creationId xmlns:a16="http://schemas.microsoft.com/office/drawing/2014/main" id="{6AC53814-60A6-3F04-AC18-8325F79A4756}"/>
              </a:ext>
            </a:extLst>
          </p:cNvPr>
          <p:cNvSpPr txBox="1"/>
          <p:nvPr/>
        </p:nvSpPr>
        <p:spPr>
          <a:xfrm>
            <a:off x="317242" y="123614"/>
            <a:ext cx="7053942" cy="646331"/>
          </a:xfrm>
          <a:prstGeom prst="rect">
            <a:avLst/>
          </a:prstGeom>
          <a:noFill/>
        </p:spPr>
        <p:txBody>
          <a:bodyPr wrap="square" rtlCol="0">
            <a:spAutoFit/>
          </a:bodyPr>
          <a:lstStyle/>
          <a:p>
            <a:pPr>
              <a:spcAft>
                <a:spcPts val="1200"/>
              </a:spcAft>
            </a:pPr>
            <a:r>
              <a:rPr lang="en-US" sz="3600" dirty="0">
                <a:solidFill>
                  <a:schemeClr val="bg1"/>
                </a:solidFill>
                <a:latin typeface="Century Gothic" panose="020B0502020202020204" pitchFamily="34" charset="0"/>
              </a:rPr>
              <a:t>KPIs - </a:t>
            </a:r>
            <a:r>
              <a:rPr lang="en-US" sz="3600" dirty="0">
                <a:solidFill>
                  <a:srgbClr val="F18120"/>
                </a:solidFill>
                <a:latin typeface="Century Gothic" panose="020B0502020202020204" pitchFamily="34" charset="0"/>
              </a:rPr>
              <a:t>Donations</a:t>
            </a:r>
            <a:endParaRPr lang="en-US" sz="3600" dirty="0">
              <a:solidFill>
                <a:schemeClr val="bg1"/>
              </a:solidFill>
              <a:latin typeface="Century Gothic" panose="020B0502020202020204" pitchFamily="34" charset="0"/>
            </a:endParaRPr>
          </a:p>
        </p:txBody>
      </p:sp>
      <p:sp>
        <p:nvSpPr>
          <p:cNvPr id="4" name="TextBox 3">
            <a:extLst>
              <a:ext uri="{FF2B5EF4-FFF2-40B4-BE49-F238E27FC236}">
                <a16:creationId xmlns:a16="http://schemas.microsoft.com/office/drawing/2014/main" id="{110DAF7A-61B5-FB2E-78FA-CC171562BE58}"/>
              </a:ext>
            </a:extLst>
          </p:cNvPr>
          <p:cNvSpPr txBox="1"/>
          <p:nvPr/>
        </p:nvSpPr>
        <p:spPr>
          <a:xfrm>
            <a:off x="7119290" y="1322188"/>
            <a:ext cx="4487380" cy="4308872"/>
          </a:xfrm>
          <a:prstGeom prst="rect">
            <a:avLst/>
          </a:prstGeom>
          <a:noFill/>
        </p:spPr>
        <p:txBody>
          <a:bodyPr wrap="square" rtlCol="0">
            <a:spAutoFit/>
          </a:bodyPr>
          <a:lstStyle/>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Breakdowns from annual plan</a:t>
            </a:r>
          </a:p>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Sort by type</a:t>
            </a:r>
          </a:p>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Goals</a:t>
            </a:r>
          </a:p>
          <a:p>
            <a:pPr marL="1485900" lvl="1" indent="-571500">
              <a:spcAft>
                <a:spcPts val="1200"/>
              </a:spcAft>
              <a:buClr>
                <a:srgbClr val="EE4238"/>
              </a:buClr>
              <a:buSzPct val="80000"/>
              <a:buFont typeface="Courier New" panose="02070309020205020404" pitchFamily="49" charset="0"/>
              <a:buChar char="o"/>
            </a:pPr>
            <a:r>
              <a:rPr lang="en-US" sz="2800" dirty="0">
                <a:solidFill>
                  <a:srgbClr val="252260"/>
                </a:solidFill>
                <a:latin typeface="Century Gothic" panose="020B0502020202020204" pitchFamily="34" charset="0"/>
              </a:rPr>
              <a:t>Reasonable</a:t>
            </a:r>
          </a:p>
          <a:p>
            <a:pPr marL="1485900" lvl="1" indent="-571500">
              <a:spcAft>
                <a:spcPts val="1200"/>
              </a:spcAft>
              <a:buClr>
                <a:srgbClr val="EE4238"/>
              </a:buClr>
              <a:buSzPct val="80000"/>
              <a:buFont typeface="Courier New" panose="02070309020205020404" pitchFamily="49" charset="0"/>
              <a:buChar char="o"/>
            </a:pPr>
            <a:r>
              <a:rPr lang="en-US" sz="2800" dirty="0">
                <a:solidFill>
                  <a:srgbClr val="252260"/>
                </a:solidFill>
                <a:latin typeface="Century Gothic" panose="020B0502020202020204" pitchFamily="34" charset="0"/>
              </a:rPr>
              <a:t>Resources</a:t>
            </a:r>
          </a:p>
          <a:p>
            <a:pPr marL="1027113" lvl="1"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Regular reviews for  adjustments</a:t>
            </a:r>
          </a:p>
        </p:txBody>
      </p:sp>
      <p:pic>
        <p:nvPicPr>
          <p:cNvPr id="10" name="Picture 9" descr="A table with numbers and a red and blue text&#10;&#10;Description automatically generated with medium confidence">
            <a:extLst>
              <a:ext uri="{FF2B5EF4-FFF2-40B4-BE49-F238E27FC236}">
                <a16:creationId xmlns:a16="http://schemas.microsoft.com/office/drawing/2014/main" id="{EDA000B0-4886-BCD7-2FE3-0BCF6CBBAF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633" y="1091821"/>
            <a:ext cx="7126273" cy="4862634"/>
          </a:xfrm>
          <a:prstGeom prst="rect">
            <a:avLst/>
          </a:prstGeom>
        </p:spPr>
      </p:pic>
    </p:spTree>
    <p:extLst>
      <p:ext uri="{BB962C8B-B14F-4D97-AF65-F5344CB8AC3E}">
        <p14:creationId xmlns:p14="http://schemas.microsoft.com/office/powerpoint/2010/main" val="30304487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02A3DE1-D38D-7781-63F7-40709FE8BC5C}"/>
              </a:ext>
            </a:extLst>
          </p:cNvPr>
          <p:cNvSpPr/>
          <p:nvPr/>
        </p:nvSpPr>
        <p:spPr>
          <a:xfrm>
            <a:off x="0" y="0"/>
            <a:ext cx="12192000" cy="893560"/>
          </a:xfrm>
          <a:prstGeom prst="rect">
            <a:avLst/>
          </a:prstGeom>
          <a:solidFill>
            <a:srgbClr val="2522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24">
            <a:extLst>
              <a:ext uri="{FF2B5EF4-FFF2-40B4-BE49-F238E27FC236}">
                <a16:creationId xmlns:a16="http://schemas.microsoft.com/office/drawing/2014/main" id="{8B449EE2-4CE6-133B-5AF6-EAD6A70DDFC9}"/>
              </a:ext>
            </a:extLst>
          </p:cNvPr>
          <p:cNvSpPr/>
          <p:nvPr/>
        </p:nvSpPr>
        <p:spPr>
          <a:xfrm>
            <a:off x="0" y="6078070"/>
            <a:ext cx="12192000" cy="779929"/>
          </a:xfrm>
          <a:custGeom>
            <a:avLst/>
            <a:gdLst>
              <a:gd name="connsiteX0" fmla="*/ 0 w 12876028"/>
              <a:gd name="connsiteY0" fmla="*/ 0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0 h 1662721"/>
              <a:gd name="connsiteX0" fmla="*/ 0 w 12876028"/>
              <a:gd name="connsiteY0" fmla="*/ 893135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893135 h 1662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6028" h="1662721">
                <a:moveTo>
                  <a:pt x="0" y="893135"/>
                </a:moveTo>
                <a:lnTo>
                  <a:pt x="12876028" y="0"/>
                </a:lnTo>
                <a:lnTo>
                  <a:pt x="12876028" y="1662721"/>
                </a:lnTo>
                <a:lnTo>
                  <a:pt x="0" y="1662721"/>
                </a:lnTo>
                <a:lnTo>
                  <a:pt x="0" y="893135"/>
                </a:lnTo>
                <a:close/>
              </a:path>
            </a:pathLst>
          </a:custGeom>
          <a:solidFill>
            <a:srgbClr val="DD4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lide Number Placeholder 1">
            <a:extLst>
              <a:ext uri="{FF2B5EF4-FFF2-40B4-BE49-F238E27FC236}">
                <a16:creationId xmlns:a16="http://schemas.microsoft.com/office/drawing/2014/main" id="{3903855C-3FEB-149D-471F-44BFC61022AD}"/>
              </a:ext>
            </a:extLst>
          </p:cNvPr>
          <p:cNvSpPr>
            <a:spLocks noGrp="1"/>
          </p:cNvSpPr>
          <p:nvPr>
            <p:ph type="sldNum" sz="quarter" idx="12"/>
          </p:nvPr>
        </p:nvSpPr>
        <p:spPr>
          <a:xfrm>
            <a:off x="-1" y="6492874"/>
            <a:ext cx="537883" cy="365125"/>
          </a:xfrm>
        </p:spPr>
        <p:txBody>
          <a:bodyPr/>
          <a:lstStyle/>
          <a:p>
            <a:fld id="{0F897CD2-57D8-4610-8E64-C03C1E4E4E05}" type="slidenum">
              <a:rPr lang="en-US" sz="2000" b="1" smtClean="0">
                <a:solidFill>
                  <a:schemeClr val="bg1"/>
                </a:solidFill>
                <a:latin typeface="Century Gothic" panose="020B0502020202020204" pitchFamily="34" charset="0"/>
              </a:rPr>
              <a:pPr/>
              <a:t>17</a:t>
            </a:fld>
            <a:endParaRPr lang="en-US" sz="2000" b="1" dirty="0">
              <a:solidFill>
                <a:schemeClr val="bg1"/>
              </a:solidFill>
              <a:latin typeface="Century Gothic" panose="020B0502020202020204" pitchFamily="34" charset="0"/>
            </a:endParaRPr>
          </a:p>
        </p:txBody>
      </p:sp>
      <p:pic>
        <p:nvPicPr>
          <p:cNvPr id="3" name="Picture 2">
            <a:extLst>
              <a:ext uri="{FF2B5EF4-FFF2-40B4-BE49-F238E27FC236}">
                <a16:creationId xmlns:a16="http://schemas.microsoft.com/office/drawing/2014/main" id="{0A7545EC-7B48-EBDD-3268-910464EAE6F8}"/>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24486" b="24288"/>
          <a:stretch/>
        </p:blipFill>
        <p:spPr>
          <a:xfrm>
            <a:off x="9825318" y="6236638"/>
            <a:ext cx="2079811" cy="559334"/>
          </a:xfrm>
          <a:prstGeom prst="rect">
            <a:avLst/>
          </a:prstGeom>
        </p:spPr>
      </p:pic>
      <p:sp>
        <p:nvSpPr>
          <p:cNvPr id="5" name="TextBox 4">
            <a:extLst>
              <a:ext uri="{FF2B5EF4-FFF2-40B4-BE49-F238E27FC236}">
                <a16:creationId xmlns:a16="http://schemas.microsoft.com/office/drawing/2014/main" id="{6AC53814-60A6-3F04-AC18-8325F79A4756}"/>
              </a:ext>
            </a:extLst>
          </p:cNvPr>
          <p:cNvSpPr txBox="1"/>
          <p:nvPr/>
        </p:nvSpPr>
        <p:spPr>
          <a:xfrm>
            <a:off x="317242" y="123614"/>
            <a:ext cx="8397550" cy="646331"/>
          </a:xfrm>
          <a:prstGeom prst="rect">
            <a:avLst/>
          </a:prstGeom>
          <a:noFill/>
        </p:spPr>
        <p:txBody>
          <a:bodyPr wrap="square" rtlCol="0">
            <a:spAutoFit/>
          </a:bodyPr>
          <a:lstStyle/>
          <a:p>
            <a:pPr>
              <a:spcAft>
                <a:spcPts val="1200"/>
              </a:spcAft>
            </a:pPr>
            <a:r>
              <a:rPr lang="en-US" sz="3600" dirty="0">
                <a:solidFill>
                  <a:schemeClr val="bg1"/>
                </a:solidFill>
                <a:latin typeface="Century Gothic" panose="020B0502020202020204" pitchFamily="34" charset="0"/>
              </a:rPr>
              <a:t>KPIs – </a:t>
            </a:r>
            <a:r>
              <a:rPr lang="en-US" sz="3600" dirty="0">
                <a:solidFill>
                  <a:srgbClr val="F18120"/>
                </a:solidFill>
                <a:latin typeface="Century Gothic" panose="020B0502020202020204" pitchFamily="34" charset="0"/>
              </a:rPr>
              <a:t>Donations – Average Gift</a:t>
            </a:r>
            <a:endParaRPr lang="en-US" sz="3600" dirty="0">
              <a:solidFill>
                <a:schemeClr val="bg1"/>
              </a:solidFill>
              <a:latin typeface="Century Gothic" panose="020B0502020202020204" pitchFamily="34" charset="0"/>
            </a:endParaRPr>
          </a:p>
        </p:txBody>
      </p:sp>
      <p:pic>
        <p:nvPicPr>
          <p:cNvPr id="8" name="Picture 7" descr="A red and blue donation box&#10;&#10;Description automatically generated">
            <a:extLst>
              <a:ext uri="{FF2B5EF4-FFF2-40B4-BE49-F238E27FC236}">
                <a16:creationId xmlns:a16="http://schemas.microsoft.com/office/drawing/2014/main" id="{E12CEA87-9AA3-AD78-9AA9-C1D2916A83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48884" y="1932989"/>
            <a:ext cx="7142857" cy="1942857"/>
          </a:xfrm>
          <a:prstGeom prst="rect">
            <a:avLst/>
          </a:prstGeom>
        </p:spPr>
      </p:pic>
      <p:sp>
        <p:nvSpPr>
          <p:cNvPr id="7" name="TextBox 6">
            <a:extLst>
              <a:ext uri="{FF2B5EF4-FFF2-40B4-BE49-F238E27FC236}">
                <a16:creationId xmlns:a16="http://schemas.microsoft.com/office/drawing/2014/main" id="{6A6D8079-365C-3B44-0552-A7A9C685E6E7}"/>
              </a:ext>
            </a:extLst>
          </p:cNvPr>
          <p:cNvSpPr txBox="1"/>
          <p:nvPr/>
        </p:nvSpPr>
        <p:spPr>
          <a:xfrm>
            <a:off x="-213961" y="1438685"/>
            <a:ext cx="4948240" cy="4431983"/>
          </a:xfrm>
          <a:prstGeom prst="rect">
            <a:avLst/>
          </a:prstGeom>
          <a:noFill/>
        </p:spPr>
        <p:txBody>
          <a:bodyPr wrap="square" rtlCol="0">
            <a:spAutoFit/>
          </a:bodyPr>
          <a:lstStyle/>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Increasing by small amounts will add up</a:t>
            </a:r>
          </a:p>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Make the case for a larger gift</a:t>
            </a:r>
          </a:p>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Suggested amounts</a:t>
            </a:r>
          </a:p>
          <a:p>
            <a:pPr marL="1027113" lvl="1"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What does the donation equate to in service delivery or value</a:t>
            </a:r>
          </a:p>
        </p:txBody>
      </p:sp>
    </p:spTree>
    <p:extLst>
      <p:ext uri="{BB962C8B-B14F-4D97-AF65-F5344CB8AC3E}">
        <p14:creationId xmlns:p14="http://schemas.microsoft.com/office/powerpoint/2010/main" val="7420397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02A3DE1-D38D-7781-63F7-40709FE8BC5C}"/>
              </a:ext>
            </a:extLst>
          </p:cNvPr>
          <p:cNvSpPr/>
          <p:nvPr/>
        </p:nvSpPr>
        <p:spPr>
          <a:xfrm>
            <a:off x="0" y="0"/>
            <a:ext cx="12192000" cy="893560"/>
          </a:xfrm>
          <a:prstGeom prst="rect">
            <a:avLst/>
          </a:prstGeom>
          <a:solidFill>
            <a:srgbClr val="2522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24">
            <a:extLst>
              <a:ext uri="{FF2B5EF4-FFF2-40B4-BE49-F238E27FC236}">
                <a16:creationId xmlns:a16="http://schemas.microsoft.com/office/drawing/2014/main" id="{8B449EE2-4CE6-133B-5AF6-EAD6A70DDFC9}"/>
              </a:ext>
            </a:extLst>
          </p:cNvPr>
          <p:cNvSpPr/>
          <p:nvPr/>
        </p:nvSpPr>
        <p:spPr>
          <a:xfrm>
            <a:off x="0" y="6078070"/>
            <a:ext cx="12192000" cy="779929"/>
          </a:xfrm>
          <a:custGeom>
            <a:avLst/>
            <a:gdLst>
              <a:gd name="connsiteX0" fmla="*/ 0 w 12876028"/>
              <a:gd name="connsiteY0" fmla="*/ 0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0 h 1662721"/>
              <a:gd name="connsiteX0" fmla="*/ 0 w 12876028"/>
              <a:gd name="connsiteY0" fmla="*/ 893135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893135 h 1662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6028" h="1662721">
                <a:moveTo>
                  <a:pt x="0" y="893135"/>
                </a:moveTo>
                <a:lnTo>
                  <a:pt x="12876028" y="0"/>
                </a:lnTo>
                <a:lnTo>
                  <a:pt x="12876028" y="1662721"/>
                </a:lnTo>
                <a:lnTo>
                  <a:pt x="0" y="1662721"/>
                </a:lnTo>
                <a:lnTo>
                  <a:pt x="0" y="893135"/>
                </a:lnTo>
                <a:close/>
              </a:path>
            </a:pathLst>
          </a:custGeom>
          <a:solidFill>
            <a:srgbClr val="DD4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lide Number Placeholder 1">
            <a:extLst>
              <a:ext uri="{FF2B5EF4-FFF2-40B4-BE49-F238E27FC236}">
                <a16:creationId xmlns:a16="http://schemas.microsoft.com/office/drawing/2014/main" id="{3903855C-3FEB-149D-471F-44BFC61022AD}"/>
              </a:ext>
            </a:extLst>
          </p:cNvPr>
          <p:cNvSpPr>
            <a:spLocks noGrp="1"/>
          </p:cNvSpPr>
          <p:nvPr>
            <p:ph type="sldNum" sz="quarter" idx="12"/>
          </p:nvPr>
        </p:nvSpPr>
        <p:spPr>
          <a:xfrm>
            <a:off x="-1" y="6492874"/>
            <a:ext cx="537883" cy="365125"/>
          </a:xfrm>
        </p:spPr>
        <p:txBody>
          <a:bodyPr/>
          <a:lstStyle/>
          <a:p>
            <a:fld id="{0F897CD2-57D8-4610-8E64-C03C1E4E4E05}" type="slidenum">
              <a:rPr lang="en-US" sz="2000" b="1" smtClean="0">
                <a:solidFill>
                  <a:schemeClr val="bg1"/>
                </a:solidFill>
                <a:latin typeface="Century Gothic" panose="020B0502020202020204" pitchFamily="34" charset="0"/>
              </a:rPr>
              <a:pPr/>
              <a:t>18</a:t>
            </a:fld>
            <a:endParaRPr lang="en-US" sz="2000" b="1" dirty="0">
              <a:solidFill>
                <a:schemeClr val="bg1"/>
              </a:solidFill>
              <a:latin typeface="Century Gothic" panose="020B0502020202020204" pitchFamily="34" charset="0"/>
            </a:endParaRPr>
          </a:p>
        </p:txBody>
      </p:sp>
      <p:pic>
        <p:nvPicPr>
          <p:cNvPr id="3" name="Picture 2">
            <a:extLst>
              <a:ext uri="{FF2B5EF4-FFF2-40B4-BE49-F238E27FC236}">
                <a16:creationId xmlns:a16="http://schemas.microsoft.com/office/drawing/2014/main" id="{0A7545EC-7B48-EBDD-3268-910464EAE6F8}"/>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24486" b="24288"/>
          <a:stretch/>
        </p:blipFill>
        <p:spPr>
          <a:xfrm>
            <a:off x="9825318" y="6236638"/>
            <a:ext cx="2079811" cy="559334"/>
          </a:xfrm>
          <a:prstGeom prst="rect">
            <a:avLst/>
          </a:prstGeom>
        </p:spPr>
      </p:pic>
      <p:sp>
        <p:nvSpPr>
          <p:cNvPr id="5" name="TextBox 4">
            <a:extLst>
              <a:ext uri="{FF2B5EF4-FFF2-40B4-BE49-F238E27FC236}">
                <a16:creationId xmlns:a16="http://schemas.microsoft.com/office/drawing/2014/main" id="{6AC53814-60A6-3F04-AC18-8325F79A4756}"/>
              </a:ext>
            </a:extLst>
          </p:cNvPr>
          <p:cNvSpPr txBox="1"/>
          <p:nvPr/>
        </p:nvSpPr>
        <p:spPr>
          <a:xfrm>
            <a:off x="317242" y="123614"/>
            <a:ext cx="8546840" cy="646331"/>
          </a:xfrm>
          <a:prstGeom prst="rect">
            <a:avLst/>
          </a:prstGeom>
          <a:noFill/>
        </p:spPr>
        <p:txBody>
          <a:bodyPr wrap="square" rtlCol="0">
            <a:spAutoFit/>
          </a:bodyPr>
          <a:lstStyle/>
          <a:p>
            <a:pPr>
              <a:spcAft>
                <a:spcPts val="1200"/>
              </a:spcAft>
            </a:pPr>
            <a:r>
              <a:rPr lang="en-US" sz="3600" dirty="0">
                <a:solidFill>
                  <a:schemeClr val="bg1"/>
                </a:solidFill>
                <a:latin typeface="Century Gothic" panose="020B0502020202020204" pitchFamily="34" charset="0"/>
              </a:rPr>
              <a:t>KPIs – </a:t>
            </a:r>
            <a:r>
              <a:rPr lang="en-US" sz="3600" dirty="0">
                <a:solidFill>
                  <a:srgbClr val="F18120"/>
                </a:solidFill>
                <a:latin typeface="Century Gothic" panose="020B0502020202020204" pitchFamily="34" charset="0"/>
              </a:rPr>
              <a:t>Donors – Repeat Donors</a:t>
            </a:r>
            <a:endParaRPr lang="en-US" sz="3600" dirty="0">
              <a:solidFill>
                <a:schemeClr val="bg1"/>
              </a:solidFill>
              <a:latin typeface="Century Gothic" panose="020B0502020202020204" pitchFamily="34" charset="0"/>
            </a:endParaRPr>
          </a:p>
        </p:txBody>
      </p:sp>
      <p:pic>
        <p:nvPicPr>
          <p:cNvPr id="10" name="Picture 9" descr="A table with numbers and a few words&#10;&#10;Description automatically generated with medium confidence">
            <a:extLst>
              <a:ext uri="{FF2B5EF4-FFF2-40B4-BE49-F238E27FC236}">
                <a16:creationId xmlns:a16="http://schemas.microsoft.com/office/drawing/2014/main" id="{9D2F1367-028F-5EBC-551A-5E5AA08C5A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75554" y="2069504"/>
            <a:ext cx="7007575" cy="1700063"/>
          </a:xfrm>
          <a:prstGeom prst="rect">
            <a:avLst/>
          </a:prstGeom>
        </p:spPr>
      </p:pic>
      <p:sp>
        <p:nvSpPr>
          <p:cNvPr id="4" name="TextBox 3">
            <a:extLst>
              <a:ext uri="{FF2B5EF4-FFF2-40B4-BE49-F238E27FC236}">
                <a16:creationId xmlns:a16="http://schemas.microsoft.com/office/drawing/2014/main" id="{B99F7A94-5B4D-DE05-B981-668AE27CFBA1}"/>
              </a:ext>
            </a:extLst>
          </p:cNvPr>
          <p:cNvSpPr txBox="1"/>
          <p:nvPr/>
        </p:nvSpPr>
        <p:spPr>
          <a:xfrm>
            <a:off x="-223290" y="1184749"/>
            <a:ext cx="7295894" cy="5047536"/>
          </a:xfrm>
          <a:prstGeom prst="rect">
            <a:avLst/>
          </a:prstGeom>
          <a:noFill/>
        </p:spPr>
        <p:txBody>
          <a:bodyPr wrap="square" rtlCol="0">
            <a:spAutoFit/>
          </a:bodyPr>
          <a:lstStyle/>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Acquiring new donors </a:t>
            </a:r>
          </a:p>
          <a:p>
            <a:pPr marL="457200">
              <a:spcAft>
                <a:spcPts val="1200"/>
              </a:spcAft>
              <a:buClr>
                <a:srgbClr val="EE4238"/>
              </a:buClr>
            </a:pPr>
            <a:r>
              <a:rPr lang="en-US" sz="2800" dirty="0">
                <a:solidFill>
                  <a:srgbClr val="252260"/>
                </a:solidFill>
                <a:latin typeface="Century Gothic" panose="020B0502020202020204" pitchFamily="34" charset="0"/>
              </a:rPr>
              <a:t>      is expensive</a:t>
            </a:r>
          </a:p>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Communication is key</a:t>
            </a:r>
          </a:p>
          <a:p>
            <a:pPr marL="1027113" lvl="1"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Benefits of recurring </a:t>
            </a:r>
          </a:p>
          <a:p>
            <a:pPr marL="455613" lvl="1">
              <a:spcAft>
                <a:spcPts val="1200"/>
              </a:spcAft>
              <a:buClr>
                <a:srgbClr val="EE4238"/>
              </a:buClr>
            </a:pPr>
            <a:r>
              <a:rPr lang="en-US" sz="2800" dirty="0">
                <a:solidFill>
                  <a:srgbClr val="252260"/>
                </a:solidFill>
                <a:latin typeface="Century Gothic" panose="020B0502020202020204" pitchFamily="34" charset="0"/>
              </a:rPr>
              <a:t>      donors </a:t>
            </a:r>
          </a:p>
          <a:p>
            <a:pPr marL="1484313" lvl="2" indent="-571500">
              <a:spcAft>
                <a:spcPts val="1200"/>
              </a:spcAft>
              <a:buClr>
                <a:srgbClr val="EE4238"/>
              </a:buClr>
              <a:buSzPct val="90000"/>
              <a:buFont typeface="Courier New" panose="02070309020205020404" pitchFamily="49" charset="0"/>
              <a:buChar char="o"/>
            </a:pPr>
            <a:r>
              <a:rPr lang="en-US" sz="2800" dirty="0">
                <a:solidFill>
                  <a:srgbClr val="252260"/>
                </a:solidFill>
                <a:latin typeface="Century Gothic" panose="020B0502020202020204" pitchFamily="34" charset="0"/>
              </a:rPr>
              <a:t>Auto payments</a:t>
            </a:r>
          </a:p>
          <a:p>
            <a:pPr marL="1484313" lvl="2" indent="-571500">
              <a:spcAft>
                <a:spcPts val="1200"/>
              </a:spcAft>
              <a:buClr>
                <a:srgbClr val="EE4238"/>
              </a:buClr>
              <a:buSzPct val="90000"/>
              <a:buFont typeface="Courier New" panose="02070309020205020404" pitchFamily="49" charset="0"/>
              <a:buChar char="o"/>
            </a:pPr>
            <a:r>
              <a:rPr lang="en-US" sz="2800" dirty="0">
                <a:solidFill>
                  <a:srgbClr val="252260"/>
                </a:solidFill>
                <a:latin typeface="Century Gothic" panose="020B0502020202020204" pitchFamily="34" charset="0"/>
              </a:rPr>
              <a:t>Auto touch points</a:t>
            </a:r>
          </a:p>
          <a:p>
            <a:pPr marL="1484313" lvl="2" indent="-571500">
              <a:spcAft>
                <a:spcPts val="1200"/>
              </a:spcAft>
              <a:buClr>
                <a:srgbClr val="EE4238"/>
              </a:buClr>
              <a:buSzPct val="90000"/>
              <a:buFont typeface="Courier New" panose="02070309020205020404" pitchFamily="49" charset="0"/>
              <a:buChar char="o"/>
            </a:pPr>
            <a:r>
              <a:rPr lang="en-US" sz="2800" dirty="0">
                <a:solidFill>
                  <a:srgbClr val="252260"/>
                </a:solidFill>
                <a:latin typeface="Century Gothic" panose="020B0502020202020204" pitchFamily="34" charset="0"/>
              </a:rPr>
              <a:t>Small increases lead to big results</a:t>
            </a:r>
          </a:p>
        </p:txBody>
      </p:sp>
    </p:spTree>
    <p:extLst>
      <p:ext uri="{BB962C8B-B14F-4D97-AF65-F5344CB8AC3E}">
        <p14:creationId xmlns:p14="http://schemas.microsoft.com/office/powerpoint/2010/main" val="31277722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02A3DE1-D38D-7781-63F7-40709FE8BC5C}"/>
              </a:ext>
            </a:extLst>
          </p:cNvPr>
          <p:cNvSpPr/>
          <p:nvPr/>
        </p:nvSpPr>
        <p:spPr>
          <a:xfrm>
            <a:off x="0" y="0"/>
            <a:ext cx="12192000" cy="893560"/>
          </a:xfrm>
          <a:prstGeom prst="rect">
            <a:avLst/>
          </a:prstGeom>
          <a:solidFill>
            <a:srgbClr val="2522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24">
            <a:extLst>
              <a:ext uri="{FF2B5EF4-FFF2-40B4-BE49-F238E27FC236}">
                <a16:creationId xmlns:a16="http://schemas.microsoft.com/office/drawing/2014/main" id="{8B449EE2-4CE6-133B-5AF6-EAD6A70DDFC9}"/>
              </a:ext>
            </a:extLst>
          </p:cNvPr>
          <p:cNvSpPr/>
          <p:nvPr/>
        </p:nvSpPr>
        <p:spPr>
          <a:xfrm>
            <a:off x="0" y="6078070"/>
            <a:ext cx="12192000" cy="779929"/>
          </a:xfrm>
          <a:custGeom>
            <a:avLst/>
            <a:gdLst>
              <a:gd name="connsiteX0" fmla="*/ 0 w 12876028"/>
              <a:gd name="connsiteY0" fmla="*/ 0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0 h 1662721"/>
              <a:gd name="connsiteX0" fmla="*/ 0 w 12876028"/>
              <a:gd name="connsiteY0" fmla="*/ 893135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893135 h 1662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6028" h="1662721">
                <a:moveTo>
                  <a:pt x="0" y="893135"/>
                </a:moveTo>
                <a:lnTo>
                  <a:pt x="12876028" y="0"/>
                </a:lnTo>
                <a:lnTo>
                  <a:pt x="12876028" y="1662721"/>
                </a:lnTo>
                <a:lnTo>
                  <a:pt x="0" y="1662721"/>
                </a:lnTo>
                <a:lnTo>
                  <a:pt x="0" y="893135"/>
                </a:lnTo>
                <a:close/>
              </a:path>
            </a:pathLst>
          </a:custGeom>
          <a:solidFill>
            <a:srgbClr val="DD4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lide Number Placeholder 1">
            <a:extLst>
              <a:ext uri="{FF2B5EF4-FFF2-40B4-BE49-F238E27FC236}">
                <a16:creationId xmlns:a16="http://schemas.microsoft.com/office/drawing/2014/main" id="{3903855C-3FEB-149D-471F-44BFC61022AD}"/>
              </a:ext>
            </a:extLst>
          </p:cNvPr>
          <p:cNvSpPr>
            <a:spLocks noGrp="1"/>
          </p:cNvSpPr>
          <p:nvPr>
            <p:ph type="sldNum" sz="quarter" idx="12"/>
          </p:nvPr>
        </p:nvSpPr>
        <p:spPr>
          <a:xfrm>
            <a:off x="-1" y="6492874"/>
            <a:ext cx="537883" cy="365125"/>
          </a:xfrm>
        </p:spPr>
        <p:txBody>
          <a:bodyPr/>
          <a:lstStyle/>
          <a:p>
            <a:fld id="{0F897CD2-57D8-4610-8E64-C03C1E4E4E05}" type="slidenum">
              <a:rPr lang="en-US" sz="2000" b="1" smtClean="0">
                <a:solidFill>
                  <a:schemeClr val="bg1"/>
                </a:solidFill>
                <a:latin typeface="Century Gothic" panose="020B0502020202020204" pitchFamily="34" charset="0"/>
              </a:rPr>
              <a:pPr/>
              <a:t>19</a:t>
            </a:fld>
            <a:endParaRPr lang="en-US" sz="2000" b="1" dirty="0">
              <a:solidFill>
                <a:schemeClr val="bg1"/>
              </a:solidFill>
              <a:latin typeface="Century Gothic" panose="020B0502020202020204" pitchFamily="34" charset="0"/>
            </a:endParaRPr>
          </a:p>
        </p:txBody>
      </p:sp>
      <p:pic>
        <p:nvPicPr>
          <p:cNvPr id="3" name="Picture 2">
            <a:extLst>
              <a:ext uri="{FF2B5EF4-FFF2-40B4-BE49-F238E27FC236}">
                <a16:creationId xmlns:a16="http://schemas.microsoft.com/office/drawing/2014/main" id="{0A7545EC-7B48-EBDD-3268-910464EAE6F8}"/>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24486" b="24288"/>
          <a:stretch/>
        </p:blipFill>
        <p:spPr>
          <a:xfrm>
            <a:off x="9825318" y="6236638"/>
            <a:ext cx="2079811" cy="559334"/>
          </a:xfrm>
          <a:prstGeom prst="rect">
            <a:avLst/>
          </a:prstGeom>
        </p:spPr>
      </p:pic>
      <p:sp>
        <p:nvSpPr>
          <p:cNvPr id="5" name="TextBox 4">
            <a:extLst>
              <a:ext uri="{FF2B5EF4-FFF2-40B4-BE49-F238E27FC236}">
                <a16:creationId xmlns:a16="http://schemas.microsoft.com/office/drawing/2014/main" id="{6AC53814-60A6-3F04-AC18-8325F79A4756}"/>
              </a:ext>
            </a:extLst>
          </p:cNvPr>
          <p:cNvSpPr txBox="1"/>
          <p:nvPr/>
        </p:nvSpPr>
        <p:spPr>
          <a:xfrm>
            <a:off x="317241" y="123614"/>
            <a:ext cx="9060023" cy="646331"/>
          </a:xfrm>
          <a:prstGeom prst="rect">
            <a:avLst/>
          </a:prstGeom>
          <a:noFill/>
        </p:spPr>
        <p:txBody>
          <a:bodyPr wrap="square" rtlCol="0">
            <a:spAutoFit/>
          </a:bodyPr>
          <a:lstStyle/>
          <a:p>
            <a:pPr>
              <a:spcAft>
                <a:spcPts val="1200"/>
              </a:spcAft>
            </a:pPr>
            <a:r>
              <a:rPr lang="en-US" sz="3600" dirty="0">
                <a:solidFill>
                  <a:schemeClr val="bg1"/>
                </a:solidFill>
                <a:latin typeface="Century Gothic" panose="020B0502020202020204" pitchFamily="34" charset="0"/>
              </a:rPr>
              <a:t>KPIs – </a:t>
            </a:r>
            <a:r>
              <a:rPr lang="en-US" sz="3600" dirty="0">
                <a:solidFill>
                  <a:srgbClr val="F18120"/>
                </a:solidFill>
                <a:latin typeface="Century Gothic" panose="020B0502020202020204" pitchFamily="34" charset="0"/>
              </a:rPr>
              <a:t>Donors – Donor Retention</a:t>
            </a:r>
            <a:endParaRPr lang="en-US" sz="3600" dirty="0">
              <a:solidFill>
                <a:schemeClr val="bg1"/>
              </a:solidFill>
              <a:latin typeface="Century Gothic" panose="020B0502020202020204" pitchFamily="34" charset="0"/>
            </a:endParaRPr>
          </a:p>
        </p:txBody>
      </p:sp>
      <p:pic>
        <p:nvPicPr>
          <p:cNvPr id="7" name="Picture 6" descr="A white and blue chart with black text&#10;&#10;Description automatically generated">
            <a:extLst>
              <a:ext uri="{FF2B5EF4-FFF2-40B4-BE49-F238E27FC236}">
                <a16:creationId xmlns:a16="http://schemas.microsoft.com/office/drawing/2014/main" id="{891C1389-E421-6570-77D9-3FD4040B77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62651" y="1902373"/>
            <a:ext cx="7060754" cy="1624598"/>
          </a:xfrm>
          <a:prstGeom prst="rect">
            <a:avLst/>
          </a:prstGeom>
        </p:spPr>
      </p:pic>
      <p:sp>
        <p:nvSpPr>
          <p:cNvPr id="4" name="TextBox 3">
            <a:extLst>
              <a:ext uri="{FF2B5EF4-FFF2-40B4-BE49-F238E27FC236}">
                <a16:creationId xmlns:a16="http://schemas.microsoft.com/office/drawing/2014/main" id="{58D14025-E837-B28F-5622-EBD76BFAE02B}"/>
              </a:ext>
            </a:extLst>
          </p:cNvPr>
          <p:cNvSpPr txBox="1"/>
          <p:nvPr/>
        </p:nvSpPr>
        <p:spPr>
          <a:xfrm>
            <a:off x="-378928" y="1044724"/>
            <a:ext cx="5054707" cy="5016758"/>
          </a:xfrm>
          <a:prstGeom prst="rect">
            <a:avLst/>
          </a:prstGeom>
          <a:noFill/>
        </p:spPr>
        <p:txBody>
          <a:bodyPr wrap="square" rtlCol="0">
            <a:spAutoFit/>
          </a:bodyPr>
          <a:lstStyle/>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Reduce loss     through better communication</a:t>
            </a:r>
          </a:p>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Average is 40 – 45%*</a:t>
            </a:r>
          </a:p>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Often depends on</a:t>
            </a:r>
          </a:p>
          <a:p>
            <a:pPr marL="1485900" lvl="1" indent="-571500">
              <a:spcAft>
                <a:spcPts val="1200"/>
              </a:spcAft>
              <a:buClr>
                <a:srgbClr val="EE4238"/>
              </a:buClr>
              <a:buSzPct val="80000"/>
              <a:buFont typeface="Courier New" panose="02070309020205020404" pitchFamily="49" charset="0"/>
              <a:buChar char="o"/>
            </a:pPr>
            <a:r>
              <a:rPr lang="en-US" sz="2800" dirty="0">
                <a:solidFill>
                  <a:srgbClr val="252260"/>
                </a:solidFill>
                <a:latin typeface="Century Gothic" panose="020B0502020202020204" pitchFamily="34" charset="0"/>
              </a:rPr>
              <a:t>How they were acquired</a:t>
            </a:r>
          </a:p>
          <a:p>
            <a:pPr marL="1485900" lvl="1" indent="-571500">
              <a:spcAft>
                <a:spcPts val="1200"/>
              </a:spcAft>
              <a:buClr>
                <a:srgbClr val="EE4238"/>
              </a:buClr>
              <a:buSzPct val="80000"/>
              <a:buFont typeface="Courier New" panose="02070309020205020404" pitchFamily="49" charset="0"/>
              <a:buChar char="o"/>
            </a:pPr>
            <a:r>
              <a:rPr lang="en-US" sz="2800" dirty="0">
                <a:solidFill>
                  <a:srgbClr val="252260"/>
                </a:solidFill>
                <a:latin typeface="Century Gothic" panose="020B0502020202020204" pitchFamily="34" charset="0"/>
              </a:rPr>
              <a:t>Connection to cause</a:t>
            </a:r>
          </a:p>
          <a:p>
            <a:pPr marL="455613" lvl="1">
              <a:spcAft>
                <a:spcPts val="1200"/>
              </a:spcAft>
              <a:buClr>
                <a:srgbClr val="EE4238"/>
              </a:buClr>
            </a:pPr>
            <a:r>
              <a:rPr lang="en-US" dirty="0">
                <a:solidFill>
                  <a:srgbClr val="252260"/>
                </a:solidFill>
                <a:latin typeface="Century Gothic" panose="020B0502020202020204" pitchFamily="34" charset="0"/>
              </a:rPr>
              <a:t>			*AFP Global 2022</a:t>
            </a:r>
          </a:p>
        </p:txBody>
      </p:sp>
    </p:spTree>
    <p:extLst>
      <p:ext uri="{BB962C8B-B14F-4D97-AF65-F5344CB8AC3E}">
        <p14:creationId xmlns:p14="http://schemas.microsoft.com/office/powerpoint/2010/main" val="17502552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02A3DE1-D38D-7781-63F7-40709FE8BC5C}"/>
              </a:ext>
            </a:extLst>
          </p:cNvPr>
          <p:cNvSpPr/>
          <p:nvPr/>
        </p:nvSpPr>
        <p:spPr>
          <a:xfrm>
            <a:off x="0" y="0"/>
            <a:ext cx="12192000" cy="893560"/>
          </a:xfrm>
          <a:prstGeom prst="rect">
            <a:avLst/>
          </a:prstGeom>
          <a:solidFill>
            <a:srgbClr val="2522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24">
            <a:extLst>
              <a:ext uri="{FF2B5EF4-FFF2-40B4-BE49-F238E27FC236}">
                <a16:creationId xmlns:a16="http://schemas.microsoft.com/office/drawing/2014/main" id="{8B449EE2-4CE6-133B-5AF6-EAD6A70DDFC9}"/>
              </a:ext>
            </a:extLst>
          </p:cNvPr>
          <p:cNvSpPr/>
          <p:nvPr/>
        </p:nvSpPr>
        <p:spPr>
          <a:xfrm>
            <a:off x="0" y="6078070"/>
            <a:ext cx="12192000" cy="779929"/>
          </a:xfrm>
          <a:custGeom>
            <a:avLst/>
            <a:gdLst>
              <a:gd name="connsiteX0" fmla="*/ 0 w 12876028"/>
              <a:gd name="connsiteY0" fmla="*/ 0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0 h 1662721"/>
              <a:gd name="connsiteX0" fmla="*/ 0 w 12876028"/>
              <a:gd name="connsiteY0" fmla="*/ 893135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893135 h 1662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6028" h="1662721">
                <a:moveTo>
                  <a:pt x="0" y="893135"/>
                </a:moveTo>
                <a:lnTo>
                  <a:pt x="12876028" y="0"/>
                </a:lnTo>
                <a:lnTo>
                  <a:pt x="12876028" y="1662721"/>
                </a:lnTo>
                <a:lnTo>
                  <a:pt x="0" y="1662721"/>
                </a:lnTo>
                <a:lnTo>
                  <a:pt x="0" y="893135"/>
                </a:lnTo>
                <a:close/>
              </a:path>
            </a:pathLst>
          </a:custGeom>
          <a:solidFill>
            <a:srgbClr val="DD4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lide Number Placeholder 1">
            <a:extLst>
              <a:ext uri="{FF2B5EF4-FFF2-40B4-BE49-F238E27FC236}">
                <a16:creationId xmlns:a16="http://schemas.microsoft.com/office/drawing/2014/main" id="{3903855C-3FEB-149D-471F-44BFC61022AD}"/>
              </a:ext>
            </a:extLst>
          </p:cNvPr>
          <p:cNvSpPr>
            <a:spLocks noGrp="1"/>
          </p:cNvSpPr>
          <p:nvPr>
            <p:ph type="sldNum" sz="quarter" idx="12"/>
          </p:nvPr>
        </p:nvSpPr>
        <p:spPr>
          <a:xfrm>
            <a:off x="-1" y="6492874"/>
            <a:ext cx="537883" cy="365125"/>
          </a:xfrm>
        </p:spPr>
        <p:txBody>
          <a:bodyPr/>
          <a:lstStyle/>
          <a:p>
            <a:fld id="{0F897CD2-57D8-4610-8E64-C03C1E4E4E05}" type="slidenum">
              <a:rPr lang="en-US" sz="2000" b="1" smtClean="0">
                <a:solidFill>
                  <a:schemeClr val="bg1"/>
                </a:solidFill>
                <a:latin typeface="Century Gothic" panose="020B0502020202020204" pitchFamily="34" charset="0"/>
              </a:rPr>
              <a:pPr/>
              <a:t>20</a:t>
            </a:fld>
            <a:endParaRPr lang="en-US" sz="2000" b="1" dirty="0">
              <a:solidFill>
                <a:schemeClr val="bg1"/>
              </a:solidFill>
              <a:latin typeface="Century Gothic" panose="020B0502020202020204" pitchFamily="34" charset="0"/>
            </a:endParaRPr>
          </a:p>
        </p:txBody>
      </p:sp>
      <p:pic>
        <p:nvPicPr>
          <p:cNvPr id="3" name="Picture 2">
            <a:extLst>
              <a:ext uri="{FF2B5EF4-FFF2-40B4-BE49-F238E27FC236}">
                <a16:creationId xmlns:a16="http://schemas.microsoft.com/office/drawing/2014/main" id="{0A7545EC-7B48-EBDD-3268-910464EAE6F8}"/>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24486" b="24288"/>
          <a:stretch/>
        </p:blipFill>
        <p:spPr>
          <a:xfrm>
            <a:off x="9825318" y="6236638"/>
            <a:ext cx="2079811" cy="559334"/>
          </a:xfrm>
          <a:prstGeom prst="rect">
            <a:avLst/>
          </a:prstGeom>
        </p:spPr>
      </p:pic>
      <p:sp>
        <p:nvSpPr>
          <p:cNvPr id="5" name="TextBox 4">
            <a:extLst>
              <a:ext uri="{FF2B5EF4-FFF2-40B4-BE49-F238E27FC236}">
                <a16:creationId xmlns:a16="http://schemas.microsoft.com/office/drawing/2014/main" id="{6AC53814-60A6-3F04-AC18-8325F79A4756}"/>
              </a:ext>
            </a:extLst>
          </p:cNvPr>
          <p:cNvSpPr txBox="1"/>
          <p:nvPr/>
        </p:nvSpPr>
        <p:spPr>
          <a:xfrm>
            <a:off x="317242" y="123614"/>
            <a:ext cx="7669762" cy="646331"/>
          </a:xfrm>
          <a:prstGeom prst="rect">
            <a:avLst/>
          </a:prstGeom>
          <a:noFill/>
        </p:spPr>
        <p:txBody>
          <a:bodyPr wrap="square" rtlCol="0">
            <a:spAutoFit/>
          </a:bodyPr>
          <a:lstStyle/>
          <a:p>
            <a:pPr>
              <a:spcAft>
                <a:spcPts val="1200"/>
              </a:spcAft>
            </a:pPr>
            <a:r>
              <a:rPr lang="en-US" sz="3600" dirty="0">
                <a:solidFill>
                  <a:schemeClr val="bg1"/>
                </a:solidFill>
                <a:latin typeface="Century Gothic" panose="020B0502020202020204" pitchFamily="34" charset="0"/>
              </a:rPr>
              <a:t>KPIs – </a:t>
            </a:r>
            <a:r>
              <a:rPr lang="en-US" sz="3600" dirty="0">
                <a:solidFill>
                  <a:srgbClr val="F18120"/>
                </a:solidFill>
                <a:latin typeface="Century Gothic" panose="020B0502020202020204" pitchFamily="34" charset="0"/>
              </a:rPr>
              <a:t>Donors – Growth Rates</a:t>
            </a:r>
            <a:endParaRPr lang="en-US" sz="3600" dirty="0">
              <a:solidFill>
                <a:schemeClr val="bg1"/>
              </a:solidFill>
              <a:latin typeface="Century Gothic" panose="020B0502020202020204" pitchFamily="34" charset="0"/>
            </a:endParaRPr>
          </a:p>
        </p:txBody>
      </p:sp>
      <p:pic>
        <p:nvPicPr>
          <p:cNvPr id="7" name="Picture 6" descr="A table with numbers and text&#10;&#10;Description automatically generated">
            <a:extLst>
              <a:ext uri="{FF2B5EF4-FFF2-40B4-BE49-F238E27FC236}">
                <a16:creationId xmlns:a16="http://schemas.microsoft.com/office/drawing/2014/main" id="{75D6FE3D-F9B0-EB36-10FB-3A6DD36374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47986" y="1669164"/>
            <a:ext cx="6457143" cy="2400000"/>
          </a:xfrm>
          <a:prstGeom prst="rect">
            <a:avLst/>
          </a:prstGeom>
        </p:spPr>
      </p:pic>
      <p:sp>
        <p:nvSpPr>
          <p:cNvPr id="4" name="TextBox 3">
            <a:extLst>
              <a:ext uri="{FF2B5EF4-FFF2-40B4-BE49-F238E27FC236}">
                <a16:creationId xmlns:a16="http://schemas.microsoft.com/office/drawing/2014/main" id="{C7504102-1F19-CDAE-4FD4-A24E957ABD9E}"/>
              </a:ext>
            </a:extLst>
          </p:cNvPr>
          <p:cNvSpPr txBox="1"/>
          <p:nvPr/>
        </p:nvSpPr>
        <p:spPr>
          <a:xfrm>
            <a:off x="168595" y="1184423"/>
            <a:ext cx="4487380" cy="4431983"/>
          </a:xfrm>
          <a:prstGeom prst="rect">
            <a:avLst/>
          </a:prstGeom>
          <a:noFill/>
        </p:spPr>
        <p:txBody>
          <a:bodyPr wrap="square" rtlCol="0">
            <a:spAutoFit/>
          </a:bodyPr>
          <a:lstStyle/>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More detail, more insight</a:t>
            </a:r>
          </a:p>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Sort by type</a:t>
            </a:r>
          </a:p>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Focus on those with the biggest impact </a:t>
            </a:r>
          </a:p>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Bigger impact requires more effort &amp; resources</a:t>
            </a:r>
          </a:p>
        </p:txBody>
      </p:sp>
    </p:spTree>
    <p:extLst>
      <p:ext uri="{BB962C8B-B14F-4D97-AF65-F5344CB8AC3E}">
        <p14:creationId xmlns:p14="http://schemas.microsoft.com/office/powerpoint/2010/main" val="42195925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02A3DE1-D38D-7781-63F7-40709FE8BC5C}"/>
              </a:ext>
            </a:extLst>
          </p:cNvPr>
          <p:cNvSpPr/>
          <p:nvPr/>
        </p:nvSpPr>
        <p:spPr>
          <a:xfrm>
            <a:off x="0" y="0"/>
            <a:ext cx="12192000" cy="893560"/>
          </a:xfrm>
          <a:prstGeom prst="rect">
            <a:avLst/>
          </a:prstGeom>
          <a:solidFill>
            <a:srgbClr val="2522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24">
            <a:extLst>
              <a:ext uri="{FF2B5EF4-FFF2-40B4-BE49-F238E27FC236}">
                <a16:creationId xmlns:a16="http://schemas.microsoft.com/office/drawing/2014/main" id="{8B449EE2-4CE6-133B-5AF6-EAD6A70DDFC9}"/>
              </a:ext>
            </a:extLst>
          </p:cNvPr>
          <p:cNvSpPr/>
          <p:nvPr/>
        </p:nvSpPr>
        <p:spPr>
          <a:xfrm>
            <a:off x="0" y="6078070"/>
            <a:ext cx="12192000" cy="779929"/>
          </a:xfrm>
          <a:custGeom>
            <a:avLst/>
            <a:gdLst>
              <a:gd name="connsiteX0" fmla="*/ 0 w 12876028"/>
              <a:gd name="connsiteY0" fmla="*/ 0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0 h 1662721"/>
              <a:gd name="connsiteX0" fmla="*/ 0 w 12876028"/>
              <a:gd name="connsiteY0" fmla="*/ 893135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893135 h 1662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6028" h="1662721">
                <a:moveTo>
                  <a:pt x="0" y="893135"/>
                </a:moveTo>
                <a:lnTo>
                  <a:pt x="12876028" y="0"/>
                </a:lnTo>
                <a:lnTo>
                  <a:pt x="12876028" y="1662721"/>
                </a:lnTo>
                <a:lnTo>
                  <a:pt x="0" y="1662721"/>
                </a:lnTo>
                <a:lnTo>
                  <a:pt x="0" y="893135"/>
                </a:lnTo>
                <a:close/>
              </a:path>
            </a:pathLst>
          </a:custGeom>
          <a:solidFill>
            <a:srgbClr val="DD4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lide Number Placeholder 1">
            <a:extLst>
              <a:ext uri="{FF2B5EF4-FFF2-40B4-BE49-F238E27FC236}">
                <a16:creationId xmlns:a16="http://schemas.microsoft.com/office/drawing/2014/main" id="{3903855C-3FEB-149D-471F-44BFC61022AD}"/>
              </a:ext>
            </a:extLst>
          </p:cNvPr>
          <p:cNvSpPr>
            <a:spLocks noGrp="1"/>
          </p:cNvSpPr>
          <p:nvPr>
            <p:ph type="sldNum" sz="quarter" idx="12"/>
          </p:nvPr>
        </p:nvSpPr>
        <p:spPr>
          <a:xfrm>
            <a:off x="-1" y="6492874"/>
            <a:ext cx="537883" cy="365125"/>
          </a:xfrm>
        </p:spPr>
        <p:txBody>
          <a:bodyPr/>
          <a:lstStyle/>
          <a:p>
            <a:fld id="{0F897CD2-57D8-4610-8E64-C03C1E4E4E05}" type="slidenum">
              <a:rPr lang="en-US" sz="2000" b="1" smtClean="0">
                <a:solidFill>
                  <a:schemeClr val="bg1"/>
                </a:solidFill>
                <a:latin typeface="Century Gothic" panose="020B0502020202020204" pitchFamily="34" charset="0"/>
              </a:rPr>
              <a:pPr/>
              <a:t>21</a:t>
            </a:fld>
            <a:endParaRPr lang="en-US" sz="2000" b="1" dirty="0">
              <a:solidFill>
                <a:schemeClr val="bg1"/>
              </a:solidFill>
              <a:latin typeface="Century Gothic" panose="020B0502020202020204" pitchFamily="34" charset="0"/>
            </a:endParaRPr>
          </a:p>
        </p:txBody>
      </p:sp>
      <p:pic>
        <p:nvPicPr>
          <p:cNvPr id="3" name="Picture 2">
            <a:extLst>
              <a:ext uri="{FF2B5EF4-FFF2-40B4-BE49-F238E27FC236}">
                <a16:creationId xmlns:a16="http://schemas.microsoft.com/office/drawing/2014/main" id="{0A7545EC-7B48-EBDD-3268-910464EAE6F8}"/>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24486" b="24288"/>
          <a:stretch/>
        </p:blipFill>
        <p:spPr>
          <a:xfrm>
            <a:off x="9825318" y="6236638"/>
            <a:ext cx="2079811" cy="559334"/>
          </a:xfrm>
          <a:prstGeom prst="rect">
            <a:avLst/>
          </a:prstGeom>
        </p:spPr>
      </p:pic>
      <p:sp>
        <p:nvSpPr>
          <p:cNvPr id="5" name="TextBox 4">
            <a:extLst>
              <a:ext uri="{FF2B5EF4-FFF2-40B4-BE49-F238E27FC236}">
                <a16:creationId xmlns:a16="http://schemas.microsoft.com/office/drawing/2014/main" id="{6AC53814-60A6-3F04-AC18-8325F79A4756}"/>
              </a:ext>
            </a:extLst>
          </p:cNvPr>
          <p:cNvSpPr txBox="1"/>
          <p:nvPr/>
        </p:nvSpPr>
        <p:spPr>
          <a:xfrm>
            <a:off x="317242" y="123614"/>
            <a:ext cx="7053942" cy="646331"/>
          </a:xfrm>
          <a:prstGeom prst="rect">
            <a:avLst/>
          </a:prstGeom>
          <a:noFill/>
        </p:spPr>
        <p:txBody>
          <a:bodyPr wrap="square" rtlCol="0">
            <a:spAutoFit/>
          </a:bodyPr>
          <a:lstStyle/>
          <a:p>
            <a:pPr>
              <a:spcAft>
                <a:spcPts val="1200"/>
              </a:spcAft>
            </a:pPr>
            <a:r>
              <a:rPr lang="en-US" sz="3600" dirty="0">
                <a:solidFill>
                  <a:schemeClr val="bg1"/>
                </a:solidFill>
                <a:latin typeface="Century Gothic" panose="020B0502020202020204" pitchFamily="34" charset="0"/>
              </a:rPr>
              <a:t>KPIs – </a:t>
            </a:r>
            <a:r>
              <a:rPr lang="en-US" sz="3600" dirty="0">
                <a:solidFill>
                  <a:srgbClr val="F18120"/>
                </a:solidFill>
                <a:latin typeface="Century Gothic" panose="020B0502020202020204" pitchFamily="34" charset="0"/>
              </a:rPr>
              <a:t>Donors - Frequency</a:t>
            </a:r>
            <a:endParaRPr lang="en-US" sz="3600" dirty="0">
              <a:solidFill>
                <a:schemeClr val="bg1"/>
              </a:solidFill>
              <a:latin typeface="Century Gothic" panose="020B0502020202020204" pitchFamily="34" charset="0"/>
            </a:endParaRPr>
          </a:p>
        </p:txBody>
      </p:sp>
      <p:pic>
        <p:nvPicPr>
          <p:cNvPr id="7" name="Picture 6" descr="A screen shot of a number of donations&#10;&#10;Description automatically generated">
            <a:extLst>
              <a:ext uri="{FF2B5EF4-FFF2-40B4-BE49-F238E27FC236}">
                <a16:creationId xmlns:a16="http://schemas.microsoft.com/office/drawing/2014/main" id="{60FDC270-A131-D33A-76DF-7753605602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27962" y="2136710"/>
            <a:ext cx="7077167" cy="1436249"/>
          </a:xfrm>
          <a:prstGeom prst="rect">
            <a:avLst/>
          </a:prstGeom>
        </p:spPr>
      </p:pic>
      <p:sp>
        <p:nvSpPr>
          <p:cNvPr id="4" name="TextBox 3">
            <a:extLst>
              <a:ext uri="{FF2B5EF4-FFF2-40B4-BE49-F238E27FC236}">
                <a16:creationId xmlns:a16="http://schemas.microsoft.com/office/drawing/2014/main" id="{005507D4-6C0C-2DFC-8DFE-91E3B8D09539}"/>
              </a:ext>
            </a:extLst>
          </p:cNvPr>
          <p:cNvSpPr txBox="1"/>
          <p:nvPr/>
        </p:nvSpPr>
        <p:spPr>
          <a:xfrm>
            <a:off x="168595" y="1184423"/>
            <a:ext cx="4487380" cy="4124206"/>
          </a:xfrm>
          <a:prstGeom prst="rect">
            <a:avLst/>
          </a:prstGeom>
          <a:noFill/>
        </p:spPr>
        <p:txBody>
          <a:bodyPr wrap="square" rtlCol="0">
            <a:spAutoFit/>
          </a:bodyPr>
          <a:lstStyle/>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Like repeat donors, but with more recurring donors, frequency is higher</a:t>
            </a:r>
          </a:p>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Improves with communication and engagement opportunities</a:t>
            </a:r>
          </a:p>
        </p:txBody>
      </p:sp>
    </p:spTree>
    <p:extLst>
      <p:ext uri="{BB962C8B-B14F-4D97-AF65-F5344CB8AC3E}">
        <p14:creationId xmlns:p14="http://schemas.microsoft.com/office/powerpoint/2010/main" val="23813510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02A3DE1-D38D-7781-63F7-40709FE8BC5C}"/>
              </a:ext>
            </a:extLst>
          </p:cNvPr>
          <p:cNvSpPr/>
          <p:nvPr/>
        </p:nvSpPr>
        <p:spPr>
          <a:xfrm>
            <a:off x="0" y="0"/>
            <a:ext cx="12192000" cy="893560"/>
          </a:xfrm>
          <a:prstGeom prst="rect">
            <a:avLst/>
          </a:prstGeom>
          <a:solidFill>
            <a:srgbClr val="2522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24">
            <a:extLst>
              <a:ext uri="{FF2B5EF4-FFF2-40B4-BE49-F238E27FC236}">
                <a16:creationId xmlns:a16="http://schemas.microsoft.com/office/drawing/2014/main" id="{8B449EE2-4CE6-133B-5AF6-EAD6A70DDFC9}"/>
              </a:ext>
            </a:extLst>
          </p:cNvPr>
          <p:cNvSpPr/>
          <p:nvPr/>
        </p:nvSpPr>
        <p:spPr>
          <a:xfrm>
            <a:off x="0" y="6078070"/>
            <a:ext cx="12192000" cy="779929"/>
          </a:xfrm>
          <a:custGeom>
            <a:avLst/>
            <a:gdLst>
              <a:gd name="connsiteX0" fmla="*/ 0 w 12876028"/>
              <a:gd name="connsiteY0" fmla="*/ 0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0 h 1662721"/>
              <a:gd name="connsiteX0" fmla="*/ 0 w 12876028"/>
              <a:gd name="connsiteY0" fmla="*/ 893135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893135 h 1662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6028" h="1662721">
                <a:moveTo>
                  <a:pt x="0" y="893135"/>
                </a:moveTo>
                <a:lnTo>
                  <a:pt x="12876028" y="0"/>
                </a:lnTo>
                <a:lnTo>
                  <a:pt x="12876028" y="1662721"/>
                </a:lnTo>
                <a:lnTo>
                  <a:pt x="0" y="1662721"/>
                </a:lnTo>
                <a:lnTo>
                  <a:pt x="0" y="893135"/>
                </a:lnTo>
                <a:close/>
              </a:path>
            </a:pathLst>
          </a:custGeom>
          <a:solidFill>
            <a:srgbClr val="DD4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lide Number Placeholder 1">
            <a:extLst>
              <a:ext uri="{FF2B5EF4-FFF2-40B4-BE49-F238E27FC236}">
                <a16:creationId xmlns:a16="http://schemas.microsoft.com/office/drawing/2014/main" id="{3903855C-3FEB-149D-471F-44BFC61022AD}"/>
              </a:ext>
            </a:extLst>
          </p:cNvPr>
          <p:cNvSpPr>
            <a:spLocks noGrp="1"/>
          </p:cNvSpPr>
          <p:nvPr>
            <p:ph type="sldNum" sz="quarter" idx="12"/>
          </p:nvPr>
        </p:nvSpPr>
        <p:spPr>
          <a:xfrm>
            <a:off x="-1" y="6492874"/>
            <a:ext cx="537883" cy="365125"/>
          </a:xfrm>
        </p:spPr>
        <p:txBody>
          <a:bodyPr/>
          <a:lstStyle/>
          <a:p>
            <a:fld id="{0F897CD2-57D8-4610-8E64-C03C1E4E4E05}" type="slidenum">
              <a:rPr lang="en-US" sz="2000" b="1" smtClean="0">
                <a:solidFill>
                  <a:schemeClr val="bg1"/>
                </a:solidFill>
                <a:latin typeface="Century Gothic" panose="020B0502020202020204" pitchFamily="34" charset="0"/>
              </a:rPr>
              <a:pPr/>
              <a:t>22</a:t>
            </a:fld>
            <a:endParaRPr lang="en-US" sz="2000" b="1" dirty="0">
              <a:solidFill>
                <a:schemeClr val="bg1"/>
              </a:solidFill>
              <a:latin typeface="Century Gothic" panose="020B0502020202020204" pitchFamily="34" charset="0"/>
            </a:endParaRPr>
          </a:p>
        </p:txBody>
      </p:sp>
      <p:pic>
        <p:nvPicPr>
          <p:cNvPr id="3" name="Picture 2">
            <a:extLst>
              <a:ext uri="{FF2B5EF4-FFF2-40B4-BE49-F238E27FC236}">
                <a16:creationId xmlns:a16="http://schemas.microsoft.com/office/drawing/2014/main" id="{0A7545EC-7B48-EBDD-3268-910464EAE6F8}"/>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24486" b="24288"/>
          <a:stretch/>
        </p:blipFill>
        <p:spPr>
          <a:xfrm>
            <a:off x="9825318" y="6236638"/>
            <a:ext cx="2079811" cy="559334"/>
          </a:xfrm>
          <a:prstGeom prst="rect">
            <a:avLst/>
          </a:prstGeom>
        </p:spPr>
      </p:pic>
      <p:sp>
        <p:nvSpPr>
          <p:cNvPr id="5" name="TextBox 4">
            <a:extLst>
              <a:ext uri="{FF2B5EF4-FFF2-40B4-BE49-F238E27FC236}">
                <a16:creationId xmlns:a16="http://schemas.microsoft.com/office/drawing/2014/main" id="{6AC53814-60A6-3F04-AC18-8325F79A4756}"/>
              </a:ext>
            </a:extLst>
          </p:cNvPr>
          <p:cNvSpPr txBox="1"/>
          <p:nvPr/>
        </p:nvSpPr>
        <p:spPr>
          <a:xfrm>
            <a:off x="317242" y="123614"/>
            <a:ext cx="8070978" cy="646331"/>
          </a:xfrm>
          <a:prstGeom prst="rect">
            <a:avLst/>
          </a:prstGeom>
          <a:noFill/>
        </p:spPr>
        <p:txBody>
          <a:bodyPr wrap="square" rtlCol="0">
            <a:spAutoFit/>
          </a:bodyPr>
          <a:lstStyle/>
          <a:p>
            <a:pPr>
              <a:spcAft>
                <a:spcPts val="1200"/>
              </a:spcAft>
            </a:pPr>
            <a:r>
              <a:rPr lang="en-US" sz="3600" dirty="0">
                <a:solidFill>
                  <a:schemeClr val="bg1"/>
                </a:solidFill>
                <a:latin typeface="Century Gothic" panose="020B0502020202020204" pitchFamily="34" charset="0"/>
              </a:rPr>
              <a:t>KPIs – </a:t>
            </a:r>
            <a:r>
              <a:rPr lang="en-US" sz="3600" dirty="0">
                <a:solidFill>
                  <a:srgbClr val="F18120"/>
                </a:solidFill>
                <a:latin typeface="Century Gothic" panose="020B0502020202020204" pitchFamily="34" charset="0"/>
              </a:rPr>
              <a:t>Donors – Pledge Fulfillment</a:t>
            </a:r>
            <a:endParaRPr lang="en-US" sz="3600" dirty="0">
              <a:solidFill>
                <a:schemeClr val="bg1"/>
              </a:solidFill>
              <a:latin typeface="Century Gothic" panose="020B0502020202020204" pitchFamily="34" charset="0"/>
            </a:endParaRPr>
          </a:p>
        </p:txBody>
      </p:sp>
      <p:pic>
        <p:nvPicPr>
          <p:cNvPr id="7" name="Picture 6" descr="A table with text on it&#10;&#10;Description automatically generated">
            <a:extLst>
              <a:ext uri="{FF2B5EF4-FFF2-40B4-BE49-F238E27FC236}">
                <a16:creationId xmlns:a16="http://schemas.microsoft.com/office/drawing/2014/main" id="{E5463E22-3A0F-85A6-5501-DE4E3D9790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18650" y="1786268"/>
            <a:ext cx="6739140" cy="1973890"/>
          </a:xfrm>
          <a:prstGeom prst="rect">
            <a:avLst/>
          </a:prstGeom>
        </p:spPr>
      </p:pic>
      <p:sp>
        <p:nvSpPr>
          <p:cNvPr id="4" name="TextBox 3">
            <a:extLst>
              <a:ext uri="{FF2B5EF4-FFF2-40B4-BE49-F238E27FC236}">
                <a16:creationId xmlns:a16="http://schemas.microsoft.com/office/drawing/2014/main" id="{E054C2B8-C55D-5D6A-4422-D329003F0DF6}"/>
              </a:ext>
            </a:extLst>
          </p:cNvPr>
          <p:cNvSpPr txBox="1"/>
          <p:nvPr/>
        </p:nvSpPr>
        <p:spPr>
          <a:xfrm>
            <a:off x="-134649" y="1572884"/>
            <a:ext cx="4487380" cy="2985433"/>
          </a:xfrm>
          <a:prstGeom prst="rect">
            <a:avLst/>
          </a:prstGeom>
          <a:noFill/>
        </p:spPr>
        <p:txBody>
          <a:bodyPr wrap="square" rtlCol="0">
            <a:spAutoFit/>
          </a:bodyPr>
          <a:lstStyle/>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Auto cc payments are best</a:t>
            </a:r>
          </a:p>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Auto reminders</a:t>
            </a:r>
          </a:p>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Still requires good communication and engagement</a:t>
            </a:r>
          </a:p>
        </p:txBody>
      </p:sp>
    </p:spTree>
    <p:extLst>
      <p:ext uri="{BB962C8B-B14F-4D97-AF65-F5344CB8AC3E}">
        <p14:creationId xmlns:p14="http://schemas.microsoft.com/office/powerpoint/2010/main" val="38535861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02A3DE1-D38D-7781-63F7-40709FE8BC5C}"/>
              </a:ext>
            </a:extLst>
          </p:cNvPr>
          <p:cNvSpPr/>
          <p:nvPr/>
        </p:nvSpPr>
        <p:spPr>
          <a:xfrm>
            <a:off x="0" y="0"/>
            <a:ext cx="12192000" cy="893560"/>
          </a:xfrm>
          <a:prstGeom prst="rect">
            <a:avLst/>
          </a:prstGeom>
          <a:solidFill>
            <a:srgbClr val="2522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24">
            <a:extLst>
              <a:ext uri="{FF2B5EF4-FFF2-40B4-BE49-F238E27FC236}">
                <a16:creationId xmlns:a16="http://schemas.microsoft.com/office/drawing/2014/main" id="{8B449EE2-4CE6-133B-5AF6-EAD6A70DDFC9}"/>
              </a:ext>
            </a:extLst>
          </p:cNvPr>
          <p:cNvSpPr/>
          <p:nvPr/>
        </p:nvSpPr>
        <p:spPr>
          <a:xfrm>
            <a:off x="0" y="6078070"/>
            <a:ext cx="12192000" cy="779929"/>
          </a:xfrm>
          <a:custGeom>
            <a:avLst/>
            <a:gdLst>
              <a:gd name="connsiteX0" fmla="*/ 0 w 12876028"/>
              <a:gd name="connsiteY0" fmla="*/ 0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0 h 1662721"/>
              <a:gd name="connsiteX0" fmla="*/ 0 w 12876028"/>
              <a:gd name="connsiteY0" fmla="*/ 893135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893135 h 1662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6028" h="1662721">
                <a:moveTo>
                  <a:pt x="0" y="893135"/>
                </a:moveTo>
                <a:lnTo>
                  <a:pt x="12876028" y="0"/>
                </a:lnTo>
                <a:lnTo>
                  <a:pt x="12876028" y="1662721"/>
                </a:lnTo>
                <a:lnTo>
                  <a:pt x="0" y="1662721"/>
                </a:lnTo>
                <a:lnTo>
                  <a:pt x="0" y="893135"/>
                </a:lnTo>
                <a:close/>
              </a:path>
            </a:pathLst>
          </a:custGeom>
          <a:solidFill>
            <a:srgbClr val="DD4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lide Number Placeholder 1">
            <a:extLst>
              <a:ext uri="{FF2B5EF4-FFF2-40B4-BE49-F238E27FC236}">
                <a16:creationId xmlns:a16="http://schemas.microsoft.com/office/drawing/2014/main" id="{3903855C-3FEB-149D-471F-44BFC61022AD}"/>
              </a:ext>
            </a:extLst>
          </p:cNvPr>
          <p:cNvSpPr>
            <a:spLocks noGrp="1"/>
          </p:cNvSpPr>
          <p:nvPr>
            <p:ph type="sldNum" sz="quarter" idx="12"/>
          </p:nvPr>
        </p:nvSpPr>
        <p:spPr>
          <a:xfrm>
            <a:off x="-1" y="6492874"/>
            <a:ext cx="537883" cy="365125"/>
          </a:xfrm>
        </p:spPr>
        <p:txBody>
          <a:bodyPr/>
          <a:lstStyle/>
          <a:p>
            <a:fld id="{0F897CD2-57D8-4610-8E64-C03C1E4E4E05}" type="slidenum">
              <a:rPr lang="en-US" sz="2000" b="1" smtClean="0">
                <a:solidFill>
                  <a:schemeClr val="bg1"/>
                </a:solidFill>
                <a:latin typeface="Century Gothic" panose="020B0502020202020204" pitchFamily="34" charset="0"/>
              </a:rPr>
              <a:pPr/>
              <a:t>23</a:t>
            </a:fld>
            <a:endParaRPr lang="en-US" sz="2000" b="1" dirty="0">
              <a:solidFill>
                <a:schemeClr val="bg1"/>
              </a:solidFill>
              <a:latin typeface="Century Gothic" panose="020B0502020202020204" pitchFamily="34" charset="0"/>
            </a:endParaRPr>
          </a:p>
        </p:txBody>
      </p:sp>
      <p:pic>
        <p:nvPicPr>
          <p:cNvPr id="3" name="Picture 2">
            <a:extLst>
              <a:ext uri="{FF2B5EF4-FFF2-40B4-BE49-F238E27FC236}">
                <a16:creationId xmlns:a16="http://schemas.microsoft.com/office/drawing/2014/main" id="{0A7545EC-7B48-EBDD-3268-910464EAE6F8}"/>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24486" b="24288"/>
          <a:stretch/>
        </p:blipFill>
        <p:spPr>
          <a:xfrm>
            <a:off x="9825318" y="6236638"/>
            <a:ext cx="2079811" cy="559334"/>
          </a:xfrm>
          <a:prstGeom prst="rect">
            <a:avLst/>
          </a:prstGeom>
        </p:spPr>
      </p:pic>
      <p:sp>
        <p:nvSpPr>
          <p:cNvPr id="5" name="TextBox 4">
            <a:extLst>
              <a:ext uri="{FF2B5EF4-FFF2-40B4-BE49-F238E27FC236}">
                <a16:creationId xmlns:a16="http://schemas.microsoft.com/office/drawing/2014/main" id="{6AC53814-60A6-3F04-AC18-8325F79A4756}"/>
              </a:ext>
            </a:extLst>
          </p:cNvPr>
          <p:cNvSpPr txBox="1"/>
          <p:nvPr/>
        </p:nvSpPr>
        <p:spPr>
          <a:xfrm>
            <a:off x="317242" y="123614"/>
            <a:ext cx="7053942" cy="646331"/>
          </a:xfrm>
          <a:prstGeom prst="rect">
            <a:avLst/>
          </a:prstGeom>
          <a:noFill/>
        </p:spPr>
        <p:txBody>
          <a:bodyPr wrap="square" rtlCol="0">
            <a:spAutoFit/>
          </a:bodyPr>
          <a:lstStyle/>
          <a:p>
            <a:pPr>
              <a:spcAft>
                <a:spcPts val="1200"/>
              </a:spcAft>
            </a:pPr>
            <a:r>
              <a:rPr lang="en-US" sz="3600" dirty="0">
                <a:solidFill>
                  <a:schemeClr val="bg1"/>
                </a:solidFill>
                <a:latin typeface="Century Gothic" panose="020B0502020202020204" pitchFamily="34" charset="0"/>
              </a:rPr>
              <a:t>KPIs – </a:t>
            </a:r>
            <a:r>
              <a:rPr lang="en-US" sz="3600" dirty="0">
                <a:solidFill>
                  <a:srgbClr val="F18120"/>
                </a:solidFill>
                <a:latin typeface="Century Gothic" panose="020B0502020202020204" pitchFamily="34" charset="0"/>
              </a:rPr>
              <a:t>Donors – How they give</a:t>
            </a:r>
            <a:endParaRPr lang="en-US" sz="3600" dirty="0">
              <a:solidFill>
                <a:schemeClr val="bg1"/>
              </a:solidFill>
              <a:latin typeface="Century Gothic" panose="020B0502020202020204" pitchFamily="34" charset="0"/>
            </a:endParaRPr>
          </a:p>
        </p:txBody>
      </p:sp>
      <p:pic>
        <p:nvPicPr>
          <p:cNvPr id="7" name="Picture 6" descr="A table with numbers and text&#10;&#10;Description automatically generated with medium confidence">
            <a:extLst>
              <a:ext uri="{FF2B5EF4-FFF2-40B4-BE49-F238E27FC236}">
                <a16:creationId xmlns:a16="http://schemas.microsoft.com/office/drawing/2014/main" id="{03F8804F-5AC1-A47F-3595-46C29BF39C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81331" y="2081001"/>
            <a:ext cx="7405818" cy="1977815"/>
          </a:xfrm>
          <a:prstGeom prst="rect">
            <a:avLst/>
          </a:prstGeom>
        </p:spPr>
      </p:pic>
      <p:sp>
        <p:nvSpPr>
          <p:cNvPr id="4" name="TextBox 3">
            <a:extLst>
              <a:ext uri="{FF2B5EF4-FFF2-40B4-BE49-F238E27FC236}">
                <a16:creationId xmlns:a16="http://schemas.microsoft.com/office/drawing/2014/main" id="{8BBE4C30-3663-2897-3F86-9AA1D72E6102}"/>
              </a:ext>
            </a:extLst>
          </p:cNvPr>
          <p:cNvSpPr txBox="1"/>
          <p:nvPr/>
        </p:nvSpPr>
        <p:spPr>
          <a:xfrm>
            <a:off x="-279276" y="960937"/>
            <a:ext cx="6959994" cy="5324535"/>
          </a:xfrm>
          <a:prstGeom prst="rect">
            <a:avLst/>
          </a:prstGeom>
          <a:noFill/>
        </p:spPr>
        <p:txBody>
          <a:bodyPr wrap="square" rtlCol="0">
            <a:spAutoFit/>
          </a:bodyPr>
          <a:lstStyle/>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Offline requires                         more work</a:t>
            </a:r>
          </a:p>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Focus on sources                         for online giving</a:t>
            </a:r>
          </a:p>
          <a:p>
            <a:pPr marL="1485900" lvl="1" indent="-571500">
              <a:spcAft>
                <a:spcPts val="1200"/>
              </a:spcAft>
              <a:buClr>
                <a:srgbClr val="EE4238"/>
              </a:buClr>
              <a:buSzPct val="80000"/>
              <a:buFont typeface="Courier New" panose="02070309020205020404" pitchFamily="49" charset="0"/>
              <a:buChar char="o"/>
            </a:pPr>
            <a:r>
              <a:rPr lang="en-US" sz="2800" dirty="0">
                <a:solidFill>
                  <a:srgbClr val="252260"/>
                </a:solidFill>
                <a:latin typeface="Century Gothic" panose="020B0502020202020204" pitchFamily="34" charset="0"/>
              </a:rPr>
              <a:t>Website</a:t>
            </a:r>
          </a:p>
          <a:p>
            <a:pPr marL="1485900" lvl="1" indent="-571500">
              <a:spcAft>
                <a:spcPts val="1200"/>
              </a:spcAft>
              <a:buClr>
                <a:srgbClr val="EE4238"/>
              </a:buClr>
              <a:buSzPct val="80000"/>
              <a:buFont typeface="Courier New" panose="02070309020205020404" pitchFamily="49" charset="0"/>
              <a:buChar char="o"/>
            </a:pPr>
            <a:r>
              <a:rPr lang="en-US" sz="2800" dirty="0">
                <a:solidFill>
                  <a:srgbClr val="252260"/>
                </a:solidFill>
                <a:latin typeface="Century Gothic" panose="020B0502020202020204" pitchFamily="34" charset="0"/>
              </a:rPr>
              <a:t>Social Media</a:t>
            </a:r>
          </a:p>
          <a:p>
            <a:pPr marL="1485900" lvl="1" indent="-571500">
              <a:spcAft>
                <a:spcPts val="1200"/>
              </a:spcAft>
              <a:buClr>
                <a:srgbClr val="EE4238"/>
              </a:buClr>
              <a:buSzPct val="80000"/>
              <a:buFont typeface="Courier New" panose="02070309020205020404" pitchFamily="49" charset="0"/>
              <a:buChar char="o"/>
            </a:pPr>
            <a:r>
              <a:rPr lang="en-US" sz="2800" dirty="0">
                <a:solidFill>
                  <a:srgbClr val="252260"/>
                </a:solidFill>
                <a:latin typeface="Century Gothic" panose="020B0502020202020204" pitchFamily="34" charset="0"/>
              </a:rPr>
              <a:t>Texting</a:t>
            </a:r>
          </a:p>
          <a:p>
            <a:pPr marL="1485900" lvl="1" indent="-571500">
              <a:spcAft>
                <a:spcPts val="1200"/>
              </a:spcAft>
              <a:buClr>
                <a:srgbClr val="EE4238"/>
              </a:buClr>
              <a:buSzPct val="80000"/>
              <a:buFont typeface="Courier New" panose="02070309020205020404" pitchFamily="49" charset="0"/>
              <a:buChar char="o"/>
            </a:pPr>
            <a:r>
              <a:rPr lang="en-US" sz="2800" dirty="0">
                <a:solidFill>
                  <a:srgbClr val="252260"/>
                </a:solidFill>
                <a:latin typeface="Century Gothic" panose="020B0502020202020204" pitchFamily="34" charset="0"/>
              </a:rPr>
              <a:t>Alternate payment methods</a:t>
            </a:r>
          </a:p>
          <a:p>
            <a:pPr marL="1027113" lvl="1"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Yes, there are cc processing fees, but offset by reduced labor</a:t>
            </a:r>
          </a:p>
        </p:txBody>
      </p:sp>
    </p:spTree>
    <p:extLst>
      <p:ext uri="{BB962C8B-B14F-4D97-AF65-F5344CB8AC3E}">
        <p14:creationId xmlns:p14="http://schemas.microsoft.com/office/powerpoint/2010/main" val="8661495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02A3DE1-D38D-7781-63F7-40709FE8BC5C}"/>
              </a:ext>
            </a:extLst>
          </p:cNvPr>
          <p:cNvSpPr/>
          <p:nvPr/>
        </p:nvSpPr>
        <p:spPr>
          <a:xfrm>
            <a:off x="0" y="0"/>
            <a:ext cx="12192000" cy="893560"/>
          </a:xfrm>
          <a:prstGeom prst="rect">
            <a:avLst/>
          </a:prstGeom>
          <a:solidFill>
            <a:srgbClr val="2522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24">
            <a:extLst>
              <a:ext uri="{FF2B5EF4-FFF2-40B4-BE49-F238E27FC236}">
                <a16:creationId xmlns:a16="http://schemas.microsoft.com/office/drawing/2014/main" id="{8B449EE2-4CE6-133B-5AF6-EAD6A70DDFC9}"/>
              </a:ext>
            </a:extLst>
          </p:cNvPr>
          <p:cNvSpPr/>
          <p:nvPr/>
        </p:nvSpPr>
        <p:spPr>
          <a:xfrm>
            <a:off x="0" y="6078070"/>
            <a:ext cx="12192000" cy="779929"/>
          </a:xfrm>
          <a:custGeom>
            <a:avLst/>
            <a:gdLst>
              <a:gd name="connsiteX0" fmla="*/ 0 w 12876028"/>
              <a:gd name="connsiteY0" fmla="*/ 0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0 h 1662721"/>
              <a:gd name="connsiteX0" fmla="*/ 0 w 12876028"/>
              <a:gd name="connsiteY0" fmla="*/ 893135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893135 h 1662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6028" h="1662721">
                <a:moveTo>
                  <a:pt x="0" y="893135"/>
                </a:moveTo>
                <a:lnTo>
                  <a:pt x="12876028" y="0"/>
                </a:lnTo>
                <a:lnTo>
                  <a:pt x="12876028" y="1662721"/>
                </a:lnTo>
                <a:lnTo>
                  <a:pt x="0" y="1662721"/>
                </a:lnTo>
                <a:lnTo>
                  <a:pt x="0" y="893135"/>
                </a:lnTo>
                <a:close/>
              </a:path>
            </a:pathLst>
          </a:custGeom>
          <a:solidFill>
            <a:srgbClr val="DD4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lide Number Placeholder 1">
            <a:extLst>
              <a:ext uri="{FF2B5EF4-FFF2-40B4-BE49-F238E27FC236}">
                <a16:creationId xmlns:a16="http://schemas.microsoft.com/office/drawing/2014/main" id="{3903855C-3FEB-149D-471F-44BFC61022AD}"/>
              </a:ext>
            </a:extLst>
          </p:cNvPr>
          <p:cNvSpPr>
            <a:spLocks noGrp="1"/>
          </p:cNvSpPr>
          <p:nvPr>
            <p:ph type="sldNum" sz="quarter" idx="12"/>
          </p:nvPr>
        </p:nvSpPr>
        <p:spPr>
          <a:xfrm>
            <a:off x="-1" y="6492874"/>
            <a:ext cx="537883" cy="365125"/>
          </a:xfrm>
        </p:spPr>
        <p:txBody>
          <a:bodyPr/>
          <a:lstStyle/>
          <a:p>
            <a:fld id="{0F897CD2-57D8-4610-8E64-C03C1E4E4E05}" type="slidenum">
              <a:rPr lang="en-US" sz="2000" b="1" smtClean="0">
                <a:solidFill>
                  <a:schemeClr val="bg1"/>
                </a:solidFill>
                <a:latin typeface="Century Gothic" panose="020B0502020202020204" pitchFamily="34" charset="0"/>
              </a:rPr>
              <a:pPr/>
              <a:t>24</a:t>
            </a:fld>
            <a:endParaRPr lang="en-US" sz="2000" b="1" dirty="0">
              <a:solidFill>
                <a:schemeClr val="bg1"/>
              </a:solidFill>
              <a:latin typeface="Century Gothic" panose="020B0502020202020204" pitchFamily="34" charset="0"/>
            </a:endParaRPr>
          </a:p>
        </p:txBody>
      </p:sp>
      <p:pic>
        <p:nvPicPr>
          <p:cNvPr id="3" name="Picture 2">
            <a:extLst>
              <a:ext uri="{FF2B5EF4-FFF2-40B4-BE49-F238E27FC236}">
                <a16:creationId xmlns:a16="http://schemas.microsoft.com/office/drawing/2014/main" id="{0A7545EC-7B48-EBDD-3268-910464EAE6F8}"/>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24486" b="24288"/>
          <a:stretch/>
        </p:blipFill>
        <p:spPr>
          <a:xfrm>
            <a:off x="9825318" y="6236638"/>
            <a:ext cx="2079811" cy="559334"/>
          </a:xfrm>
          <a:prstGeom prst="rect">
            <a:avLst/>
          </a:prstGeom>
        </p:spPr>
      </p:pic>
      <p:sp>
        <p:nvSpPr>
          <p:cNvPr id="5" name="TextBox 4">
            <a:extLst>
              <a:ext uri="{FF2B5EF4-FFF2-40B4-BE49-F238E27FC236}">
                <a16:creationId xmlns:a16="http://schemas.microsoft.com/office/drawing/2014/main" id="{6AC53814-60A6-3F04-AC18-8325F79A4756}"/>
              </a:ext>
            </a:extLst>
          </p:cNvPr>
          <p:cNvSpPr txBox="1"/>
          <p:nvPr/>
        </p:nvSpPr>
        <p:spPr>
          <a:xfrm>
            <a:off x="317242" y="123614"/>
            <a:ext cx="7053942" cy="646331"/>
          </a:xfrm>
          <a:prstGeom prst="rect">
            <a:avLst/>
          </a:prstGeom>
          <a:noFill/>
        </p:spPr>
        <p:txBody>
          <a:bodyPr wrap="square" rtlCol="0">
            <a:spAutoFit/>
          </a:bodyPr>
          <a:lstStyle/>
          <a:p>
            <a:pPr>
              <a:spcAft>
                <a:spcPts val="1200"/>
              </a:spcAft>
            </a:pPr>
            <a:r>
              <a:rPr lang="en-US" sz="3600" dirty="0">
                <a:solidFill>
                  <a:schemeClr val="bg1"/>
                </a:solidFill>
                <a:latin typeface="Century Gothic" panose="020B0502020202020204" pitchFamily="34" charset="0"/>
              </a:rPr>
              <a:t>KPIs – </a:t>
            </a:r>
            <a:r>
              <a:rPr lang="en-US" sz="3600" dirty="0">
                <a:solidFill>
                  <a:srgbClr val="F18120"/>
                </a:solidFill>
                <a:latin typeface="Century Gothic" panose="020B0502020202020204" pitchFamily="34" charset="0"/>
              </a:rPr>
              <a:t>Donors – Lifetime Value</a:t>
            </a:r>
            <a:endParaRPr lang="en-US" sz="3600" dirty="0">
              <a:solidFill>
                <a:schemeClr val="bg1"/>
              </a:solidFill>
              <a:latin typeface="Century Gothic" panose="020B0502020202020204" pitchFamily="34" charset="0"/>
            </a:endParaRPr>
          </a:p>
        </p:txBody>
      </p:sp>
      <p:pic>
        <p:nvPicPr>
          <p:cNvPr id="7" name="Picture 6" descr="A table with numbers and words&#10;&#10;Description automatically generated">
            <a:extLst>
              <a:ext uri="{FF2B5EF4-FFF2-40B4-BE49-F238E27FC236}">
                <a16:creationId xmlns:a16="http://schemas.microsoft.com/office/drawing/2014/main" id="{7AB43E96-6256-4896-889C-FFFC8E59BD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90558" y="1356945"/>
            <a:ext cx="6476190" cy="1904762"/>
          </a:xfrm>
          <a:prstGeom prst="rect">
            <a:avLst/>
          </a:prstGeom>
        </p:spPr>
      </p:pic>
      <p:sp>
        <p:nvSpPr>
          <p:cNvPr id="4" name="TextBox 3">
            <a:extLst>
              <a:ext uri="{FF2B5EF4-FFF2-40B4-BE49-F238E27FC236}">
                <a16:creationId xmlns:a16="http://schemas.microsoft.com/office/drawing/2014/main" id="{BD4D9E61-0CF1-89B3-7BBF-5BF7C632402C}"/>
              </a:ext>
            </a:extLst>
          </p:cNvPr>
          <p:cNvSpPr txBox="1"/>
          <p:nvPr/>
        </p:nvSpPr>
        <p:spPr>
          <a:xfrm>
            <a:off x="-204629" y="1346768"/>
            <a:ext cx="4487380" cy="4278094"/>
          </a:xfrm>
          <a:prstGeom prst="rect">
            <a:avLst/>
          </a:prstGeom>
          <a:noFill/>
        </p:spPr>
        <p:txBody>
          <a:bodyPr wrap="square" rtlCol="0">
            <a:spAutoFit/>
          </a:bodyPr>
          <a:lstStyle/>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More difficult to calculate </a:t>
            </a:r>
          </a:p>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Focus on expanding lifespan through engagement</a:t>
            </a:r>
          </a:p>
          <a:p>
            <a:pPr marL="1028700" indent="-571500">
              <a:spcAft>
                <a:spcPts val="1200"/>
              </a:spcAft>
              <a:buClr>
                <a:srgbClr val="EE4238"/>
              </a:buClr>
              <a:buFont typeface="Arial" panose="020B0604020202020204" pitchFamily="34" charset="0"/>
              <a:buChar char="•"/>
            </a:pPr>
            <a:r>
              <a:rPr lang="en-US" sz="2800" b="1" dirty="0">
                <a:solidFill>
                  <a:srgbClr val="DD4039"/>
                </a:solidFill>
                <a:latin typeface="Century Gothic" panose="020B0502020202020204" pitchFamily="34" charset="0"/>
              </a:rPr>
              <a:t>Caution:</a:t>
            </a:r>
            <a:r>
              <a:rPr lang="en-US" sz="2800" dirty="0">
                <a:solidFill>
                  <a:srgbClr val="252260"/>
                </a:solidFill>
                <a:latin typeface="Century Gothic" panose="020B0502020202020204" pitchFamily="34" charset="0"/>
              </a:rPr>
              <a:t> Numbers can be skewed by a few big donors </a:t>
            </a:r>
          </a:p>
        </p:txBody>
      </p:sp>
      <p:sp>
        <p:nvSpPr>
          <p:cNvPr id="11" name="TextBox 10">
            <a:extLst>
              <a:ext uri="{FF2B5EF4-FFF2-40B4-BE49-F238E27FC236}">
                <a16:creationId xmlns:a16="http://schemas.microsoft.com/office/drawing/2014/main" id="{85B8F4F9-2773-55EE-E212-0218080F4A97}"/>
              </a:ext>
            </a:extLst>
          </p:cNvPr>
          <p:cNvSpPr txBox="1"/>
          <p:nvPr/>
        </p:nvSpPr>
        <p:spPr>
          <a:xfrm>
            <a:off x="5190558" y="4046745"/>
            <a:ext cx="6218852" cy="2031325"/>
          </a:xfrm>
          <a:prstGeom prst="rect">
            <a:avLst/>
          </a:prstGeom>
          <a:noFill/>
        </p:spPr>
        <p:txBody>
          <a:bodyPr wrap="square">
            <a:spAutoFit/>
          </a:bodyPr>
          <a:lstStyle/>
          <a:p>
            <a:endParaRPr lang="en-US" dirty="0"/>
          </a:p>
          <a:p>
            <a:endParaRPr lang="en-US" dirty="0"/>
          </a:p>
          <a:p>
            <a:endParaRPr lang="en-US" dirty="0"/>
          </a:p>
          <a:p>
            <a:r>
              <a:rPr lang="en-US" dirty="0">
                <a:solidFill>
                  <a:srgbClr val="252260"/>
                </a:solidFill>
              </a:rPr>
              <a:t>TIP: To calculate duration between two dates in Excel, use the DATEIF formular. In this example, the start date is in cell D2, and the end date is in E2. The “y” returns the number of full years between the two dates.</a:t>
            </a:r>
          </a:p>
        </p:txBody>
      </p:sp>
      <p:pic>
        <p:nvPicPr>
          <p:cNvPr id="1028" name="Picture 4" descr="=DATEDIF(D2,E2,&quot;y&quot;) and result: 2">
            <a:extLst>
              <a:ext uri="{FF2B5EF4-FFF2-40B4-BE49-F238E27FC236}">
                <a16:creationId xmlns:a16="http://schemas.microsoft.com/office/drawing/2014/main" id="{84432510-CED4-C886-CCAB-7CBEF0BA3E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5872" y="3709923"/>
            <a:ext cx="3990975" cy="1133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10543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02A3DE1-D38D-7781-63F7-40709FE8BC5C}"/>
              </a:ext>
            </a:extLst>
          </p:cNvPr>
          <p:cNvSpPr/>
          <p:nvPr/>
        </p:nvSpPr>
        <p:spPr>
          <a:xfrm>
            <a:off x="0" y="0"/>
            <a:ext cx="12192000" cy="893560"/>
          </a:xfrm>
          <a:prstGeom prst="rect">
            <a:avLst/>
          </a:prstGeom>
          <a:solidFill>
            <a:srgbClr val="2522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24">
            <a:extLst>
              <a:ext uri="{FF2B5EF4-FFF2-40B4-BE49-F238E27FC236}">
                <a16:creationId xmlns:a16="http://schemas.microsoft.com/office/drawing/2014/main" id="{8B449EE2-4CE6-133B-5AF6-EAD6A70DDFC9}"/>
              </a:ext>
            </a:extLst>
          </p:cNvPr>
          <p:cNvSpPr/>
          <p:nvPr/>
        </p:nvSpPr>
        <p:spPr>
          <a:xfrm>
            <a:off x="0" y="6078070"/>
            <a:ext cx="12192000" cy="779929"/>
          </a:xfrm>
          <a:custGeom>
            <a:avLst/>
            <a:gdLst>
              <a:gd name="connsiteX0" fmla="*/ 0 w 12876028"/>
              <a:gd name="connsiteY0" fmla="*/ 0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0 h 1662721"/>
              <a:gd name="connsiteX0" fmla="*/ 0 w 12876028"/>
              <a:gd name="connsiteY0" fmla="*/ 893135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893135 h 1662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6028" h="1662721">
                <a:moveTo>
                  <a:pt x="0" y="893135"/>
                </a:moveTo>
                <a:lnTo>
                  <a:pt x="12876028" y="0"/>
                </a:lnTo>
                <a:lnTo>
                  <a:pt x="12876028" y="1662721"/>
                </a:lnTo>
                <a:lnTo>
                  <a:pt x="0" y="1662721"/>
                </a:lnTo>
                <a:lnTo>
                  <a:pt x="0" y="893135"/>
                </a:lnTo>
                <a:close/>
              </a:path>
            </a:pathLst>
          </a:custGeom>
          <a:solidFill>
            <a:srgbClr val="DD4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lide Number Placeholder 1">
            <a:extLst>
              <a:ext uri="{FF2B5EF4-FFF2-40B4-BE49-F238E27FC236}">
                <a16:creationId xmlns:a16="http://schemas.microsoft.com/office/drawing/2014/main" id="{3903855C-3FEB-149D-471F-44BFC61022AD}"/>
              </a:ext>
            </a:extLst>
          </p:cNvPr>
          <p:cNvSpPr>
            <a:spLocks noGrp="1"/>
          </p:cNvSpPr>
          <p:nvPr>
            <p:ph type="sldNum" sz="quarter" idx="12"/>
          </p:nvPr>
        </p:nvSpPr>
        <p:spPr>
          <a:xfrm>
            <a:off x="-1" y="6492874"/>
            <a:ext cx="537883" cy="365125"/>
          </a:xfrm>
        </p:spPr>
        <p:txBody>
          <a:bodyPr/>
          <a:lstStyle/>
          <a:p>
            <a:fld id="{0F897CD2-57D8-4610-8E64-C03C1E4E4E05}" type="slidenum">
              <a:rPr lang="en-US" sz="2000" b="1" smtClean="0">
                <a:solidFill>
                  <a:schemeClr val="bg1"/>
                </a:solidFill>
                <a:latin typeface="Century Gothic" panose="020B0502020202020204" pitchFamily="34" charset="0"/>
              </a:rPr>
              <a:pPr/>
              <a:t>25</a:t>
            </a:fld>
            <a:endParaRPr lang="en-US" sz="2000" b="1" dirty="0">
              <a:solidFill>
                <a:schemeClr val="bg1"/>
              </a:solidFill>
              <a:latin typeface="Century Gothic" panose="020B0502020202020204" pitchFamily="34" charset="0"/>
            </a:endParaRPr>
          </a:p>
        </p:txBody>
      </p:sp>
      <p:pic>
        <p:nvPicPr>
          <p:cNvPr id="3" name="Picture 2">
            <a:extLst>
              <a:ext uri="{FF2B5EF4-FFF2-40B4-BE49-F238E27FC236}">
                <a16:creationId xmlns:a16="http://schemas.microsoft.com/office/drawing/2014/main" id="{0A7545EC-7B48-EBDD-3268-910464EAE6F8}"/>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24486" b="24288"/>
          <a:stretch/>
        </p:blipFill>
        <p:spPr>
          <a:xfrm>
            <a:off x="9825318" y="6236638"/>
            <a:ext cx="2079811" cy="559334"/>
          </a:xfrm>
          <a:prstGeom prst="rect">
            <a:avLst/>
          </a:prstGeom>
        </p:spPr>
      </p:pic>
      <p:sp>
        <p:nvSpPr>
          <p:cNvPr id="5" name="TextBox 4">
            <a:extLst>
              <a:ext uri="{FF2B5EF4-FFF2-40B4-BE49-F238E27FC236}">
                <a16:creationId xmlns:a16="http://schemas.microsoft.com/office/drawing/2014/main" id="{6AC53814-60A6-3F04-AC18-8325F79A4756}"/>
              </a:ext>
            </a:extLst>
          </p:cNvPr>
          <p:cNvSpPr txBox="1"/>
          <p:nvPr/>
        </p:nvSpPr>
        <p:spPr>
          <a:xfrm>
            <a:off x="317242" y="123614"/>
            <a:ext cx="7053942" cy="646331"/>
          </a:xfrm>
          <a:prstGeom prst="rect">
            <a:avLst/>
          </a:prstGeom>
          <a:noFill/>
        </p:spPr>
        <p:txBody>
          <a:bodyPr wrap="square" rtlCol="0">
            <a:spAutoFit/>
          </a:bodyPr>
          <a:lstStyle/>
          <a:p>
            <a:pPr>
              <a:spcAft>
                <a:spcPts val="1200"/>
              </a:spcAft>
            </a:pPr>
            <a:r>
              <a:rPr lang="en-US" sz="3600" dirty="0">
                <a:solidFill>
                  <a:schemeClr val="bg1"/>
                </a:solidFill>
                <a:latin typeface="Century Gothic" panose="020B0502020202020204" pitchFamily="34" charset="0"/>
              </a:rPr>
              <a:t>KPIs – </a:t>
            </a:r>
            <a:r>
              <a:rPr lang="en-US" sz="3600" dirty="0">
                <a:solidFill>
                  <a:srgbClr val="F18120"/>
                </a:solidFill>
                <a:latin typeface="Century Gothic" panose="020B0502020202020204" pitchFamily="34" charset="0"/>
              </a:rPr>
              <a:t>Donors – Matching Gifts</a:t>
            </a:r>
            <a:endParaRPr lang="en-US" sz="3600" dirty="0">
              <a:solidFill>
                <a:schemeClr val="bg1"/>
              </a:solidFill>
              <a:latin typeface="Century Gothic" panose="020B0502020202020204" pitchFamily="34" charset="0"/>
            </a:endParaRPr>
          </a:p>
        </p:txBody>
      </p:sp>
      <p:pic>
        <p:nvPicPr>
          <p:cNvPr id="7" name="Picture 6" descr="A gift list with text&#10;&#10;Description automatically generated with medium confidence">
            <a:extLst>
              <a:ext uri="{FF2B5EF4-FFF2-40B4-BE49-F238E27FC236}">
                <a16:creationId xmlns:a16="http://schemas.microsoft.com/office/drawing/2014/main" id="{1994D7A5-D8F5-7CDD-5986-57BE6A05B0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94801" y="1622293"/>
            <a:ext cx="7103634" cy="2053558"/>
          </a:xfrm>
          <a:prstGeom prst="rect">
            <a:avLst/>
          </a:prstGeom>
        </p:spPr>
      </p:pic>
      <p:sp>
        <p:nvSpPr>
          <p:cNvPr id="4" name="TextBox 3">
            <a:extLst>
              <a:ext uri="{FF2B5EF4-FFF2-40B4-BE49-F238E27FC236}">
                <a16:creationId xmlns:a16="http://schemas.microsoft.com/office/drawing/2014/main" id="{6A6FD529-219D-205C-544D-3CFDA31F6262}"/>
              </a:ext>
            </a:extLst>
          </p:cNvPr>
          <p:cNvSpPr txBox="1"/>
          <p:nvPr/>
        </p:nvSpPr>
        <p:spPr>
          <a:xfrm>
            <a:off x="-223289" y="1184749"/>
            <a:ext cx="4867834" cy="4862870"/>
          </a:xfrm>
          <a:prstGeom prst="rect">
            <a:avLst/>
          </a:prstGeom>
          <a:noFill/>
        </p:spPr>
        <p:txBody>
          <a:bodyPr wrap="square" rtlCol="0">
            <a:spAutoFit/>
          </a:bodyPr>
          <a:lstStyle/>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Often overlooked</a:t>
            </a:r>
          </a:p>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Collect employer names</a:t>
            </a:r>
          </a:p>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Include on donation pages &amp; in asks</a:t>
            </a:r>
          </a:p>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Great idea for corporate sponsorships to demonstrate support in the community</a:t>
            </a:r>
          </a:p>
        </p:txBody>
      </p:sp>
    </p:spTree>
    <p:extLst>
      <p:ext uri="{BB962C8B-B14F-4D97-AF65-F5344CB8AC3E}">
        <p14:creationId xmlns:p14="http://schemas.microsoft.com/office/powerpoint/2010/main" val="21786805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02A3DE1-D38D-7781-63F7-40709FE8BC5C}"/>
              </a:ext>
            </a:extLst>
          </p:cNvPr>
          <p:cNvSpPr/>
          <p:nvPr/>
        </p:nvSpPr>
        <p:spPr>
          <a:xfrm>
            <a:off x="0" y="0"/>
            <a:ext cx="12192000" cy="893560"/>
          </a:xfrm>
          <a:prstGeom prst="rect">
            <a:avLst/>
          </a:prstGeom>
          <a:solidFill>
            <a:srgbClr val="2522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24">
            <a:extLst>
              <a:ext uri="{FF2B5EF4-FFF2-40B4-BE49-F238E27FC236}">
                <a16:creationId xmlns:a16="http://schemas.microsoft.com/office/drawing/2014/main" id="{8B449EE2-4CE6-133B-5AF6-EAD6A70DDFC9}"/>
              </a:ext>
            </a:extLst>
          </p:cNvPr>
          <p:cNvSpPr/>
          <p:nvPr/>
        </p:nvSpPr>
        <p:spPr>
          <a:xfrm>
            <a:off x="0" y="6078070"/>
            <a:ext cx="12192000" cy="779929"/>
          </a:xfrm>
          <a:custGeom>
            <a:avLst/>
            <a:gdLst>
              <a:gd name="connsiteX0" fmla="*/ 0 w 12876028"/>
              <a:gd name="connsiteY0" fmla="*/ 0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0 h 1662721"/>
              <a:gd name="connsiteX0" fmla="*/ 0 w 12876028"/>
              <a:gd name="connsiteY0" fmla="*/ 893135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893135 h 1662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6028" h="1662721">
                <a:moveTo>
                  <a:pt x="0" y="893135"/>
                </a:moveTo>
                <a:lnTo>
                  <a:pt x="12876028" y="0"/>
                </a:lnTo>
                <a:lnTo>
                  <a:pt x="12876028" y="1662721"/>
                </a:lnTo>
                <a:lnTo>
                  <a:pt x="0" y="1662721"/>
                </a:lnTo>
                <a:lnTo>
                  <a:pt x="0" y="893135"/>
                </a:lnTo>
                <a:close/>
              </a:path>
            </a:pathLst>
          </a:custGeom>
          <a:solidFill>
            <a:srgbClr val="DD4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lide Number Placeholder 1">
            <a:extLst>
              <a:ext uri="{FF2B5EF4-FFF2-40B4-BE49-F238E27FC236}">
                <a16:creationId xmlns:a16="http://schemas.microsoft.com/office/drawing/2014/main" id="{3903855C-3FEB-149D-471F-44BFC61022AD}"/>
              </a:ext>
            </a:extLst>
          </p:cNvPr>
          <p:cNvSpPr>
            <a:spLocks noGrp="1"/>
          </p:cNvSpPr>
          <p:nvPr>
            <p:ph type="sldNum" sz="quarter" idx="12"/>
          </p:nvPr>
        </p:nvSpPr>
        <p:spPr>
          <a:xfrm>
            <a:off x="-1" y="6492874"/>
            <a:ext cx="537883" cy="365125"/>
          </a:xfrm>
        </p:spPr>
        <p:txBody>
          <a:bodyPr/>
          <a:lstStyle/>
          <a:p>
            <a:fld id="{0F897CD2-57D8-4610-8E64-C03C1E4E4E05}" type="slidenum">
              <a:rPr lang="en-US" sz="2000" b="1" smtClean="0">
                <a:solidFill>
                  <a:schemeClr val="bg1"/>
                </a:solidFill>
                <a:latin typeface="Century Gothic" panose="020B0502020202020204" pitchFamily="34" charset="0"/>
              </a:rPr>
              <a:pPr/>
              <a:t>26</a:t>
            </a:fld>
            <a:endParaRPr lang="en-US" sz="2000" b="1" dirty="0">
              <a:solidFill>
                <a:schemeClr val="bg1"/>
              </a:solidFill>
              <a:latin typeface="Century Gothic" panose="020B0502020202020204" pitchFamily="34" charset="0"/>
            </a:endParaRPr>
          </a:p>
        </p:txBody>
      </p:sp>
      <p:pic>
        <p:nvPicPr>
          <p:cNvPr id="3" name="Picture 2">
            <a:extLst>
              <a:ext uri="{FF2B5EF4-FFF2-40B4-BE49-F238E27FC236}">
                <a16:creationId xmlns:a16="http://schemas.microsoft.com/office/drawing/2014/main" id="{0A7545EC-7B48-EBDD-3268-910464EAE6F8}"/>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24486" b="24288"/>
          <a:stretch/>
        </p:blipFill>
        <p:spPr>
          <a:xfrm>
            <a:off x="9825318" y="6236638"/>
            <a:ext cx="2079811" cy="559334"/>
          </a:xfrm>
          <a:prstGeom prst="rect">
            <a:avLst/>
          </a:prstGeom>
        </p:spPr>
      </p:pic>
      <p:sp>
        <p:nvSpPr>
          <p:cNvPr id="5" name="TextBox 4">
            <a:extLst>
              <a:ext uri="{FF2B5EF4-FFF2-40B4-BE49-F238E27FC236}">
                <a16:creationId xmlns:a16="http://schemas.microsoft.com/office/drawing/2014/main" id="{6AC53814-60A6-3F04-AC18-8325F79A4756}"/>
              </a:ext>
            </a:extLst>
          </p:cNvPr>
          <p:cNvSpPr txBox="1"/>
          <p:nvPr/>
        </p:nvSpPr>
        <p:spPr>
          <a:xfrm>
            <a:off x="317242" y="123614"/>
            <a:ext cx="7371182" cy="646331"/>
          </a:xfrm>
          <a:prstGeom prst="rect">
            <a:avLst/>
          </a:prstGeom>
          <a:noFill/>
        </p:spPr>
        <p:txBody>
          <a:bodyPr wrap="square" rtlCol="0">
            <a:spAutoFit/>
          </a:bodyPr>
          <a:lstStyle/>
          <a:p>
            <a:pPr>
              <a:spcAft>
                <a:spcPts val="1200"/>
              </a:spcAft>
            </a:pPr>
            <a:r>
              <a:rPr lang="en-US" sz="3600" dirty="0">
                <a:solidFill>
                  <a:schemeClr val="bg1"/>
                </a:solidFill>
                <a:latin typeface="Century Gothic" panose="020B0502020202020204" pitchFamily="34" charset="0"/>
              </a:rPr>
              <a:t>KPIs – </a:t>
            </a:r>
            <a:r>
              <a:rPr lang="en-US" sz="3600" dirty="0">
                <a:solidFill>
                  <a:srgbClr val="F18120"/>
                </a:solidFill>
                <a:latin typeface="Century Gothic" panose="020B0502020202020204" pitchFamily="34" charset="0"/>
              </a:rPr>
              <a:t>Donors – Acquisition Rate</a:t>
            </a:r>
            <a:endParaRPr lang="en-US" sz="3600" dirty="0">
              <a:solidFill>
                <a:schemeClr val="bg1"/>
              </a:solidFill>
              <a:latin typeface="Century Gothic" panose="020B0502020202020204" pitchFamily="34" charset="0"/>
            </a:endParaRPr>
          </a:p>
        </p:txBody>
      </p:sp>
      <p:pic>
        <p:nvPicPr>
          <p:cNvPr id="7" name="Picture 6" descr="A table with numbers and text&#10;&#10;Description automatically generated">
            <a:extLst>
              <a:ext uri="{FF2B5EF4-FFF2-40B4-BE49-F238E27FC236}">
                <a16:creationId xmlns:a16="http://schemas.microsoft.com/office/drawing/2014/main" id="{6AF33FCB-2882-9288-831B-6773CBC866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27780" y="1679652"/>
            <a:ext cx="6661654" cy="2351172"/>
          </a:xfrm>
          <a:prstGeom prst="rect">
            <a:avLst/>
          </a:prstGeom>
        </p:spPr>
      </p:pic>
      <p:sp>
        <p:nvSpPr>
          <p:cNvPr id="4" name="TextBox 3">
            <a:extLst>
              <a:ext uri="{FF2B5EF4-FFF2-40B4-BE49-F238E27FC236}">
                <a16:creationId xmlns:a16="http://schemas.microsoft.com/office/drawing/2014/main" id="{C0BEDD82-CA06-C9DD-8009-D28F0865EB8F}"/>
              </a:ext>
            </a:extLst>
          </p:cNvPr>
          <p:cNvSpPr txBox="1"/>
          <p:nvPr/>
        </p:nvSpPr>
        <p:spPr>
          <a:xfrm>
            <a:off x="-335260" y="954006"/>
            <a:ext cx="6185553" cy="5232202"/>
          </a:xfrm>
          <a:prstGeom prst="rect">
            <a:avLst/>
          </a:prstGeom>
          <a:noFill/>
        </p:spPr>
        <p:txBody>
          <a:bodyPr wrap="square" rtlCol="0">
            <a:spAutoFit/>
          </a:bodyPr>
          <a:lstStyle/>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Where have new donors come from in the past?</a:t>
            </a:r>
          </a:p>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Brainstorm sources</a:t>
            </a:r>
          </a:p>
          <a:p>
            <a:pPr marL="1485900" lvl="1" indent="-571500">
              <a:spcAft>
                <a:spcPts val="1200"/>
              </a:spcAft>
              <a:buClr>
                <a:srgbClr val="EE4238"/>
              </a:buClr>
              <a:buSzPct val="80000"/>
              <a:buFont typeface="Courier New" panose="02070309020205020404" pitchFamily="49" charset="0"/>
              <a:buChar char="o"/>
            </a:pPr>
            <a:r>
              <a:rPr lang="en-US" sz="2400" dirty="0">
                <a:solidFill>
                  <a:srgbClr val="252260"/>
                </a:solidFill>
                <a:latin typeface="Century Gothic" panose="020B0502020202020204" pitchFamily="34" charset="0"/>
              </a:rPr>
              <a:t>Social Media</a:t>
            </a:r>
          </a:p>
          <a:p>
            <a:pPr marL="1485900" lvl="1" indent="-571500">
              <a:spcAft>
                <a:spcPts val="1200"/>
              </a:spcAft>
              <a:buClr>
                <a:srgbClr val="EE4238"/>
              </a:buClr>
              <a:buSzPct val="80000"/>
              <a:buFont typeface="Courier New" panose="02070309020205020404" pitchFamily="49" charset="0"/>
              <a:buChar char="o"/>
            </a:pPr>
            <a:r>
              <a:rPr lang="en-US" sz="2400" dirty="0">
                <a:solidFill>
                  <a:srgbClr val="252260"/>
                </a:solidFill>
                <a:latin typeface="Century Gothic" panose="020B0502020202020204" pitchFamily="34" charset="0"/>
              </a:rPr>
              <a:t>Outreach</a:t>
            </a:r>
          </a:p>
          <a:p>
            <a:pPr marL="1485900" lvl="1" indent="-571500">
              <a:spcAft>
                <a:spcPts val="1200"/>
              </a:spcAft>
              <a:buClr>
                <a:srgbClr val="EE4238"/>
              </a:buClr>
              <a:buSzPct val="80000"/>
              <a:buFont typeface="Courier New" panose="02070309020205020404" pitchFamily="49" charset="0"/>
              <a:buChar char="o"/>
            </a:pPr>
            <a:r>
              <a:rPr lang="en-US" sz="2400" dirty="0">
                <a:solidFill>
                  <a:srgbClr val="252260"/>
                </a:solidFill>
                <a:latin typeface="Century Gothic" panose="020B0502020202020204" pitchFamily="34" charset="0"/>
              </a:rPr>
              <a:t>Direct Mail</a:t>
            </a:r>
          </a:p>
          <a:p>
            <a:pPr marL="1485900" lvl="1" indent="-571500">
              <a:spcAft>
                <a:spcPts val="1200"/>
              </a:spcAft>
              <a:buClr>
                <a:srgbClr val="EE4238"/>
              </a:buClr>
              <a:buSzPct val="80000"/>
              <a:buFont typeface="Courier New" panose="02070309020205020404" pitchFamily="49" charset="0"/>
              <a:buChar char="o"/>
            </a:pPr>
            <a:r>
              <a:rPr lang="en-US" sz="2400" dirty="0">
                <a:solidFill>
                  <a:srgbClr val="252260"/>
                </a:solidFill>
                <a:latin typeface="Century Gothic" panose="020B0502020202020204" pitchFamily="34" charset="0"/>
              </a:rPr>
              <a:t>Peer to Peer Campaigns</a:t>
            </a:r>
          </a:p>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Have a plan to welcome new donors</a:t>
            </a:r>
          </a:p>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Focus on engagement</a:t>
            </a:r>
          </a:p>
        </p:txBody>
      </p:sp>
    </p:spTree>
    <p:extLst>
      <p:ext uri="{BB962C8B-B14F-4D97-AF65-F5344CB8AC3E}">
        <p14:creationId xmlns:p14="http://schemas.microsoft.com/office/powerpoint/2010/main" val="23717910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02A3DE1-D38D-7781-63F7-40709FE8BC5C}"/>
              </a:ext>
            </a:extLst>
          </p:cNvPr>
          <p:cNvSpPr/>
          <p:nvPr/>
        </p:nvSpPr>
        <p:spPr>
          <a:xfrm>
            <a:off x="0" y="0"/>
            <a:ext cx="12192000" cy="893560"/>
          </a:xfrm>
          <a:prstGeom prst="rect">
            <a:avLst/>
          </a:prstGeom>
          <a:solidFill>
            <a:srgbClr val="2522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24">
            <a:extLst>
              <a:ext uri="{FF2B5EF4-FFF2-40B4-BE49-F238E27FC236}">
                <a16:creationId xmlns:a16="http://schemas.microsoft.com/office/drawing/2014/main" id="{8B449EE2-4CE6-133B-5AF6-EAD6A70DDFC9}"/>
              </a:ext>
            </a:extLst>
          </p:cNvPr>
          <p:cNvSpPr/>
          <p:nvPr/>
        </p:nvSpPr>
        <p:spPr>
          <a:xfrm>
            <a:off x="0" y="6078070"/>
            <a:ext cx="12192000" cy="779929"/>
          </a:xfrm>
          <a:custGeom>
            <a:avLst/>
            <a:gdLst>
              <a:gd name="connsiteX0" fmla="*/ 0 w 12876028"/>
              <a:gd name="connsiteY0" fmla="*/ 0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0 h 1662721"/>
              <a:gd name="connsiteX0" fmla="*/ 0 w 12876028"/>
              <a:gd name="connsiteY0" fmla="*/ 893135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893135 h 1662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6028" h="1662721">
                <a:moveTo>
                  <a:pt x="0" y="893135"/>
                </a:moveTo>
                <a:lnTo>
                  <a:pt x="12876028" y="0"/>
                </a:lnTo>
                <a:lnTo>
                  <a:pt x="12876028" y="1662721"/>
                </a:lnTo>
                <a:lnTo>
                  <a:pt x="0" y="1662721"/>
                </a:lnTo>
                <a:lnTo>
                  <a:pt x="0" y="893135"/>
                </a:lnTo>
                <a:close/>
              </a:path>
            </a:pathLst>
          </a:custGeom>
          <a:solidFill>
            <a:srgbClr val="DD4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lide Number Placeholder 1">
            <a:extLst>
              <a:ext uri="{FF2B5EF4-FFF2-40B4-BE49-F238E27FC236}">
                <a16:creationId xmlns:a16="http://schemas.microsoft.com/office/drawing/2014/main" id="{3903855C-3FEB-149D-471F-44BFC61022AD}"/>
              </a:ext>
            </a:extLst>
          </p:cNvPr>
          <p:cNvSpPr>
            <a:spLocks noGrp="1"/>
          </p:cNvSpPr>
          <p:nvPr>
            <p:ph type="sldNum" sz="quarter" idx="12"/>
          </p:nvPr>
        </p:nvSpPr>
        <p:spPr>
          <a:xfrm>
            <a:off x="-1" y="6492874"/>
            <a:ext cx="537883" cy="365125"/>
          </a:xfrm>
        </p:spPr>
        <p:txBody>
          <a:bodyPr/>
          <a:lstStyle/>
          <a:p>
            <a:fld id="{0F897CD2-57D8-4610-8E64-C03C1E4E4E05}" type="slidenum">
              <a:rPr lang="en-US" sz="2000" b="1" smtClean="0">
                <a:solidFill>
                  <a:schemeClr val="bg1"/>
                </a:solidFill>
                <a:latin typeface="Century Gothic" panose="020B0502020202020204" pitchFamily="34" charset="0"/>
              </a:rPr>
              <a:pPr/>
              <a:t>27</a:t>
            </a:fld>
            <a:endParaRPr lang="en-US" sz="2000" b="1" dirty="0">
              <a:solidFill>
                <a:schemeClr val="bg1"/>
              </a:solidFill>
              <a:latin typeface="Century Gothic" panose="020B0502020202020204" pitchFamily="34" charset="0"/>
            </a:endParaRPr>
          </a:p>
        </p:txBody>
      </p:sp>
      <p:pic>
        <p:nvPicPr>
          <p:cNvPr id="3" name="Picture 2">
            <a:extLst>
              <a:ext uri="{FF2B5EF4-FFF2-40B4-BE49-F238E27FC236}">
                <a16:creationId xmlns:a16="http://schemas.microsoft.com/office/drawing/2014/main" id="{0A7545EC-7B48-EBDD-3268-910464EAE6F8}"/>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24486" b="24288"/>
          <a:stretch/>
        </p:blipFill>
        <p:spPr>
          <a:xfrm>
            <a:off x="9825318" y="6236638"/>
            <a:ext cx="2079811" cy="559334"/>
          </a:xfrm>
          <a:prstGeom prst="rect">
            <a:avLst/>
          </a:prstGeom>
        </p:spPr>
      </p:pic>
      <p:sp>
        <p:nvSpPr>
          <p:cNvPr id="5" name="TextBox 4">
            <a:extLst>
              <a:ext uri="{FF2B5EF4-FFF2-40B4-BE49-F238E27FC236}">
                <a16:creationId xmlns:a16="http://schemas.microsoft.com/office/drawing/2014/main" id="{6AC53814-60A6-3F04-AC18-8325F79A4756}"/>
              </a:ext>
            </a:extLst>
          </p:cNvPr>
          <p:cNvSpPr txBox="1"/>
          <p:nvPr/>
        </p:nvSpPr>
        <p:spPr>
          <a:xfrm>
            <a:off x="317242" y="123614"/>
            <a:ext cx="10842170" cy="646331"/>
          </a:xfrm>
          <a:prstGeom prst="rect">
            <a:avLst/>
          </a:prstGeom>
          <a:noFill/>
        </p:spPr>
        <p:txBody>
          <a:bodyPr wrap="square" rtlCol="0">
            <a:spAutoFit/>
          </a:bodyPr>
          <a:lstStyle/>
          <a:p>
            <a:pPr>
              <a:spcAft>
                <a:spcPts val="1200"/>
              </a:spcAft>
            </a:pPr>
            <a:r>
              <a:rPr lang="en-US" sz="3600" dirty="0">
                <a:solidFill>
                  <a:schemeClr val="bg1"/>
                </a:solidFill>
                <a:latin typeface="Century Gothic" panose="020B0502020202020204" pitchFamily="34" charset="0"/>
              </a:rPr>
              <a:t>KPIs – </a:t>
            </a:r>
            <a:r>
              <a:rPr lang="en-US" sz="3600" dirty="0">
                <a:solidFill>
                  <a:srgbClr val="F18120"/>
                </a:solidFill>
                <a:latin typeface="Century Gothic" panose="020B0502020202020204" pitchFamily="34" charset="0"/>
              </a:rPr>
              <a:t>Fundraising Costs – New Donors</a:t>
            </a:r>
            <a:endParaRPr lang="en-US" sz="3600" dirty="0">
              <a:solidFill>
                <a:schemeClr val="bg1"/>
              </a:solidFill>
              <a:latin typeface="Century Gothic" panose="020B0502020202020204" pitchFamily="34" charset="0"/>
            </a:endParaRPr>
          </a:p>
        </p:txBody>
      </p:sp>
      <p:pic>
        <p:nvPicPr>
          <p:cNvPr id="10" name="Picture 9" descr="A table with numbers and a few words&#10;&#10;Description automatically generated with medium confidence">
            <a:extLst>
              <a:ext uri="{FF2B5EF4-FFF2-40B4-BE49-F238E27FC236}">
                <a16:creationId xmlns:a16="http://schemas.microsoft.com/office/drawing/2014/main" id="{68793530-7B17-3100-891C-88DC3CCF8A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47215" y="1829329"/>
            <a:ext cx="6476190" cy="2247619"/>
          </a:xfrm>
          <a:prstGeom prst="rect">
            <a:avLst/>
          </a:prstGeom>
        </p:spPr>
      </p:pic>
      <p:sp>
        <p:nvSpPr>
          <p:cNvPr id="4" name="TextBox 3">
            <a:extLst>
              <a:ext uri="{FF2B5EF4-FFF2-40B4-BE49-F238E27FC236}">
                <a16:creationId xmlns:a16="http://schemas.microsoft.com/office/drawing/2014/main" id="{627D594D-75CC-AD09-1C75-876D14BEBC5A}"/>
              </a:ext>
            </a:extLst>
          </p:cNvPr>
          <p:cNvSpPr txBox="1"/>
          <p:nvPr/>
        </p:nvSpPr>
        <p:spPr>
          <a:xfrm>
            <a:off x="-297936" y="1184749"/>
            <a:ext cx="6476190" cy="5016758"/>
          </a:xfrm>
          <a:prstGeom prst="rect">
            <a:avLst/>
          </a:prstGeom>
          <a:noFill/>
        </p:spPr>
        <p:txBody>
          <a:bodyPr wrap="square" rtlCol="0">
            <a:spAutoFit/>
          </a:bodyPr>
          <a:lstStyle/>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Costs more to acquire new donors</a:t>
            </a:r>
          </a:p>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Base goal on potential  lifetime value</a:t>
            </a:r>
          </a:p>
          <a:p>
            <a:pPr marL="1027113" lvl="1"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Address attrition and     growth</a:t>
            </a:r>
          </a:p>
          <a:p>
            <a:pPr marL="1027113" lvl="1"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Focus on finding and connecting with those        who share your values</a:t>
            </a:r>
          </a:p>
          <a:p>
            <a:pPr marL="1027113" lvl="1"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Requires knowing your people</a:t>
            </a:r>
          </a:p>
        </p:txBody>
      </p:sp>
    </p:spTree>
    <p:extLst>
      <p:ext uri="{BB962C8B-B14F-4D97-AF65-F5344CB8AC3E}">
        <p14:creationId xmlns:p14="http://schemas.microsoft.com/office/powerpoint/2010/main" val="10436705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02A3DE1-D38D-7781-63F7-40709FE8BC5C}"/>
              </a:ext>
            </a:extLst>
          </p:cNvPr>
          <p:cNvSpPr/>
          <p:nvPr/>
        </p:nvSpPr>
        <p:spPr>
          <a:xfrm>
            <a:off x="0" y="0"/>
            <a:ext cx="12192000" cy="893560"/>
          </a:xfrm>
          <a:prstGeom prst="rect">
            <a:avLst/>
          </a:prstGeom>
          <a:solidFill>
            <a:srgbClr val="2522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24">
            <a:extLst>
              <a:ext uri="{FF2B5EF4-FFF2-40B4-BE49-F238E27FC236}">
                <a16:creationId xmlns:a16="http://schemas.microsoft.com/office/drawing/2014/main" id="{8B449EE2-4CE6-133B-5AF6-EAD6A70DDFC9}"/>
              </a:ext>
            </a:extLst>
          </p:cNvPr>
          <p:cNvSpPr/>
          <p:nvPr/>
        </p:nvSpPr>
        <p:spPr>
          <a:xfrm>
            <a:off x="0" y="6078070"/>
            <a:ext cx="12192000" cy="779929"/>
          </a:xfrm>
          <a:custGeom>
            <a:avLst/>
            <a:gdLst>
              <a:gd name="connsiteX0" fmla="*/ 0 w 12876028"/>
              <a:gd name="connsiteY0" fmla="*/ 0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0 h 1662721"/>
              <a:gd name="connsiteX0" fmla="*/ 0 w 12876028"/>
              <a:gd name="connsiteY0" fmla="*/ 893135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893135 h 1662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6028" h="1662721">
                <a:moveTo>
                  <a:pt x="0" y="893135"/>
                </a:moveTo>
                <a:lnTo>
                  <a:pt x="12876028" y="0"/>
                </a:lnTo>
                <a:lnTo>
                  <a:pt x="12876028" y="1662721"/>
                </a:lnTo>
                <a:lnTo>
                  <a:pt x="0" y="1662721"/>
                </a:lnTo>
                <a:lnTo>
                  <a:pt x="0" y="893135"/>
                </a:lnTo>
                <a:close/>
              </a:path>
            </a:pathLst>
          </a:custGeom>
          <a:solidFill>
            <a:srgbClr val="DD4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lide Number Placeholder 1">
            <a:extLst>
              <a:ext uri="{FF2B5EF4-FFF2-40B4-BE49-F238E27FC236}">
                <a16:creationId xmlns:a16="http://schemas.microsoft.com/office/drawing/2014/main" id="{3903855C-3FEB-149D-471F-44BFC61022AD}"/>
              </a:ext>
            </a:extLst>
          </p:cNvPr>
          <p:cNvSpPr>
            <a:spLocks noGrp="1"/>
          </p:cNvSpPr>
          <p:nvPr>
            <p:ph type="sldNum" sz="quarter" idx="12"/>
          </p:nvPr>
        </p:nvSpPr>
        <p:spPr>
          <a:xfrm>
            <a:off x="-1" y="6492874"/>
            <a:ext cx="537883" cy="365125"/>
          </a:xfrm>
        </p:spPr>
        <p:txBody>
          <a:bodyPr/>
          <a:lstStyle/>
          <a:p>
            <a:fld id="{0F897CD2-57D8-4610-8E64-C03C1E4E4E05}" type="slidenum">
              <a:rPr lang="en-US" sz="2000" b="1" smtClean="0">
                <a:solidFill>
                  <a:schemeClr val="bg1"/>
                </a:solidFill>
                <a:latin typeface="Century Gothic" panose="020B0502020202020204" pitchFamily="34" charset="0"/>
              </a:rPr>
              <a:pPr/>
              <a:t>28</a:t>
            </a:fld>
            <a:endParaRPr lang="en-US" sz="2000" b="1" dirty="0">
              <a:solidFill>
                <a:schemeClr val="bg1"/>
              </a:solidFill>
              <a:latin typeface="Century Gothic" panose="020B0502020202020204" pitchFamily="34" charset="0"/>
            </a:endParaRPr>
          </a:p>
        </p:txBody>
      </p:sp>
      <p:pic>
        <p:nvPicPr>
          <p:cNvPr id="3" name="Picture 2">
            <a:extLst>
              <a:ext uri="{FF2B5EF4-FFF2-40B4-BE49-F238E27FC236}">
                <a16:creationId xmlns:a16="http://schemas.microsoft.com/office/drawing/2014/main" id="{0A7545EC-7B48-EBDD-3268-910464EAE6F8}"/>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24486" b="24288"/>
          <a:stretch/>
        </p:blipFill>
        <p:spPr>
          <a:xfrm>
            <a:off x="9825318" y="6236638"/>
            <a:ext cx="2079811" cy="559334"/>
          </a:xfrm>
          <a:prstGeom prst="rect">
            <a:avLst/>
          </a:prstGeom>
        </p:spPr>
      </p:pic>
      <p:sp>
        <p:nvSpPr>
          <p:cNvPr id="5" name="TextBox 4">
            <a:extLst>
              <a:ext uri="{FF2B5EF4-FFF2-40B4-BE49-F238E27FC236}">
                <a16:creationId xmlns:a16="http://schemas.microsoft.com/office/drawing/2014/main" id="{6AC53814-60A6-3F04-AC18-8325F79A4756}"/>
              </a:ext>
            </a:extLst>
          </p:cNvPr>
          <p:cNvSpPr txBox="1"/>
          <p:nvPr/>
        </p:nvSpPr>
        <p:spPr>
          <a:xfrm>
            <a:off x="317242" y="123614"/>
            <a:ext cx="7053942" cy="646331"/>
          </a:xfrm>
          <a:prstGeom prst="rect">
            <a:avLst/>
          </a:prstGeom>
          <a:noFill/>
        </p:spPr>
        <p:txBody>
          <a:bodyPr wrap="square" rtlCol="0">
            <a:spAutoFit/>
          </a:bodyPr>
          <a:lstStyle/>
          <a:p>
            <a:pPr>
              <a:spcAft>
                <a:spcPts val="1200"/>
              </a:spcAft>
            </a:pPr>
            <a:r>
              <a:rPr lang="en-US" sz="3600" dirty="0">
                <a:solidFill>
                  <a:schemeClr val="bg1"/>
                </a:solidFill>
                <a:latin typeface="Century Gothic" panose="020B0502020202020204" pitchFamily="34" charset="0"/>
              </a:rPr>
              <a:t>KPIs – </a:t>
            </a:r>
            <a:r>
              <a:rPr lang="en-US" sz="3600" dirty="0">
                <a:solidFill>
                  <a:srgbClr val="F18120"/>
                </a:solidFill>
                <a:latin typeface="Century Gothic" panose="020B0502020202020204" pitchFamily="34" charset="0"/>
              </a:rPr>
              <a:t>Fundraising Costs - ROI</a:t>
            </a:r>
            <a:endParaRPr lang="en-US" sz="3600" dirty="0">
              <a:solidFill>
                <a:schemeClr val="bg1"/>
              </a:solidFill>
              <a:latin typeface="Century Gothic" panose="020B0502020202020204" pitchFamily="34" charset="0"/>
            </a:endParaRPr>
          </a:p>
        </p:txBody>
      </p:sp>
      <p:sp>
        <p:nvSpPr>
          <p:cNvPr id="4" name="TextBox 3">
            <a:extLst>
              <a:ext uri="{FF2B5EF4-FFF2-40B4-BE49-F238E27FC236}">
                <a16:creationId xmlns:a16="http://schemas.microsoft.com/office/drawing/2014/main" id="{91C9B27D-AB11-D683-F26C-B4D52CF018F3}"/>
              </a:ext>
            </a:extLst>
          </p:cNvPr>
          <p:cNvSpPr txBox="1"/>
          <p:nvPr/>
        </p:nvSpPr>
        <p:spPr>
          <a:xfrm>
            <a:off x="-269946" y="1091585"/>
            <a:ext cx="5252491" cy="4862870"/>
          </a:xfrm>
          <a:prstGeom prst="rect">
            <a:avLst/>
          </a:prstGeom>
          <a:noFill/>
        </p:spPr>
        <p:txBody>
          <a:bodyPr wrap="square" rtlCol="0">
            <a:spAutoFit/>
          </a:bodyPr>
          <a:lstStyle/>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Cost-benefit</a:t>
            </a:r>
          </a:p>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Events typically have low ROI</a:t>
            </a:r>
          </a:p>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Include staff time in calculations</a:t>
            </a:r>
          </a:p>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May consider dropping or modifying activities to free up resources for more lucrative endeavors</a:t>
            </a:r>
          </a:p>
        </p:txBody>
      </p:sp>
      <p:pic>
        <p:nvPicPr>
          <p:cNvPr id="11" name="Picture 10" descr="A table with numbers and text&#10;&#10;Description automatically generated">
            <a:extLst>
              <a:ext uri="{FF2B5EF4-FFF2-40B4-BE49-F238E27FC236}">
                <a16:creationId xmlns:a16="http://schemas.microsoft.com/office/drawing/2014/main" id="{BFAC4862-3266-D5D5-8CD6-6378D4B57E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90750" y="1286147"/>
            <a:ext cx="6457143" cy="3523809"/>
          </a:xfrm>
          <a:prstGeom prst="rect">
            <a:avLst/>
          </a:prstGeom>
        </p:spPr>
      </p:pic>
      <p:sp>
        <p:nvSpPr>
          <p:cNvPr id="8" name="Oval 7">
            <a:extLst>
              <a:ext uri="{FF2B5EF4-FFF2-40B4-BE49-F238E27FC236}">
                <a16:creationId xmlns:a16="http://schemas.microsoft.com/office/drawing/2014/main" id="{1284DAE7-837B-5A05-B6B2-CEF46155D233}"/>
              </a:ext>
            </a:extLst>
          </p:cNvPr>
          <p:cNvSpPr/>
          <p:nvPr/>
        </p:nvSpPr>
        <p:spPr>
          <a:xfrm>
            <a:off x="6224883" y="4214197"/>
            <a:ext cx="5780505" cy="357803"/>
          </a:xfrm>
          <a:prstGeom prst="ellipse">
            <a:avLst/>
          </a:prstGeom>
          <a:noFill/>
          <a:ln w="57150">
            <a:solidFill>
              <a:srgbClr val="DD403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412666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02A3DE1-D38D-7781-63F7-40709FE8BC5C}"/>
              </a:ext>
            </a:extLst>
          </p:cNvPr>
          <p:cNvSpPr/>
          <p:nvPr/>
        </p:nvSpPr>
        <p:spPr>
          <a:xfrm>
            <a:off x="0" y="0"/>
            <a:ext cx="12192000" cy="893560"/>
          </a:xfrm>
          <a:prstGeom prst="rect">
            <a:avLst/>
          </a:prstGeom>
          <a:solidFill>
            <a:srgbClr val="2522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24">
            <a:extLst>
              <a:ext uri="{FF2B5EF4-FFF2-40B4-BE49-F238E27FC236}">
                <a16:creationId xmlns:a16="http://schemas.microsoft.com/office/drawing/2014/main" id="{8B449EE2-4CE6-133B-5AF6-EAD6A70DDFC9}"/>
              </a:ext>
            </a:extLst>
          </p:cNvPr>
          <p:cNvSpPr/>
          <p:nvPr/>
        </p:nvSpPr>
        <p:spPr>
          <a:xfrm>
            <a:off x="0" y="6078070"/>
            <a:ext cx="12192000" cy="779929"/>
          </a:xfrm>
          <a:custGeom>
            <a:avLst/>
            <a:gdLst>
              <a:gd name="connsiteX0" fmla="*/ 0 w 12876028"/>
              <a:gd name="connsiteY0" fmla="*/ 0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0 h 1662721"/>
              <a:gd name="connsiteX0" fmla="*/ 0 w 12876028"/>
              <a:gd name="connsiteY0" fmla="*/ 893135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893135 h 1662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6028" h="1662721">
                <a:moveTo>
                  <a:pt x="0" y="893135"/>
                </a:moveTo>
                <a:lnTo>
                  <a:pt x="12876028" y="0"/>
                </a:lnTo>
                <a:lnTo>
                  <a:pt x="12876028" y="1662721"/>
                </a:lnTo>
                <a:lnTo>
                  <a:pt x="0" y="1662721"/>
                </a:lnTo>
                <a:lnTo>
                  <a:pt x="0" y="893135"/>
                </a:lnTo>
                <a:close/>
              </a:path>
            </a:pathLst>
          </a:custGeom>
          <a:solidFill>
            <a:srgbClr val="DD4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lide Number Placeholder 1">
            <a:extLst>
              <a:ext uri="{FF2B5EF4-FFF2-40B4-BE49-F238E27FC236}">
                <a16:creationId xmlns:a16="http://schemas.microsoft.com/office/drawing/2014/main" id="{3903855C-3FEB-149D-471F-44BFC61022AD}"/>
              </a:ext>
            </a:extLst>
          </p:cNvPr>
          <p:cNvSpPr>
            <a:spLocks noGrp="1"/>
          </p:cNvSpPr>
          <p:nvPr>
            <p:ph type="sldNum" sz="quarter" idx="12"/>
          </p:nvPr>
        </p:nvSpPr>
        <p:spPr>
          <a:xfrm>
            <a:off x="-1" y="6492874"/>
            <a:ext cx="537883" cy="365125"/>
          </a:xfrm>
        </p:spPr>
        <p:txBody>
          <a:bodyPr/>
          <a:lstStyle/>
          <a:p>
            <a:fld id="{0F897CD2-57D8-4610-8E64-C03C1E4E4E05}" type="slidenum">
              <a:rPr lang="en-US" sz="2000" b="1" smtClean="0">
                <a:solidFill>
                  <a:schemeClr val="bg1"/>
                </a:solidFill>
                <a:latin typeface="Century Gothic" panose="020B0502020202020204" pitchFamily="34" charset="0"/>
              </a:rPr>
              <a:pPr/>
              <a:t>29</a:t>
            </a:fld>
            <a:endParaRPr lang="en-US" sz="2000" b="1" dirty="0">
              <a:solidFill>
                <a:schemeClr val="bg1"/>
              </a:solidFill>
              <a:latin typeface="Century Gothic" panose="020B0502020202020204" pitchFamily="34" charset="0"/>
            </a:endParaRPr>
          </a:p>
        </p:txBody>
      </p:sp>
      <p:pic>
        <p:nvPicPr>
          <p:cNvPr id="3" name="Picture 2">
            <a:extLst>
              <a:ext uri="{FF2B5EF4-FFF2-40B4-BE49-F238E27FC236}">
                <a16:creationId xmlns:a16="http://schemas.microsoft.com/office/drawing/2014/main" id="{0A7545EC-7B48-EBDD-3268-910464EAE6F8}"/>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24486" b="24288"/>
          <a:stretch/>
        </p:blipFill>
        <p:spPr>
          <a:xfrm>
            <a:off x="9825318" y="6236638"/>
            <a:ext cx="2079811" cy="559334"/>
          </a:xfrm>
          <a:prstGeom prst="rect">
            <a:avLst/>
          </a:prstGeom>
        </p:spPr>
      </p:pic>
      <p:sp>
        <p:nvSpPr>
          <p:cNvPr id="5" name="TextBox 4">
            <a:extLst>
              <a:ext uri="{FF2B5EF4-FFF2-40B4-BE49-F238E27FC236}">
                <a16:creationId xmlns:a16="http://schemas.microsoft.com/office/drawing/2014/main" id="{6AC53814-60A6-3F04-AC18-8325F79A4756}"/>
              </a:ext>
            </a:extLst>
          </p:cNvPr>
          <p:cNvSpPr txBox="1"/>
          <p:nvPr/>
        </p:nvSpPr>
        <p:spPr>
          <a:xfrm>
            <a:off x="317242" y="123614"/>
            <a:ext cx="7053942" cy="646331"/>
          </a:xfrm>
          <a:prstGeom prst="rect">
            <a:avLst/>
          </a:prstGeom>
          <a:noFill/>
        </p:spPr>
        <p:txBody>
          <a:bodyPr wrap="square" rtlCol="0">
            <a:spAutoFit/>
          </a:bodyPr>
          <a:lstStyle/>
          <a:p>
            <a:pPr>
              <a:spcAft>
                <a:spcPts val="1200"/>
              </a:spcAft>
            </a:pPr>
            <a:r>
              <a:rPr lang="en-US" sz="3600" dirty="0">
                <a:solidFill>
                  <a:schemeClr val="bg1"/>
                </a:solidFill>
                <a:latin typeface="Century Gothic" panose="020B0502020202020204" pitchFamily="34" charset="0"/>
              </a:rPr>
              <a:t>KPIs – </a:t>
            </a:r>
            <a:r>
              <a:rPr lang="en-US" sz="3600" dirty="0">
                <a:solidFill>
                  <a:srgbClr val="F18120"/>
                </a:solidFill>
                <a:latin typeface="Century Gothic" panose="020B0502020202020204" pitchFamily="34" charset="0"/>
              </a:rPr>
              <a:t>Fundraising Costs - CPDR</a:t>
            </a:r>
            <a:endParaRPr lang="en-US" sz="3600" dirty="0">
              <a:solidFill>
                <a:schemeClr val="bg1"/>
              </a:solidFill>
              <a:latin typeface="Century Gothic" panose="020B0502020202020204" pitchFamily="34" charset="0"/>
            </a:endParaRPr>
          </a:p>
        </p:txBody>
      </p:sp>
      <p:sp>
        <p:nvSpPr>
          <p:cNvPr id="4" name="TextBox 3">
            <a:extLst>
              <a:ext uri="{FF2B5EF4-FFF2-40B4-BE49-F238E27FC236}">
                <a16:creationId xmlns:a16="http://schemas.microsoft.com/office/drawing/2014/main" id="{332B786D-8E63-BE0A-BF2C-56CDB2992894}"/>
              </a:ext>
            </a:extLst>
          </p:cNvPr>
          <p:cNvSpPr txBox="1"/>
          <p:nvPr/>
        </p:nvSpPr>
        <p:spPr>
          <a:xfrm>
            <a:off x="-195299" y="1184749"/>
            <a:ext cx="4487380" cy="4862870"/>
          </a:xfrm>
          <a:prstGeom prst="rect">
            <a:avLst/>
          </a:prstGeom>
          <a:noFill/>
        </p:spPr>
        <p:txBody>
          <a:bodyPr wrap="square" rtlCol="0">
            <a:spAutoFit/>
          </a:bodyPr>
          <a:lstStyle/>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Similar to ROI</a:t>
            </a:r>
          </a:p>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Global view</a:t>
            </a:r>
          </a:p>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Include staff costs</a:t>
            </a:r>
          </a:p>
          <a:p>
            <a:pPr marL="1027113" lvl="1"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Smaller/newer orgs will have higher costs due to outsourcing, higher labor %, and smaller donor base</a:t>
            </a:r>
          </a:p>
        </p:txBody>
      </p:sp>
      <p:pic>
        <p:nvPicPr>
          <p:cNvPr id="10" name="Picture 9" descr="A chart with text on it&#10;&#10;Description automatically generated">
            <a:extLst>
              <a:ext uri="{FF2B5EF4-FFF2-40B4-BE49-F238E27FC236}">
                <a16:creationId xmlns:a16="http://schemas.microsoft.com/office/drawing/2014/main" id="{837A7243-00A1-6262-0518-458E88C71F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8946" y="1893813"/>
            <a:ext cx="7481624" cy="1633157"/>
          </a:xfrm>
          <a:prstGeom prst="rect">
            <a:avLst/>
          </a:prstGeom>
        </p:spPr>
      </p:pic>
    </p:spTree>
    <p:extLst>
      <p:ext uri="{BB962C8B-B14F-4D97-AF65-F5344CB8AC3E}">
        <p14:creationId xmlns:p14="http://schemas.microsoft.com/office/powerpoint/2010/main" val="16215392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02A3DE1-D38D-7781-63F7-40709FE8BC5C}"/>
              </a:ext>
            </a:extLst>
          </p:cNvPr>
          <p:cNvSpPr/>
          <p:nvPr/>
        </p:nvSpPr>
        <p:spPr>
          <a:xfrm>
            <a:off x="0" y="0"/>
            <a:ext cx="12192000" cy="893560"/>
          </a:xfrm>
          <a:prstGeom prst="rect">
            <a:avLst/>
          </a:prstGeom>
          <a:solidFill>
            <a:srgbClr val="2522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24">
            <a:extLst>
              <a:ext uri="{FF2B5EF4-FFF2-40B4-BE49-F238E27FC236}">
                <a16:creationId xmlns:a16="http://schemas.microsoft.com/office/drawing/2014/main" id="{8B449EE2-4CE6-133B-5AF6-EAD6A70DDFC9}"/>
              </a:ext>
            </a:extLst>
          </p:cNvPr>
          <p:cNvSpPr/>
          <p:nvPr/>
        </p:nvSpPr>
        <p:spPr>
          <a:xfrm>
            <a:off x="0" y="6078070"/>
            <a:ext cx="12192000" cy="779929"/>
          </a:xfrm>
          <a:custGeom>
            <a:avLst/>
            <a:gdLst>
              <a:gd name="connsiteX0" fmla="*/ 0 w 12876028"/>
              <a:gd name="connsiteY0" fmla="*/ 0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0 h 1662721"/>
              <a:gd name="connsiteX0" fmla="*/ 0 w 12876028"/>
              <a:gd name="connsiteY0" fmla="*/ 893135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893135 h 1662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6028" h="1662721">
                <a:moveTo>
                  <a:pt x="0" y="893135"/>
                </a:moveTo>
                <a:lnTo>
                  <a:pt x="12876028" y="0"/>
                </a:lnTo>
                <a:lnTo>
                  <a:pt x="12876028" y="1662721"/>
                </a:lnTo>
                <a:lnTo>
                  <a:pt x="0" y="1662721"/>
                </a:lnTo>
                <a:lnTo>
                  <a:pt x="0" y="893135"/>
                </a:lnTo>
                <a:close/>
              </a:path>
            </a:pathLst>
          </a:custGeom>
          <a:solidFill>
            <a:srgbClr val="DD4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lide Number Placeholder 1">
            <a:extLst>
              <a:ext uri="{FF2B5EF4-FFF2-40B4-BE49-F238E27FC236}">
                <a16:creationId xmlns:a16="http://schemas.microsoft.com/office/drawing/2014/main" id="{3903855C-3FEB-149D-471F-44BFC61022AD}"/>
              </a:ext>
            </a:extLst>
          </p:cNvPr>
          <p:cNvSpPr>
            <a:spLocks noGrp="1"/>
          </p:cNvSpPr>
          <p:nvPr>
            <p:ph type="sldNum" sz="quarter" idx="12"/>
          </p:nvPr>
        </p:nvSpPr>
        <p:spPr>
          <a:xfrm>
            <a:off x="-1" y="6492874"/>
            <a:ext cx="537883" cy="365125"/>
          </a:xfrm>
        </p:spPr>
        <p:txBody>
          <a:bodyPr/>
          <a:lstStyle/>
          <a:p>
            <a:fld id="{0F897CD2-57D8-4610-8E64-C03C1E4E4E05}" type="slidenum">
              <a:rPr lang="en-US" sz="2000" b="1" smtClean="0">
                <a:solidFill>
                  <a:schemeClr val="bg1"/>
                </a:solidFill>
                <a:latin typeface="Century Gothic" panose="020B0502020202020204" pitchFamily="34" charset="0"/>
              </a:rPr>
              <a:pPr/>
              <a:t>30</a:t>
            </a:fld>
            <a:endParaRPr lang="en-US" sz="2000" b="1" dirty="0">
              <a:solidFill>
                <a:schemeClr val="bg1"/>
              </a:solidFill>
              <a:latin typeface="Century Gothic" panose="020B0502020202020204" pitchFamily="34" charset="0"/>
            </a:endParaRPr>
          </a:p>
        </p:txBody>
      </p:sp>
      <p:pic>
        <p:nvPicPr>
          <p:cNvPr id="3" name="Picture 2">
            <a:extLst>
              <a:ext uri="{FF2B5EF4-FFF2-40B4-BE49-F238E27FC236}">
                <a16:creationId xmlns:a16="http://schemas.microsoft.com/office/drawing/2014/main" id="{0A7545EC-7B48-EBDD-3268-910464EAE6F8}"/>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24486" b="24288"/>
          <a:stretch/>
        </p:blipFill>
        <p:spPr>
          <a:xfrm>
            <a:off x="9825318" y="6236638"/>
            <a:ext cx="2079811" cy="559334"/>
          </a:xfrm>
          <a:prstGeom prst="rect">
            <a:avLst/>
          </a:prstGeom>
        </p:spPr>
      </p:pic>
      <p:sp>
        <p:nvSpPr>
          <p:cNvPr id="5" name="TextBox 4">
            <a:extLst>
              <a:ext uri="{FF2B5EF4-FFF2-40B4-BE49-F238E27FC236}">
                <a16:creationId xmlns:a16="http://schemas.microsoft.com/office/drawing/2014/main" id="{6AC53814-60A6-3F04-AC18-8325F79A4756}"/>
              </a:ext>
            </a:extLst>
          </p:cNvPr>
          <p:cNvSpPr txBox="1"/>
          <p:nvPr/>
        </p:nvSpPr>
        <p:spPr>
          <a:xfrm>
            <a:off x="317241" y="123614"/>
            <a:ext cx="11587887" cy="646331"/>
          </a:xfrm>
          <a:prstGeom prst="rect">
            <a:avLst/>
          </a:prstGeom>
          <a:noFill/>
        </p:spPr>
        <p:txBody>
          <a:bodyPr wrap="square" rtlCol="0">
            <a:spAutoFit/>
          </a:bodyPr>
          <a:lstStyle/>
          <a:p>
            <a:pPr>
              <a:spcAft>
                <a:spcPts val="1200"/>
              </a:spcAft>
            </a:pPr>
            <a:r>
              <a:rPr lang="en-US" sz="3600" dirty="0">
                <a:solidFill>
                  <a:schemeClr val="bg1"/>
                </a:solidFill>
                <a:latin typeface="Century Gothic" panose="020B0502020202020204" pitchFamily="34" charset="0"/>
              </a:rPr>
              <a:t>KPIs – </a:t>
            </a:r>
            <a:r>
              <a:rPr lang="en-US" sz="3600" dirty="0">
                <a:solidFill>
                  <a:srgbClr val="F18120"/>
                </a:solidFill>
                <a:latin typeface="Century Gothic" panose="020B0502020202020204" pitchFamily="34" charset="0"/>
              </a:rPr>
              <a:t>Major Gifts/Moves Management</a:t>
            </a:r>
            <a:endParaRPr lang="en-US" sz="3600" dirty="0">
              <a:solidFill>
                <a:schemeClr val="bg1"/>
              </a:solidFill>
              <a:latin typeface="Century Gothic" panose="020B0502020202020204" pitchFamily="34" charset="0"/>
            </a:endParaRPr>
          </a:p>
        </p:txBody>
      </p:sp>
      <p:pic>
        <p:nvPicPr>
          <p:cNvPr id="7" name="Picture 6" descr="A table with numbers and a number on it&#10;&#10;Description automatically generated">
            <a:extLst>
              <a:ext uri="{FF2B5EF4-FFF2-40B4-BE49-F238E27FC236}">
                <a16:creationId xmlns:a16="http://schemas.microsoft.com/office/drawing/2014/main" id="{4216DB9A-B64F-8A6B-1427-0CE32D64A9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7241" y="1152481"/>
            <a:ext cx="6457143" cy="4666667"/>
          </a:xfrm>
          <a:prstGeom prst="rect">
            <a:avLst/>
          </a:prstGeom>
        </p:spPr>
      </p:pic>
      <p:sp>
        <p:nvSpPr>
          <p:cNvPr id="4" name="TextBox 3">
            <a:extLst>
              <a:ext uri="{FF2B5EF4-FFF2-40B4-BE49-F238E27FC236}">
                <a16:creationId xmlns:a16="http://schemas.microsoft.com/office/drawing/2014/main" id="{8BCCA4AE-D920-487C-2195-DDFEDAD2CDF5}"/>
              </a:ext>
            </a:extLst>
          </p:cNvPr>
          <p:cNvSpPr txBox="1"/>
          <p:nvPr/>
        </p:nvSpPr>
        <p:spPr>
          <a:xfrm>
            <a:off x="6895682" y="1465829"/>
            <a:ext cx="4487380" cy="2985433"/>
          </a:xfrm>
          <a:prstGeom prst="rect">
            <a:avLst/>
          </a:prstGeom>
          <a:noFill/>
        </p:spPr>
        <p:txBody>
          <a:bodyPr wrap="square" rtlCol="0">
            <a:spAutoFit/>
          </a:bodyPr>
          <a:lstStyle/>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Looks at constituents in each stage</a:t>
            </a:r>
          </a:p>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Resource allocation</a:t>
            </a:r>
          </a:p>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Track with CRM</a:t>
            </a:r>
          </a:p>
        </p:txBody>
      </p:sp>
    </p:spTree>
    <p:extLst>
      <p:ext uri="{BB962C8B-B14F-4D97-AF65-F5344CB8AC3E}">
        <p14:creationId xmlns:p14="http://schemas.microsoft.com/office/powerpoint/2010/main" val="149684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02A3DE1-D38D-7781-63F7-40709FE8BC5C}"/>
              </a:ext>
            </a:extLst>
          </p:cNvPr>
          <p:cNvSpPr/>
          <p:nvPr/>
        </p:nvSpPr>
        <p:spPr>
          <a:xfrm>
            <a:off x="0" y="0"/>
            <a:ext cx="12192000" cy="893560"/>
          </a:xfrm>
          <a:prstGeom prst="rect">
            <a:avLst/>
          </a:prstGeom>
          <a:solidFill>
            <a:srgbClr val="2522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24">
            <a:extLst>
              <a:ext uri="{FF2B5EF4-FFF2-40B4-BE49-F238E27FC236}">
                <a16:creationId xmlns:a16="http://schemas.microsoft.com/office/drawing/2014/main" id="{8B449EE2-4CE6-133B-5AF6-EAD6A70DDFC9}"/>
              </a:ext>
            </a:extLst>
          </p:cNvPr>
          <p:cNvSpPr/>
          <p:nvPr/>
        </p:nvSpPr>
        <p:spPr>
          <a:xfrm>
            <a:off x="0" y="6078070"/>
            <a:ext cx="12192000" cy="779929"/>
          </a:xfrm>
          <a:custGeom>
            <a:avLst/>
            <a:gdLst>
              <a:gd name="connsiteX0" fmla="*/ 0 w 12876028"/>
              <a:gd name="connsiteY0" fmla="*/ 0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0 h 1662721"/>
              <a:gd name="connsiteX0" fmla="*/ 0 w 12876028"/>
              <a:gd name="connsiteY0" fmla="*/ 893135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893135 h 1662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6028" h="1662721">
                <a:moveTo>
                  <a:pt x="0" y="893135"/>
                </a:moveTo>
                <a:lnTo>
                  <a:pt x="12876028" y="0"/>
                </a:lnTo>
                <a:lnTo>
                  <a:pt x="12876028" y="1662721"/>
                </a:lnTo>
                <a:lnTo>
                  <a:pt x="0" y="1662721"/>
                </a:lnTo>
                <a:lnTo>
                  <a:pt x="0" y="893135"/>
                </a:lnTo>
                <a:close/>
              </a:path>
            </a:pathLst>
          </a:custGeom>
          <a:solidFill>
            <a:srgbClr val="DD4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lide Number Placeholder 1">
            <a:extLst>
              <a:ext uri="{FF2B5EF4-FFF2-40B4-BE49-F238E27FC236}">
                <a16:creationId xmlns:a16="http://schemas.microsoft.com/office/drawing/2014/main" id="{3903855C-3FEB-149D-471F-44BFC61022AD}"/>
              </a:ext>
            </a:extLst>
          </p:cNvPr>
          <p:cNvSpPr>
            <a:spLocks noGrp="1"/>
          </p:cNvSpPr>
          <p:nvPr>
            <p:ph type="sldNum" sz="quarter" idx="12"/>
          </p:nvPr>
        </p:nvSpPr>
        <p:spPr>
          <a:xfrm>
            <a:off x="-1" y="6492874"/>
            <a:ext cx="537883" cy="365125"/>
          </a:xfrm>
        </p:spPr>
        <p:txBody>
          <a:bodyPr/>
          <a:lstStyle/>
          <a:p>
            <a:fld id="{0F897CD2-57D8-4610-8E64-C03C1E4E4E05}" type="slidenum">
              <a:rPr lang="en-US" sz="2000" b="1" smtClean="0">
                <a:solidFill>
                  <a:schemeClr val="bg1"/>
                </a:solidFill>
                <a:latin typeface="Century Gothic" panose="020B0502020202020204" pitchFamily="34" charset="0"/>
              </a:rPr>
              <a:pPr/>
              <a:t>31</a:t>
            </a:fld>
            <a:endParaRPr lang="en-US" sz="2000" b="1" dirty="0">
              <a:solidFill>
                <a:schemeClr val="bg1"/>
              </a:solidFill>
              <a:latin typeface="Century Gothic" panose="020B0502020202020204" pitchFamily="34" charset="0"/>
            </a:endParaRPr>
          </a:p>
        </p:txBody>
      </p:sp>
      <p:pic>
        <p:nvPicPr>
          <p:cNvPr id="3" name="Picture 2">
            <a:extLst>
              <a:ext uri="{FF2B5EF4-FFF2-40B4-BE49-F238E27FC236}">
                <a16:creationId xmlns:a16="http://schemas.microsoft.com/office/drawing/2014/main" id="{0A7545EC-7B48-EBDD-3268-910464EAE6F8}"/>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24486" b="24288"/>
          <a:stretch/>
        </p:blipFill>
        <p:spPr>
          <a:xfrm>
            <a:off x="9825318" y="6236638"/>
            <a:ext cx="2079811" cy="559334"/>
          </a:xfrm>
          <a:prstGeom prst="rect">
            <a:avLst/>
          </a:prstGeom>
        </p:spPr>
      </p:pic>
      <p:sp>
        <p:nvSpPr>
          <p:cNvPr id="5" name="TextBox 4">
            <a:extLst>
              <a:ext uri="{FF2B5EF4-FFF2-40B4-BE49-F238E27FC236}">
                <a16:creationId xmlns:a16="http://schemas.microsoft.com/office/drawing/2014/main" id="{6AC53814-60A6-3F04-AC18-8325F79A4756}"/>
              </a:ext>
            </a:extLst>
          </p:cNvPr>
          <p:cNvSpPr txBox="1"/>
          <p:nvPr/>
        </p:nvSpPr>
        <p:spPr>
          <a:xfrm>
            <a:off x="317241" y="123614"/>
            <a:ext cx="11587887" cy="646331"/>
          </a:xfrm>
          <a:prstGeom prst="rect">
            <a:avLst/>
          </a:prstGeom>
          <a:noFill/>
        </p:spPr>
        <p:txBody>
          <a:bodyPr wrap="square" rtlCol="0">
            <a:spAutoFit/>
          </a:bodyPr>
          <a:lstStyle/>
          <a:p>
            <a:pPr>
              <a:spcAft>
                <a:spcPts val="1200"/>
              </a:spcAft>
            </a:pPr>
            <a:r>
              <a:rPr lang="en-US" sz="3600" dirty="0">
                <a:solidFill>
                  <a:schemeClr val="bg1"/>
                </a:solidFill>
                <a:latin typeface="Century Gothic" panose="020B0502020202020204" pitchFamily="34" charset="0"/>
              </a:rPr>
              <a:t>KPIs – </a:t>
            </a:r>
            <a:r>
              <a:rPr lang="en-US" sz="3600" dirty="0">
                <a:solidFill>
                  <a:srgbClr val="F18120"/>
                </a:solidFill>
                <a:latin typeface="Century Gothic" panose="020B0502020202020204" pitchFamily="34" charset="0"/>
              </a:rPr>
              <a:t>Major Gifts/Moves Management - Success</a:t>
            </a:r>
            <a:endParaRPr lang="en-US" sz="3600" dirty="0">
              <a:solidFill>
                <a:schemeClr val="bg1"/>
              </a:solidFill>
              <a:latin typeface="Century Gothic" panose="020B0502020202020204" pitchFamily="34" charset="0"/>
            </a:endParaRPr>
          </a:p>
        </p:txBody>
      </p:sp>
      <p:pic>
        <p:nvPicPr>
          <p:cNvPr id="8" name="Picture 7" descr="A table with text on it&#10;&#10;Description automatically generated">
            <a:extLst>
              <a:ext uri="{FF2B5EF4-FFF2-40B4-BE49-F238E27FC236}">
                <a16:creationId xmlns:a16="http://schemas.microsoft.com/office/drawing/2014/main" id="{F7647199-4B52-E968-0133-18DA20C73C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95416" y="1735444"/>
            <a:ext cx="6457143" cy="2304762"/>
          </a:xfrm>
          <a:prstGeom prst="rect">
            <a:avLst/>
          </a:prstGeom>
        </p:spPr>
      </p:pic>
      <p:sp>
        <p:nvSpPr>
          <p:cNvPr id="4" name="TextBox 3">
            <a:extLst>
              <a:ext uri="{FF2B5EF4-FFF2-40B4-BE49-F238E27FC236}">
                <a16:creationId xmlns:a16="http://schemas.microsoft.com/office/drawing/2014/main" id="{CB804C03-BE5A-95E2-DE9B-43784B67FAFA}"/>
              </a:ext>
            </a:extLst>
          </p:cNvPr>
          <p:cNvSpPr txBox="1"/>
          <p:nvPr/>
        </p:nvSpPr>
        <p:spPr>
          <a:xfrm>
            <a:off x="-185968" y="1317456"/>
            <a:ext cx="5205838" cy="4278094"/>
          </a:xfrm>
          <a:prstGeom prst="rect">
            <a:avLst/>
          </a:prstGeom>
          <a:noFill/>
        </p:spPr>
        <p:txBody>
          <a:bodyPr wrap="square" rtlCol="0">
            <a:spAutoFit/>
          </a:bodyPr>
          <a:lstStyle/>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Helps to know how many asks are needed, not just outcomes</a:t>
            </a:r>
          </a:p>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Can help identify unreasonable goals</a:t>
            </a:r>
          </a:p>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Feedback for moves management process effectiveness</a:t>
            </a:r>
          </a:p>
        </p:txBody>
      </p:sp>
    </p:spTree>
    <p:extLst>
      <p:ext uri="{BB962C8B-B14F-4D97-AF65-F5344CB8AC3E}">
        <p14:creationId xmlns:p14="http://schemas.microsoft.com/office/powerpoint/2010/main" val="29460062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02A3DE1-D38D-7781-63F7-40709FE8BC5C}"/>
              </a:ext>
            </a:extLst>
          </p:cNvPr>
          <p:cNvSpPr/>
          <p:nvPr/>
        </p:nvSpPr>
        <p:spPr>
          <a:xfrm>
            <a:off x="0" y="0"/>
            <a:ext cx="12192000" cy="893560"/>
          </a:xfrm>
          <a:prstGeom prst="rect">
            <a:avLst/>
          </a:prstGeom>
          <a:solidFill>
            <a:srgbClr val="2522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24">
            <a:extLst>
              <a:ext uri="{FF2B5EF4-FFF2-40B4-BE49-F238E27FC236}">
                <a16:creationId xmlns:a16="http://schemas.microsoft.com/office/drawing/2014/main" id="{8B449EE2-4CE6-133B-5AF6-EAD6A70DDFC9}"/>
              </a:ext>
            </a:extLst>
          </p:cNvPr>
          <p:cNvSpPr/>
          <p:nvPr/>
        </p:nvSpPr>
        <p:spPr>
          <a:xfrm>
            <a:off x="0" y="6078070"/>
            <a:ext cx="12192000" cy="779929"/>
          </a:xfrm>
          <a:custGeom>
            <a:avLst/>
            <a:gdLst>
              <a:gd name="connsiteX0" fmla="*/ 0 w 12876028"/>
              <a:gd name="connsiteY0" fmla="*/ 0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0 h 1662721"/>
              <a:gd name="connsiteX0" fmla="*/ 0 w 12876028"/>
              <a:gd name="connsiteY0" fmla="*/ 893135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893135 h 1662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6028" h="1662721">
                <a:moveTo>
                  <a:pt x="0" y="893135"/>
                </a:moveTo>
                <a:lnTo>
                  <a:pt x="12876028" y="0"/>
                </a:lnTo>
                <a:lnTo>
                  <a:pt x="12876028" y="1662721"/>
                </a:lnTo>
                <a:lnTo>
                  <a:pt x="0" y="1662721"/>
                </a:lnTo>
                <a:lnTo>
                  <a:pt x="0" y="893135"/>
                </a:lnTo>
                <a:close/>
              </a:path>
            </a:pathLst>
          </a:custGeom>
          <a:solidFill>
            <a:srgbClr val="DD4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lide Number Placeholder 1">
            <a:extLst>
              <a:ext uri="{FF2B5EF4-FFF2-40B4-BE49-F238E27FC236}">
                <a16:creationId xmlns:a16="http://schemas.microsoft.com/office/drawing/2014/main" id="{3903855C-3FEB-149D-471F-44BFC61022AD}"/>
              </a:ext>
            </a:extLst>
          </p:cNvPr>
          <p:cNvSpPr>
            <a:spLocks noGrp="1"/>
          </p:cNvSpPr>
          <p:nvPr>
            <p:ph type="sldNum" sz="quarter" idx="12"/>
          </p:nvPr>
        </p:nvSpPr>
        <p:spPr>
          <a:xfrm>
            <a:off x="-1" y="6492874"/>
            <a:ext cx="537883" cy="365125"/>
          </a:xfrm>
        </p:spPr>
        <p:txBody>
          <a:bodyPr/>
          <a:lstStyle/>
          <a:p>
            <a:fld id="{0F897CD2-57D8-4610-8E64-C03C1E4E4E05}" type="slidenum">
              <a:rPr lang="en-US" sz="2000" b="1" smtClean="0">
                <a:solidFill>
                  <a:schemeClr val="bg1"/>
                </a:solidFill>
                <a:latin typeface="Century Gothic" panose="020B0502020202020204" pitchFamily="34" charset="0"/>
              </a:rPr>
              <a:pPr/>
              <a:t>32</a:t>
            </a:fld>
            <a:endParaRPr lang="en-US" sz="2000" b="1" dirty="0">
              <a:solidFill>
                <a:schemeClr val="bg1"/>
              </a:solidFill>
              <a:latin typeface="Century Gothic" panose="020B0502020202020204" pitchFamily="34" charset="0"/>
            </a:endParaRPr>
          </a:p>
        </p:txBody>
      </p:sp>
      <p:pic>
        <p:nvPicPr>
          <p:cNvPr id="3" name="Picture 2">
            <a:extLst>
              <a:ext uri="{FF2B5EF4-FFF2-40B4-BE49-F238E27FC236}">
                <a16:creationId xmlns:a16="http://schemas.microsoft.com/office/drawing/2014/main" id="{0A7545EC-7B48-EBDD-3268-910464EAE6F8}"/>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24486" b="24288"/>
          <a:stretch/>
        </p:blipFill>
        <p:spPr>
          <a:xfrm>
            <a:off x="9825318" y="6236638"/>
            <a:ext cx="2079811" cy="559334"/>
          </a:xfrm>
          <a:prstGeom prst="rect">
            <a:avLst/>
          </a:prstGeom>
        </p:spPr>
      </p:pic>
      <p:sp>
        <p:nvSpPr>
          <p:cNvPr id="5" name="TextBox 4">
            <a:extLst>
              <a:ext uri="{FF2B5EF4-FFF2-40B4-BE49-F238E27FC236}">
                <a16:creationId xmlns:a16="http://schemas.microsoft.com/office/drawing/2014/main" id="{6AC53814-60A6-3F04-AC18-8325F79A4756}"/>
              </a:ext>
            </a:extLst>
          </p:cNvPr>
          <p:cNvSpPr txBox="1"/>
          <p:nvPr/>
        </p:nvSpPr>
        <p:spPr>
          <a:xfrm>
            <a:off x="317241" y="123614"/>
            <a:ext cx="11587887" cy="646331"/>
          </a:xfrm>
          <a:prstGeom prst="rect">
            <a:avLst/>
          </a:prstGeom>
          <a:noFill/>
        </p:spPr>
        <p:txBody>
          <a:bodyPr wrap="square" rtlCol="0">
            <a:spAutoFit/>
          </a:bodyPr>
          <a:lstStyle/>
          <a:p>
            <a:pPr>
              <a:spcAft>
                <a:spcPts val="1200"/>
              </a:spcAft>
            </a:pPr>
            <a:r>
              <a:rPr lang="en-US" sz="3600" dirty="0">
                <a:solidFill>
                  <a:schemeClr val="bg1"/>
                </a:solidFill>
                <a:latin typeface="Century Gothic" panose="020B0502020202020204" pitchFamily="34" charset="0"/>
              </a:rPr>
              <a:t>KPIs – </a:t>
            </a:r>
            <a:r>
              <a:rPr lang="en-US" sz="3600" dirty="0">
                <a:solidFill>
                  <a:srgbClr val="F18120"/>
                </a:solidFill>
                <a:latin typeface="Century Gothic" panose="020B0502020202020204" pitchFamily="34" charset="0"/>
              </a:rPr>
              <a:t>Email &amp; Text Marketing – Opens &amp; Clicks</a:t>
            </a:r>
            <a:endParaRPr lang="en-US" sz="3600" dirty="0">
              <a:solidFill>
                <a:schemeClr val="bg1"/>
              </a:solidFill>
              <a:latin typeface="Century Gothic" panose="020B0502020202020204" pitchFamily="34" charset="0"/>
            </a:endParaRPr>
          </a:p>
        </p:txBody>
      </p:sp>
      <p:pic>
        <p:nvPicPr>
          <p:cNvPr id="7" name="Picture 6" descr="A blue and red table with numbers and text&#10;&#10;Description automatically generated">
            <a:extLst>
              <a:ext uri="{FF2B5EF4-FFF2-40B4-BE49-F238E27FC236}">
                <a16:creationId xmlns:a16="http://schemas.microsoft.com/office/drawing/2014/main" id="{FB772C88-55CE-F5C4-CDA9-CAA59B5363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7241" y="1017174"/>
            <a:ext cx="6438095" cy="5066667"/>
          </a:xfrm>
          <a:prstGeom prst="rect">
            <a:avLst/>
          </a:prstGeom>
        </p:spPr>
      </p:pic>
      <p:sp>
        <p:nvSpPr>
          <p:cNvPr id="4" name="TextBox 3">
            <a:extLst>
              <a:ext uri="{FF2B5EF4-FFF2-40B4-BE49-F238E27FC236}">
                <a16:creationId xmlns:a16="http://schemas.microsoft.com/office/drawing/2014/main" id="{664912D5-1819-F9A4-ECC8-728317755183}"/>
              </a:ext>
            </a:extLst>
          </p:cNvPr>
          <p:cNvSpPr txBox="1"/>
          <p:nvPr/>
        </p:nvSpPr>
        <p:spPr>
          <a:xfrm>
            <a:off x="6849313" y="1100799"/>
            <a:ext cx="5025445" cy="4739759"/>
          </a:xfrm>
          <a:prstGeom prst="rect">
            <a:avLst/>
          </a:prstGeom>
          <a:noFill/>
        </p:spPr>
        <p:txBody>
          <a:bodyPr wrap="square" rtlCol="0">
            <a:spAutoFit/>
          </a:bodyPr>
          <a:lstStyle/>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Track each message</a:t>
            </a:r>
          </a:p>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Clicks are more valuable than opens</a:t>
            </a:r>
          </a:p>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Solicit feedback from readers</a:t>
            </a:r>
          </a:p>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Donor-centric!!!!</a:t>
            </a:r>
          </a:p>
          <a:p>
            <a:pPr marL="1027113" lvl="1"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Make it fun – add polls and games</a:t>
            </a:r>
          </a:p>
          <a:p>
            <a:pPr marL="1027113" lvl="1"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Call to action</a:t>
            </a:r>
          </a:p>
        </p:txBody>
      </p:sp>
    </p:spTree>
    <p:extLst>
      <p:ext uri="{BB962C8B-B14F-4D97-AF65-F5344CB8AC3E}">
        <p14:creationId xmlns:p14="http://schemas.microsoft.com/office/powerpoint/2010/main" val="20698943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02A3DE1-D38D-7781-63F7-40709FE8BC5C}"/>
              </a:ext>
            </a:extLst>
          </p:cNvPr>
          <p:cNvSpPr/>
          <p:nvPr/>
        </p:nvSpPr>
        <p:spPr>
          <a:xfrm>
            <a:off x="0" y="0"/>
            <a:ext cx="12192000" cy="893560"/>
          </a:xfrm>
          <a:prstGeom prst="rect">
            <a:avLst/>
          </a:prstGeom>
          <a:solidFill>
            <a:srgbClr val="2522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24">
            <a:extLst>
              <a:ext uri="{FF2B5EF4-FFF2-40B4-BE49-F238E27FC236}">
                <a16:creationId xmlns:a16="http://schemas.microsoft.com/office/drawing/2014/main" id="{8B449EE2-4CE6-133B-5AF6-EAD6A70DDFC9}"/>
              </a:ext>
            </a:extLst>
          </p:cNvPr>
          <p:cNvSpPr/>
          <p:nvPr/>
        </p:nvSpPr>
        <p:spPr>
          <a:xfrm>
            <a:off x="0" y="6078070"/>
            <a:ext cx="12192000" cy="779929"/>
          </a:xfrm>
          <a:custGeom>
            <a:avLst/>
            <a:gdLst>
              <a:gd name="connsiteX0" fmla="*/ 0 w 12876028"/>
              <a:gd name="connsiteY0" fmla="*/ 0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0 h 1662721"/>
              <a:gd name="connsiteX0" fmla="*/ 0 w 12876028"/>
              <a:gd name="connsiteY0" fmla="*/ 893135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893135 h 1662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6028" h="1662721">
                <a:moveTo>
                  <a:pt x="0" y="893135"/>
                </a:moveTo>
                <a:lnTo>
                  <a:pt x="12876028" y="0"/>
                </a:lnTo>
                <a:lnTo>
                  <a:pt x="12876028" y="1662721"/>
                </a:lnTo>
                <a:lnTo>
                  <a:pt x="0" y="1662721"/>
                </a:lnTo>
                <a:lnTo>
                  <a:pt x="0" y="893135"/>
                </a:lnTo>
                <a:close/>
              </a:path>
            </a:pathLst>
          </a:custGeom>
          <a:solidFill>
            <a:srgbClr val="DD4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lide Number Placeholder 1">
            <a:extLst>
              <a:ext uri="{FF2B5EF4-FFF2-40B4-BE49-F238E27FC236}">
                <a16:creationId xmlns:a16="http://schemas.microsoft.com/office/drawing/2014/main" id="{3903855C-3FEB-149D-471F-44BFC61022AD}"/>
              </a:ext>
            </a:extLst>
          </p:cNvPr>
          <p:cNvSpPr>
            <a:spLocks noGrp="1"/>
          </p:cNvSpPr>
          <p:nvPr>
            <p:ph type="sldNum" sz="quarter" idx="12"/>
          </p:nvPr>
        </p:nvSpPr>
        <p:spPr>
          <a:xfrm>
            <a:off x="-1" y="6492874"/>
            <a:ext cx="537883" cy="365125"/>
          </a:xfrm>
        </p:spPr>
        <p:txBody>
          <a:bodyPr/>
          <a:lstStyle/>
          <a:p>
            <a:fld id="{0F897CD2-57D8-4610-8E64-C03C1E4E4E05}" type="slidenum">
              <a:rPr lang="en-US" sz="2000" b="1" smtClean="0">
                <a:solidFill>
                  <a:schemeClr val="bg1"/>
                </a:solidFill>
                <a:latin typeface="Century Gothic" panose="020B0502020202020204" pitchFamily="34" charset="0"/>
              </a:rPr>
              <a:pPr/>
              <a:t>33</a:t>
            </a:fld>
            <a:endParaRPr lang="en-US" sz="2000" b="1" dirty="0">
              <a:solidFill>
                <a:schemeClr val="bg1"/>
              </a:solidFill>
              <a:latin typeface="Century Gothic" panose="020B0502020202020204" pitchFamily="34" charset="0"/>
            </a:endParaRPr>
          </a:p>
        </p:txBody>
      </p:sp>
      <p:pic>
        <p:nvPicPr>
          <p:cNvPr id="3" name="Picture 2">
            <a:extLst>
              <a:ext uri="{FF2B5EF4-FFF2-40B4-BE49-F238E27FC236}">
                <a16:creationId xmlns:a16="http://schemas.microsoft.com/office/drawing/2014/main" id="{0A7545EC-7B48-EBDD-3268-910464EAE6F8}"/>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24486" b="24288"/>
          <a:stretch/>
        </p:blipFill>
        <p:spPr>
          <a:xfrm>
            <a:off x="9825318" y="6236638"/>
            <a:ext cx="2079811" cy="559334"/>
          </a:xfrm>
          <a:prstGeom prst="rect">
            <a:avLst/>
          </a:prstGeom>
        </p:spPr>
      </p:pic>
      <p:sp>
        <p:nvSpPr>
          <p:cNvPr id="5" name="TextBox 4">
            <a:extLst>
              <a:ext uri="{FF2B5EF4-FFF2-40B4-BE49-F238E27FC236}">
                <a16:creationId xmlns:a16="http://schemas.microsoft.com/office/drawing/2014/main" id="{6AC53814-60A6-3F04-AC18-8325F79A4756}"/>
              </a:ext>
            </a:extLst>
          </p:cNvPr>
          <p:cNvSpPr txBox="1"/>
          <p:nvPr/>
        </p:nvSpPr>
        <p:spPr>
          <a:xfrm>
            <a:off x="317241" y="123614"/>
            <a:ext cx="11587887" cy="646331"/>
          </a:xfrm>
          <a:prstGeom prst="rect">
            <a:avLst/>
          </a:prstGeom>
          <a:noFill/>
        </p:spPr>
        <p:txBody>
          <a:bodyPr wrap="square" rtlCol="0">
            <a:spAutoFit/>
          </a:bodyPr>
          <a:lstStyle/>
          <a:p>
            <a:pPr>
              <a:spcAft>
                <a:spcPts val="1200"/>
              </a:spcAft>
            </a:pPr>
            <a:r>
              <a:rPr lang="en-US" sz="3600" dirty="0">
                <a:solidFill>
                  <a:schemeClr val="bg1"/>
                </a:solidFill>
                <a:latin typeface="Century Gothic" panose="020B0502020202020204" pitchFamily="34" charset="0"/>
              </a:rPr>
              <a:t>KPIs – </a:t>
            </a:r>
            <a:r>
              <a:rPr lang="en-US" sz="3600" dirty="0">
                <a:solidFill>
                  <a:srgbClr val="F18120"/>
                </a:solidFill>
                <a:latin typeface="Century Gothic" panose="020B0502020202020204" pitchFamily="34" charset="0"/>
              </a:rPr>
              <a:t>Email &amp; Text Marketing - Monetization</a:t>
            </a:r>
            <a:endParaRPr lang="en-US" sz="3600" dirty="0">
              <a:solidFill>
                <a:schemeClr val="bg1"/>
              </a:solidFill>
              <a:latin typeface="Century Gothic" panose="020B0502020202020204" pitchFamily="34" charset="0"/>
            </a:endParaRPr>
          </a:p>
        </p:txBody>
      </p:sp>
      <p:pic>
        <p:nvPicPr>
          <p:cNvPr id="7" name="Picture 6" descr="A table with numbers and text&#10;&#10;Description automatically generated">
            <a:extLst>
              <a:ext uri="{FF2B5EF4-FFF2-40B4-BE49-F238E27FC236}">
                <a16:creationId xmlns:a16="http://schemas.microsoft.com/office/drawing/2014/main" id="{90636859-1853-1334-DD72-4391BBBD57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47985" y="2005066"/>
            <a:ext cx="6457143" cy="2400000"/>
          </a:xfrm>
          <a:prstGeom prst="rect">
            <a:avLst/>
          </a:prstGeom>
        </p:spPr>
      </p:pic>
      <p:sp>
        <p:nvSpPr>
          <p:cNvPr id="4" name="TextBox 3">
            <a:extLst>
              <a:ext uri="{FF2B5EF4-FFF2-40B4-BE49-F238E27FC236}">
                <a16:creationId xmlns:a16="http://schemas.microsoft.com/office/drawing/2014/main" id="{A91E423B-EA6C-7DF0-B067-D9442FD4BBFF}"/>
              </a:ext>
            </a:extLst>
          </p:cNvPr>
          <p:cNvSpPr txBox="1"/>
          <p:nvPr/>
        </p:nvSpPr>
        <p:spPr>
          <a:xfrm>
            <a:off x="168595" y="1184423"/>
            <a:ext cx="4487380" cy="4893647"/>
          </a:xfrm>
          <a:prstGeom prst="rect">
            <a:avLst/>
          </a:prstGeom>
          <a:noFill/>
        </p:spPr>
        <p:txBody>
          <a:bodyPr wrap="square" rtlCol="0">
            <a:spAutoFit/>
          </a:bodyPr>
          <a:lstStyle/>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Breakdowns from annual plan</a:t>
            </a:r>
          </a:p>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Sort by type</a:t>
            </a:r>
          </a:p>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Goals</a:t>
            </a:r>
          </a:p>
          <a:p>
            <a:pPr marL="1485900" lvl="1" indent="-571500">
              <a:spcAft>
                <a:spcPts val="1200"/>
              </a:spcAft>
              <a:buClr>
                <a:srgbClr val="EE4238"/>
              </a:buClr>
              <a:buSzPct val="80000"/>
              <a:buFont typeface="Courier New" panose="02070309020205020404" pitchFamily="49" charset="0"/>
              <a:buChar char="o"/>
            </a:pPr>
            <a:r>
              <a:rPr lang="en-US" sz="2800" dirty="0">
                <a:solidFill>
                  <a:srgbClr val="252260"/>
                </a:solidFill>
                <a:latin typeface="Century Gothic" panose="020B0502020202020204" pitchFamily="34" charset="0"/>
              </a:rPr>
              <a:t>Reasonable</a:t>
            </a:r>
          </a:p>
          <a:p>
            <a:pPr marL="1485900" lvl="1" indent="-571500">
              <a:spcAft>
                <a:spcPts val="1200"/>
              </a:spcAft>
              <a:buClr>
                <a:srgbClr val="EE4238"/>
              </a:buClr>
              <a:buSzPct val="80000"/>
              <a:buFont typeface="Courier New" panose="02070309020205020404" pitchFamily="49" charset="0"/>
              <a:buChar char="o"/>
            </a:pPr>
            <a:r>
              <a:rPr lang="en-US" sz="2800" dirty="0">
                <a:solidFill>
                  <a:srgbClr val="252260"/>
                </a:solidFill>
                <a:latin typeface="Century Gothic" panose="020B0502020202020204" pitchFamily="34" charset="0"/>
              </a:rPr>
              <a:t>Resources</a:t>
            </a:r>
          </a:p>
          <a:p>
            <a:pPr marL="1485900" lvl="1" indent="-571500">
              <a:spcAft>
                <a:spcPts val="1200"/>
              </a:spcAft>
              <a:buClr>
                <a:srgbClr val="EE4238"/>
              </a:buClr>
              <a:buSzPct val="80000"/>
              <a:buFont typeface="Courier New" panose="02070309020205020404" pitchFamily="49" charset="0"/>
              <a:buChar char="o"/>
            </a:pPr>
            <a:r>
              <a:rPr lang="en-US" sz="2800" dirty="0">
                <a:solidFill>
                  <a:srgbClr val="252260"/>
                </a:solidFill>
                <a:latin typeface="Century Gothic" panose="020B0502020202020204" pitchFamily="34" charset="0"/>
              </a:rPr>
              <a:t>Plan</a:t>
            </a:r>
          </a:p>
          <a:p>
            <a:pPr marL="1027113" lvl="1"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Monthly or quarterly  updates</a:t>
            </a:r>
          </a:p>
        </p:txBody>
      </p:sp>
    </p:spTree>
    <p:extLst>
      <p:ext uri="{BB962C8B-B14F-4D97-AF65-F5344CB8AC3E}">
        <p14:creationId xmlns:p14="http://schemas.microsoft.com/office/powerpoint/2010/main" val="26716490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02A3DE1-D38D-7781-63F7-40709FE8BC5C}"/>
              </a:ext>
            </a:extLst>
          </p:cNvPr>
          <p:cNvSpPr/>
          <p:nvPr/>
        </p:nvSpPr>
        <p:spPr>
          <a:xfrm>
            <a:off x="0" y="0"/>
            <a:ext cx="12192000" cy="893560"/>
          </a:xfrm>
          <a:prstGeom prst="rect">
            <a:avLst/>
          </a:prstGeom>
          <a:solidFill>
            <a:srgbClr val="2522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24">
            <a:extLst>
              <a:ext uri="{FF2B5EF4-FFF2-40B4-BE49-F238E27FC236}">
                <a16:creationId xmlns:a16="http://schemas.microsoft.com/office/drawing/2014/main" id="{8B449EE2-4CE6-133B-5AF6-EAD6A70DDFC9}"/>
              </a:ext>
            </a:extLst>
          </p:cNvPr>
          <p:cNvSpPr/>
          <p:nvPr/>
        </p:nvSpPr>
        <p:spPr>
          <a:xfrm>
            <a:off x="0" y="6078070"/>
            <a:ext cx="12192000" cy="779929"/>
          </a:xfrm>
          <a:custGeom>
            <a:avLst/>
            <a:gdLst>
              <a:gd name="connsiteX0" fmla="*/ 0 w 12876028"/>
              <a:gd name="connsiteY0" fmla="*/ 0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0 h 1662721"/>
              <a:gd name="connsiteX0" fmla="*/ 0 w 12876028"/>
              <a:gd name="connsiteY0" fmla="*/ 893135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893135 h 1662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6028" h="1662721">
                <a:moveTo>
                  <a:pt x="0" y="893135"/>
                </a:moveTo>
                <a:lnTo>
                  <a:pt x="12876028" y="0"/>
                </a:lnTo>
                <a:lnTo>
                  <a:pt x="12876028" y="1662721"/>
                </a:lnTo>
                <a:lnTo>
                  <a:pt x="0" y="1662721"/>
                </a:lnTo>
                <a:lnTo>
                  <a:pt x="0" y="893135"/>
                </a:lnTo>
                <a:close/>
              </a:path>
            </a:pathLst>
          </a:custGeom>
          <a:solidFill>
            <a:srgbClr val="DD4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lide Number Placeholder 1">
            <a:extLst>
              <a:ext uri="{FF2B5EF4-FFF2-40B4-BE49-F238E27FC236}">
                <a16:creationId xmlns:a16="http://schemas.microsoft.com/office/drawing/2014/main" id="{3903855C-3FEB-149D-471F-44BFC61022AD}"/>
              </a:ext>
            </a:extLst>
          </p:cNvPr>
          <p:cNvSpPr>
            <a:spLocks noGrp="1"/>
          </p:cNvSpPr>
          <p:nvPr>
            <p:ph type="sldNum" sz="quarter" idx="12"/>
          </p:nvPr>
        </p:nvSpPr>
        <p:spPr>
          <a:xfrm>
            <a:off x="-1" y="6492874"/>
            <a:ext cx="537883" cy="365125"/>
          </a:xfrm>
        </p:spPr>
        <p:txBody>
          <a:bodyPr/>
          <a:lstStyle/>
          <a:p>
            <a:fld id="{0F897CD2-57D8-4610-8E64-C03C1E4E4E05}" type="slidenum">
              <a:rPr lang="en-US" sz="2000" b="1" smtClean="0">
                <a:solidFill>
                  <a:schemeClr val="bg1"/>
                </a:solidFill>
                <a:latin typeface="Century Gothic" panose="020B0502020202020204" pitchFamily="34" charset="0"/>
              </a:rPr>
              <a:pPr/>
              <a:t>34</a:t>
            </a:fld>
            <a:endParaRPr lang="en-US" sz="2000" b="1" dirty="0">
              <a:solidFill>
                <a:schemeClr val="bg1"/>
              </a:solidFill>
              <a:latin typeface="Century Gothic" panose="020B0502020202020204" pitchFamily="34" charset="0"/>
            </a:endParaRPr>
          </a:p>
        </p:txBody>
      </p:sp>
      <p:pic>
        <p:nvPicPr>
          <p:cNvPr id="3" name="Picture 2">
            <a:extLst>
              <a:ext uri="{FF2B5EF4-FFF2-40B4-BE49-F238E27FC236}">
                <a16:creationId xmlns:a16="http://schemas.microsoft.com/office/drawing/2014/main" id="{0A7545EC-7B48-EBDD-3268-910464EAE6F8}"/>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24486" b="24288"/>
          <a:stretch/>
        </p:blipFill>
        <p:spPr>
          <a:xfrm>
            <a:off x="9825318" y="6236638"/>
            <a:ext cx="2079811" cy="559334"/>
          </a:xfrm>
          <a:prstGeom prst="rect">
            <a:avLst/>
          </a:prstGeom>
        </p:spPr>
      </p:pic>
      <p:sp>
        <p:nvSpPr>
          <p:cNvPr id="5" name="TextBox 4">
            <a:extLst>
              <a:ext uri="{FF2B5EF4-FFF2-40B4-BE49-F238E27FC236}">
                <a16:creationId xmlns:a16="http://schemas.microsoft.com/office/drawing/2014/main" id="{6AC53814-60A6-3F04-AC18-8325F79A4756}"/>
              </a:ext>
            </a:extLst>
          </p:cNvPr>
          <p:cNvSpPr txBox="1"/>
          <p:nvPr/>
        </p:nvSpPr>
        <p:spPr>
          <a:xfrm>
            <a:off x="317241" y="123614"/>
            <a:ext cx="11587887" cy="646331"/>
          </a:xfrm>
          <a:prstGeom prst="rect">
            <a:avLst/>
          </a:prstGeom>
          <a:noFill/>
        </p:spPr>
        <p:txBody>
          <a:bodyPr wrap="square" rtlCol="0">
            <a:spAutoFit/>
          </a:bodyPr>
          <a:lstStyle/>
          <a:p>
            <a:pPr>
              <a:spcAft>
                <a:spcPts val="1200"/>
              </a:spcAft>
            </a:pPr>
            <a:r>
              <a:rPr lang="en-US" sz="3600" dirty="0">
                <a:solidFill>
                  <a:schemeClr val="bg1"/>
                </a:solidFill>
                <a:latin typeface="Century Gothic" panose="020B0502020202020204" pitchFamily="34" charset="0"/>
              </a:rPr>
              <a:t>KPIs – </a:t>
            </a:r>
            <a:r>
              <a:rPr lang="en-US" sz="3600" dirty="0">
                <a:solidFill>
                  <a:srgbClr val="F18120"/>
                </a:solidFill>
                <a:latin typeface="Century Gothic" panose="020B0502020202020204" pitchFamily="34" charset="0"/>
              </a:rPr>
              <a:t>Email &amp; Text Marketing</a:t>
            </a:r>
            <a:endParaRPr lang="en-US" sz="3600" dirty="0">
              <a:solidFill>
                <a:schemeClr val="bg1"/>
              </a:solidFill>
              <a:latin typeface="Century Gothic" panose="020B0502020202020204" pitchFamily="34" charset="0"/>
            </a:endParaRPr>
          </a:p>
        </p:txBody>
      </p:sp>
      <p:pic>
        <p:nvPicPr>
          <p:cNvPr id="7" name="Picture 6" descr="A table with numbers and text&#10;&#10;Description automatically generated">
            <a:extLst>
              <a:ext uri="{FF2B5EF4-FFF2-40B4-BE49-F238E27FC236}">
                <a16:creationId xmlns:a16="http://schemas.microsoft.com/office/drawing/2014/main" id="{B9D22C3E-2F26-1B86-CB86-F9C83BE1B9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56258" y="1996120"/>
            <a:ext cx="6438095" cy="2361905"/>
          </a:xfrm>
          <a:prstGeom prst="rect">
            <a:avLst/>
          </a:prstGeom>
        </p:spPr>
      </p:pic>
      <p:sp>
        <p:nvSpPr>
          <p:cNvPr id="4" name="TextBox 3">
            <a:extLst>
              <a:ext uri="{FF2B5EF4-FFF2-40B4-BE49-F238E27FC236}">
                <a16:creationId xmlns:a16="http://schemas.microsoft.com/office/drawing/2014/main" id="{92A83492-D94F-5ED4-4638-4A571A334929}"/>
              </a:ext>
            </a:extLst>
          </p:cNvPr>
          <p:cNvSpPr txBox="1"/>
          <p:nvPr/>
        </p:nvSpPr>
        <p:spPr>
          <a:xfrm>
            <a:off x="168595" y="1184423"/>
            <a:ext cx="4487380" cy="4893647"/>
          </a:xfrm>
          <a:prstGeom prst="rect">
            <a:avLst/>
          </a:prstGeom>
          <a:noFill/>
        </p:spPr>
        <p:txBody>
          <a:bodyPr wrap="square" rtlCol="0">
            <a:spAutoFit/>
          </a:bodyPr>
          <a:lstStyle/>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Breakdowns from annual plan</a:t>
            </a:r>
          </a:p>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Sort by type</a:t>
            </a:r>
          </a:p>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Goals</a:t>
            </a:r>
          </a:p>
          <a:p>
            <a:pPr marL="1485900" lvl="1" indent="-571500">
              <a:spcAft>
                <a:spcPts val="1200"/>
              </a:spcAft>
              <a:buClr>
                <a:srgbClr val="EE4238"/>
              </a:buClr>
              <a:buSzPct val="80000"/>
              <a:buFont typeface="Courier New" panose="02070309020205020404" pitchFamily="49" charset="0"/>
              <a:buChar char="o"/>
            </a:pPr>
            <a:r>
              <a:rPr lang="en-US" sz="2800" dirty="0">
                <a:solidFill>
                  <a:srgbClr val="252260"/>
                </a:solidFill>
                <a:latin typeface="Century Gothic" panose="020B0502020202020204" pitchFamily="34" charset="0"/>
              </a:rPr>
              <a:t>Reasonable</a:t>
            </a:r>
          </a:p>
          <a:p>
            <a:pPr marL="1485900" lvl="1" indent="-571500">
              <a:spcAft>
                <a:spcPts val="1200"/>
              </a:spcAft>
              <a:buClr>
                <a:srgbClr val="EE4238"/>
              </a:buClr>
              <a:buSzPct val="80000"/>
              <a:buFont typeface="Courier New" panose="02070309020205020404" pitchFamily="49" charset="0"/>
              <a:buChar char="o"/>
            </a:pPr>
            <a:r>
              <a:rPr lang="en-US" sz="2800" dirty="0">
                <a:solidFill>
                  <a:srgbClr val="252260"/>
                </a:solidFill>
                <a:latin typeface="Century Gothic" panose="020B0502020202020204" pitchFamily="34" charset="0"/>
              </a:rPr>
              <a:t>Resources</a:t>
            </a:r>
          </a:p>
          <a:p>
            <a:pPr marL="1485900" lvl="1" indent="-571500">
              <a:spcAft>
                <a:spcPts val="1200"/>
              </a:spcAft>
              <a:buClr>
                <a:srgbClr val="EE4238"/>
              </a:buClr>
              <a:buSzPct val="80000"/>
              <a:buFont typeface="Courier New" panose="02070309020205020404" pitchFamily="49" charset="0"/>
              <a:buChar char="o"/>
            </a:pPr>
            <a:r>
              <a:rPr lang="en-US" sz="2800" dirty="0">
                <a:solidFill>
                  <a:srgbClr val="252260"/>
                </a:solidFill>
                <a:latin typeface="Century Gothic" panose="020B0502020202020204" pitchFamily="34" charset="0"/>
              </a:rPr>
              <a:t>Plan</a:t>
            </a:r>
          </a:p>
          <a:p>
            <a:pPr marL="1027113" lvl="1"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Monthly or quarterly  updates</a:t>
            </a:r>
          </a:p>
        </p:txBody>
      </p:sp>
    </p:spTree>
    <p:extLst>
      <p:ext uri="{BB962C8B-B14F-4D97-AF65-F5344CB8AC3E}">
        <p14:creationId xmlns:p14="http://schemas.microsoft.com/office/powerpoint/2010/main" val="37813561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02A3DE1-D38D-7781-63F7-40709FE8BC5C}"/>
              </a:ext>
            </a:extLst>
          </p:cNvPr>
          <p:cNvSpPr/>
          <p:nvPr/>
        </p:nvSpPr>
        <p:spPr>
          <a:xfrm>
            <a:off x="0" y="0"/>
            <a:ext cx="12192000" cy="893560"/>
          </a:xfrm>
          <a:prstGeom prst="rect">
            <a:avLst/>
          </a:prstGeom>
          <a:solidFill>
            <a:srgbClr val="2522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24">
            <a:extLst>
              <a:ext uri="{FF2B5EF4-FFF2-40B4-BE49-F238E27FC236}">
                <a16:creationId xmlns:a16="http://schemas.microsoft.com/office/drawing/2014/main" id="{8B449EE2-4CE6-133B-5AF6-EAD6A70DDFC9}"/>
              </a:ext>
            </a:extLst>
          </p:cNvPr>
          <p:cNvSpPr/>
          <p:nvPr/>
        </p:nvSpPr>
        <p:spPr>
          <a:xfrm>
            <a:off x="0" y="6078070"/>
            <a:ext cx="12192000" cy="779929"/>
          </a:xfrm>
          <a:custGeom>
            <a:avLst/>
            <a:gdLst>
              <a:gd name="connsiteX0" fmla="*/ 0 w 12876028"/>
              <a:gd name="connsiteY0" fmla="*/ 0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0 h 1662721"/>
              <a:gd name="connsiteX0" fmla="*/ 0 w 12876028"/>
              <a:gd name="connsiteY0" fmla="*/ 893135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893135 h 1662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6028" h="1662721">
                <a:moveTo>
                  <a:pt x="0" y="893135"/>
                </a:moveTo>
                <a:lnTo>
                  <a:pt x="12876028" y="0"/>
                </a:lnTo>
                <a:lnTo>
                  <a:pt x="12876028" y="1662721"/>
                </a:lnTo>
                <a:lnTo>
                  <a:pt x="0" y="1662721"/>
                </a:lnTo>
                <a:lnTo>
                  <a:pt x="0" y="893135"/>
                </a:lnTo>
                <a:close/>
              </a:path>
            </a:pathLst>
          </a:custGeom>
          <a:solidFill>
            <a:srgbClr val="DD4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lide Number Placeholder 1">
            <a:extLst>
              <a:ext uri="{FF2B5EF4-FFF2-40B4-BE49-F238E27FC236}">
                <a16:creationId xmlns:a16="http://schemas.microsoft.com/office/drawing/2014/main" id="{3903855C-3FEB-149D-471F-44BFC61022AD}"/>
              </a:ext>
            </a:extLst>
          </p:cNvPr>
          <p:cNvSpPr>
            <a:spLocks noGrp="1"/>
          </p:cNvSpPr>
          <p:nvPr>
            <p:ph type="sldNum" sz="quarter" idx="12"/>
          </p:nvPr>
        </p:nvSpPr>
        <p:spPr>
          <a:xfrm>
            <a:off x="-1" y="6492874"/>
            <a:ext cx="537883" cy="365125"/>
          </a:xfrm>
        </p:spPr>
        <p:txBody>
          <a:bodyPr/>
          <a:lstStyle/>
          <a:p>
            <a:fld id="{0F897CD2-57D8-4610-8E64-C03C1E4E4E05}" type="slidenum">
              <a:rPr lang="en-US" sz="2000" b="1" smtClean="0">
                <a:solidFill>
                  <a:schemeClr val="bg1"/>
                </a:solidFill>
                <a:latin typeface="Century Gothic" panose="020B0502020202020204" pitchFamily="34" charset="0"/>
              </a:rPr>
              <a:pPr/>
              <a:t>35</a:t>
            </a:fld>
            <a:endParaRPr lang="en-US" sz="2000" b="1" dirty="0">
              <a:solidFill>
                <a:schemeClr val="bg1"/>
              </a:solidFill>
              <a:latin typeface="Century Gothic" panose="020B0502020202020204" pitchFamily="34" charset="0"/>
            </a:endParaRPr>
          </a:p>
        </p:txBody>
      </p:sp>
      <p:pic>
        <p:nvPicPr>
          <p:cNvPr id="3" name="Picture 2">
            <a:extLst>
              <a:ext uri="{FF2B5EF4-FFF2-40B4-BE49-F238E27FC236}">
                <a16:creationId xmlns:a16="http://schemas.microsoft.com/office/drawing/2014/main" id="{0A7545EC-7B48-EBDD-3268-910464EAE6F8}"/>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24486" b="24288"/>
          <a:stretch/>
        </p:blipFill>
        <p:spPr>
          <a:xfrm>
            <a:off x="9825318" y="6236638"/>
            <a:ext cx="2079811" cy="559334"/>
          </a:xfrm>
          <a:prstGeom prst="rect">
            <a:avLst/>
          </a:prstGeom>
        </p:spPr>
      </p:pic>
      <p:sp>
        <p:nvSpPr>
          <p:cNvPr id="5" name="TextBox 4">
            <a:extLst>
              <a:ext uri="{FF2B5EF4-FFF2-40B4-BE49-F238E27FC236}">
                <a16:creationId xmlns:a16="http://schemas.microsoft.com/office/drawing/2014/main" id="{6AC53814-60A6-3F04-AC18-8325F79A4756}"/>
              </a:ext>
            </a:extLst>
          </p:cNvPr>
          <p:cNvSpPr txBox="1"/>
          <p:nvPr/>
        </p:nvSpPr>
        <p:spPr>
          <a:xfrm>
            <a:off x="317241" y="123614"/>
            <a:ext cx="11587887" cy="646331"/>
          </a:xfrm>
          <a:prstGeom prst="rect">
            <a:avLst/>
          </a:prstGeom>
          <a:noFill/>
        </p:spPr>
        <p:txBody>
          <a:bodyPr wrap="square" rtlCol="0">
            <a:spAutoFit/>
          </a:bodyPr>
          <a:lstStyle/>
          <a:p>
            <a:pPr>
              <a:spcAft>
                <a:spcPts val="1200"/>
              </a:spcAft>
            </a:pPr>
            <a:r>
              <a:rPr lang="en-US" sz="3600" dirty="0">
                <a:solidFill>
                  <a:schemeClr val="bg1"/>
                </a:solidFill>
                <a:latin typeface="Century Gothic" panose="020B0502020202020204" pitchFamily="34" charset="0"/>
              </a:rPr>
              <a:t>KPIs – </a:t>
            </a:r>
            <a:r>
              <a:rPr lang="en-US" sz="3600" dirty="0">
                <a:solidFill>
                  <a:srgbClr val="F18120"/>
                </a:solidFill>
                <a:latin typeface="Century Gothic" panose="020B0502020202020204" pitchFamily="34" charset="0"/>
              </a:rPr>
              <a:t>Email &amp; Text Marketing - Conversions</a:t>
            </a:r>
            <a:endParaRPr lang="en-US" sz="3600" dirty="0">
              <a:solidFill>
                <a:schemeClr val="bg1"/>
              </a:solidFill>
              <a:latin typeface="Century Gothic" panose="020B0502020202020204" pitchFamily="34" charset="0"/>
            </a:endParaRPr>
          </a:p>
        </p:txBody>
      </p:sp>
      <p:pic>
        <p:nvPicPr>
          <p:cNvPr id="8" name="Picture 7" descr="A table with text response rates&#10;&#10;Description automatically generated">
            <a:extLst>
              <a:ext uri="{FF2B5EF4-FFF2-40B4-BE49-F238E27FC236}">
                <a16:creationId xmlns:a16="http://schemas.microsoft.com/office/drawing/2014/main" id="{314BF629-3584-C6BE-43D4-ADB9851B39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1071" y="1645998"/>
            <a:ext cx="6924057" cy="2519701"/>
          </a:xfrm>
          <a:prstGeom prst="rect">
            <a:avLst/>
          </a:prstGeom>
        </p:spPr>
      </p:pic>
      <p:sp>
        <p:nvSpPr>
          <p:cNvPr id="4" name="TextBox 3">
            <a:extLst>
              <a:ext uri="{FF2B5EF4-FFF2-40B4-BE49-F238E27FC236}">
                <a16:creationId xmlns:a16="http://schemas.microsoft.com/office/drawing/2014/main" id="{AA73487C-4DDE-DA91-386F-56880BBC8669}"/>
              </a:ext>
            </a:extLst>
          </p:cNvPr>
          <p:cNvSpPr txBox="1"/>
          <p:nvPr/>
        </p:nvSpPr>
        <p:spPr>
          <a:xfrm>
            <a:off x="0" y="1354810"/>
            <a:ext cx="4748638" cy="3847207"/>
          </a:xfrm>
          <a:prstGeom prst="rect">
            <a:avLst/>
          </a:prstGeom>
          <a:noFill/>
        </p:spPr>
        <p:txBody>
          <a:bodyPr wrap="square" rtlCol="0">
            <a:spAutoFit/>
          </a:bodyPr>
          <a:lstStyle/>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Click = interest</a:t>
            </a:r>
          </a:p>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Transaction = inspiration + commitment</a:t>
            </a:r>
          </a:p>
          <a:p>
            <a:pPr marL="1027113" lvl="1"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Always an opportunity for a survey or poll – Why did or didn’t you?</a:t>
            </a:r>
          </a:p>
        </p:txBody>
      </p:sp>
    </p:spTree>
    <p:extLst>
      <p:ext uri="{BB962C8B-B14F-4D97-AF65-F5344CB8AC3E}">
        <p14:creationId xmlns:p14="http://schemas.microsoft.com/office/powerpoint/2010/main" val="41215425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02A3DE1-D38D-7781-63F7-40709FE8BC5C}"/>
              </a:ext>
            </a:extLst>
          </p:cNvPr>
          <p:cNvSpPr/>
          <p:nvPr/>
        </p:nvSpPr>
        <p:spPr>
          <a:xfrm>
            <a:off x="0" y="0"/>
            <a:ext cx="12192000" cy="893560"/>
          </a:xfrm>
          <a:prstGeom prst="rect">
            <a:avLst/>
          </a:prstGeom>
          <a:solidFill>
            <a:srgbClr val="2522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24">
            <a:extLst>
              <a:ext uri="{FF2B5EF4-FFF2-40B4-BE49-F238E27FC236}">
                <a16:creationId xmlns:a16="http://schemas.microsoft.com/office/drawing/2014/main" id="{8B449EE2-4CE6-133B-5AF6-EAD6A70DDFC9}"/>
              </a:ext>
            </a:extLst>
          </p:cNvPr>
          <p:cNvSpPr/>
          <p:nvPr/>
        </p:nvSpPr>
        <p:spPr>
          <a:xfrm>
            <a:off x="0" y="6078070"/>
            <a:ext cx="12192000" cy="779929"/>
          </a:xfrm>
          <a:custGeom>
            <a:avLst/>
            <a:gdLst>
              <a:gd name="connsiteX0" fmla="*/ 0 w 12876028"/>
              <a:gd name="connsiteY0" fmla="*/ 0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0 h 1662721"/>
              <a:gd name="connsiteX0" fmla="*/ 0 w 12876028"/>
              <a:gd name="connsiteY0" fmla="*/ 893135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893135 h 1662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6028" h="1662721">
                <a:moveTo>
                  <a:pt x="0" y="893135"/>
                </a:moveTo>
                <a:lnTo>
                  <a:pt x="12876028" y="0"/>
                </a:lnTo>
                <a:lnTo>
                  <a:pt x="12876028" y="1662721"/>
                </a:lnTo>
                <a:lnTo>
                  <a:pt x="0" y="1662721"/>
                </a:lnTo>
                <a:lnTo>
                  <a:pt x="0" y="893135"/>
                </a:lnTo>
                <a:close/>
              </a:path>
            </a:pathLst>
          </a:custGeom>
          <a:solidFill>
            <a:srgbClr val="DD4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lide Number Placeholder 1">
            <a:extLst>
              <a:ext uri="{FF2B5EF4-FFF2-40B4-BE49-F238E27FC236}">
                <a16:creationId xmlns:a16="http://schemas.microsoft.com/office/drawing/2014/main" id="{3903855C-3FEB-149D-471F-44BFC61022AD}"/>
              </a:ext>
            </a:extLst>
          </p:cNvPr>
          <p:cNvSpPr>
            <a:spLocks noGrp="1"/>
          </p:cNvSpPr>
          <p:nvPr>
            <p:ph type="sldNum" sz="quarter" idx="12"/>
          </p:nvPr>
        </p:nvSpPr>
        <p:spPr>
          <a:xfrm>
            <a:off x="-1" y="6492874"/>
            <a:ext cx="537883" cy="365125"/>
          </a:xfrm>
        </p:spPr>
        <p:txBody>
          <a:bodyPr/>
          <a:lstStyle/>
          <a:p>
            <a:fld id="{0F897CD2-57D8-4610-8E64-C03C1E4E4E05}" type="slidenum">
              <a:rPr lang="en-US" sz="2000" b="1" smtClean="0">
                <a:solidFill>
                  <a:schemeClr val="bg1"/>
                </a:solidFill>
                <a:latin typeface="Century Gothic" panose="020B0502020202020204" pitchFamily="34" charset="0"/>
              </a:rPr>
              <a:pPr/>
              <a:t>36</a:t>
            </a:fld>
            <a:endParaRPr lang="en-US" sz="2000" b="1" dirty="0">
              <a:solidFill>
                <a:schemeClr val="bg1"/>
              </a:solidFill>
              <a:latin typeface="Century Gothic" panose="020B0502020202020204" pitchFamily="34" charset="0"/>
            </a:endParaRPr>
          </a:p>
        </p:txBody>
      </p:sp>
      <p:pic>
        <p:nvPicPr>
          <p:cNvPr id="3" name="Picture 2">
            <a:extLst>
              <a:ext uri="{FF2B5EF4-FFF2-40B4-BE49-F238E27FC236}">
                <a16:creationId xmlns:a16="http://schemas.microsoft.com/office/drawing/2014/main" id="{0A7545EC-7B48-EBDD-3268-910464EAE6F8}"/>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24486" b="24288"/>
          <a:stretch/>
        </p:blipFill>
        <p:spPr>
          <a:xfrm>
            <a:off x="9825318" y="6236638"/>
            <a:ext cx="2079811" cy="559334"/>
          </a:xfrm>
          <a:prstGeom prst="rect">
            <a:avLst/>
          </a:prstGeom>
        </p:spPr>
      </p:pic>
      <p:sp>
        <p:nvSpPr>
          <p:cNvPr id="5" name="TextBox 4">
            <a:extLst>
              <a:ext uri="{FF2B5EF4-FFF2-40B4-BE49-F238E27FC236}">
                <a16:creationId xmlns:a16="http://schemas.microsoft.com/office/drawing/2014/main" id="{6AC53814-60A6-3F04-AC18-8325F79A4756}"/>
              </a:ext>
            </a:extLst>
          </p:cNvPr>
          <p:cNvSpPr txBox="1"/>
          <p:nvPr/>
        </p:nvSpPr>
        <p:spPr>
          <a:xfrm>
            <a:off x="317241" y="123614"/>
            <a:ext cx="11587887" cy="646331"/>
          </a:xfrm>
          <a:prstGeom prst="rect">
            <a:avLst/>
          </a:prstGeom>
          <a:noFill/>
        </p:spPr>
        <p:txBody>
          <a:bodyPr wrap="square" rtlCol="0">
            <a:spAutoFit/>
          </a:bodyPr>
          <a:lstStyle/>
          <a:p>
            <a:pPr>
              <a:spcAft>
                <a:spcPts val="1200"/>
              </a:spcAft>
            </a:pPr>
            <a:r>
              <a:rPr lang="en-US" sz="3600" dirty="0">
                <a:solidFill>
                  <a:schemeClr val="bg1"/>
                </a:solidFill>
                <a:latin typeface="Century Gothic" panose="020B0502020202020204" pitchFamily="34" charset="0"/>
              </a:rPr>
              <a:t>KPIs – </a:t>
            </a:r>
            <a:r>
              <a:rPr lang="en-US" sz="3600" dirty="0">
                <a:solidFill>
                  <a:srgbClr val="F18120"/>
                </a:solidFill>
                <a:latin typeface="Century Gothic" panose="020B0502020202020204" pitchFamily="34" charset="0"/>
              </a:rPr>
              <a:t>Website &amp; Social Media Analytics</a:t>
            </a:r>
            <a:endParaRPr lang="en-US" sz="3600" dirty="0">
              <a:solidFill>
                <a:schemeClr val="bg1"/>
              </a:solidFill>
              <a:latin typeface="Century Gothic" panose="020B0502020202020204" pitchFamily="34" charset="0"/>
            </a:endParaRPr>
          </a:p>
        </p:txBody>
      </p:sp>
      <p:sp>
        <p:nvSpPr>
          <p:cNvPr id="7" name="TextBox 6">
            <a:extLst>
              <a:ext uri="{FF2B5EF4-FFF2-40B4-BE49-F238E27FC236}">
                <a16:creationId xmlns:a16="http://schemas.microsoft.com/office/drawing/2014/main" id="{5BE7347C-85B9-7E44-08AB-CE97B113234A}"/>
              </a:ext>
            </a:extLst>
          </p:cNvPr>
          <p:cNvSpPr txBox="1"/>
          <p:nvPr/>
        </p:nvSpPr>
        <p:spPr>
          <a:xfrm>
            <a:off x="138312" y="1100546"/>
            <a:ext cx="10162684" cy="5755422"/>
          </a:xfrm>
          <a:prstGeom prst="rect">
            <a:avLst/>
          </a:prstGeom>
          <a:noFill/>
        </p:spPr>
        <p:txBody>
          <a:bodyPr wrap="square" rtlCol="0">
            <a:spAutoFit/>
          </a:bodyPr>
          <a:lstStyle/>
          <a:p>
            <a:pPr marL="1028700" indent="-571500">
              <a:spcAft>
                <a:spcPts val="1200"/>
              </a:spcAft>
              <a:buClr>
                <a:srgbClr val="EE4238"/>
              </a:buClr>
              <a:buFont typeface="Arial" panose="020B0604020202020204" pitchFamily="34" charset="0"/>
              <a:buChar char="•"/>
            </a:pPr>
            <a:r>
              <a:rPr lang="en-US" sz="3200" dirty="0">
                <a:solidFill>
                  <a:srgbClr val="252260"/>
                </a:solidFill>
                <a:latin typeface="Century Gothic" panose="020B0502020202020204" pitchFamily="34" charset="0"/>
              </a:rPr>
              <a:t>Can’t improve until you understand</a:t>
            </a:r>
          </a:p>
          <a:p>
            <a:pPr marL="1028700" indent="-571500">
              <a:spcAft>
                <a:spcPts val="1200"/>
              </a:spcAft>
              <a:buClr>
                <a:srgbClr val="EE4238"/>
              </a:buClr>
              <a:buFont typeface="Arial" panose="020B0604020202020204" pitchFamily="34" charset="0"/>
              <a:buChar char="•"/>
            </a:pPr>
            <a:r>
              <a:rPr lang="en-US" sz="3200" dirty="0">
                <a:solidFill>
                  <a:srgbClr val="252260"/>
                </a:solidFill>
                <a:latin typeface="Century Gothic" panose="020B0502020202020204" pitchFamily="34" charset="0"/>
              </a:rPr>
              <a:t>Free tools available </a:t>
            </a:r>
          </a:p>
          <a:p>
            <a:pPr marL="1028700" indent="-571500">
              <a:spcAft>
                <a:spcPts val="1200"/>
              </a:spcAft>
              <a:buClr>
                <a:srgbClr val="EE4238"/>
              </a:buClr>
              <a:buFont typeface="Arial" panose="020B0604020202020204" pitchFamily="34" charset="0"/>
              <a:buChar char="•"/>
            </a:pPr>
            <a:r>
              <a:rPr lang="en-US" sz="3200" dirty="0">
                <a:solidFill>
                  <a:srgbClr val="252260"/>
                </a:solidFill>
                <a:latin typeface="Century Gothic" panose="020B0502020202020204" pitchFamily="34" charset="0"/>
              </a:rPr>
              <a:t>Google website analytics </a:t>
            </a:r>
            <a:r>
              <a:rPr lang="en-US" sz="3200" dirty="0">
                <a:solidFill>
                  <a:srgbClr val="252260"/>
                </a:solidFill>
                <a:latin typeface="Century Gothic" panose="020B0502020202020204" pitchFamily="34" charset="0"/>
                <a:hlinkClick r:id="rId3"/>
              </a:rPr>
              <a:t>https://www.google.com/nonprofits/resources/how-to-guide/googleanalytics/</a:t>
            </a:r>
            <a:endParaRPr lang="en-US" sz="3200" dirty="0">
              <a:solidFill>
                <a:srgbClr val="252260"/>
              </a:solidFill>
              <a:latin typeface="Century Gothic" panose="020B0502020202020204" pitchFamily="34" charset="0"/>
            </a:endParaRPr>
          </a:p>
          <a:p>
            <a:pPr marL="1028700" indent="-571500">
              <a:spcAft>
                <a:spcPts val="1200"/>
              </a:spcAft>
              <a:buClr>
                <a:srgbClr val="EE4238"/>
              </a:buClr>
              <a:buFont typeface="Arial" panose="020B0604020202020204" pitchFamily="34" charset="0"/>
              <a:buChar char="•"/>
            </a:pPr>
            <a:r>
              <a:rPr lang="en-US" sz="3200" dirty="0">
                <a:solidFill>
                  <a:srgbClr val="252260"/>
                </a:solidFill>
                <a:latin typeface="Century Gothic" panose="020B0502020202020204" pitchFamily="34" charset="0"/>
              </a:rPr>
              <a:t>Each platform has free analytics tools</a:t>
            </a:r>
          </a:p>
          <a:p>
            <a:pPr marL="1028700" indent="-571500">
              <a:spcAft>
                <a:spcPts val="1200"/>
              </a:spcAft>
              <a:buClr>
                <a:srgbClr val="EE4238"/>
              </a:buClr>
              <a:buFont typeface="Arial" panose="020B0604020202020204" pitchFamily="34" charset="0"/>
              <a:buChar char="•"/>
            </a:pPr>
            <a:r>
              <a:rPr lang="en-US" sz="3200" dirty="0">
                <a:solidFill>
                  <a:srgbClr val="252260"/>
                </a:solidFill>
                <a:latin typeface="Century Gothic" panose="020B0502020202020204" pitchFamily="34" charset="0"/>
              </a:rPr>
              <a:t>Low-cost social media analytics &amp; scheduling Buffer.com    ($6 a month/channel)</a:t>
            </a:r>
          </a:p>
          <a:p>
            <a:pPr marL="1028700" indent="-571500">
              <a:spcAft>
                <a:spcPts val="1200"/>
              </a:spcAft>
              <a:buClr>
                <a:srgbClr val="EE4238"/>
              </a:buClr>
              <a:buFont typeface="Arial" panose="020B0604020202020204" pitchFamily="34" charset="0"/>
              <a:buChar char="•"/>
            </a:pPr>
            <a:endParaRPr lang="en-US" sz="2400" dirty="0">
              <a:solidFill>
                <a:srgbClr val="252260"/>
              </a:solidFill>
              <a:latin typeface="Century Gothic" panose="020B0502020202020204" pitchFamily="34" charset="0"/>
            </a:endParaRPr>
          </a:p>
          <a:p>
            <a:pPr marL="1028700" indent="-571500">
              <a:spcAft>
                <a:spcPts val="1200"/>
              </a:spcAft>
              <a:buClr>
                <a:srgbClr val="EE4238"/>
              </a:buClr>
              <a:buFont typeface="Arial" panose="020B0604020202020204" pitchFamily="34" charset="0"/>
              <a:buChar char="•"/>
            </a:pPr>
            <a:endParaRPr lang="en-US" sz="2800" dirty="0">
              <a:solidFill>
                <a:srgbClr val="252260"/>
              </a:solidFill>
              <a:latin typeface="Century Gothic" panose="020B0502020202020204" pitchFamily="34" charset="0"/>
            </a:endParaRPr>
          </a:p>
        </p:txBody>
      </p:sp>
    </p:spTree>
    <p:extLst>
      <p:ext uri="{BB962C8B-B14F-4D97-AF65-F5344CB8AC3E}">
        <p14:creationId xmlns:p14="http://schemas.microsoft.com/office/powerpoint/2010/main" val="28595156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02A3DE1-D38D-7781-63F7-40709FE8BC5C}"/>
              </a:ext>
            </a:extLst>
          </p:cNvPr>
          <p:cNvSpPr/>
          <p:nvPr/>
        </p:nvSpPr>
        <p:spPr>
          <a:xfrm>
            <a:off x="0" y="0"/>
            <a:ext cx="12192000" cy="893560"/>
          </a:xfrm>
          <a:prstGeom prst="rect">
            <a:avLst/>
          </a:prstGeom>
          <a:solidFill>
            <a:srgbClr val="2522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24">
            <a:extLst>
              <a:ext uri="{FF2B5EF4-FFF2-40B4-BE49-F238E27FC236}">
                <a16:creationId xmlns:a16="http://schemas.microsoft.com/office/drawing/2014/main" id="{8B449EE2-4CE6-133B-5AF6-EAD6A70DDFC9}"/>
              </a:ext>
            </a:extLst>
          </p:cNvPr>
          <p:cNvSpPr/>
          <p:nvPr/>
        </p:nvSpPr>
        <p:spPr>
          <a:xfrm>
            <a:off x="0" y="6078070"/>
            <a:ext cx="12192000" cy="779929"/>
          </a:xfrm>
          <a:custGeom>
            <a:avLst/>
            <a:gdLst>
              <a:gd name="connsiteX0" fmla="*/ 0 w 12876028"/>
              <a:gd name="connsiteY0" fmla="*/ 0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0 h 1662721"/>
              <a:gd name="connsiteX0" fmla="*/ 0 w 12876028"/>
              <a:gd name="connsiteY0" fmla="*/ 893135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893135 h 1662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6028" h="1662721">
                <a:moveTo>
                  <a:pt x="0" y="893135"/>
                </a:moveTo>
                <a:lnTo>
                  <a:pt x="12876028" y="0"/>
                </a:lnTo>
                <a:lnTo>
                  <a:pt x="12876028" y="1662721"/>
                </a:lnTo>
                <a:lnTo>
                  <a:pt x="0" y="1662721"/>
                </a:lnTo>
                <a:lnTo>
                  <a:pt x="0" y="893135"/>
                </a:lnTo>
                <a:close/>
              </a:path>
            </a:pathLst>
          </a:custGeom>
          <a:solidFill>
            <a:srgbClr val="DD4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lide Number Placeholder 1">
            <a:extLst>
              <a:ext uri="{FF2B5EF4-FFF2-40B4-BE49-F238E27FC236}">
                <a16:creationId xmlns:a16="http://schemas.microsoft.com/office/drawing/2014/main" id="{3903855C-3FEB-149D-471F-44BFC61022AD}"/>
              </a:ext>
            </a:extLst>
          </p:cNvPr>
          <p:cNvSpPr>
            <a:spLocks noGrp="1"/>
          </p:cNvSpPr>
          <p:nvPr>
            <p:ph type="sldNum" sz="quarter" idx="12"/>
          </p:nvPr>
        </p:nvSpPr>
        <p:spPr>
          <a:xfrm>
            <a:off x="-1" y="6492874"/>
            <a:ext cx="537883" cy="365125"/>
          </a:xfrm>
        </p:spPr>
        <p:txBody>
          <a:bodyPr/>
          <a:lstStyle/>
          <a:p>
            <a:fld id="{0F897CD2-57D8-4610-8E64-C03C1E4E4E05}" type="slidenum">
              <a:rPr lang="en-US" sz="2000" b="1" smtClean="0">
                <a:solidFill>
                  <a:schemeClr val="bg1"/>
                </a:solidFill>
                <a:latin typeface="Century Gothic" panose="020B0502020202020204" pitchFamily="34" charset="0"/>
              </a:rPr>
              <a:pPr/>
              <a:t>37</a:t>
            </a:fld>
            <a:endParaRPr lang="en-US" sz="2000" b="1" dirty="0">
              <a:solidFill>
                <a:schemeClr val="bg1"/>
              </a:solidFill>
              <a:latin typeface="Century Gothic" panose="020B0502020202020204" pitchFamily="34" charset="0"/>
            </a:endParaRPr>
          </a:p>
        </p:txBody>
      </p:sp>
      <p:pic>
        <p:nvPicPr>
          <p:cNvPr id="3" name="Picture 2">
            <a:extLst>
              <a:ext uri="{FF2B5EF4-FFF2-40B4-BE49-F238E27FC236}">
                <a16:creationId xmlns:a16="http://schemas.microsoft.com/office/drawing/2014/main" id="{0A7545EC-7B48-EBDD-3268-910464EAE6F8}"/>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24486" b="24288"/>
          <a:stretch/>
        </p:blipFill>
        <p:spPr>
          <a:xfrm>
            <a:off x="9825318" y="6236638"/>
            <a:ext cx="2079811" cy="559334"/>
          </a:xfrm>
          <a:prstGeom prst="rect">
            <a:avLst/>
          </a:prstGeom>
        </p:spPr>
      </p:pic>
      <p:sp>
        <p:nvSpPr>
          <p:cNvPr id="5" name="TextBox 4">
            <a:extLst>
              <a:ext uri="{FF2B5EF4-FFF2-40B4-BE49-F238E27FC236}">
                <a16:creationId xmlns:a16="http://schemas.microsoft.com/office/drawing/2014/main" id="{6AC53814-60A6-3F04-AC18-8325F79A4756}"/>
              </a:ext>
            </a:extLst>
          </p:cNvPr>
          <p:cNvSpPr txBox="1"/>
          <p:nvPr/>
        </p:nvSpPr>
        <p:spPr>
          <a:xfrm>
            <a:off x="317241" y="123614"/>
            <a:ext cx="11587887" cy="646331"/>
          </a:xfrm>
          <a:prstGeom prst="rect">
            <a:avLst/>
          </a:prstGeom>
          <a:noFill/>
        </p:spPr>
        <p:txBody>
          <a:bodyPr wrap="square" rtlCol="0">
            <a:spAutoFit/>
          </a:bodyPr>
          <a:lstStyle/>
          <a:p>
            <a:pPr>
              <a:spcAft>
                <a:spcPts val="1200"/>
              </a:spcAft>
            </a:pPr>
            <a:r>
              <a:rPr lang="en-US" sz="3600" dirty="0">
                <a:solidFill>
                  <a:schemeClr val="bg1"/>
                </a:solidFill>
                <a:latin typeface="Century Gothic" panose="020B0502020202020204" pitchFamily="34" charset="0"/>
              </a:rPr>
              <a:t>KPIs – </a:t>
            </a:r>
            <a:r>
              <a:rPr lang="en-US" sz="3600" dirty="0">
                <a:solidFill>
                  <a:srgbClr val="F18120"/>
                </a:solidFill>
                <a:latin typeface="Century Gothic" panose="020B0502020202020204" pitchFamily="34" charset="0"/>
              </a:rPr>
              <a:t>Website &amp; Social Media Analytics</a:t>
            </a:r>
            <a:endParaRPr lang="en-US" sz="3600" dirty="0">
              <a:solidFill>
                <a:schemeClr val="bg1"/>
              </a:solidFill>
              <a:latin typeface="Century Gothic" panose="020B0502020202020204" pitchFamily="34" charset="0"/>
            </a:endParaRPr>
          </a:p>
        </p:txBody>
      </p:sp>
      <p:pic>
        <p:nvPicPr>
          <p:cNvPr id="8" name="Picture 7" descr="A screenshot of a graph&#10;&#10;Description automatically generated">
            <a:extLst>
              <a:ext uri="{FF2B5EF4-FFF2-40B4-BE49-F238E27FC236}">
                <a16:creationId xmlns:a16="http://schemas.microsoft.com/office/drawing/2014/main" id="{96911237-7D9B-6AD1-91FC-B197EB853B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323" y="1184748"/>
            <a:ext cx="7241772" cy="4208345"/>
          </a:xfrm>
          <a:prstGeom prst="rect">
            <a:avLst/>
          </a:prstGeom>
        </p:spPr>
      </p:pic>
      <p:sp>
        <p:nvSpPr>
          <p:cNvPr id="4" name="TextBox 3">
            <a:extLst>
              <a:ext uri="{FF2B5EF4-FFF2-40B4-BE49-F238E27FC236}">
                <a16:creationId xmlns:a16="http://schemas.microsoft.com/office/drawing/2014/main" id="{515C85CD-FB1E-1788-460D-9430FF641646}"/>
              </a:ext>
            </a:extLst>
          </p:cNvPr>
          <p:cNvSpPr txBox="1"/>
          <p:nvPr/>
        </p:nvSpPr>
        <p:spPr>
          <a:xfrm>
            <a:off x="7123329" y="1052128"/>
            <a:ext cx="4856444" cy="4862870"/>
          </a:xfrm>
          <a:prstGeom prst="rect">
            <a:avLst/>
          </a:prstGeom>
          <a:noFill/>
        </p:spPr>
        <p:txBody>
          <a:bodyPr wrap="square" rtlCol="0">
            <a:spAutoFit/>
          </a:bodyPr>
          <a:lstStyle/>
          <a:p>
            <a:pPr marL="1028700" indent="-571500">
              <a:spcAft>
                <a:spcPts val="1200"/>
              </a:spcAft>
              <a:buClr>
                <a:srgbClr val="EE4238"/>
              </a:buClr>
              <a:buFont typeface="Arial" panose="020B0604020202020204" pitchFamily="34" charset="0"/>
              <a:buChar char="•"/>
            </a:pPr>
            <a:r>
              <a:rPr lang="en-US" sz="2000" dirty="0">
                <a:solidFill>
                  <a:srgbClr val="252260"/>
                </a:solidFill>
                <a:latin typeface="Century Gothic" panose="020B0502020202020204" pitchFamily="34" charset="0"/>
              </a:rPr>
              <a:t>Bounce rate: 60% average for nonprofits</a:t>
            </a:r>
          </a:p>
          <a:p>
            <a:pPr marL="1028700" indent="-571500">
              <a:spcAft>
                <a:spcPts val="1200"/>
              </a:spcAft>
              <a:buClr>
                <a:srgbClr val="EE4238"/>
              </a:buClr>
              <a:buFont typeface="Arial" panose="020B0604020202020204" pitchFamily="34" charset="0"/>
              <a:buChar char="•"/>
            </a:pPr>
            <a:r>
              <a:rPr lang="en-US" sz="2000" dirty="0">
                <a:solidFill>
                  <a:srgbClr val="252260"/>
                </a:solidFill>
                <a:latin typeface="Century Gothic" panose="020B0502020202020204" pitchFamily="34" charset="0"/>
              </a:rPr>
              <a:t>Session duration: 2 -3 minutes is good</a:t>
            </a:r>
          </a:p>
          <a:p>
            <a:pPr marL="1028700" indent="-571500">
              <a:spcAft>
                <a:spcPts val="1200"/>
              </a:spcAft>
              <a:buClr>
                <a:srgbClr val="EE4238"/>
              </a:buClr>
              <a:buFont typeface="Arial" panose="020B0604020202020204" pitchFamily="34" charset="0"/>
              <a:buChar char="•"/>
            </a:pPr>
            <a:r>
              <a:rPr lang="en-US" sz="2000" dirty="0">
                <a:solidFill>
                  <a:srgbClr val="252260"/>
                </a:solidFill>
                <a:latin typeface="Century Gothic" panose="020B0502020202020204" pitchFamily="34" charset="0"/>
              </a:rPr>
              <a:t>Pages/session: higher = more engagement</a:t>
            </a:r>
          </a:p>
          <a:p>
            <a:pPr marL="1028700" indent="-571500">
              <a:spcAft>
                <a:spcPts val="1200"/>
              </a:spcAft>
              <a:buClr>
                <a:srgbClr val="EE4238"/>
              </a:buClr>
              <a:buFont typeface="Arial" panose="020B0604020202020204" pitchFamily="34" charset="0"/>
              <a:buChar char="•"/>
            </a:pPr>
            <a:r>
              <a:rPr lang="en-US" sz="2000" dirty="0">
                <a:solidFill>
                  <a:srgbClr val="252260"/>
                </a:solidFill>
                <a:latin typeface="Century Gothic" panose="020B0502020202020204" pitchFamily="34" charset="0"/>
              </a:rPr>
              <a:t>Visitors</a:t>
            </a:r>
          </a:p>
          <a:p>
            <a:pPr marL="1028700" indent="-571500">
              <a:spcAft>
                <a:spcPts val="1200"/>
              </a:spcAft>
              <a:buClr>
                <a:srgbClr val="EE4238"/>
              </a:buClr>
              <a:buFont typeface="Arial" panose="020B0604020202020204" pitchFamily="34" charset="0"/>
              <a:buChar char="•"/>
            </a:pPr>
            <a:r>
              <a:rPr lang="en-US" sz="2000" dirty="0">
                <a:solidFill>
                  <a:srgbClr val="252260"/>
                </a:solidFill>
                <a:latin typeface="Century Gothic" panose="020B0502020202020204" pitchFamily="34" charset="0"/>
              </a:rPr>
              <a:t>Email sign ups</a:t>
            </a:r>
          </a:p>
          <a:p>
            <a:pPr marL="1028700" indent="-571500">
              <a:spcAft>
                <a:spcPts val="1200"/>
              </a:spcAft>
              <a:buClr>
                <a:srgbClr val="EE4238"/>
              </a:buClr>
              <a:buFont typeface="Arial" panose="020B0604020202020204" pitchFamily="34" charset="0"/>
              <a:buChar char="•"/>
            </a:pPr>
            <a:r>
              <a:rPr lang="en-US" sz="2000" dirty="0">
                <a:solidFill>
                  <a:srgbClr val="252260"/>
                </a:solidFill>
                <a:latin typeface="Century Gothic" panose="020B0502020202020204" pitchFamily="34" charset="0"/>
              </a:rPr>
              <a:t>Conversions: Average is 1% for all CTAs</a:t>
            </a:r>
          </a:p>
          <a:p>
            <a:pPr marL="1028700" indent="-571500">
              <a:spcAft>
                <a:spcPts val="1200"/>
              </a:spcAft>
              <a:buClr>
                <a:srgbClr val="EE4238"/>
              </a:buClr>
              <a:buFont typeface="Arial" panose="020B0604020202020204" pitchFamily="34" charset="0"/>
              <a:buChar char="•"/>
            </a:pPr>
            <a:r>
              <a:rPr lang="en-US" sz="2000" dirty="0">
                <a:solidFill>
                  <a:srgbClr val="252260"/>
                </a:solidFill>
                <a:latin typeface="Century Gothic" panose="020B0502020202020204" pitchFamily="34" charset="0"/>
              </a:rPr>
              <a:t># of Donations</a:t>
            </a:r>
          </a:p>
          <a:p>
            <a:pPr marL="1028700" indent="-571500">
              <a:spcAft>
                <a:spcPts val="1200"/>
              </a:spcAft>
              <a:buClr>
                <a:srgbClr val="EE4238"/>
              </a:buClr>
              <a:buFont typeface="Arial" panose="020B0604020202020204" pitchFamily="34" charset="0"/>
              <a:buChar char="•"/>
            </a:pPr>
            <a:r>
              <a:rPr lang="en-US" sz="2000" dirty="0">
                <a:solidFill>
                  <a:srgbClr val="252260"/>
                </a:solidFill>
                <a:latin typeface="Century Gothic" panose="020B0502020202020204" pitchFamily="34" charset="0"/>
              </a:rPr>
              <a:t>Other Calls to Action</a:t>
            </a:r>
          </a:p>
        </p:txBody>
      </p:sp>
    </p:spTree>
    <p:extLst>
      <p:ext uri="{BB962C8B-B14F-4D97-AF65-F5344CB8AC3E}">
        <p14:creationId xmlns:p14="http://schemas.microsoft.com/office/powerpoint/2010/main" val="28362989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02A3DE1-D38D-7781-63F7-40709FE8BC5C}"/>
              </a:ext>
            </a:extLst>
          </p:cNvPr>
          <p:cNvSpPr/>
          <p:nvPr/>
        </p:nvSpPr>
        <p:spPr>
          <a:xfrm>
            <a:off x="0" y="0"/>
            <a:ext cx="12192000" cy="893560"/>
          </a:xfrm>
          <a:prstGeom prst="rect">
            <a:avLst/>
          </a:prstGeom>
          <a:solidFill>
            <a:srgbClr val="2522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24">
            <a:extLst>
              <a:ext uri="{FF2B5EF4-FFF2-40B4-BE49-F238E27FC236}">
                <a16:creationId xmlns:a16="http://schemas.microsoft.com/office/drawing/2014/main" id="{8B449EE2-4CE6-133B-5AF6-EAD6A70DDFC9}"/>
              </a:ext>
            </a:extLst>
          </p:cNvPr>
          <p:cNvSpPr/>
          <p:nvPr/>
        </p:nvSpPr>
        <p:spPr>
          <a:xfrm>
            <a:off x="0" y="6078070"/>
            <a:ext cx="12192000" cy="779929"/>
          </a:xfrm>
          <a:custGeom>
            <a:avLst/>
            <a:gdLst>
              <a:gd name="connsiteX0" fmla="*/ 0 w 12876028"/>
              <a:gd name="connsiteY0" fmla="*/ 0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0 h 1662721"/>
              <a:gd name="connsiteX0" fmla="*/ 0 w 12876028"/>
              <a:gd name="connsiteY0" fmla="*/ 893135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893135 h 1662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6028" h="1662721">
                <a:moveTo>
                  <a:pt x="0" y="893135"/>
                </a:moveTo>
                <a:lnTo>
                  <a:pt x="12876028" y="0"/>
                </a:lnTo>
                <a:lnTo>
                  <a:pt x="12876028" y="1662721"/>
                </a:lnTo>
                <a:lnTo>
                  <a:pt x="0" y="1662721"/>
                </a:lnTo>
                <a:lnTo>
                  <a:pt x="0" y="893135"/>
                </a:lnTo>
                <a:close/>
              </a:path>
            </a:pathLst>
          </a:custGeom>
          <a:solidFill>
            <a:srgbClr val="DD4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lide Number Placeholder 1">
            <a:extLst>
              <a:ext uri="{FF2B5EF4-FFF2-40B4-BE49-F238E27FC236}">
                <a16:creationId xmlns:a16="http://schemas.microsoft.com/office/drawing/2014/main" id="{3903855C-3FEB-149D-471F-44BFC61022AD}"/>
              </a:ext>
            </a:extLst>
          </p:cNvPr>
          <p:cNvSpPr>
            <a:spLocks noGrp="1"/>
          </p:cNvSpPr>
          <p:nvPr>
            <p:ph type="sldNum" sz="quarter" idx="12"/>
          </p:nvPr>
        </p:nvSpPr>
        <p:spPr>
          <a:xfrm>
            <a:off x="-1" y="6492874"/>
            <a:ext cx="537883" cy="365125"/>
          </a:xfrm>
        </p:spPr>
        <p:txBody>
          <a:bodyPr/>
          <a:lstStyle/>
          <a:p>
            <a:fld id="{0F897CD2-57D8-4610-8E64-C03C1E4E4E05}" type="slidenum">
              <a:rPr lang="en-US" sz="2000" b="1" smtClean="0">
                <a:solidFill>
                  <a:schemeClr val="bg1"/>
                </a:solidFill>
                <a:latin typeface="Century Gothic" panose="020B0502020202020204" pitchFamily="34" charset="0"/>
              </a:rPr>
              <a:pPr/>
              <a:t>38</a:t>
            </a:fld>
            <a:endParaRPr lang="en-US" sz="2000" b="1" dirty="0">
              <a:solidFill>
                <a:schemeClr val="bg1"/>
              </a:solidFill>
              <a:latin typeface="Century Gothic" panose="020B0502020202020204" pitchFamily="34" charset="0"/>
            </a:endParaRPr>
          </a:p>
        </p:txBody>
      </p:sp>
      <p:pic>
        <p:nvPicPr>
          <p:cNvPr id="3" name="Picture 2">
            <a:extLst>
              <a:ext uri="{FF2B5EF4-FFF2-40B4-BE49-F238E27FC236}">
                <a16:creationId xmlns:a16="http://schemas.microsoft.com/office/drawing/2014/main" id="{0A7545EC-7B48-EBDD-3268-910464EAE6F8}"/>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24486" b="24288"/>
          <a:stretch/>
        </p:blipFill>
        <p:spPr>
          <a:xfrm>
            <a:off x="9825318" y="6236638"/>
            <a:ext cx="2079811" cy="559334"/>
          </a:xfrm>
          <a:prstGeom prst="rect">
            <a:avLst/>
          </a:prstGeom>
        </p:spPr>
      </p:pic>
      <p:sp>
        <p:nvSpPr>
          <p:cNvPr id="5" name="TextBox 4">
            <a:extLst>
              <a:ext uri="{FF2B5EF4-FFF2-40B4-BE49-F238E27FC236}">
                <a16:creationId xmlns:a16="http://schemas.microsoft.com/office/drawing/2014/main" id="{6AC53814-60A6-3F04-AC18-8325F79A4756}"/>
              </a:ext>
            </a:extLst>
          </p:cNvPr>
          <p:cNvSpPr txBox="1"/>
          <p:nvPr/>
        </p:nvSpPr>
        <p:spPr>
          <a:xfrm>
            <a:off x="317241" y="123614"/>
            <a:ext cx="11587887" cy="646331"/>
          </a:xfrm>
          <a:prstGeom prst="rect">
            <a:avLst/>
          </a:prstGeom>
          <a:noFill/>
        </p:spPr>
        <p:txBody>
          <a:bodyPr wrap="square" rtlCol="0">
            <a:spAutoFit/>
          </a:bodyPr>
          <a:lstStyle/>
          <a:p>
            <a:pPr>
              <a:spcAft>
                <a:spcPts val="1200"/>
              </a:spcAft>
            </a:pPr>
            <a:r>
              <a:rPr lang="en-US" sz="3600" dirty="0">
                <a:solidFill>
                  <a:schemeClr val="bg1"/>
                </a:solidFill>
                <a:latin typeface="Century Gothic" panose="020B0502020202020204" pitchFamily="34" charset="0"/>
              </a:rPr>
              <a:t>KPIs – </a:t>
            </a:r>
            <a:r>
              <a:rPr lang="en-US" sz="3600" dirty="0">
                <a:solidFill>
                  <a:srgbClr val="F18120"/>
                </a:solidFill>
                <a:latin typeface="Century Gothic" panose="020B0502020202020204" pitchFamily="34" charset="0"/>
              </a:rPr>
              <a:t>Website &amp; Social Media Analytics</a:t>
            </a:r>
            <a:endParaRPr lang="en-US" sz="3600" dirty="0">
              <a:solidFill>
                <a:schemeClr val="bg1"/>
              </a:solidFill>
              <a:latin typeface="Century Gothic" panose="020B0502020202020204" pitchFamily="34" charset="0"/>
            </a:endParaRPr>
          </a:p>
        </p:txBody>
      </p:sp>
      <p:pic>
        <p:nvPicPr>
          <p:cNvPr id="7" name="Picture 6" descr="A table with numbers and text&#10;&#10;Description automatically generated">
            <a:extLst>
              <a:ext uri="{FF2B5EF4-FFF2-40B4-BE49-F238E27FC236}">
                <a16:creationId xmlns:a16="http://schemas.microsoft.com/office/drawing/2014/main" id="{7C16BAF0-3BA9-25A2-5956-6F1A51D4BD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7241" y="1308364"/>
            <a:ext cx="6802016" cy="3712014"/>
          </a:xfrm>
          <a:prstGeom prst="rect">
            <a:avLst/>
          </a:prstGeom>
        </p:spPr>
      </p:pic>
      <p:sp>
        <p:nvSpPr>
          <p:cNvPr id="4" name="TextBox 3">
            <a:extLst>
              <a:ext uri="{FF2B5EF4-FFF2-40B4-BE49-F238E27FC236}">
                <a16:creationId xmlns:a16="http://schemas.microsoft.com/office/drawing/2014/main" id="{AFB9B1BC-907F-D101-18D8-B3E856AFFAB5}"/>
              </a:ext>
            </a:extLst>
          </p:cNvPr>
          <p:cNvSpPr txBox="1"/>
          <p:nvPr/>
        </p:nvSpPr>
        <p:spPr>
          <a:xfrm>
            <a:off x="7119257" y="1440822"/>
            <a:ext cx="4487380" cy="3447098"/>
          </a:xfrm>
          <a:prstGeom prst="rect">
            <a:avLst/>
          </a:prstGeom>
          <a:noFill/>
        </p:spPr>
        <p:txBody>
          <a:bodyPr wrap="square" rtlCol="0">
            <a:spAutoFit/>
          </a:bodyPr>
          <a:lstStyle/>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Followers</a:t>
            </a:r>
          </a:p>
          <a:p>
            <a:pPr marL="1028700"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Engagement</a:t>
            </a:r>
          </a:p>
          <a:p>
            <a:pPr marL="1485900" lvl="1" indent="-571500">
              <a:spcAft>
                <a:spcPts val="1200"/>
              </a:spcAft>
              <a:buClr>
                <a:srgbClr val="EE4238"/>
              </a:buClr>
              <a:buSzPct val="80000"/>
              <a:buFont typeface="Courier New" panose="02070309020205020404" pitchFamily="49" charset="0"/>
              <a:buChar char="o"/>
            </a:pPr>
            <a:r>
              <a:rPr lang="en-US" sz="2800" dirty="0">
                <a:solidFill>
                  <a:srgbClr val="252260"/>
                </a:solidFill>
                <a:latin typeface="Century Gothic" panose="020B0502020202020204" pitchFamily="34" charset="0"/>
              </a:rPr>
              <a:t>Likes</a:t>
            </a:r>
          </a:p>
          <a:p>
            <a:pPr marL="1485900" lvl="1" indent="-571500">
              <a:spcAft>
                <a:spcPts val="1200"/>
              </a:spcAft>
              <a:buClr>
                <a:srgbClr val="EE4238"/>
              </a:buClr>
              <a:buSzPct val="80000"/>
              <a:buFont typeface="Courier New" panose="02070309020205020404" pitchFamily="49" charset="0"/>
              <a:buChar char="o"/>
            </a:pPr>
            <a:r>
              <a:rPr lang="en-US" sz="2800" dirty="0">
                <a:solidFill>
                  <a:srgbClr val="252260"/>
                </a:solidFill>
                <a:latin typeface="Century Gothic" panose="020B0502020202020204" pitchFamily="34" charset="0"/>
              </a:rPr>
              <a:t>Shares</a:t>
            </a:r>
          </a:p>
          <a:p>
            <a:pPr marL="1485900" lvl="1" indent="-571500">
              <a:spcAft>
                <a:spcPts val="1200"/>
              </a:spcAft>
              <a:buClr>
                <a:srgbClr val="EE4238"/>
              </a:buClr>
              <a:buSzPct val="80000"/>
              <a:buFont typeface="Courier New" panose="02070309020205020404" pitchFamily="49" charset="0"/>
              <a:buChar char="o"/>
            </a:pPr>
            <a:r>
              <a:rPr lang="en-US" sz="2800" dirty="0">
                <a:solidFill>
                  <a:srgbClr val="252260"/>
                </a:solidFill>
                <a:latin typeface="Century Gothic" panose="020B0502020202020204" pitchFamily="34" charset="0"/>
              </a:rPr>
              <a:t>Comments</a:t>
            </a:r>
          </a:p>
          <a:p>
            <a:pPr marL="1027113" lvl="1" indent="-571500">
              <a:spcAft>
                <a:spcPts val="1200"/>
              </a:spcAft>
              <a:buClr>
                <a:srgbClr val="EE4238"/>
              </a:buClr>
              <a:buFont typeface="Arial" panose="020B0604020202020204" pitchFamily="34" charset="0"/>
              <a:buChar char="•"/>
            </a:pPr>
            <a:r>
              <a:rPr lang="en-US" sz="2800" dirty="0">
                <a:solidFill>
                  <a:srgbClr val="252260"/>
                </a:solidFill>
                <a:latin typeface="Century Gothic" panose="020B0502020202020204" pitchFamily="34" charset="0"/>
              </a:rPr>
              <a:t>Conversions</a:t>
            </a:r>
          </a:p>
        </p:txBody>
      </p:sp>
    </p:spTree>
    <p:extLst>
      <p:ext uri="{BB962C8B-B14F-4D97-AF65-F5344CB8AC3E}">
        <p14:creationId xmlns:p14="http://schemas.microsoft.com/office/powerpoint/2010/main" val="12346791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CBED602-B9AA-4E30-811B-082728B0E948}"/>
              </a:ext>
            </a:extLst>
          </p:cNvPr>
          <p:cNvGrpSpPr/>
          <p:nvPr/>
        </p:nvGrpSpPr>
        <p:grpSpPr>
          <a:xfrm>
            <a:off x="0" y="6078071"/>
            <a:ext cx="12192000" cy="779929"/>
            <a:chOff x="0" y="6078071"/>
            <a:chExt cx="12192000" cy="779929"/>
          </a:xfrm>
        </p:grpSpPr>
        <p:sp>
          <p:nvSpPr>
            <p:cNvPr id="3" name="Rectangle 24">
              <a:extLst>
                <a:ext uri="{FF2B5EF4-FFF2-40B4-BE49-F238E27FC236}">
                  <a16:creationId xmlns:a16="http://schemas.microsoft.com/office/drawing/2014/main" id="{C367CC84-698C-26A1-9D0F-CDAA043943DB}"/>
                </a:ext>
              </a:extLst>
            </p:cNvPr>
            <p:cNvSpPr/>
            <p:nvPr/>
          </p:nvSpPr>
          <p:spPr>
            <a:xfrm>
              <a:off x="0" y="6078071"/>
              <a:ext cx="12192000" cy="779929"/>
            </a:xfrm>
            <a:custGeom>
              <a:avLst/>
              <a:gdLst>
                <a:gd name="connsiteX0" fmla="*/ 0 w 12876028"/>
                <a:gd name="connsiteY0" fmla="*/ 0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0 h 1662721"/>
                <a:gd name="connsiteX0" fmla="*/ 0 w 12876028"/>
                <a:gd name="connsiteY0" fmla="*/ 893135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893135 h 1662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6028" h="1662721">
                  <a:moveTo>
                    <a:pt x="0" y="893135"/>
                  </a:moveTo>
                  <a:lnTo>
                    <a:pt x="12876028" y="0"/>
                  </a:lnTo>
                  <a:lnTo>
                    <a:pt x="12876028" y="1662721"/>
                  </a:lnTo>
                  <a:lnTo>
                    <a:pt x="0" y="1662721"/>
                  </a:lnTo>
                  <a:lnTo>
                    <a:pt x="0" y="893135"/>
                  </a:lnTo>
                  <a:close/>
                </a:path>
              </a:pathLst>
            </a:custGeom>
            <a:solidFill>
              <a:srgbClr val="DD4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706977B5-0C6C-A11B-E6C8-969AC985CA5D}"/>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24486" b="24288"/>
            <a:stretch/>
          </p:blipFill>
          <p:spPr>
            <a:xfrm>
              <a:off x="9825318" y="6236638"/>
              <a:ext cx="2079811" cy="559334"/>
            </a:xfrm>
            <a:prstGeom prst="rect">
              <a:avLst/>
            </a:prstGeom>
          </p:spPr>
        </p:pic>
      </p:grpSp>
      <p:sp>
        <p:nvSpPr>
          <p:cNvPr id="8" name="Rectangle 7">
            <a:extLst>
              <a:ext uri="{FF2B5EF4-FFF2-40B4-BE49-F238E27FC236}">
                <a16:creationId xmlns:a16="http://schemas.microsoft.com/office/drawing/2014/main" id="{94786D73-D047-34CE-2FF2-AFCCFD23A2EA}"/>
              </a:ext>
            </a:extLst>
          </p:cNvPr>
          <p:cNvSpPr/>
          <p:nvPr/>
        </p:nvSpPr>
        <p:spPr>
          <a:xfrm>
            <a:off x="0" y="0"/>
            <a:ext cx="12192000" cy="959224"/>
          </a:xfrm>
          <a:prstGeom prst="rect">
            <a:avLst/>
          </a:prstGeom>
          <a:solidFill>
            <a:srgbClr val="2522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4B6DD2AD-DD20-A6EB-4CAF-5FC2073501D5}"/>
              </a:ext>
            </a:extLst>
          </p:cNvPr>
          <p:cNvSpPr txBox="1"/>
          <p:nvPr/>
        </p:nvSpPr>
        <p:spPr>
          <a:xfrm>
            <a:off x="762000" y="125707"/>
            <a:ext cx="9592236" cy="769441"/>
          </a:xfrm>
          <a:prstGeom prst="rect">
            <a:avLst/>
          </a:prstGeom>
          <a:noFill/>
        </p:spPr>
        <p:txBody>
          <a:bodyPr wrap="square" rtlCol="0">
            <a:spAutoFit/>
          </a:bodyPr>
          <a:lstStyle/>
          <a:p>
            <a:r>
              <a:rPr lang="en-US" sz="4400" dirty="0">
                <a:solidFill>
                  <a:schemeClr val="bg1"/>
                </a:solidFill>
                <a:latin typeface="Century Gothic" panose="020B0502020202020204" pitchFamily="34" charset="0"/>
              </a:rPr>
              <a:t>KPIs – </a:t>
            </a:r>
            <a:r>
              <a:rPr lang="en-US" sz="4400" dirty="0">
                <a:solidFill>
                  <a:srgbClr val="F18120"/>
                </a:solidFill>
                <a:latin typeface="Century Gothic" panose="020B0502020202020204" pitchFamily="34" charset="0"/>
              </a:rPr>
              <a:t>Process</a:t>
            </a:r>
            <a:endParaRPr lang="en-US" dirty="0"/>
          </a:p>
        </p:txBody>
      </p:sp>
      <p:sp>
        <p:nvSpPr>
          <p:cNvPr id="6" name="Slide Number Placeholder 5">
            <a:extLst>
              <a:ext uri="{FF2B5EF4-FFF2-40B4-BE49-F238E27FC236}">
                <a16:creationId xmlns:a16="http://schemas.microsoft.com/office/drawing/2014/main" id="{704B063A-56FC-68F3-AF34-DCF071DE867F}"/>
              </a:ext>
            </a:extLst>
          </p:cNvPr>
          <p:cNvSpPr>
            <a:spLocks noGrp="1"/>
          </p:cNvSpPr>
          <p:nvPr>
            <p:ph type="sldNum" sz="quarter" idx="12"/>
          </p:nvPr>
        </p:nvSpPr>
        <p:spPr>
          <a:xfrm>
            <a:off x="-1" y="6492875"/>
            <a:ext cx="528919" cy="365125"/>
          </a:xfrm>
        </p:spPr>
        <p:txBody>
          <a:bodyPr/>
          <a:lstStyle/>
          <a:p>
            <a:fld id="{0F897CD2-57D8-4610-8E64-C03C1E4E4E05}" type="slidenum">
              <a:rPr lang="en-US" sz="1600" b="1" smtClean="0">
                <a:solidFill>
                  <a:schemeClr val="bg1"/>
                </a:solidFill>
              </a:rPr>
              <a:t>39</a:t>
            </a:fld>
            <a:endParaRPr lang="en-US" sz="1600" b="1" dirty="0">
              <a:solidFill>
                <a:schemeClr val="bg1"/>
              </a:solidFill>
            </a:endParaRPr>
          </a:p>
        </p:txBody>
      </p:sp>
      <p:sp>
        <p:nvSpPr>
          <p:cNvPr id="30" name="TextBox 29">
            <a:extLst>
              <a:ext uri="{FF2B5EF4-FFF2-40B4-BE49-F238E27FC236}">
                <a16:creationId xmlns:a16="http://schemas.microsoft.com/office/drawing/2014/main" id="{4E89018A-9A0C-19DB-0530-0351A83CD464}"/>
              </a:ext>
            </a:extLst>
          </p:cNvPr>
          <p:cNvSpPr txBox="1"/>
          <p:nvPr/>
        </p:nvSpPr>
        <p:spPr>
          <a:xfrm>
            <a:off x="286871" y="1030982"/>
            <a:ext cx="6613562" cy="5293757"/>
          </a:xfrm>
          <a:prstGeom prst="rect">
            <a:avLst/>
          </a:prstGeom>
          <a:noFill/>
        </p:spPr>
        <p:txBody>
          <a:bodyPr wrap="square" rtlCol="0">
            <a:spAutoFit/>
          </a:bodyPr>
          <a:lstStyle/>
          <a:p>
            <a:pPr marL="1028700" indent="-571500">
              <a:spcAft>
                <a:spcPts val="1200"/>
              </a:spcAft>
              <a:buClr>
                <a:srgbClr val="EE4238"/>
              </a:buClr>
              <a:buFont typeface="Arial" panose="020B0604020202020204" pitchFamily="34" charset="0"/>
              <a:buChar char="•"/>
            </a:pPr>
            <a:r>
              <a:rPr lang="en-US" sz="4800" dirty="0">
                <a:solidFill>
                  <a:srgbClr val="252260"/>
                </a:solidFill>
                <a:latin typeface="Century Gothic" panose="020B0502020202020204" pitchFamily="34" charset="0"/>
              </a:rPr>
              <a:t>Strategy</a:t>
            </a:r>
          </a:p>
          <a:p>
            <a:pPr marL="1028700" indent="-571500">
              <a:spcAft>
                <a:spcPts val="1200"/>
              </a:spcAft>
              <a:buClr>
                <a:srgbClr val="EE4238"/>
              </a:buClr>
              <a:buFont typeface="Arial" panose="020B0604020202020204" pitchFamily="34" charset="0"/>
              <a:buChar char="•"/>
            </a:pPr>
            <a:r>
              <a:rPr lang="en-US" sz="4800" dirty="0">
                <a:solidFill>
                  <a:srgbClr val="252260"/>
                </a:solidFill>
                <a:latin typeface="Century Gothic" panose="020B0502020202020204" pitchFamily="34" charset="0"/>
              </a:rPr>
              <a:t>Objective</a:t>
            </a:r>
          </a:p>
          <a:p>
            <a:pPr marL="1028700" indent="-571500">
              <a:spcAft>
                <a:spcPts val="1200"/>
              </a:spcAft>
              <a:buClr>
                <a:srgbClr val="EE4238"/>
              </a:buClr>
              <a:buFont typeface="Arial" panose="020B0604020202020204" pitchFamily="34" charset="0"/>
              <a:buChar char="•"/>
            </a:pPr>
            <a:r>
              <a:rPr lang="en-US" sz="4800" dirty="0">
                <a:solidFill>
                  <a:srgbClr val="252260"/>
                </a:solidFill>
                <a:latin typeface="Century Gothic" panose="020B0502020202020204" pitchFamily="34" charset="0"/>
              </a:rPr>
              <a:t>Measure</a:t>
            </a:r>
          </a:p>
          <a:p>
            <a:pPr marL="1028700" indent="-571500">
              <a:spcAft>
                <a:spcPts val="1200"/>
              </a:spcAft>
              <a:buClr>
                <a:srgbClr val="EE4238"/>
              </a:buClr>
              <a:buFont typeface="Arial" panose="020B0604020202020204" pitchFamily="34" charset="0"/>
              <a:buChar char="•"/>
            </a:pPr>
            <a:r>
              <a:rPr lang="en-US" sz="4800" dirty="0">
                <a:solidFill>
                  <a:srgbClr val="252260"/>
                </a:solidFill>
                <a:latin typeface="Century Gothic" panose="020B0502020202020204" pitchFamily="34" charset="0"/>
              </a:rPr>
              <a:t>Evaluate</a:t>
            </a:r>
          </a:p>
          <a:p>
            <a:pPr marL="1028700" indent="-571500">
              <a:spcAft>
                <a:spcPts val="1200"/>
              </a:spcAft>
              <a:buClr>
                <a:srgbClr val="EE4238"/>
              </a:buClr>
              <a:buFont typeface="Arial" panose="020B0604020202020204" pitchFamily="34" charset="0"/>
              <a:buChar char="•"/>
            </a:pPr>
            <a:r>
              <a:rPr lang="en-US" sz="4800" dirty="0">
                <a:solidFill>
                  <a:srgbClr val="252260"/>
                </a:solidFill>
                <a:latin typeface="Century Gothic" panose="020B0502020202020204" pitchFamily="34" charset="0"/>
              </a:rPr>
              <a:t>Optimize</a:t>
            </a:r>
          </a:p>
          <a:p>
            <a:pPr marL="1028700" indent="-571500">
              <a:spcAft>
                <a:spcPts val="1200"/>
              </a:spcAft>
              <a:buClr>
                <a:srgbClr val="EE4238"/>
              </a:buClr>
              <a:buFont typeface="Arial" panose="020B0604020202020204" pitchFamily="34" charset="0"/>
              <a:buChar char="•"/>
            </a:pPr>
            <a:r>
              <a:rPr lang="en-US" sz="4800" dirty="0">
                <a:solidFill>
                  <a:srgbClr val="252260"/>
                </a:solidFill>
                <a:latin typeface="Century Gothic" panose="020B0502020202020204" pitchFamily="34" charset="0"/>
              </a:rPr>
              <a:t>Perform</a:t>
            </a:r>
          </a:p>
        </p:txBody>
      </p:sp>
      <p:grpSp>
        <p:nvGrpSpPr>
          <p:cNvPr id="33" name="Group 32">
            <a:extLst>
              <a:ext uri="{FF2B5EF4-FFF2-40B4-BE49-F238E27FC236}">
                <a16:creationId xmlns:a16="http://schemas.microsoft.com/office/drawing/2014/main" id="{6E22612E-53C9-EAFF-C69F-9F86FED31342}"/>
              </a:ext>
            </a:extLst>
          </p:cNvPr>
          <p:cNvGrpSpPr/>
          <p:nvPr/>
        </p:nvGrpSpPr>
        <p:grpSpPr>
          <a:xfrm>
            <a:off x="5105071" y="254938"/>
            <a:ext cx="6488475" cy="5981700"/>
            <a:chOff x="5162505" y="438150"/>
            <a:chExt cx="6488475" cy="5981700"/>
          </a:xfrm>
        </p:grpSpPr>
        <p:sp>
          <p:nvSpPr>
            <p:cNvPr id="34" name="Oval 33">
              <a:extLst>
                <a:ext uri="{FF2B5EF4-FFF2-40B4-BE49-F238E27FC236}">
                  <a16:creationId xmlns:a16="http://schemas.microsoft.com/office/drawing/2014/main" id="{E6E07575-35EA-7833-1991-15797E1B747A}"/>
                </a:ext>
              </a:extLst>
            </p:cNvPr>
            <p:cNvSpPr/>
            <p:nvPr/>
          </p:nvSpPr>
          <p:spPr>
            <a:xfrm>
              <a:off x="7513320" y="2514600"/>
              <a:ext cx="1828800" cy="1828800"/>
            </a:xfrm>
            <a:prstGeom prst="ellipse">
              <a:avLst/>
            </a:prstGeom>
            <a:solidFill>
              <a:schemeClr val="accent4"/>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FEE55684-353D-1E95-AC04-26F6FAF4DFF2}"/>
                </a:ext>
              </a:extLst>
            </p:cNvPr>
            <p:cNvSpPr/>
            <p:nvPr/>
          </p:nvSpPr>
          <p:spPr>
            <a:xfrm>
              <a:off x="6797040" y="438150"/>
              <a:ext cx="1371600" cy="1371600"/>
            </a:xfrm>
            <a:prstGeom prst="ellipse">
              <a:avLst/>
            </a:prstGeom>
            <a:solidFill>
              <a:srgbClr val="C00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Oval 35">
              <a:extLst>
                <a:ext uri="{FF2B5EF4-FFF2-40B4-BE49-F238E27FC236}">
                  <a16:creationId xmlns:a16="http://schemas.microsoft.com/office/drawing/2014/main" id="{EF67DB59-B0EC-F4BC-DD46-7A3B58A40033}"/>
                </a:ext>
              </a:extLst>
            </p:cNvPr>
            <p:cNvSpPr/>
            <p:nvPr/>
          </p:nvSpPr>
          <p:spPr>
            <a:xfrm>
              <a:off x="9484360" y="930751"/>
              <a:ext cx="1371600" cy="1371600"/>
            </a:xfrm>
            <a:prstGeom prst="ellipse">
              <a:avLst/>
            </a:prstGeom>
            <a:solidFill>
              <a:srgbClr val="F1812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Oval 36">
              <a:extLst>
                <a:ext uri="{FF2B5EF4-FFF2-40B4-BE49-F238E27FC236}">
                  <a16:creationId xmlns:a16="http://schemas.microsoft.com/office/drawing/2014/main" id="{0BFDDD49-53A2-2952-9D4A-92C4AF60B87F}"/>
                </a:ext>
              </a:extLst>
            </p:cNvPr>
            <p:cNvSpPr/>
            <p:nvPr/>
          </p:nvSpPr>
          <p:spPr>
            <a:xfrm>
              <a:off x="10208260" y="3184050"/>
              <a:ext cx="1371600" cy="1371600"/>
            </a:xfrm>
            <a:prstGeom prst="ellipse">
              <a:avLst/>
            </a:prstGeom>
            <a:solidFill>
              <a:srgbClr val="00B05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Oval 37">
              <a:extLst>
                <a:ext uri="{FF2B5EF4-FFF2-40B4-BE49-F238E27FC236}">
                  <a16:creationId xmlns:a16="http://schemas.microsoft.com/office/drawing/2014/main" id="{8A7B36E1-5B5F-B6C4-2FCB-A026CD3BE378}"/>
                </a:ext>
              </a:extLst>
            </p:cNvPr>
            <p:cNvSpPr/>
            <p:nvPr/>
          </p:nvSpPr>
          <p:spPr>
            <a:xfrm>
              <a:off x="8702040" y="5048250"/>
              <a:ext cx="1371600" cy="1371600"/>
            </a:xfrm>
            <a:prstGeom prst="ellipse">
              <a:avLst/>
            </a:prstGeom>
            <a:solidFill>
              <a:srgbClr val="33CCCC"/>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Oval 38">
              <a:extLst>
                <a:ext uri="{FF2B5EF4-FFF2-40B4-BE49-F238E27FC236}">
                  <a16:creationId xmlns:a16="http://schemas.microsoft.com/office/drawing/2014/main" id="{0A1BB8B7-C724-B33F-60B6-9D1A88E33C89}"/>
                </a:ext>
              </a:extLst>
            </p:cNvPr>
            <p:cNvSpPr/>
            <p:nvPr/>
          </p:nvSpPr>
          <p:spPr>
            <a:xfrm>
              <a:off x="6060440" y="4572000"/>
              <a:ext cx="1371600" cy="1371600"/>
            </a:xfrm>
            <a:prstGeom prst="ellipse">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Oval 39">
              <a:extLst>
                <a:ext uri="{FF2B5EF4-FFF2-40B4-BE49-F238E27FC236}">
                  <a16:creationId xmlns:a16="http://schemas.microsoft.com/office/drawing/2014/main" id="{EAFD5401-3457-4565-59C6-1F513C699562}"/>
                </a:ext>
              </a:extLst>
            </p:cNvPr>
            <p:cNvSpPr/>
            <p:nvPr/>
          </p:nvSpPr>
          <p:spPr>
            <a:xfrm>
              <a:off x="5275580" y="2323465"/>
              <a:ext cx="1371600" cy="1371600"/>
            </a:xfrm>
            <a:prstGeom prst="ellipse">
              <a:avLst/>
            </a:prstGeom>
            <a:solidFill>
              <a:srgbClr val="7030A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1" name="Straight Arrow Connector 40">
              <a:extLst>
                <a:ext uri="{FF2B5EF4-FFF2-40B4-BE49-F238E27FC236}">
                  <a16:creationId xmlns:a16="http://schemas.microsoft.com/office/drawing/2014/main" id="{908FED82-5200-A7FA-FCA9-45E870641C8C}"/>
                </a:ext>
              </a:extLst>
            </p:cNvPr>
            <p:cNvCxnSpPr>
              <a:cxnSpLocks/>
            </p:cNvCxnSpPr>
            <p:nvPr/>
          </p:nvCxnSpPr>
          <p:spPr>
            <a:xfrm>
              <a:off x="7781142" y="1739798"/>
              <a:ext cx="350771" cy="830252"/>
            </a:xfrm>
            <a:prstGeom prst="straightConnector1">
              <a:avLst/>
            </a:prstGeom>
            <a:ln w="76200">
              <a:solidFill>
                <a:srgbClr val="DD4039"/>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7862CDFA-878F-F218-434F-A192772C6A92}"/>
                </a:ext>
              </a:extLst>
            </p:cNvPr>
            <p:cNvCxnSpPr>
              <a:cxnSpLocks/>
              <a:stCxn id="36" idx="3"/>
              <a:endCxn id="34" idx="7"/>
            </p:cNvCxnSpPr>
            <p:nvPr/>
          </p:nvCxnSpPr>
          <p:spPr>
            <a:xfrm flipH="1">
              <a:off x="9074298" y="2101485"/>
              <a:ext cx="610928" cy="680937"/>
            </a:xfrm>
            <a:prstGeom prst="straightConnector1">
              <a:avLst/>
            </a:prstGeom>
            <a:ln w="76200">
              <a:solidFill>
                <a:srgbClr val="F18120"/>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51B035A7-0432-1738-4D30-4AF670CA4A8A}"/>
                </a:ext>
              </a:extLst>
            </p:cNvPr>
            <p:cNvCxnSpPr>
              <a:cxnSpLocks/>
              <a:stCxn id="37" idx="2"/>
            </p:cNvCxnSpPr>
            <p:nvPr/>
          </p:nvCxnSpPr>
          <p:spPr>
            <a:xfrm flipH="1" flipV="1">
              <a:off x="9325381" y="3617306"/>
              <a:ext cx="882879" cy="252544"/>
            </a:xfrm>
            <a:prstGeom prst="straightConnector1">
              <a:avLst/>
            </a:prstGeom>
            <a:ln w="76200">
              <a:solidFill>
                <a:srgbClr val="00B050"/>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E2446230-8D2A-999E-8AEC-FAD582A348E5}"/>
                </a:ext>
              </a:extLst>
            </p:cNvPr>
            <p:cNvCxnSpPr>
              <a:cxnSpLocks/>
            </p:cNvCxnSpPr>
            <p:nvPr/>
          </p:nvCxnSpPr>
          <p:spPr>
            <a:xfrm flipH="1" flipV="1">
              <a:off x="8782322" y="4270780"/>
              <a:ext cx="396450" cy="803761"/>
            </a:xfrm>
            <a:prstGeom prst="straightConnector1">
              <a:avLst/>
            </a:prstGeom>
            <a:ln w="76200">
              <a:solidFill>
                <a:srgbClr val="33CCCC"/>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9A056BEE-F943-DDF3-526A-BE70A530B707}"/>
                </a:ext>
              </a:extLst>
            </p:cNvPr>
            <p:cNvCxnSpPr>
              <a:cxnSpLocks/>
            </p:cNvCxnSpPr>
            <p:nvPr/>
          </p:nvCxnSpPr>
          <p:spPr>
            <a:xfrm>
              <a:off x="6620624" y="3132217"/>
              <a:ext cx="921861" cy="98301"/>
            </a:xfrm>
            <a:prstGeom prst="straightConnector1">
              <a:avLst/>
            </a:prstGeom>
            <a:ln w="76200">
              <a:solidFill>
                <a:srgbClr val="7030A0"/>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316B12A7-905E-D0F7-F0DF-B84EE362BD19}"/>
                </a:ext>
              </a:extLst>
            </p:cNvPr>
            <p:cNvCxnSpPr>
              <a:cxnSpLocks/>
              <a:endCxn id="34" idx="3"/>
            </p:cNvCxnSpPr>
            <p:nvPr/>
          </p:nvCxnSpPr>
          <p:spPr>
            <a:xfrm flipV="1">
              <a:off x="7188359" y="4075578"/>
              <a:ext cx="592783" cy="670969"/>
            </a:xfrm>
            <a:prstGeom prst="straightConnector1">
              <a:avLst/>
            </a:prstGeom>
            <a:ln w="76200">
              <a:solidFill>
                <a:srgbClr val="0070C0"/>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1BFC64E6-63EB-5BF0-F0A7-4DB00CCB806A}"/>
                </a:ext>
              </a:extLst>
            </p:cNvPr>
            <p:cNvSpPr txBox="1"/>
            <p:nvPr/>
          </p:nvSpPr>
          <p:spPr>
            <a:xfrm>
              <a:off x="7725201" y="2866417"/>
              <a:ext cx="1405039" cy="1107996"/>
            </a:xfrm>
            <a:prstGeom prst="rect">
              <a:avLst/>
            </a:prstGeom>
            <a:noFill/>
          </p:spPr>
          <p:txBody>
            <a:bodyPr wrap="square" rtlCol="0">
              <a:spAutoFit/>
            </a:bodyPr>
            <a:lstStyle/>
            <a:p>
              <a:pPr algn="ctr"/>
              <a:r>
                <a:rPr lang="en-US" sz="6600" dirty="0">
                  <a:solidFill>
                    <a:schemeClr val="bg1"/>
                  </a:solidFill>
                  <a:effectLst>
                    <a:outerShdw blurRad="50800" dist="38100" dir="2700000" algn="tl" rotWithShape="0">
                      <a:prstClr val="black">
                        <a:alpha val="40000"/>
                      </a:prstClr>
                    </a:outerShdw>
                  </a:effectLst>
                  <a:latin typeface="Century Gothic" panose="020B0502020202020204" pitchFamily="34" charset="0"/>
                </a:rPr>
                <a:t>KPI</a:t>
              </a:r>
            </a:p>
          </p:txBody>
        </p:sp>
        <p:sp>
          <p:nvSpPr>
            <p:cNvPr id="48" name="TextBox 47">
              <a:extLst>
                <a:ext uri="{FF2B5EF4-FFF2-40B4-BE49-F238E27FC236}">
                  <a16:creationId xmlns:a16="http://schemas.microsoft.com/office/drawing/2014/main" id="{62DF14D2-2746-D056-F821-C87A7388B2DC}"/>
                </a:ext>
              </a:extLst>
            </p:cNvPr>
            <p:cNvSpPr txBox="1"/>
            <p:nvPr/>
          </p:nvSpPr>
          <p:spPr>
            <a:xfrm>
              <a:off x="9413240" y="1416496"/>
              <a:ext cx="1513840" cy="400110"/>
            </a:xfrm>
            <a:prstGeom prst="rect">
              <a:avLst/>
            </a:prstGeom>
            <a:noFill/>
          </p:spPr>
          <p:txBody>
            <a:bodyPr wrap="square" rtlCol="0">
              <a:spAutoFit/>
            </a:bodyPr>
            <a:lstStyle/>
            <a:p>
              <a:pPr algn="ctr"/>
              <a:r>
                <a:rPr lang="en-US" sz="2000" dirty="0">
                  <a:solidFill>
                    <a:schemeClr val="bg1"/>
                  </a:solidFill>
                  <a:effectLst>
                    <a:outerShdw blurRad="50800" dist="38100" dir="2700000" algn="tl" rotWithShape="0">
                      <a:prstClr val="black">
                        <a:alpha val="40000"/>
                      </a:prstClr>
                    </a:outerShdw>
                  </a:effectLst>
                  <a:latin typeface="Century Gothic" panose="020B0502020202020204" pitchFamily="34" charset="0"/>
                </a:rPr>
                <a:t>Objective</a:t>
              </a:r>
            </a:p>
          </p:txBody>
        </p:sp>
        <p:sp>
          <p:nvSpPr>
            <p:cNvPr id="49" name="TextBox 48">
              <a:extLst>
                <a:ext uri="{FF2B5EF4-FFF2-40B4-BE49-F238E27FC236}">
                  <a16:creationId xmlns:a16="http://schemas.microsoft.com/office/drawing/2014/main" id="{E9EF5C61-5E92-FB71-BE5F-83237835EB3B}"/>
                </a:ext>
              </a:extLst>
            </p:cNvPr>
            <p:cNvSpPr txBox="1"/>
            <p:nvPr/>
          </p:nvSpPr>
          <p:spPr>
            <a:xfrm>
              <a:off x="10137140" y="3664121"/>
              <a:ext cx="1513840" cy="400110"/>
            </a:xfrm>
            <a:prstGeom prst="rect">
              <a:avLst/>
            </a:prstGeom>
            <a:noFill/>
          </p:spPr>
          <p:txBody>
            <a:bodyPr wrap="square" rtlCol="0">
              <a:spAutoFit/>
            </a:bodyPr>
            <a:lstStyle/>
            <a:p>
              <a:pPr algn="ctr"/>
              <a:r>
                <a:rPr lang="en-US" sz="2000" dirty="0">
                  <a:solidFill>
                    <a:schemeClr val="bg1"/>
                  </a:solidFill>
                  <a:effectLst>
                    <a:outerShdw blurRad="50800" dist="38100" dir="2700000" algn="tl" rotWithShape="0">
                      <a:prstClr val="black">
                        <a:alpha val="40000"/>
                      </a:prstClr>
                    </a:outerShdw>
                  </a:effectLst>
                  <a:latin typeface="Century Gothic" panose="020B0502020202020204" pitchFamily="34" charset="0"/>
                </a:rPr>
                <a:t>Measure</a:t>
              </a:r>
            </a:p>
          </p:txBody>
        </p:sp>
        <p:sp>
          <p:nvSpPr>
            <p:cNvPr id="50" name="TextBox 49">
              <a:extLst>
                <a:ext uri="{FF2B5EF4-FFF2-40B4-BE49-F238E27FC236}">
                  <a16:creationId xmlns:a16="http://schemas.microsoft.com/office/drawing/2014/main" id="{FAEBB2D3-2AA8-6884-98ED-B88AA6A18ED0}"/>
                </a:ext>
              </a:extLst>
            </p:cNvPr>
            <p:cNvSpPr txBox="1"/>
            <p:nvPr/>
          </p:nvSpPr>
          <p:spPr>
            <a:xfrm>
              <a:off x="8656320" y="5505115"/>
              <a:ext cx="1513840" cy="400110"/>
            </a:xfrm>
            <a:prstGeom prst="rect">
              <a:avLst/>
            </a:prstGeom>
            <a:noFill/>
          </p:spPr>
          <p:txBody>
            <a:bodyPr wrap="square" rtlCol="0">
              <a:spAutoFit/>
            </a:bodyPr>
            <a:lstStyle/>
            <a:p>
              <a:pPr algn="ctr"/>
              <a:r>
                <a:rPr lang="en-US" sz="2000" dirty="0">
                  <a:solidFill>
                    <a:schemeClr val="bg1"/>
                  </a:solidFill>
                  <a:effectLst>
                    <a:outerShdw blurRad="50800" dist="38100" dir="2700000" algn="tl" rotWithShape="0">
                      <a:prstClr val="black">
                        <a:alpha val="40000"/>
                      </a:prstClr>
                    </a:outerShdw>
                  </a:effectLst>
                  <a:latin typeface="Century Gothic" panose="020B0502020202020204" pitchFamily="34" charset="0"/>
                </a:rPr>
                <a:t>Evaluate</a:t>
              </a:r>
            </a:p>
          </p:txBody>
        </p:sp>
        <p:sp>
          <p:nvSpPr>
            <p:cNvPr id="51" name="TextBox 50">
              <a:extLst>
                <a:ext uri="{FF2B5EF4-FFF2-40B4-BE49-F238E27FC236}">
                  <a16:creationId xmlns:a16="http://schemas.microsoft.com/office/drawing/2014/main" id="{95F0095D-4E00-9614-1951-E122A89BAA1C}"/>
                </a:ext>
              </a:extLst>
            </p:cNvPr>
            <p:cNvSpPr txBox="1"/>
            <p:nvPr/>
          </p:nvSpPr>
          <p:spPr>
            <a:xfrm>
              <a:off x="6000897" y="5042914"/>
              <a:ext cx="1513840" cy="400110"/>
            </a:xfrm>
            <a:prstGeom prst="rect">
              <a:avLst/>
            </a:prstGeom>
            <a:noFill/>
          </p:spPr>
          <p:txBody>
            <a:bodyPr wrap="square" rtlCol="0">
              <a:spAutoFit/>
            </a:bodyPr>
            <a:lstStyle/>
            <a:p>
              <a:pPr algn="ctr"/>
              <a:r>
                <a:rPr lang="en-US" sz="2000" dirty="0">
                  <a:solidFill>
                    <a:schemeClr val="bg1"/>
                  </a:solidFill>
                  <a:effectLst>
                    <a:outerShdw blurRad="50800" dist="38100" dir="2700000" algn="tl" rotWithShape="0">
                      <a:prstClr val="black">
                        <a:alpha val="40000"/>
                      </a:prstClr>
                    </a:outerShdw>
                  </a:effectLst>
                  <a:latin typeface="Century Gothic" panose="020B0502020202020204" pitchFamily="34" charset="0"/>
                </a:rPr>
                <a:t>Optimize</a:t>
              </a:r>
            </a:p>
          </p:txBody>
        </p:sp>
        <p:sp>
          <p:nvSpPr>
            <p:cNvPr id="52" name="TextBox 51">
              <a:extLst>
                <a:ext uri="{FF2B5EF4-FFF2-40B4-BE49-F238E27FC236}">
                  <a16:creationId xmlns:a16="http://schemas.microsoft.com/office/drawing/2014/main" id="{D2CAA364-142B-41F1-6748-28E237602256}"/>
                </a:ext>
              </a:extLst>
            </p:cNvPr>
            <p:cNvSpPr txBox="1"/>
            <p:nvPr/>
          </p:nvSpPr>
          <p:spPr>
            <a:xfrm>
              <a:off x="5162505" y="2783940"/>
              <a:ext cx="1513840" cy="400110"/>
            </a:xfrm>
            <a:prstGeom prst="rect">
              <a:avLst/>
            </a:prstGeom>
            <a:noFill/>
          </p:spPr>
          <p:txBody>
            <a:bodyPr wrap="square" rtlCol="0">
              <a:spAutoFit/>
            </a:bodyPr>
            <a:lstStyle/>
            <a:p>
              <a:pPr algn="ctr"/>
              <a:r>
                <a:rPr lang="en-US" sz="2000" dirty="0">
                  <a:solidFill>
                    <a:schemeClr val="bg1"/>
                  </a:solidFill>
                  <a:effectLst>
                    <a:outerShdw blurRad="50800" dist="38100" dir="2700000" algn="tl" rotWithShape="0">
                      <a:prstClr val="black">
                        <a:alpha val="40000"/>
                      </a:prstClr>
                    </a:outerShdw>
                  </a:effectLst>
                  <a:latin typeface="Century Gothic" panose="020B0502020202020204" pitchFamily="34" charset="0"/>
                </a:rPr>
                <a:t>Perform</a:t>
              </a:r>
            </a:p>
          </p:txBody>
        </p:sp>
        <p:sp>
          <p:nvSpPr>
            <p:cNvPr id="53" name="TextBox 52">
              <a:extLst>
                <a:ext uri="{FF2B5EF4-FFF2-40B4-BE49-F238E27FC236}">
                  <a16:creationId xmlns:a16="http://schemas.microsoft.com/office/drawing/2014/main" id="{BDC560D1-A5F0-DB3F-2D58-82ABBD13DCA7}"/>
                </a:ext>
              </a:extLst>
            </p:cNvPr>
            <p:cNvSpPr txBox="1"/>
            <p:nvPr/>
          </p:nvSpPr>
          <p:spPr>
            <a:xfrm>
              <a:off x="6725920" y="918573"/>
              <a:ext cx="1513840" cy="400110"/>
            </a:xfrm>
            <a:prstGeom prst="rect">
              <a:avLst/>
            </a:prstGeom>
            <a:noFill/>
          </p:spPr>
          <p:txBody>
            <a:bodyPr wrap="square" rtlCol="0">
              <a:spAutoFit/>
            </a:bodyPr>
            <a:lstStyle/>
            <a:p>
              <a:pPr algn="ctr"/>
              <a:r>
                <a:rPr lang="en-US" sz="2000" dirty="0">
                  <a:solidFill>
                    <a:schemeClr val="bg1"/>
                  </a:solidFill>
                  <a:effectLst>
                    <a:outerShdw blurRad="50800" dist="38100" dir="2700000" algn="tl" rotWithShape="0">
                      <a:prstClr val="black">
                        <a:alpha val="40000"/>
                      </a:prstClr>
                    </a:outerShdw>
                  </a:effectLst>
                  <a:latin typeface="Century Gothic" panose="020B0502020202020204" pitchFamily="34" charset="0"/>
                </a:rPr>
                <a:t>Strategy</a:t>
              </a:r>
            </a:p>
          </p:txBody>
        </p:sp>
      </p:grpSp>
    </p:spTree>
    <p:extLst>
      <p:ext uri="{BB962C8B-B14F-4D97-AF65-F5344CB8AC3E}">
        <p14:creationId xmlns:p14="http://schemas.microsoft.com/office/powerpoint/2010/main" val="1071611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AB24A-498E-C3F1-2009-C8B5EA69F69B}"/>
              </a:ext>
            </a:extLst>
          </p:cNvPr>
          <p:cNvSpPr>
            <a:spLocks noGrp="1"/>
          </p:cNvSpPr>
          <p:nvPr>
            <p:ph type="title"/>
          </p:nvPr>
        </p:nvSpPr>
        <p:spPr>
          <a:xfrm>
            <a:off x="515115" y="2260091"/>
            <a:ext cx="11161770" cy="1722812"/>
          </a:xfrm>
        </p:spPr>
        <p:txBody>
          <a:bodyPr>
            <a:noAutofit/>
          </a:bodyPr>
          <a:lstStyle/>
          <a:p>
            <a:pPr algn="ctr"/>
            <a:r>
              <a:rPr lang="en-US" sz="2800" b="1" dirty="0">
                <a:solidFill>
                  <a:srgbClr val="F18120"/>
                </a:solidFill>
                <a:latin typeface="Century Gothic" panose="020B0502020202020204" pitchFamily="34" charset="0"/>
              </a:rPr>
              <a:t>Download the free Fundraising Plan Excel worksheets</a:t>
            </a:r>
            <a:br>
              <a:rPr lang="en-US" sz="6000" b="1" dirty="0">
                <a:solidFill>
                  <a:srgbClr val="252260"/>
                </a:solidFill>
                <a:latin typeface="Century Gothic" panose="020B0502020202020204" pitchFamily="34" charset="0"/>
              </a:rPr>
            </a:br>
            <a:r>
              <a:rPr lang="en-US" sz="6000" b="1" dirty="0">
                <a:solidFill>
                  <a:srgbClr val="252260"/>
                </a:solidFill>
                <a:latin typeface="Century Gothic" panose="020B0502020202020204" pitchFamily="34" charset="0"/>
              </a:rPr>
              <a:t>Donorview.com/</a:t>
            </a:r>
            <a:r>
              <a:rPr lang="en-US" sz="6000" b="1" dirty="0" err="1">
                <a:solidFill>
                  <a:srgbClr val="252260"/>
                </a:solidFill>
                <a:latin typeface="Century Gothic" panose="020B0502020202020204" pitchFamily="34" charset="0"/>
              </a:rPr>
              <a:t>AFPwebinars</a:t>
            </a:r>
            <a:endParaRPr lang="en-US" b="1" dirty="0">
              <a:solidFill>
                <a:srgbClr val="DD4039"/>
              </a:solidFill>
              <a:latin typeface="Century Gothic" panose="020B0502020202020204" pitchFamily="34" charset="0"/>
            </a:endParaRPr>
          </a:p>
        </p:txBody>
      </p:sp>
      <p:grpSp>
        <p:nvGrpSpPr>
          <p:cNvPr id="9" name="Group 8">
            <a:extLst>
              <a:ext uri="{FF2B5EF4-FFF2-40B4-BE49-F238E27FC236}">
                <a16:creationId xmlns:a16="http://schemas.microsoft.com/office/drawing/2014/main" id="{D20CEC2D-EB88-82D9-5C02-C041D5872146}"/>
              </a:ext>
            </a:extLst>
          </p:cNvPr>
          <p:cNvGrpSpPr/>
          <p:nvPr/>
        </p:nvGrpSpPr>
        <p:grpSpPr>
          <a:xfrm>
            <a:off x="0" y="6078071"/>
            <a:ext cx="12192000" cy="779929"/>
            <a:chOff x="0" y="6078071"/>
            <a:chExt cx="12192000" cy="779929"/>
          </a:xfrm>
        </p:grpSpPr>
        <p:sp>
          <p:nvSpPr>
            <p:cNvPr id="12" name="Rectangle 24">
              <a:extLst>
                <a:ext uri="{FF2B5EF4-FFF2-40B4-BE49-F238E27FC236}">
                  <a16:creationId xmlns:a16="http://schemas.microsoft.com/office/drawing/2014/main" id="{3FFEAEAC-2037-743E-7FB7-9B4EF1FA8CA8}"/>
                </a:ext>
              </a:extLst>
            </p:cNvPr>
            <p:cNvSpPr/>
            <p:nvPr/>
          </p:nvSpPr>
          <p:spPr>
            <a:xfrm>
              <a:off x="0" y="6078071"/>
              <a:ext cx="12192000" cy="779929"/>
            </a:xfrm>
            <a:custGeom>
              <a:avLst/>
              <a:gdLst>
                <a:gd name="connsiteX0" fmla="*/ 0 w 12876028"/>
                <a:gd name="connsiteY0" fmla="*/ 0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0 h 1662721"/>
                <a:gd name="connsiteX0" fmla="*/ 0 w 12876028"/>
                <a:gd name="connsiteY0" fmla="*/ 893135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893135 h 1662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6028" h="1662721">
                  <a:moveTo>
                    <a:pt x="0" y="893135"/>
                  </a:moveTo>
                  <a:lnTo>
                    <a:pt x="12876028" y="0"/>
                  </a:lnTo>
                  <a:lnTo>
                    <a:pt x="12876028" y="1662721"/>
                  </a:lnTo>
                  <a:lnTo>
                    <a:pt x="0" y="1662721"/>
                  </a:lnTo>
                  <a:lnTo>
                    <a:pt x="0" y="893135"/>
                  </a:lnTo>
                  <a:close/>
                </a:path>
              </a:pathLst>
            </a:custGeom>
            <a:solidFill>
              <a:srgbClr val="DD4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a:extLst>
                <a:ext uri="{FF2B5EF4-FFF2-40B4-BE49-F238E27FC236}">
                  <a16:creationId xmlns:a16="http://schemas.microsoft.com/office/drawing/2014/main" id="{A5B071A1-77DB-7615-D5C2-DEB969E39E35}"/>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24486" b="24288"/>
            <a:stretch/>
          </p:blipFill>
          <p:spPr>
            <a:xfrm>
              <a:off x="9825318" y="6236638"/>
              <a:ext cx="2079811" cy="559334"/>
            </a:xfrm>
            <a:prstGeom prst="rect">
              <a:avLst/>
            </a:prstGeom>
          </p:spPr>
        </p:pic>
      </p:grpSp>
      <p:sp>
        <p:nvSpPr>
          <p:cNvPr id="3" name="Rectangle 2">
            <a:extLst>
              <a:ext uri="{FF2B5EF4-FFF2-40B4-BE49-F238E27FC236}">
                <a16:creationId xmlns:a16="http://schemas.microsoft.com/office/drawing/2014/main" id="{43CEE15B-8725-511D-153C-590B508B3BA8}"/>
              </a:ext>
            </a:extLst>
          </p:cNvPr>
          <p:cNvSpPr/>
          <p:nvPr/>
        </p:nvSpPr>
        <p:spPr>
          <a:xfrm>
            <a:off x="0" y="0"/>
            <a:ext cx="12192000" cy="959224"/>
          </a:xfrm>
          <a:prstGeom prst="rect">
            <a:avLst/>
          </a:prstGeom>
          <a:solidFill>
            <a:srgbClr val="2522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Slide Number Placeholder 5">
            <a:extLst>
              <a:ext uri="{FF2B5EF4-FFF2-40B4-BE49-F238E27FC236}">
                <a16:creationId xmlns:a16="http://schemas.microsoft.com/office/drawing/2014/main" id="{B64087CC-6928-E6CE-4ACD-5020F3C5ECEF}"/>
              </a:ext>
            </a:extLst>
          </p:cNvPr>
          <p:cNvSpPr>
            <a:spLocks noGrp="1"/>
          </p:cNvSpPr>
          <p:nvPr>
            <p:ph type="sldNum" sz="quarter" idx="12"/>
          </p:nvPr>
        </p:nvSpPr>
        <p:spPr>
          <a:xfrm>
            <a:off x="0" y="6492875"/>
            <a:ext cx="515115" cy="365125"/>
          </a:xfrm>
        </p:spPr>
        <p:txBody>
          <a:bodyPr/>
          <a:lstStyle/>
          <a:p>
            <a:fld id="{0F897CD2-57D8-4610-8E64-C03C1E4E4E05}" type="slidenum">
              <a:rPr lang="en-US" sz="1600" b="1" smtClean="0">
                <a:solidFill>
                  <a:schemeClr val="bg1"/>
                </a:solidFill>
                <a:latin typeface="Century Gothic" panose="020B0502020202020204" pitchFamily="34" charset="0"/>
              </a:rPr>
              <a:t>40</a:t>
            </a:fld>
            <a:endParaRPr lang="en-US" sz="1600" b="1" dirty="0">
              <a:solidFill>
                <a:schemeClr val="bg1"/>
              </a:solidFill>
              <a:latin typeface="Century Gothic" panose="020B0502020202020204" pitchFamily="34" charset="0"/>
            </a:endParaRPr>
          </a:p>
        </p:txBody>
      </p:sp>
    </p:spTree>
    <p:extLst>
      <p:ext uri="{BB962C8B-B14F-4D97-AF65-F5344CB8AC3E}">
        <p14:creationId xmlns:p14="http://schemas.microsoft.com/office/powerpoint/2010/main" val="18804593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5">
            <a:extLst>
              <a:ext uri="{FF2B5EF4-FFF2-40B4-BE49-F238E27FC236}">
                <a16:creationId xmlns:a16="http://schemas.microsoft.com/office/drawing/2014/main" id="{D319DC05-FDC1-B73F-951D-DB4E518832B5}"/>
              </a:ext>
            </a:extLst>
          </p:cNvPr>
          <p:cNvSpPr/>
          <p:nvPr/>
        </p:nvSpPr>
        <p:spPr>
          <a:xfrm flipV="1">
            <a:off x="-62142" y="-26632"/>
            <a:ext cx="7368377" cy="6884630"/>
          </a:xfrm>
          <a:custGeom>
            <a:avLst/>
            <a:gdLst>
              <a:gd name="connsiteX0" fmla="*/ 0 w 6986726"/>
              <a:gd name="connsiteY0" fmla="*/ 0 h 6858000"/>
              <a:gd name="connsiteX1" fmla="*/ 6986726 w 6986726"/>
              <a:gd name="connsiteY1" fmla="*/ 0 h 6858000"/>
              <a:gd name="connsiteX2" fmla="*/ 6986726 w 6986726"/>
              <a:gd name="connsiteY2" fmla="*/ 6858000 h 6858000"/>
              <a:gd name="connsiteX3" fmla="*/ 0 w 6986726"/>
              <a:gd name="connsiteY3" fmla="*/ 6858000 h 6858000"/>
              <a:gd name="connsiteX4" fmla="*/ 0 w 6986726"/>
              <a:gd name="connsiteY4" fmla="*/ 0 h 6858000"/>
              <a:gd name="connsiteX0" fmla="*/ 0 w 6986726"/>
              <a:gd name="connsiteY0" fmla="*/ 0 h 6858000"/>
              <a:gd name="connsiteX1" fmla="*/ 4714042 w 6986726"/>
              <a:gd name="connsiteY1" fmla="*/ 0 h 6858000"/>
              <a:gd name="connsiteX2" fmla="*/ 6986726 w 6986726"/>
              <a:gd name="connsiteY2" fmla="*/ 6858000 h 6858000"/>
              <a:gd name="connsiteX3" fmla="*/ 0 w 6986726"/>
              <a:gd name="connsiteY3" fmla="*/ 6858000 h 6858000"/>
              <a:gd name="connsiteX4" fmla="*/ 0 w 6986726"/>
              <a:gd name="connsiteY4" fmla="*/ 0 h 6858000"/>
              <a:gd name="connsiteX0" fmla="*/ 0 w 6986726"/>
              <a:gd name="connsiteY0" fmla="*/ 0 h 6858000"/>
              <a:gd name="connsiteX1" fmla="*/ 5442011 w 6986726"/>
              <a:gd name="connsiteY1" fmla="*/ 17756 h 6858000"/>
              <a:gd name="connsiteX2" fmla="*/ 6986726 w 6986726"/>
              <a:gd name="connsiteY2" fmla="*/ 6858000 h 6858000"/>
              <a:gd name="connsiteX3" fmla="*/ 0 w 6986726"/>
              <a:gd name="connsiteY3" fmla="*/ 6858000 h 6858000"/>
              <a:gd name="connsiteX4" fmla="*/ 0 w 6986726"/>
              <a:gd name="connsiteY4" fmla="*/ 0 h 6858000"/>
              <a:gd name="connsiteX0" fmla="*/ 0 w 6986726"/>
              <a:gd name="connsiteY0" fmla="*/ 26632 h 6884632"/>
              <a:gd name="connsiteX1" fmla="*/ 5433133 w 6986726"/>
              <a:gd name="connsiteY1" fmla="*/ 0 h 6884632"/>
              <a:gd name="connsiteX2" fmla="*/ 6986726 w 6986726"/>
              <a:gd name="connsiteY2" fmla="*/ 6884632 h 6884632"/>
              <a:gd name="connsiteX3" fmla="*/ 0 w 6986726"/>
              <a:gd name="connsiteY3" fmla="*/ 6884632 h 6884632"/>
              <a:gd name="connsiteX4" fmla="*/ 0 w 6986726"/>
              <a:gd name="connsiteY4" fmla="*/ 26632 h 6884632"/>
              <a:gd name="connsiteX0" fmla="*/ 0 w 7354734"/>
              <a:gd name="connsiteY0" fmla="*/ 8876 h 6866876"/>
              <a:gd name="connsiteX1" fmla="*/ 7354734 w 7354734"/>
              <a:gd name="connsiteY1" fmla="*/ 0 h 6866876"/>
              <a:gd name="connsiteX2" fmla="*/ 6986726 w 7354734"/>
              <a:gd name="connsiteY2" fmla="*/ 6866876 h 6866876"/>
              <a:gd name="connsiteX3" fmla="*/ 0 w 7354734"/>
              <a:gd name="connsiteY3" fmla="*/ 6866876 h 6866876"/>
              <a:gd name="connsiteX4" fmla="*/ 0 w 7354734"/>
              <a:gd name="connsiteY4" fmla="*/ 8876 h 6866876"/>
              <a:gd name="connsiteX0" fmla="*/ 0 w 7119243"/>
              <a:gd name="connsiteY0" fmla="*/ 44387 h 6902387"/>
              <a:gd name="connsiteX1" fmla="*/ 7119243 w 7119243"/>
              <a:gd name="connsiteY1" fmla="*/ 0 h 6902387"/>
              <a:gd name="connsiteX2" fmla="*/ 6986726 w 7119243"/>
              <a:gd name="connsiteY2" fmla="*/ 6902387 h 6902387"/>
              <a:gd name="connsiteX3" fmla="*/ 0 w 7119243"/>
              <a:gd name="connsiteY3" fmla="*/ 6902387 h 6902387"/>
              <a:gd name="connsiteX4" fmla="*/ 0 w 7119243"/>
              <a:gd name="connsiteY4" fmla="*/ 44387 h 6902387"/>
              <a:gd name="connsiteX0" fmla="*/ 0 w 7147502"/>
              <a:gd name="connsiteY0" fmla="*/ 8876 h 6866876"/>
              <a:gd name="connsiteX1" fmla="*/ 7147502 w 7147502"/>
              <a:gd name="connsiteY1" fmla="*/ 0 h 6866876"/>
              <a:gd name="connsiteX2" fmla="*/ 6986726 w 7147502"/>
              <a:gd name="connsiteY2" fmla="*/ 6866876 h 6866876"/>
              <a:gd name="connsiteX3" fmla="*/ 0 w 7147502"/>
              <a:gd name="connsiteY3" fmla="*/ 6866876 h 6866876"/>
              <a:gd name="connsiteX4" fmla="*/ 0 w 7147502"/>
              <a:gd name="connsiteY4" fmla="*/ 8876 h 6866876"/>
              <a:gd name="connsiteX0" fmla="*/ 0 w 7693197"/>
              <a:gd name="connsiteY0" fmla="*/ 8876 h 6866876"/>
              <a:gd name="connsiteX1" fmla="*/ 7147502 w 7693197"/>
              <a:gd name="connsiteY1" fmla="*/ 0 h 6866876"/>
              <a:gd name="connsiteX2" fmla="*/ 7693197 w 7693197"/>
              <a:gd name="connsiteY2" fmla="*/ 6849121 h 6866876"/>
              <a:gd name="connsiteX3" fmla="*/ 0 w 7693197"/>
              <a:gd name="connsiteY3" fmla="*/ 6866876 h 6866876"/>
              <a:gd name="connsiteX4" fmla="*/ 0 w 7693197"/>
              <a:gd name="connsiteY4" fmla="*/ 8876 h 6866876"/>
              <a:gd name="connsiteX0" fmla="*/ 0 w 8192437"/>
              <a:gd name="connsiteY0" fmla="*/ 8876 h 6866876"/>
              <a:gd name="connsiteX1" fmla="*/ 7147502 w 8192437"/>
              <a:gd name="connsiteY1" fmla="*/ 0 h 6866876"/>
              <a:gd name="connsiteX2" fmla="*/ 8192437 w 8192437"/>
              <a:gd name="connsiteY2" fmla="*/ 6840277 h 6866876"/>
              <a:gd name="connsiteX3" fmla="*/ 0 w 8192437"/>
              <a:gd name="connsiteY3" fmla="*/ 6866876 h 6866876"/>
              <a:gd name="connsiteX4" fmla="*/ 0 w 8192437"/>
              <a:gd name="connsiteY4" fmla="*/ 8876 h 6866876"/>
              <a:gd name="connsiteX0" fmla="*/ 0 w 8192437"/>
              <a:gd name="connsiteY0" fmla="*/ 32 h 6858032"/>
              <a:gd name="connsiteX1" fmla="*/ 6949691 w 8192437"/>
              <a:gd name="connsiteY1" fmla="*/ 0 h 6858032"/>
              <a:gd name="connsiteX2" fmla="*/ 8192437 w 8192437"/>
              <a:gd name="connsiteY2" fmla="*/ 6831433 h 6858032"/>
              <a:gd name="connsiteX3" fmla="*/ 0 w 8192437"/>
              <a:gd name="connsiteY3" fmla="*/ 6858032 h 6858032"/>
              <a:gd name="connsiteX4" fmla="*/ 0 w 8192437"/>
              <a:gd name="connsiteY4" fmla="*/ 32 h 68580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92437" h="6858032">
                <a:moveTo>
                  <a:pt x="0" y="32"/>
                </a:moveTo>
                <a:lnTo>
                  <a:pt x="6949691" y="0"/>
                </a:lnTo>
                <a:lnTo>
                  <a:pt x="8192437" y="6831433"/>
                </a:lnTo>
                <a:lnTo>
                  <a:pt x="0" y="6858032"/>
                </a:lnTo>
                <a:lnTo>
                  <a:pt x="0" y="32"/>
                </a:lnTo>
                <a:close/>
              </a:path>
            </a:pathLst>
          </a:custGeom>
          <a:solidFill>
            <a:srgbClr val="DD4039">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1DF514A7-E9E7-2DBD-2745-24E341276160}"/>
              </a:ext>
            </a:extLst>
          </p:cNvPr>
          <p:cNvSpPr/>
          <p:nvPr/>
        </p:nvSpPr>
        <p:spPr>
          <a:xfrm>
            <a:off x="-62142" y="-13317"/>
            <a:ext cx="7135295" cy="6871317"/>
          </a:xfrm>
          <a:custGeom>
            <a:avLst/>
            <a:gdLst>
              <a:gd name="connsiteX0" fmla="*/ 0 w 6986726"/>
              <a:gd name="connsiteY0" fmla="*/ 0 h 6858000"/>
              <a:gd name="connsiteX1" fmla="*/ 6986726 w 6986726"/>
              <a:gd name="connsiteY1" fmla="*/ 0 h 6858000"/>
              <a:gd name="connsiteX2" fmla="*/ 6986726 w 6986726"/>
              <a:gd name="connsiteY2" fmla="*/ 6858000 h 6858000"/>
              <a:gd name="connsiteX3" fmla="*/ 0 w 6986726"/>
              <a:gd name="connsiteY3" fmla="*/ 6858000 h 6858000"/>
              <a:gd name="connsiteX4" fmla="*/ 0 w 6986726"/>
              <a:gd name="connsiteY4" fmla="*/ 0 h 6858000"/>
              <a:gd name="connsiteX0" fmla="*/ 0 w 6986726"/>
              <a:gd name="connsiteY0" fmla="*/ 0 h 6858000"/>
              <a:gd name="connsiteX1" fmla="*/ 4714042 w 6986726"/>
              <a:gd name="connsiteY1" fmla="*/ 0 h 6858000"/>
              <a:gd name="connsiteX2" fmla="*/ 6986726 w 6986726"/>
              <a:gd name="connsiteY2" fmla="*/ 6858000 h 6858000"/>
              <a:gd name="connsiteX3" fmla="*/ 0 w 6986726"/>
              <a:gd name="connsiteY3" fmla="*/ 6858000 h 6858000"/>
              <a:gd name="connsiteX4" fmla="*/ 0 w 6986726"/>
              <a:gd name="connsiteY4" fmla="*/ 0 h 6858000"/>
              <a:gd name="connsiteX0" fmla="*/ 0 w 6986726"/>
              <a:gd name="connsiteY0" fmla="*/ 0 h 6858000"/>
              <a:gd name="connsiteX1" fmla="*/ 5442011 w 6986726"/>
              <a:gd name="connsiteY1" fmla="*/ 17756 h 6858000"/>
              <a:gd name="connsiteX2" fmla="*/ 6986726 w 6986726"/>
              <a:gd name="connsiteY2" fmla="*/ 6858000 h 6858000"/>
              <a:gd name="connsiteX3" fmla="*/ 0 w 6986726"/>
              <a:gd name="connsiteY3" fmla="*/ 6858000 h 6858000"/>
              <a:gd name="connsiteX4" fmla="*/ 0 w 6986726"/>
              <a:gd name="connsiteY4" fmla="*/ 0 h 6858000"/>
              <a:gd name="connsiteX0" fmla="*/ 0 w 6986726"/>
              <a:gd name="connsiteY0" fmla="*/ 26632 h 6884632"/>
              <a:gd name="connsiteX1" fmla="*/ 5433133 w 6986726"/>
              <a:gd name="connsiteY1" fmla="*/ 0 h 6884632"/>
              <a:gd name="connsiteX2" fmla="*/ 6986726 w 6986726"/>
              <a:gd name="connsiteY2" fmla="*/ 6884632 h 6884632"/>
              <a:gd name="connsiteX3" fmla="*/ 0 w 6986726"/>
              <a:gd name="connsiteY3" fmla="*/ 6884632 h 6884632"/>
              <a:gd name="connsiteX4" fmla="*/ 0 w 6986726"/>
              <a:gd name="connsiteY4" fmla="*/ 26632 h 6884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86726" h="6884632">
                <a:moveTo>
                  <a:pt x="0" y="26632"/>
                </a:moveTo>
                <a:lnTo>
                  <a:pt x="5433133" y="0"/>
                </a:lnTo>
                <a:lnTo>
                  <a:pt x="6986726" y="6884632"/>
                </a:lnTo>
                <a:lnTo>
                  <a:pt x="0" y="6884632"/>
                </a:lnTo>
                <a:lnTo>
                  <a:pt x="0" y="26632"/>
                </a:lnTo>
                <a:close/>
              </a:path>
            </a:pathLst>
          </a:custGeom>
          <a:solidFill>
            <a:srgbClr val="DD4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31AB24A-498E-C3F1-2009-C8B5EA69F69B}"/>
              </a:ext>
            </a:extLst>
          </p:cNvPr>
          <p:cNvSpPr>
            <a:spLocks noGrp="1"/>
          </p:cNvSpPr>
          <p:nvPr>
            <p:ph type="title"/>
          </p:nvPr>
        </p:nvSpPr>
        <p:spPr>
          <a:xfrm>
            <a:off x="185610" y="741447"/>
            <a:ext cx="6639789" cy="1325563"/>
          </a:xfrm>
        </p:spPr>
        <p:txBody>
          <a:bodyPr>
            <a:noAutofit/>
          </a:bodyPr>
          <a:lstStyle/>
          <a:p>
            <a:r>
              <a:rPr lang="en-US" sz="6600" dirty="0">
                <a:solidFill>
                  <a:schemeClr val="bg1"/>
                </a:solidFill>
                <a:latin typeface="Century Gothic" panose="020B0502020202020204" pitchFamily="34" charset="0"/>
              </a:rPr>
              <a:t>THANK YOU!</a:t>
            </a:r>
          </a:p>
        </p:txBody>
      </p:sp>
      <p:sp>
        <p:nvSpPr>
          <p:cNvPr id="3" name="Content Placeholder 2">
            <a:extLst>
              <a:ext uri="{FF2B5EF4-FFF2-40B4-BE49-F238E27FC236}">
                <a16:creationId xmlns:a16="http://schemas.microsoft.com/office/drawing/2014/main" id="{6F6031A6-B52D-4E67-47F7-49384C60FF19}"/>
              </a:ext>
            </a:extLst>
          </p:cNvPr>
          <p:cNvSpPr>
            <a:spLocks noGrp="1"/>
          </p:cNvSpPr>
          <p:nvPr>
            <p:ph idx="1"/>
          </p:nvPr>
        </p:nvSpPr>
        <p:spPr>
          <a:xfrm>
            <a:off x="292814" y="4508297"/>
            <a:ext cx="4878861" cy="1848053"/>
          </a:xfrm>
        </p:spPr>
        <p:txBody>
          <a:bodyPr>
            <a:noAutofit/>
          </a:bodyPr>
          <a:lstStyle/>
          <a:p>
            <a:pPr marL="0" marR="0" indent="0">
              <a:lnSpc>
                <a:spcPts val="4000"/>
              </a:lnSpc>
              <a:spcBef>
                <a:spcPts val="0"/>
              </a:spcBef>
              <a:spcAft>
                <a:spcPts val="0"/>
              </a:spcAft>
              <a:buNone/>
            </a:pPr>
            <a:r>
              <a:rPr lang="en-US" dirty="0">
                <a:solidFill>
                  <a:schemeClr val="bg1"/>
                </a:solidFill>
                <a:latin typeface="Century Gothic" panose="020B0502020202020204" pitchFamily="34" charset="0"/>
                <a:ea typeface="Times New Roman" panose="02020603050405020304" pitchFamily="18" charset="0"/>
                <a:cs typeface="Times New Roman" panose="02020603050405020304" pitchFamily="18" charset="0"/>
              </a:rPr>
              <a:t>Contact Us:</a:t>
            </a:r>
            <a:endParaRPr lang="en-US" dirty="0">
              <a:solidFill>
                <a:schemeClr val="bg1"/>
              </a:solidFill>
              <a:effectLst/>
              <a:latin typeface="Century Gothic" panose="020B0502020202020204" pitchFamily="34" charset="0"/>
              <a:ea typeface="Times New Roman" panose="02020603050405020304" pitchFamily="18" charset="0"/>
              <a:cs typeface="Times New Roman" panose="02020603050405020304" pitchFamily="18" charset="0"/>
            </a:endParaRPr>
          </a:p>
          <a:p>
            <a:pPr marL="0" marR="0" indent="0">
              <a:lnSpc>
                <a:spcPts val="4000"/>
              </a:lnSpc>
              <a:spcBef>
                <a:spcPts val="0"/>
              </a:spcBef>
              <a:spcAft>
                <a:spcPts val="0"/>
              </a:spcAft>
              <a:buNone/>
            </a:pPr>
            <a:r>
              <a:rPr lang="en-US" dirty="0">
                <a:solidFill>
                  <a:schemeClr val="bg1"/>
                </a:solidFill>
                <a:effectLst/>
                <a:latin typeface="Century Gothic" panose="020B0502020202020204" pitchFamily="34" charset="0"/>
                <a:ea typeface="Times New Roman" panose="02020603050405020304" pitchFamily="18" charset="0"/>
                <a:cs typeface="Times New Roman" panose="02020603050405020304" pitchFamily="18" charset="0"/>
              </a:rPr>
              <a:t>508-205-0243 </a:t>
            </a:r>
            <a:endParaRPr lang="en-US" dirty="0">
              <a:solidFill>
                <a:schemeClr val="bg1"/>
              </a:solidFill>
              <a:effectLst/>
              <a:latin typeface="Century Gothic" panose="020B0502020202020204" pitchFamily="34" charset="0"/>
              <a:ea typeface="Calibri" panose="020F0502020204030204" pitchFamily="34" charset="0"/>
              <a:cs typeface="Times New Roman" panose="02020603050405020304" pitchFamily="18" charset="0"/>
            </a:endParaRPr>
          </a:p>
          <a:p>
            <a:pPr marL="0" marR="0" indent="0">
              <a:lnSpc>
                <a:spcPts val="4000"/>
              </a:lnSpc>
              <a:spcBef>
                <a:spcPts val="0"/>
              </a:spcBef>
              <a:spcAft>
                <a:spcPts val="0"/>
              </a:spcAft>
              <a:buNone/>
            </a:pPr>
            <a:r>
              <a:rPr lang="en-US" dirty="0">
                <a:solidFill>
                  <a:schemeClr val="bg1"/>
                </a:solidFill>
                <a:effectLst/>
                <a:latin typeface="Century Gothic" panose="020B0502020202020204" pitchFamily="34" charset="0"/>
                <a:ea typeface="Times New Roman" panose="02020603050405020304" pitchFamily="18" charset="0"/>
                <a:cs typeface="Times New Roman" panose="02020603050405020304" pitchFamily="18" charset="0"/>
              </a:rPr>
              <a:t>sales@donorview.com</a:t>
            </a:r>
          </a:p>
          <a:p>
            <a:pPr marL="0" marR="0" indent="0">
              <a:lnSpc>
                <a:spcPts val="4000"/>
              </a:lnSpc>
              <a:spcBef>
                <a:spcPts val="0"/>
              </a:spcBef>
              <a:spcAft>
                <a:spcPts val="0"/>
              </a:spcAft>
              <a:buNone/>
            </a:pPr>
            <a:r>
              <a:rPr lang="en-US" dirty="0">
                <a:solidFill>
                  <a:schemeClr val="bg1"/>
                </a:solidFill>
                <a:latin typeface="Century Gothic" panose="020B0502020202020204" pitchFamily="34" charset="0"/>
                <a:ea typeface="Times New Roman" panose="02020603050405020304" pitchFamily="18" charset="0"/>
                <a:cs typeface="Times New Roman" panose="02020603050405020304" pitchFamily="18" charset="0"/>
              </a:rPr>
              <a:t>donorview.com</a:t>
            </a:r>
            <a:r>
              <a:rPr lang="en-US" dirty="0">
                <a:solidFill>
                  <a:schemeClr val="bg1"/>
                </a:solidFill>
                <a:effectLst/>
                <a:latin typeface="Century Gothic" panose="020B0502020202020204" pitchFamily="34" charset="0"/>
                <a:ea typeface="Times New Roman" panose="02020603050405020304" pitchFamily="18" charset="0"/>
                <a:cs typeface="Times New Roman" panose="02020603050405020304" pitchFamily="18" charset="0"/>
              </a:rPr>
              <a:t> </a:t>
            </a:r>
            <a:endParaRPr lang="en-US" dirty="0">
              <a:solidFill>
                <a:schemeClr val="bg1"/>
              </a:solidFill>
              <a:effectLst/>
              <a:latin typeface="Century Gothic" panose="020B0502020202020204" pitchFamily="34" charset="0"/>
              <a:ea typeface="Calibri" panose="020F0502020204030204" pitchFamily="34" charset="0"/>
              <a:cs typeface="Times New Roman" panose="02020603050405020304" pitchFamily="18" charset="0"/>
            </a:endParaRPr>
          </a:p>
        </p:txBody>
      </p:sp>
      <p:pic>
        <p:nvPicPr>
          <p:cNvPr id="10" name="Picture 9" descr="Qr code&#10;&#10;Description automatically generated">
            <a:extLst>
              <a:ext uri="{FF2B5EF4-FFF2-40B4-BE49-F238E27FC236}">
                <a16:creationId xmlns:a16="http://schemas.microsoft.com/office/drawing/2014/main" id="{A1375A32-EE66-AE62-3545-E268A6BECFEE}"/>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821865" y="2154865"/>
            <a:ext cx="2548271" cy="2548271"/>
          </a:xfrm>
          <a:prstGeom prst="rect">
            <a:avLst/>
          </a:prstGeom>
          <a:ln>
            <a:solidFill>
              <a:srgbClr val="DD4039"/>
            </a:solidFill>
          </a:ln>
        </p:spPr>
      </p:pic>
      <p:sp>
        <p:nvSpPr>
          <p:cNvPr id="5" name="TextBox 4">
            <a:extLst>
              <a:ext uri="{FF2B5EF4-FFF2-40B4-BE49-F238E27FC236}">
                <a16:creationId xmlns:a16="http://schemas.microsoft.com/office/drawing/2014/main" id="{D152E330-CABC-AE96-4693-CF62BAEF7555}"/>
              </a:ext>
            </a:extLst>
          </p:cNvPr>
          <p:cNvSpPr txBox="1"/>
          <p:nvPr/>
        </p:nvSpPr>
        <p:spPr>
          <a:xfrm>
            <a:off x="7508039" y="1963048"/>
            <a:ext cx="4385373" cy="646331"/>
          </a:xfrm>
          <a:prstGeom prst="rect">
            <a:avLst/>
          </a:prstGeom>
          <a:noFill/>
        </p:spPr>
        <p:txBody>
          <a:bodyPr wrap="square">
            <a:spAutoFit/>
          </a:bodyPr>
          <a:lstStyle/>
          <a:p>
            <a:pPr algn="ctr"/>
            <a:r>
              <a:rPr lang="en-US" sz="3600" dirty="0">
                <a:solidFill>
                  <a:srgbClr val="DD4039"/>
                </a:solidFill>
                <a:latin typeface="Century Gothic" panose="020B0502020202020204" pitchFamily="34" charset="0"/>
              </a:rPr>
              <a:t>Request a Demo </a:t>
            </a:r>
          </a:p>
        </p:txBody>
      </p:sp>
      <p:sp>
        <p:nvSpPr>
          <p:cNvPr id="6" name="TextBox 5">
            <a:extLst>
              <a:ext uri="{FF2B5EF4-FFF2-40B4-BE49-F238E27FC236}">
                <a16:creationId xmlns:a16="http://schemas.microsoft.com/office/drawing/2014/main" id="{94904A34-5D04-712E-8764-84E80196CA02}"/>
              </a:ext>
            </a:extLst>
          </p:cNvPr>
          <p:cNvSpPr txBox="1"/>
          <p:nvPr/>
        </p:nvSpPr>
        <p:spPr>
          <a:xfrm>
            <a:off x="7979876" y="4272249"/>
            <a:ext cx="3441698" cy="430887"/>
          </a:xfrm>
          <a:prstGeom prst="rect">
            <a:avLst/>
          </a:prstGeom>
          <a:noFill/>
        </p:spPr>
        <p:txBody>
          <a:bodyPr wrap="square" rtlCol="0">
            <a:spAutoFit/>
          </a:bodyPr>
          <a:lstStyle/>
          <a:p>
            <a:pPr marL="0" marR="0" algn="ctr">
              <a:spcBef>
                <a:spcPts val="0"/>
              </a:spcBef>
              <a:spcAft>
                <a:spcPts val="0"/>
              </a:spcAft>
            </a:pPr>
            <a:r>
              <a:rPr lang="en-US" sz="2200" dirty="0">
                <a:solidFill>
                  <a:srgbClr val="DD4039"/>
                </a:solidFill>
                <a:effectLst/>
                <a:latin typeface="Century Gothic" panose="020B0502020202020204" pitchFamily="34" charset="0"/>
                <a:ea typeface="Times New Roman" panose="02020603050405020304" pitchFamily="18" charset="0"/>
                <a:cs typeface="Times New Roman" panose="02020603050405020304" pitchFamily="18" charset="0"/>
              </a:rPr>
              <a:t>DonorView.com/Demo</a:t>
            </a:r>
            <a:endParaRPr lang="en-US" sz="2200" dirty="0">
              <a:solidFill>
                <a:srgbClr val="DD4039"/>
              </a:solidFill>
              <a:effectLst/>
              <a:latin typeface="Century Gothic" panose="020B0502020202020204" pitchFamily="34" charset="0"/>
              <a:ea typeface="Calibri" panose="020F050202020403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E0ECCD18-1163-EE5A-7C53-72742ECA6B62}"/>
              </a:ext>
            </a:extLst>
          </p:cNvPr>
          <p:cNvSpPr txBox="1"/>
          <p:nvPr/>
        </p:nvSpPr>
        <p:spPr>
          <a:xfrm>
            <a:off x="8097466" y="2736502"/>
            <a:ext cx="3206517" cy="1384995"/>
          </a:xfrm>
          <a:prstGeom prst="rect">
            <a:avLst/>
          </a:prstGeom>
          <a:noFill/>
        </p:spPr>
        <p:txBody>
          <a:bodyPr wrap="square" rtlCol="0">
            <a:spAutoFit/>
          </a:bodyPr>
          <a:lstStyle/>
          <a:p>
            <a:pPr algn="ctr"/>
            <a:r>
              <a:rPr lang="en-US" sz="2800" b="1" dirty="0">
                <a:solidFill>
                  <a:srgbClr val="252260"/>
                </a:solidFill>
                <a:effectLst/>
                <a:latin typeface="Century Gothic" panose="020B0502020202020204" pitchFamily="34" charset="0"/>
              </a:rPr>
              <a:t>Scan</a:t>
            </a:r>
            <a:r>
              <a:rPr lang="en-US" sz="2800" dirty="0">
                <a:solidFill>
                  <a:srgbClr val="252260"/>
                </a:solidFill>
                <a:effectLst/>
                <a:latin typeface="Century Gothic" panose="020B0502020202020204" pitchFamily="34" charset="0"/>
              </a:rPr>
              <a:t> to visit our website and set</a:t>
            </a:r>
            <a:br>
              <a:rPr lang="en-US" sz="2800" dirty="0">
                <a:solidFill>
                  <a:srgbClr val="252260"/>
                </a:solidFill>
                <a:effectLst/>
                <a:latin typeface="Century Gothic" panose="020B0502020202020204" pitchFamily="34" charset="0"/>
              </a:rPr>
            </a:br>
            <a:r>
              <a:rPr lang="en-US" sz="2800" dirty="0">
                <a:solidFill>
                  <a:srgbClr val="252260"/>
                </a:solidFill>
                <a:effectLst/>
                <a:latin typeface="Century Gothic" panose="020B0502020202020204" pitchFamily="34" charset="0"/>
              </a:rPr>
              <a:t>up a free </a:t>
            </a:r>
            <a:r>
              <a:rPr lang="en-US" sz="2800" b="1" dirty="0">
                <a:solidFill>
                  <a:srgbClr val="252260"/>
                </a:solidFill>
                <a:effectLst/>
                <a:latin typeface="Century Gothic" panose="020B0502020202020204" pitchFamily="34" charset="0"/>
              </a:rPr>
              <a:t>demo!</a:t>
            </a:r>
          </a:p>
        </p:txBody>
      </p:sp>
      <p:pic>
        <p:nvPicPr>
          <p:cNvPr id="19" name="Picture 18">
            <a:extLst>
              <a:ext uri="{FF2B5EF4-FFF2-40B4-BE49-F238E27FC236}">
                <a16:creationId xmlns:a16="http://schemas.microsoft.com/office/drawing/2014/main" id="{8178BEF5-E425-8AA4-CF3B-AC72594A49D3}"/>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056984" y="6009449"/>
            <a:ext cx="3635406" cy="537408"/>
          </a:xfrm>
          <a:prstGeom prst="rect">
            <a:avLst/>
          </a:prstGeom>
        </p:spPr>
      </p:pic>
    </p:spTree>
    <p:extLst>
      <p:ext uri="{BB962C8B-B14F-4D97-AF65-F5344CB8AC3E}">
        <p14:creationId xmlns:p14="http://schemas.microsoft.com/office/powerpoint/2010/main" val="462350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AC53814-60A6-3F04-AC18-8325F79A4756}"/>
              </a:ext>
            </a:extLst>
          </p:cNvPr>
          <p:cNvSpPr txBox="1"/>
          <p:nvPr/>
        </p:nvSpPr>
        <p:spPr>
          <a:xfrm>
            <a:off x="1684037" y="2274472"/>
            <a:ext cx="8823925" cy="1446550"/>
          </a:xfrm>
          <a:prstGeom prst="rect">
            <a:avLst/>
          </a:prstGeom>
          <a:noFill/>
        </p:spPr>
        <p:txBody>
          <a:bodyPr wrap="square" rtlCol="0">
            <a:spAutoFit/>
          </a:bodyPr>
          <a:lstStyle/>
          <a:p>
            <a:pPr algn="ctr">
              <a:spcAft>
                <a:spcPts val="1200"/>
              </a:spcAft>
            </a:pPr>
            <a:r>
              <a:rPr lang="en-US" sz="8800" dirty="0">
                <a:solidFill>
                  <a:srgbClr val="252260"/>
                </a:solidFill>
                <a:latin typeface="Century Gothic" panose="020B0502020202020204" pitchFamily="34" charset="0"/>
              </a:rPr>
              <a:t>Questions?</a:t>
            </a:r>
          </a:p>
        </p:txBody>
      </p:sp>
      <p:sp>
        <p:nvSpPr>
          <p:cNvPr id="6" name="Rectangle 5">
            <a:extLst>
              <a:ext uri="{FF2B5EF4-FFF2-40B4-BE49-F238E27FC236}">
                <a16:creationId xmlns:a16="http://schemas.microsoft.com/office/drawing/2014/main" id="{802A3DE1-D38D-7781-63F7-40709FE8BC5C}"/>
              </a:ext>
            </a:extLst>
          </p:cNvPr>
          <p:cNvSpPr/>
          <p:nvPr/>
        </p:nvSpPr>
        <p:spPr>
          <a:xfrm>
            <a:off x="0" y="0"/>
            <a:ext cx="12192000" cy="540793"/>
          </a:xfrm>
          <a:prstGeom prst="rect">
            <a:avLst/>
          </a:prstGeom>
          <a:solidFill>
            <a:srgbClr val="2522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24">
            <a:extLst>
              <a:ext uri="{FF2B5EF4-FFF2-40B4-BE49-F238E27FC236}">
                <a16:creationId xmlns:a16="http://schemas.microsoft.com/office/drawing/2014/main" id="{8B449EE2-4CE6-133B-5AF6-EAD6A70DDFC9}"/>
              </a:ext>
            </a:extLst>
          </p:cNvPr>
          <p:cNvSpPr/>
          <p:nvPr/>
        </p:nvSpPr>
        <p:spPr>
          <a:xfrm>
            <a:off x="0" y="6078070"/>
            <a:ext cx="12192000" cy="779929"/>
          </a:xfrm>
          <a:custGeom>
            <a:avLst/>
            <a:gdLst>
              <a:gd name="connsiteX0" fmla="*/ 0 w 12876028"/>
              <a:gd name="connsiteY0" fmla="*/ 0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0 h 1662721"/>
              <a:gd name="connsiteX0" fmla="*/ 0 w 12876028"/>
              <a:gd name="connsiteY0" fmla="*/ 893135 h 1662721"/>
              <a:gd name="connsiteX1" fmla="*/ 12876028 w 12876028"/>
              <a:gd name="connsiteY1" fmla="*/ 0 h 1662721"/>
              <a:gd name="connsiteX2" fmla="*/ 12876028 w 12876028"/>
              <a:gd name="connsiteY2" fmla="*/ 1662721 h 1662721"/>
              <a:gd name="connsiteX3" fmla="*/ 0 w 12876028"/>
              <a:gd name="connsiteY3" fmla="*/ 1662721 h 1662721"/>
              <a:gd name="connsiteX4" fmla="*/ 0 w 12876028"/>
              <a:gd name="connsiteY4" fmla="*/ 893135 h 1662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6028" h="1662721">
                <a:moveTo>
                  <a:pt x="0" y="893135"/>
                </a:moveTo>
                <a:lnTo>
                  <a:pt x="12876028" y="0"/>
                </a:lnTo>
                <a:lnTo>
                  <a:pt x="12876028" y="1662721"/>
                </a:lnTo>
                <a:lnTo>
                  <a:pt x="0" y="1662721"/>
                </a:lnTo>
                <a:lnTo>
                  <a:pt x="0" y="893135"/>
                </a:lnTo>
                <a:close/>
              </a:path>
            </a:pathLst>
          </a:custGeom>
          <a:solidFill>
            <a:srgbClr val="DD4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Picture 1">
            <a:extLst>
              <a:ext uri="{FF2B5EF4-FFF2-40B4-BE49-F238E27FC236}">
                <a16:creationId xmlns:a16="http://schemas.microsoft.com/office/drawing/2014/main" id="{B252AECD-67EF-F7AD-694C-CACA28F379CA}"/>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24486" b="24288"/>
          <a:stretch/>
        </p:blipFill>
        <p:spPr>
          <a:xfrm>
            <a:off x="9825318" y="6236638"/>
            <a:ext cx="2079811" cy="559334"/>
          </a:xfrm>
          <a:prstGeom prst="rect">
            <a:avLst/>
          </a:prstGeom>
        </p:spPr>
      </p:pic>
      <p:sp>
        <p:nvSpPr>
          <p:cNvPr id="3" name="Slide Number Placeholder 2">
            <a:extLst>
              <a:ext uri="{FF2B5EF4-FFF2-40B4-BE49-F238E27FC236}">
                <a16:creationId xmlns:a16="http://schemas.microsoft.com/office/drawing/2014/main" id="{FC256DBC-63A7-7E97-5FB0-7BF480F16528}"/>
              </a:ext>
            </a:extLst>
          </p:cNvPr>
          <p:cNvSpPr>
            <a:spLocks noGrp="1"/>
          </p:cNvSpPr>
          <p:nvPr>
            <p:ph type="sldNum" sz="quarter" idx="12"/>
          </p:nvPr>
        </p:nvSpPr>
        <p:spPr>
          <a:xfrm>
            <a:off x="-1" y="6492875"/>
            <a:ext cx="475129" cy="365125"/>
          </a:xfrm>
        </p:spPr>
        <p:txBody>
          <a:bodyPr/>
          <a:lstStyle/>
          <a:p>
            <a:fld id="{0F897CD2-57D8-4610-8E64-C03C1E4E4E05}" type="slidenum">
              <a:rPr lang="en-US" sz="1600" b="1" smtClean="0">
                <a:solidFill>
                  <a:schemeClr val="bg1"/>
                </a:solidFill>
              </a:rPr>
              <a:t>42</a:t>
            </a:fld>
            <a:endParaRPr lang="en-US" sz="1600" b="1" dirty="0">
              <a:solidFill>
                <a:schemeClr val="bg1"/>
              </a:solidFill>
            </a:endParaRPr>
          </a:p>
        </p:txBody>
      </p:sp>
    </p:spTree>
    <p:extLst>
      <p:ext uri="{BB962C8B-B14F-4D97-AF65-F5344CB8AC3E}">
        <p14:creationId xmlns:p14="http://schemas.microsoft.com/office/powerpoint/2010/main" val="24501267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20028</TotalTime>
  <Words>1187</Words>
  <Application>Microsoft Office PowerPoint</Application>
  <PresentationFormat>Widescreen</PresentationFormat>
  <Paragraphs>292</Paragraphs>
  <Slides>42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Arial</vt:lpstr>
      <vt:lpstr>Calibri</vt:lpstr>
      <vt:lpstr>Calibri Light</vt:lpstr>
      <vt:lpstr>Century Gothic</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Download the free Fundraising Plan Excel worksheets Donorview.com/AFPwebinars</vt:lpstr>
      <vt:lpstr>THANK YOU!</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Kimberly Perron</dc:creator>
  <cp:lastModifiedBy>Kimberly Perron</cp:lastModifiedBy>
  <cp:revision>11</cp:revision>
  <dcterms:created xsi:type="dcterms:W3CDTF">2023-02-27T13:46:23Z</dcterms:created>
  <dcterms:modified xsi:type="dcterms:W3CDTF">2023-11-30T21:24:47Z</dcterms:modified>
</cp:coreProperties>
</file>