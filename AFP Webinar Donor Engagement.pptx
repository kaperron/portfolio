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3"/>
  </p:notesMasterIdLst>
  <p:sldIdLst>
    <p:sldId id="256" r:id="rId2"/>
    <p:sldId id="260" r:id="rId3"/>
    <p:sldId id="446" r:id="rId4"/>
    <p:sldId id="323" r:id="rId5"/>
    <p:sldId id="444" r:id="rId6"/>
    <p:sldId id="407" r:id="rId7"/>
    <p:sldId id="443" r:id="rId8"/>
    <p:sldId id="261" r:id="rId9"/>
    <p:sldId id="262" r:id="rId10"/>
    <p:sldId id="263" r:id="rId11"/>
    <p:sldId id="264" r:id="rId12"/>
    <p:sldId id="265" r:id="rId13"/>
    <p:sldId id="266" r:id="rId14"/>
    <p:sldId id="268" r:id="rId15"/>
    <p:sldId id="267" r:id="rId16"/>
    <p:sldId id="272" r:id="rId17"/>
    <p:sldId id="448" r:id="rId18"/>
    <p:sldId id="478" r:id="rId19"/>
    <p:sldId id="445" r:id="rId20"/>
    <p:sldId id="447" r:id="rId21"/>
    <p:sldId id="466" r:id="rId22"/>
    <p:sldId id="467" r:id="rId23"/>
    <p:sldId id="468" r:id="rId24"/>
    <p:sldId id="470" r:id="rId25"/>
    <p:sldId id="449" r:id="rId26"/>
    <p:sldId id="450" r:id="rId27"/>
    <p:sldId id="469" r:id="rId28"/>
    <p:sldId id="471" r:id="rId29"/>
    <p:sldId id="453" r:id="rId30"/>
    <p:sldId id="452" r:id="rId31"/>
    <p:sldId id="472" r:id="rId32"/>
    <p:sldId id="457" r:id="rId33"/>
    <p:sldId id="455" r:id="rId34"/>
    <p:sldId id="473" r:id="rId35"/>
    <p:sldId id="459" r:id="rId36"/>
    <p:sldId id="479" r:id="rId37"/>
    <p:sldId id="458" r:id="rId38"/>
    <p:sldId id="474" r:id="rId39"/>
    <p:sldId id="475" r:id="rId40"/>
    <p:sldId id="461" r:id="rId41"/>
    <p:sldId id="463" r:id="rId42"/>
    <p:sldId id="476" r:id="rId43"/>
    <p:sldId id="462" r:id="rId44"/>
    <p:sldId id="465" r:id="rId45"/>
    <p:sldId id="477" r:id="rId46"/>
    <p:sldId id="480" r:id="rId47"/>
    <p:sldId id="259" r:id="rId48"/>
    <p:sldId id="441" r:id="rId49"/>
    <p:sldId id="383" r:id="rId50"/>
    <p:sldId id="271" r:id="rId51"/>
    <p:sldId id="440" r:id="rId5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E4238"/>
    <a:srgbClr val="33CCCC"/>
    <a:srgbClr val="DD4039"/>
    <a:srgbClr val="F18120"/>
    <a:srgbClr val="252260"/>
    <a:srgbClr val="F5F5F5"/>
    <a:srgbClr val="898A8B"/>
    <a:srgbClr val="969798"/>
    <a:srgbClr val="FFC819"/>
    <a:srgbClr val="FFD9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5FBC6B1-1BEC-45C8-9E74-53185029DE9F}" v="73" dt="2023-09-01T00:53:08.27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171" autoAdjust="0"/>
    <p:restoredTop sz="96247" autoAdjust="0"/>
  </p:normalViewPr>
  <p:slideViewPr>
    <p:cSldViewPr snapToGrid="0">
      <p:cViewPr varScale="1">
        <p:scale>
          <a:sx n="68" d="100"/>
          <a:sy n="68" d="100"/>
        </p:scale>
        <p:origin x="72" y="8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notesMaster" Target="notesMasters/notesMaster1.xml"/><Relationship Id="rId58" Type="http://schemas.microsoft.com/office/2016/11/relationships/changesInfo" Target="changesInfos/changesInfo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microsoft.com/office/2015/10/relationships/revisionInfo" Target="revisionInfo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imberly Perron" userId="5cbb7adf-dcc5-4575-b463-4d02fa27e6cf" providerId="ADAL" clId="{45FBC6B1-1BEC-45C8-9E74-53185029DE9F}"/>
    <pc:docChg chg="undo redo custSel addSld delSld modSld sldOrd modShowInfo">
      <pc:chgData name="Kimberly Perron" userId="5cbb7adf-dcc5-4575-b463-4d02fa27e6cf" providerId="ADAL" clId="{45FBC6B1-1BEC-45C8-9E74-53185029DE9F}" dt="2023-09-07T15:11:15.482" v="4198" actId="2744"/>
      <pc:docMkLst>
        <pc:docMk/>
      </pc:docMkLst>
      <pc:sldChg chg="modSp mod">
        <pc:chgData name="Kimberly Perron" userId="5cbb7adf-dcc5-4575-b463-4d02fa27e6cf" providerId="ADAL" clId="{45FBC6B1-1BEC-45C8-9E74-53185029DE9F}" dt="2023-08-28T13:20:06.750" v="115" actId="14100"/>
        <pc:sldMkLst>
          <pc:docMk/>
          <pc:sldMk cId="655497216" sldId="256"/>
        </pc:sldMkLst>
        <pc:spChg chg="mod">
          <ac:chgData name="Kimberly Perron" userId="5cbb7adf-dcc5-4575-b463-4d02fa27e6cf" providerId="ADAL" clId="{45FBC6B1-1BEC-45C8-9E74-53185029DE9F}" dt="2023-08-28T13:20:06.750" v="115" actId="14100"/>
          <ac:spMkLst>
            <pc:docMk/>
            <pc:sldMk cId="655497216" sldId="256"/>
            <ac:spMk id="2" creationId="{3903855C-3FEB-149D-471F-44BFC61022AD}"/>
          </ac:spMkLst>
        </pc:spChg>
        <pc:spChg chg="mod">
          <ac:chgData name="Kimberly Perron" userId="5cbb7adf-dcc5-4575-b463-4d02fa27e6cf" providerId="ADAL" clId="{45FBC6B1-1BEC-45C8-9E74-53185029DE9F}" dt="2023-08-28T13:05:18.511" v="19" actId="20577"/>
          <ac:spMkLst>
            <pc:docMk/>
            <pc:sldMk cId="655497216" sldId="256"/>
            <ac:spMk id="5" creationId="{6AC53814-60A6-3F04-AC18-8325F79A4756}"/>
          </ac:spMkLst>
        </pc:spChg>
      </pc:sldChg>
      <pc:sldChg chg="add del">
        <pc:chgData name="Kimberly Perron" userId="5cbb7adf-dcc5-4575-b463-4d02fa27e6cf" providerId="ADAL" clId="{45FBC6B1-1BEC-45C8-9E74-53185029DE9F}" dt="2023-08-28T13:58:06.413" v="775" actId="47"/>
        <pc:sldMkLst>
          <pc:docMk/>
          <pc:sldMk cId="3549007475" sldId="258"/>
        </pc:sldMkLst>
      </pc:sldChg>
      <pc:sldChg chg="addSp delSp modSp add mod ord">
        <pc:chgData name="Kimberly Perron" userId="5cbb7adf-dcc5-4575-b463-4d02fa27e6cf" providerId="ADAL" clId="{45FBC6B1-1BEC-45C8-9E74-53185029DE9F}" dt="2023-08-28T21:41:21.652" v="1066"/>
        <pc:sldMkLst>
          <pc:docMk/>
          <pc:sldMk cId="3810312566" sldId="259"/>
        </pc:sldMkLst>
        <pc:spChg chg="add mod">
          <ac:chgData name="Kimberly Perron" userId="5cbb7adf-dcc5-4575-b463-4d02fa27e6cf" providerId="ADAL" clId="{45FBC6B1-1BEC-45C8-9E74-53185029DE9F}" dt="2023-08-28T16:21:12.145" v="1021"/>
          <ac:spMkLst>
            <pc:docMk/>
            <pc:sldMk cId="3810312566" sldId="259"/>
            <ac:spMk id="5" creationId="{2EB39B57-F853-C763-E57A-4335F1B84A76}"/>
          </ac:spMkLst>
        </pc:spChg>
        <pc:spChg chg="del mod">
          <ac:chgData name="Kimberly Perron" userId="5cbb7adf-dcc5-4575-b463-4d02fa27e6cf" providerId="ADAL" clId="{45FBC6B1-1BEC-45C8-9E74-53185029DE9F}" dt="2023-08-28T21:40:56.812" v="1063" actId="478"/>
          <ac:spMkLst>
            <pc:docMk/>
            <pc:sldMk cId="3810312566" sldId="259"/>
            <ac:spMk id="8" creationId="{C2934BDD-38D5-0820-38A2-9243B1591A27}"/>
          </ac:spMkLst>
        </pc:spChg>
        <pc:picChg chg="mod">
          <ac:chgData name="Kimberly Perron" userId="5cbb7adf-dcc5-4575-b463-4d02fa27e6cf" providerId="ADAL" clId="{45FBC6B1-1BEC-45C8-9E74-53185029DE9F}" dt="2023-08-28T21:41:05.489" v="1064" actId="1076"/>
          <ac:picMkLst>
            <pc:docMk/>
            <pc:sldMk cId="3810312566" sldId="259"/>
            <ac:picMk id="7" creationId="{D5824CF6-D7E6-59B2-C6BF-5B3B9FC1AA2B}"/>
          </ac:picMkLst>
        </pc:picChg>
      </pc:sldChg>
      <pc:sldChg chg="modSp mod">
        <pc:chgData name="Kimberly Perron" userId="5cbb7adf-dcc5-4575-b463-4d02fa27e6cf" providerId="ADAL" clId="{45FBC6B1-1BEC-45C8-9E74-53185029DE9F}" dt="2023-08-28T13:20:04.933" v="111" actId="14100"/>
        <pc:sldMkLst>
          <pc:docMk/>
          <pc:sldMk cId="3161063586" sldId="260"/>
        </pc:sldMkLst>
        <pc:spChg chg="mod">
          <ac:chgData name="Kimberly Perron" userId="5cbb7adf-dcc5-4575-b463-4d02fa27e6cf" providerId="ADAL" clId="{45FBC6B1-1BEC-45C8-9E74-53185029DE9F}" dt="2023-08-28T13:20:04.933" v="111" actId="14100"/>
          <ac:spMkLst>
            <pc:docMk/>
            <pc:sldMk cId="3161063586" sldId="260"/>
            <ac:spMk id="2" creationId="{EE89748C-C769-68B7-4FF5-7D159FF872B9}"/>
          </ac:spMkLst>
        </pc:spChg>
        <pc:grpChg chg="mod">
          <ac:chgData name="Kimberly Perron" userId="5cbb7adf-dcc5-4575-b463-4d02fa27e6cf" providerId="ADAL" clId="{45FBC6B1-1BEC-45C8-9E74-53185029DE9F}" dt="2023-08-28T13:07:56.274" v="37" actId="1076"/>
          <ac:grpSpMkLst>
            <pc:docMk/>
            <pc:sldMk cId="3161063586" sldId="260"/>
            <ac:grpSpMk id="16" creationId="{150A15D4-10DD-D07C-29C9-CC07CEE417BE}"/>
          </ac:grpSpMkLst>
        </pc:grpChg>
      </pc:sldChg>
      <pc:sldChg chg="addSp modSp add">
        <pc:chgData name="Kimberly Perron" userId="5cbb7adf-dcc5-4575-b463-4d02fa27e6cf" providerId="ADAL" clId="{45FBC6B1-1BEC-45C8-9E74-53185029DE9F}" dt="2023-08-28T16:20:42.885" v="1013"/>
        <pc:sldMkLst>
          <pc:docMk/>
          <pc:sldMk cId="3908447779" sldId="261"/>
        </pc:sldMkLst>
        <pc:spChg chg="add mod">
          <ac:chgData name="Kimberly Perron" userId="5cbb7adf-dcc5-4575-b463-4d02fa27e6cf" providerId="ADAL" clId="{45FBC6B1-1BEC-45C8-9E74-53185029DE9F}" dt="2023-08-28T16:20:42.885" v="1013"/>
          <ac:spMkLst>
            <pc:docMk/>
            <pc:sldMk cId="3908447779" sldId="261"/>
            <ac:spMk id="2" creationId="{3F997236-C660-D32C-6BAB-BFD14ABEFD83}"/>
          </ac:spMkLst>
        </pc:spChg>
      </pc:sldChg>
      <pc:sldChg chg="addSp modSp add">
        <pc:chgData name="Kimberly Perron" userId="5cbb7adf-dcc5-4575-b463-4d02fa27e6cf" providerId="ADAL" clId="{45FBC6B1-1BEC-45C8-9E74-53185029DE9F}" dt="2023-08-28T16:20:46.240" v="1014"/>
        <pc:sldMkLst>
          <pc:docMk/>
          <pc:sldMk cId="1493091656" sldId="262"/>
        </pc:sldMkLst>
        <pc:spChg chg="add mod">
          <ac:chgData name="Kimberly Perron" userId="5cbb7adf-dcc5-4575-b463-4d02fa27e6cf" providerId="ADAL" clId="{45FBC6B1-1BEC-45C8-9E74-53185029DE9F}" dt="2023-08-28T16:20:46.240" v="1014"/>
          <ac:spMkLst>
            <pc:docMk/>
            <pc:sldMk cId="1493091656" sldId="262"/>
            <ac:spMk id="29" creationId="{7C2D335F-FC4A-E817-42B9-32C73099590E}"/>
          </ac:spMkLst>
        </pc:spChg>
      </pc:sldChg>
      <pc:sldChg chg="addSp modSp add">
        <pc:chgData name="Kimberly Perron" userId="5cbb7adf-dcc5-4575-b463-4d02fa27e6cf" providerId="ADAL" clId="{45FBC6B1-1BEC-45C8-9E74-53185029DE9F}" dt="2023-08-28T16:20:53.274" v="1015"/>
        <pc:sldMkLst>
          <pc:docMk/>
          <pc:sldMk cId="3129758359" sldId="263"/>
        </pc:sldMkLst>
        <pc:spChg chg="add mod">
          <ac:chgData name="Kimberly Perron" userId="5cbb7adf-dcc5-4575-b463-4d02fa27e6cf" providerId="ADAL" clId="{45FBC6B1-1BEC-45C8-9E74-53185029DE9F}" dt="2023-08-28T16:20:53.274" v="1015"/>
          <ac:spMkLst>
            <pc:docMk/>
            <pc:sldMk cId="3129758359" sldId="263"/>
            <ac:spMk id="6" creationId="{FD5DABC5-8FD0-79B1-E236-68C19D5D06B1}"/>
          </ac:spMkLst>
        </pc:spChg>
      </pc:sldChg>
      <pc:sldChg chg="addSp modSp add">
        <pc:chgData name="Kimberly Perron" userId="5cbb7adf-dcc5-4575-b463-4d02fa27e6cf" providerId="ADAL" clId="{45FBC6B1-1BEC-45C8-9E74-53185029DE9F}" dt="2023-08-28T16:20:56.075" v="1016"/>
        <pc:sldMkLst>
          <pc:docMk/>
          <pc:sldMk cId="3924991941" sldId="264"/>
        </pc:sldMkLst>
        <pc:spChg chg="add mod">
          <ac:chgData name="Kimberly Perron" userId="5cbb7adf-dcc5-4575-b463-4d02fa27e6cf" providerId="ADAL" clId="{45FBC6B1-1BEC-45C8-9E74-53185029DE9F}" dt="2023-08-28T16:20:56.075" v="1016"/>
          <ac:spMkLst>
            <pc:docMk/>
            <pc:sldMk cId="3924991941" sldId="264"/>
            <ac:spMk id="20" creationId="{20847214-D0A4-1841-D894-132FC6E0F973}"/>
          </ac:spMkLst>
        </pc:spChg>
      </pc:sldChg>
      <pc:sldChg chg="addSp modSp add">
        <pc:chgData name="Kimberly Perron" userId="5cbb7adf-dcc5-4575-b463-4d02fa27e6cf" providerId="ADAL" clId="{45FBC6B1-1BEC-45C8-9E74-53185029DE9F}" dt="2023-08-28T16:20:58.455" v="1017"/>
        <pc:sldMkLst>
          <pc:docMk/>
          <pc:sldMk cId="1566192156" sldId="265"/>
        </pc:sldMkLst>
        <pc:spChg chg="add mod">
          <ac:chgData name="Kimberly Perron" userId="5cbb7adf-dcc5-4575-b463-4d02fa27e6cf" providerId="ADAL" clId="{45FBC6B1-1BEC-45C8-9E74-53185029DE9F}" dt="2023-08-28T16:20:58.455" v="1017"/>
          <ac:spMkLst>
            <pc:docMk/>
            <pc:sldMk cId="1566192156" sldId="265"/>
            <ac:spMk id="21" creationId="{A0A3B642-7B0A-9C98-0DAB-2607E65D10D0}"/>
          </ac:spMkLst>
        </pc:spChg>
      </pc:sldChg>
      <pc:sldChg chg="addSp modSp add">
        <pc:chgData name="Kimberly Perron" userId="5cbb7adf-dcc5-4575-b463-4d02fa27e6cf" providerId="ADAL" clId="{45FBC6B1-1BEC-45C8-9E74-53185029DE9F}" dt="2023-08-28T16:21:01.550" v="1018"/>
        <pc:sldMkLst>
          <pc:docMk/>
          <pc:sldMk cId="1868904083" sldId="266"/>
        </pc:sldMkLst>
        <pc:spChg chg="add mod">
          <ac:chgData name="Kimberly Perron" userId="5cbb7adf-dcc5-4575-b463-4d02fa27e6cf" providerId="ADAL" clId="{45FBC6B1-1BEC-45C8-9E74-53185029DE9F}" dt="2023-08-28T16:21:01.550" v="1018"/>
          <ac:spMkLst>
            <pc:docMk/>
            <pc:sldMk cId="1868904083" sldId="266"/>
            <ac:spMk id="22" creationId="{456C7AAB-B8A9-C8E6-2615-3B0D78E450C0}"/>
          </ac:spMkLst>
        </pc:spChg>
      </pc:sldChg>
      <pc:sldChg chg="addSp modSp add">
        <pc:chgData name="Kimberly Perron" userId="5cbb7adf-dcc5-4575-b463-4d02fa27e6cf" providerId="ADAL" clId="{45FBC6B1-1BEC-45C8-9E74-53185029DE9F}" dt="2023-08-28T16:21:09.298" v="1020"/>
        <pc:sldMkLst>
          <pc:docMk/>
          <pc:sldMk cId="191284647" sldId="267"/>
        </pc:sldMkLst>
        <pc:spChg chg="add mod">
          <ac:chgData name="Kimberly Perron" userId="5cbb7adf-dcc5-4575-b463-4d02fa27e6cf" providerId="ADAL" clId="{45FBC6B1-1BEC-45C8-9E74-53185029DE9F}" dt="2023-08-28T16:21:09.298" v="1020"/>
          <ac:spMkLst>
            <pc:docMk/>
            <pc:sldMk cId="191284647" sldId="267"/>
            <ac:spMk id="24" creationId="{6157C58C-6A43-ACA0-E644-1D4D8A007254}"/>
          </ac:spMkLst>
        </pc:spChg>
      </pc:sldChg>
      <pc:sldChg chg="addSp modSp add">
        <pc:chgData name="Kimberly Perron" userId="5cbb7adf-dcc5-4575-b463-4d02fa27e6cf" providerId="ADAL" clId="{45FBC6B1-1BEC-45C8-9E74-53185029DE9F}" dt="2023-08-28T16:21:06.378" v="1019"/>
        <pc:sldMkLst>
          <pc:docMk/>
          <pc:sldMk cId="1318519737" sldId="268"/>
        </pc:sldMkLst>
        <pc:spChg chg="add mod">
          <ac:chgData name="Kimberly Perron" userId="5cbb7adf-dcc5-4575-b463-4d02fa27e6cf" providerId="ADAL" clId="{45FBC6B1-1BEC-45C8-9E74-53185029DE9F}" dt="2023-08-28T16:21:06.378" v="1019"/>
          <ac:spMkLst>
            <pc:docMk/>
            <pc:sldMk cId="1318519737" sldId="268"/>
            <ac:spMk id="23" creationId="{2DE3DB9A-0BD5-E5AE-C4F4-B5076DA8B60C}"/>
          </ac:spMkLst>
        </pc:spChg>
      </pc:sldChg>
      <pc:sldChg chg="addSp delSp modSp mod ord">
        <pc:chgData name="Kimberly Perron" userId="5cbb7adf-dcc5-4575-b463-4d02fa27e6cf" providerId="ADAL" clId="{45FBC6B1-1BEC-45C8-9E74-53185029DE9F}" dt="2023-08-28T16:22:28.563" v="1057"/>
        <pc:sldMkLst>
          <pc:docMk/>
          <pc:sldMk cId="46235096" sldId="271"/>
        </pc:sldMkLst>
        <pc:spChg chg="mod">
          <ac:chgData name="Kimberly Perron" userId="5cbb7adf-dcc5-4575-b463-4d02fa27e6cf" providerId="ADAL" clId="{45FBC6B1-1BEC-45C8-9E74-53185029DE9F}" dt="2023-08-28T13:10:19.948" v="56" actId="1076"/>
          <ac:spMkLst>
            <pc:docMk/>
            <pc:sldMk cId="46235096" sldId="271"/>
            <ac:spMk id="3" creationId="{6F6031A6-B52D-4E67-47F7-49384C60FF19}"/>
          </ac:spMkLst>
        </pc:spChg>
        <pc:spChg chg="add del">
          <ac:chgData name="Kimberly Perron" userId="5cbb7adf-dcc5-4575-b463-4d02fa27e6cf" providerId="ADAL" clId="{45FBC6B1-1BEC-45C8-9E74-53185029DE9F}" dt="2023-08-28T13:19:58.518" v="97" actId="478"/>
          <ac:spMkLst>
            <pc:docMk/>
            <pc:sldMk cId="46235096" sldId="271"/>
            <ac:spMk id="4" creationId="{D182BB9E-BA72-EF60-E2E1-66E59DE5B071}"/>
          </ac:spMkLst>
        </pc:spChg>
      </pc:sldChg>
      <pc:sldChg chg="addSp modSp add mod">
        <pc:chgData name="Kimberly Perron" userId="5cbb7adf-dcc5-4575-b463-4d02fa27e6cf" providerId="ADAL" clId="{45FBC6B1-1BEC-45C8-9E74-53185029DE9F}" dt="2023-08-28T21:41:52.310" v="1076" actId="20577"/>
        <pc:sldMkLst>
          <pc:docMk/>
          <pc:sldMk cId="2186408006" sldId="272"/>
        </pc:sldMkLst>
        <pc:spChg chg="add mod">
          <ac:chgData name="Kimberly Perron" userId="5cbb7adf-dcc5-4575-b463-4d02fa27e6cf" providerId="ADAL" clId="{45FBC6B1-1BEC-45C8-9E74-53185029DE9F}" dt="2023-08-28T16:21:14.269" v="1022"/>
          <ac:spMkLst>
            <pc:docMk/>
            <pc:sldMk cId="2186408006" sldId="272"/>
            <ac:spMk id="5" creationId="{C3CBC8DC-F70D-C4AC-C4C3-DB31B8C67E54}"/>
          </ac:spMkLst>
        </pc:spChg>
        <pc:spChg chg="mod">
          <ac:chgData name="Kimberly Perron" userId="5cbb7adf-dcc5-4575-b463-4d02fa27e6cf" providerId="ADAL" clId="{45FBC6B1-1BEC-45C8-9E74-53185029DE9F}" dt="2023-08-28T21:41:52.310" v="1076" actId="20577"/>
          <ac:spMkLst>
            <pc:docMk/>
            <pc:sldMk cId="2186408006" sldId="272"/>
            <ac:spMk id="29" creationId="{E81A5896-D389-15DE-1ACB-F0A14D5189FE}"/>
          </ac:spMkLst>
        </pc:spChg>
      </pc:sldChg>
      <pc:sldChg chg="addSp modSp add del">
        <pc:chgData name="Kimberly Perron" userId="5cbb7adf-dcc5-4575-b463-4d02fa27e6cf" providerId="ADAL" clId="{45FBC6B1-1BEC-45C8-9E74-53185029DE9F}" dt="2023-08-29T23:28:49.376" v="1618" actId="47"/>
        <pc:sldMkLst>
          <pc:docMk/>
          <pc:sldMk cId="406221644" sldId="288"/>
        </pc:sldMkLst>
        <pc:spChg chg="add mod">
          <ac:chgData name="Kimberly Perron" userId="5cbb7adf-dcc5-4575-b463-4d02fa27e6cf" providerId="ADAL" clId="{45FBC6B1-1BEC-45C8-9E74-53185029DE9F}" dt="2023-08-28T16:21:29.854" v="1027"/>
          <ac:spMkLst>
            <pc:docMk/>
            <pc:sldMk cId="406221644" sldId="288"/>
            <ac:spMk id="6" creationId="{05F5324C-F0C5-E899-694E-D819917034AA}"/>
          </ac:spMkLst>
        </pc:spChg>
      </pc:sldChg>
      <pc:sldChg chg="addSp modSp add del">
        <pc:chgData name="Kimberly Perron" userId="5cbb7adf-dcc5-4575-b463-4d02fa27e6cf" providerId="ADAL" clId="{45FBC6B1-1BEC-45C8-9E74-53185029DE9F}" dt="2023-08-29T23:29:57.151" v="1649" actId="47"/>
        <pc:sldMkLst>
          <pc:docMk/>
          <pc:sldMk cId="3664650543" sldId="289"/>
        </pc:sldMkLst>
        <pc:spChg chg="add mod">
          <ac:chgData name="Kimberly Perron" userId="5cbb7adf-dcc5-4575-b463-4d02fa27e6cf" providerId="ADAL" clId="{45FBC6B1-1BEC-45C8-9E74-53185029DE9F}" dt="2023-08-28T16:21:37.569" v="1032"/>
          <ac:spMkLst>
            <pc:docMk/>
            <pc:sldMk cId="3664650543" sldId="289"/>
            <ac:spMk id="5" creationId="{08C8758D-BDE8-B087-321D-C50D3D8A5B36}"/>
          </ac:spMkLst>
        </pc:spChg>
      </pc:sldChg>
      <pc:sldChg chg="addSp modSp add del">
        <pc:chgData name="Kimberly Perron" userId="5cbb7adf-dcc5-4575-b463-4d02fa27e6cf" providerId="ADAL" clId="{45FBC6B1-1BEC-45C8-9E74-53185029DE9F}" dt="2023-08-29T23:35:56.104" v="1911" actId="47"/>
        <pc:sldMkLst>
          <pc:docMk/>
          <pc:sldMk cId="1056214043" sldId="290"/>
        </pc:sldMkLst>
        <pc:spChg chg="add mod">
          <ac:chgData name="Kimberly Perron" userId="5cbb7adf-dcc5-4575-b463-4d02fa27e6cf" providerId="ADAL" clId="{45FBC6B1-1BEC-45C8-9E74-53185029DE9F}" dt="2023-08-28T16:21:51.374" v="1039"/>
          <ac:spMkLst>
            <pc:docMk/>
            <pc:sldMk cId="1056214043" sldId="290"/>
            <ac:spMk id="6" creationId="{545D19D5-1536-E034-E99C-EC91C6167812}"/>
          </ac:spMkLst>
        </pc:spChg>
      </pc:sldChg>
      <pc:sldChg chg="addSp modSp add del">
        <pc:chgData name="Kimberly Perron" userId="5cbb7adf-dcc5-4575-b463-4d02fa27e6cf" providerId="ADAL" clId="{45FBC6B1-1BEC-45C8-9E74-53185029DE9F}" dt="2023-08-28T22:10:03.276" v="1089" actId="47"/>
        <pc:sldMkLst>
          <pc:docMk/>
          <pc:sldMk cId="1652892963" sldId="292"/>
        </pc:sldMkLst>
        <pc:spChg chg="add mod">
          <ac:chgData name="Kimberly Perron" userId="5cbb7adf-dcc5-4575-b463-4d02fa27e6cf" providerId="ADAL" clId="{45FBC6B1-1BEC-45C8-9E74-53185029DE9F}" dt="2023-08-28T16:21:17.738" v="1023"/>
          <ac:spMkLst>
            <pc:docMk/>
            <pc:sldMk cId="1652892963" sldId="292"/>
            <ac:spMk id="6" creationId="{E77373B0-3D94-AD66-08D7-F67EDE19D1F4}"/>
          </ac:spMkLst>
        </pc:spChg>
      </pc:sldChg>
      <pc:sldChg chg="addSp modSp add del">
        <pc:chgData name="Kimberly Perron" userId="5cbb7adf-dcc5-4575-b463-4d02fa27e6cf" providerId="ADAL" clId="{45FBC6B1-1BEC-45C8-9E74-53185029DE9F}" dt="2023-08-28T22:10:04.862" v="1090" actId="47"/>
        <pc:sldMkLst>
          <pc:docMk/>
          <pc:sldMk cId="1337631403" sldId="293"/>
        </pc:sldMkLst>
        <pc:spChg chg="add mod">
          <ac:chgData name="Kimberly Perron" userId="5cbb7adf-dcc5-4575-b463-4d02fa27e6cf" providerId="ADAL" clId="{45FBC6B1-1BEC-45C8-9E74-53185029DE9F}" dt="2023-08-28T16:21:22.941" v="1024"/>
          <ac:spMkLst>
            <pc:docMk/>
            <pc:sldMk cId="1337631403" sldId="293"/>
            <ac:spMk id="7" creationId="{22D104DB-30A6-3EB8-E88D-3F0270580536}"/>
          </ac:spMkLst>
        </pc:spChg>
      </pc:sldChg>
      <pc:sldChg chg="addSp modSp add del">
        <pc:chgData name="Kimberly Perron" userId="5cbb7adf-dcc5-4575-b463-4d02fa27e6cf" providerId="ADAL" clId="{45FBC6B1-1BEC-45C8-9E74-53185029DE9F}" dt="2023-08-28T22:10:06.609" v="1091" actId="47"/>
        <pc:sldMkLst>
          <pc:docMk/>
          <pc:sldMk cId="1923094662" sldId="294"/>
        </pc:sldMkLst>
        <pc:spChg chg="add mod">
          <ac:chgData name="Kimberly Perron" userId="5cbb7adf-dcc5-4575-b463-4d02fa27e6cf" providerId="ADAL" clId="{45FBC6B1-1BEC-45C8-9E74-53185029DE9F}" dt="2023-08-28T16:21:25.490" v="1025"/>
          <ac:spMkLst>
            <pc:docMk/>
            <pc:sldMk cId="1923094662" sldId="294"/>
            <ac:spMk id="6" creationId="{6260FED9-0748-B6B0-DBD6-5253BEC653D5}"/>
          </ac:spMkLst>
        </pc:spChg>
      </pc:sldChg>
      <pc:sldChg chg="addSp modSp add del">
        <pc:chgData name="Kimberly Perron" userId="5cbb7adf-dcc5-4575-b463-4d02fa27e6cf" providerId="ADAL" clId="{45FBC6B1-1BEC-45C8-9E74-53185029DE9F}" dt="2023-08-28T22:10:07.856" v="1092" actId="47"/>
        <pc:sldMkLst>
          <pc:docMk/>
          <pc:sldMk cId="1265927296" sldId="295"/>
        </pc:sldMkLst>
        <pc:spChg chg="add mod">
          <ac:chgData name="Kimberly Perron" userId="5cbb7adf-dcc5-4575-b463-4d02fa27e6cf" providerId="ADAL" clId="{45FBC6B1-1BEC-45C8-9E74-53185029DE9F}" dt="2023-08-28T16:21:27.742" v="1026"/>
          <ac:spMkLst>
            <pc:docMk/>
            <pc:sldMk cId="1265927296" sldId="295"/>
            <ac:spMk id="6" creationId="{0CCCB932-23BB-601F-4197-A4D4F59CA826}"/>
          </ac:spMkLst>
        </pc:spChg>
      </pc:sldChg>
      <pc:sldChg chg="addSp modSp add del">
        <pc:chgData name="Kimberly Perron" userId="5cbb7adf-dcc5-4575-b463-4d02fa27e6cf" providerId="ADAL" clId="{45FBC6B1-1BEC-45C8-9E74-53185029DE9F}" dt="2023-08-29T23:28:49.960" v="1619" actId="47"/>
        <pc:sldMkLst>
          <pc:docMk/>
          <pc:sldMk cId="1524227518" sldId="296"/>
        </pc:sldMkLst>
        <pc:spChg chg="add mod">
          <ac:chgData name="Kimberly Perron" userId="5cbb7adf-dcc5-4575-b463-4d02fa27e6cf" providerId="ADAL" clId="{45FBC6B1-1BEC-45C8-9E74-53185029DE9F}" dt="2023-08-28T16:21:31.489" v="1028"/>
          <ac:spMkLst>
            <pc:docMk/>
            <pc:sldMk cId="1524227518" sldId="296"/>
            <ac:spMk id="6" creationId="{324BCA99-7866-7FF7-B7B7-EDE4A0BDE20A}"/>
          </ac:spMkLst>
        </pc:spChg>
      </pc:sldChg>
      <pc:sldChg chg="addSp modSp add del">
        <pc:chgData name="Kimberly Perron" userId="5cbb7adf-dcc5-4575-b463-4d02fa27e6cf" providerId="ADAL" clId="{45FBC6B1-1BEC-45C8-9E74-53185029DE9F}" dt="2023-08-29T23:28:51.044" v="1620" actId="47"/>
        <pc:sldMkLst>
          <pc:docMk/>
          <pc:sldMk cId="2037326923" sldId="297"/>
        </pc:sldMkLst>
        <pc:spChg chg="add mod">
          <ac:chgData name="Kimberly Perron" userId="5cbb7adf-dcc5-4575-b463-4d02fa27e6cf" providerId="ADAL" clId="{45FBC6B1-1BEC-45C8-9E74-53185029DE9F}" dt="2023-08-28T16:21:33.231" v="1029"/>
          <ac:spMkLst>
            <pc:docMk/>
            <pc:sldMk cId="2037326923" sldId="297"/>
            <ac:spMk id="6" creationId="{0F31C80B-8E51-586A-8BC6-ADB316EE3D09}"/>
          </ac:spMkLst>
        </pc:spChg>
      </pc:sldChg>
      <pc:sldChg chg="addSp modSp add del">
        <pc:chgData name="Kimberly Perron" userId="5cbb7adf-dcc5-4575-b463-4d02fa27e6cf" providerId="ADAL" clId="{45FBC6B1-1BEC-45C8-9E74-53185029DE9F}" dt="2023-08-29T23:28:52.295" v="1621" actId="47"/>
        <pc:sldMkLst>
          <pc:docMk/>
          <pc:sldMk cId="973770900" sldId="298"/>
        </pc:sldMkLst>
        <pc:spChg chg="add mod">
          <ac:chgData name="Kimberly Perron" userId="5cbb7adf-dcc5-4575-b463-4d02fa27e6cf" providerId="ADAL" clId="{45FBC6B1-1BEC-45C8-9E74-53185029DE9F}" dt="2023-08-28T16:21:34.693" v="1030"/>
          <ac:spMkLst>
            <pc:docMk/>
            <pc:sldMk cId="973770900" sldId="298"/>
            <ac:spMk id="6" creationId="{E9556D92-0A70-DD1C-1141-DA12E1215700}"/>
          </ac:spMkLst>
        </pc:spChg>
      </pc:sldChg>
      <pc:sldChg chg="addSp modSp add del">
        <pc:chgData name="Kimberly Perron" userId="5cbb7adf-dcc5-4575-b463-4d02fa27e6cf" providerId="ADAL" clId="{45FBC6B1-1BEC-45C8-9E74-53185029DE9F}" dt="2023-08-29T23:28:53.343" v="1622" actId="47"/>
        <pc:sldMkLst>
          <pc:docMk/>
          <pc:sldMk cId="3689777873" sldId="299"/>
        </pc:sldMkLst>
        <pc:spChg chg="add mod">
          <ac:chgData name="Kimberly Perron" userId="5cbb7adf-dcc5-4575-b463-4d02fa27e6cf" providerId="ADAL" clId="{45FBC6B1-1BEC-45C8-9E74-53185029DE9F}" dt="2023-08-28T16:21:35.938" v="1031"/>
          <ac:spMkLst>
            <pc:docMk/>
            <pc:sldMk cId="3689777873" sldId="299"/>
            <ac:spMk id="6" creationId="{75979599-8367-7C97-E8B4-D0F8BE8A4014}"/>
          </ac:spMkLst>
        </pc:spChg>
      </pc:sldChg>
      <pc:sldChg chg="addSp modSp add del">
        <pc:chgData name="Kimberly Perron" userId="5cbb7adf-dcc5-4575-b463-4d02fa27e6cf" providerId="ADAL" clId="{45FBC6B1-1BEC-45C8-9E74-53185029DE9F}" dt="2023-08-29T23:29:58.432" v="1650" actId="47"/>
        <pc:sldMkLst>
          <pc:docMk/>
          <pc:sldMk cId="2815865424" sldId="300"/>
        </pc:sldMkLst>
        <pc:spChg chg="add mod">
          <ac:chgData name="Kimberly Perron" userId="5cbb7adf-dcc5-4575-b463-4d02fa27e6cf" providerId="ADAL" clId="{45FBC6B1-1BEC-45C8-9E74-53185029DE9F}" dt="2023-08-28T16:21:41.003" v="1033"/>
          <ac:spMkLst>
            <pc:docMk/>
            <pc:sldMk cId="2815865424" sldId="300"/>
            <ac:spMk id="5" creationId="{3C2CDAE7-D450-4965-9B50-C3D4EFBF3E68}"/>
          </ac:spMkLst>
        </pc:spChg>
      </pc:sldChg>
      <pc:sldChg chg="addSp modSp add del">
        <pc:chgData name="Kimberly Perron" userId="5cbb7adf-dcc5-4575-b463-4d02fa27e6cf" providerId="ADAL" clId="{45FBC6B1-1BEC-45C8-9E74-53185029DE9F}" dt="2023-08-29T23:29:59.392" v="1651" actId="47"/>
        <pc:sldMkLst>
          <pc:docMk/>
          <pc:sldMk cId="3576341570" sldId="301"/>
        </pc:sldMkLst>
        <pc:spChg chg="add mod">
          <ac:chgData name="Kimberly Perron" userId="5cbb7adf-dcc5-4575-b463-4d02fa27e6cf" providerId="ADAL" clId="{45FBC6B1-1BEC-45C8-9E74-53185029DE9F}" dt="2023-08-28T16:21:42.564" v="1034"/>
          <ac:spMkLst>
            <pc:docMk/>
            <pc:sldMk cId="3576341570" sldId="301"/>
            <ac:spMk id="5" creationId="{8F7B92F3-2E87-FB74-A547-6FB9427B1B6E}"/>
          </ac:spMkLst>
        </pc:spChg>
      </pc:sldChg>
      <pc:sldChg chg="addSp modSp add del">
        <pc:chgData name="Kimberly Perron" userId="5cbb7adf-dcc5-4575-b463-4d02fa27e6cf" providerId="ADAL" clId="{45FBC6B1-1BEC-45C8-9E74-53185029DE9F}" dt="2023-08-29T23:30:00.056" v="1652" actId="47"/>
        <pc:sldMkLst>
          <pc:docMk/>
          <pc:sldMk cId="2079901903" sldId="302"/>
        </pc:sldMkLst>
        <pc:spChg chg="add mod">
          <ac:chgData name="Kimberly Perron" userId="5cbb7adf-dcc5-4575-b463-4d02fa27e6cf" providerId="ADAL" clId="{45FBC6B1-1BEC-45C8-9E74-53185029DE9F}" dt="2023-08-28T16:21:43.905" v="1035"/>
          <ac:spMkLst>
            <pc:docMk/>
            <pc:sldMk cId="2079901903" sldId="302"/>
            <ac:spMk id="5" creationId="{0B7258B6-CFC4-CCE7-192B-4CCB435A57FA}"/>
          </ac:spMkLst>
        </pc:spChg>
      </pc:sldChg>
      <pc:sldChg chg="addSp modSp add del">
        <pc:chgData name="Kimberly Perron" userId="5cbb7adf-dcc5-4575-b463-4d02fa27e6cf" providerId="ADAL" clId="{45FBC6B1-1BEC-45C8-9E74-53185029DE9F}" dt="2023-08-29T23:30:02.173" v="1654" actId="47"/>
        <pc:sldMkLst>
          <pc:docMk/>
          <pc:sldMk cId="3021870275" sldId="303"/>
        </pc:sldMkLst>
        <pc:spChg chg="add mod">
          <ac:chgData name="Kimberly Perron" userId="5cbb7adf-dcc5-4575-b463-4d02fa27e6cf" providerId="ADAL" clId="{45FBC6B1-1BEC-45C8-9E74-53185029DE9F}" dt="2023-08-28T16:21:46.349" v="1037"/>
          <ac:spMkLst>
            <pc:docMk/>
            <pc:sldMk cId="3021870275" sldId="303"/>
            <ac:spMk id="5" creationId="{EB01025D-6580-8337-C92F-B3661177351C}"/>
          </ac:spMkLst>
        </pc:spChg>
      </pc:sldChg>
      <pc:sldChg chg="addSp modSp add del">
        <pc:chgData name="Kimberly Perron" userId="5cbb7adf-dcc5-4575-b463-4d02fa27e6cf" providerId="ADAL" clId="{45FBC6B1-1BEC-45C8-9E74-53185029DE9F}" dt="2023-08-29T23:30:01.167" v="1653" actId="47"/>
        <pc:sldMkLst>
          <pc:docMk/>
          <pc:sldMk cId="550048614" sldId="304"/>
        </pc:sldMkLst>
        <pc:spChg chg="add mod">
          <ac:chgData name="Kimberly Perron" userId="5cbb7adf-dcc5-4575-b463-4d02fa27e6cf" providerId="ADAL" clId="{45FBC6B1-1BEC-45C8-9E74-53185029DE9F}" dt="2023-08-28T16:21:45.451" v="1036"/>
          <ac:spMkLst>
            <pc:docMk/>
            <pc:sldMk cId="550048614" sldId="304"/>
            <ac:spMk id="5" creationId="{8EFF7EBA-FDC8-7CAC-523E-7A944AE46D37}"/>
          </ac:spMkLst>
        </pc:spChg>
      </pc:sldChg>
      <pc:sldChg chg="addSp modSp add del">
        <pc:chgData name="Kimberly Perron" userId="5cbb7adf-dcc5-4575-b463-4d02fa27e6cf" providerId="ADAL" clId="{45FBC6B1-1BEC-45C8-9E74-53185029DE9F}" dt="2023-08-29T23:30:03.757" v="1655" actId="47"/>
        <pc:sldMkLst>
          <pc:docMk/>
          <pc:sldMk cId="1869504031" sldId="305"/>
        </pc:sldMkLst>
        <pc:spChg chg="add mod">
          <ac:chgData name="Kimberly Perron" userId="5cbb7adf-dcc5-4575-b463-4d02fa27e6cf" providerId="ADAL" clId="{45FBC6B1-1BEC-45C8-9E74-53185029DE9F}" dt="2023-08-28T16:21:47.796" v="1038"/>
          <ac:spMkLst>
            <pc:docMk/>
            <pc:sldMk cId="1869504031" sldId="305"/>
            <ac:spMk id="5" creationId="{133606D3-1905-46C9-8CEA-C3FDD74FAC02}"/>
          </ac:spMkLst>
        </pc:spChg>
      </pc:sldChg>
      <pc:sldChg chg="add del">
        <pc:chgData name="Kimberly Perron" userId="5cbb7adf-dcc5-4575-b463-4d02fa27e6cf" providerId="ADAL" clId="{45FBC6B1-1BEC-45C8-9E74-53185029DE9F}" dt="2023-08-29T23:37:58.574" v="2083" actId="47"/>
        <pc:sldMkLst>
          <pc:docMk/>
          <pc:sldMk cId="2054763184" sldId="306"/>
        </pc:sldMkLst>
      </pc:sldChg>
      <pc:sldChg chg="addSp modSp add del">
        <pc:chgData name="Kimberly Perron" userId="5cbb7adf-dcc5-4575-b463-4d02fa27e6cf" providerId="ADAL" clId="{45FBC6B1-1BEC-45C8-9E74-53185029DE9F}" dt="2023-08-29T23:37:59.964" v="2084" actId="47"/>
        <pc:sldMkLst>
          <pc:docMk/>
          <pc:sldMk cId="2511544425" sldId="307"/>
        </pc:sldMkLst>
        <pc:spChg chg="add mod">
          <ac:chgData name="Kimberly Perron" userId="5cbb7adf-dcc5-4575-b463-4d02fa27e6cf" providerId="ADAL" clId="{45FBC6B1-1BEC-45C8-9E74-53185029DE9F}" dt="2023-08-28T16:21:53.093" v="1040"/>
          <ac:spMkLst>
            <pc:docMk/>
            <pc:sldMk cId="2511544425" sldId="307"/>
            <ac:spMk id="6" creationId="{41E488F8-75E8-A0F1-A17C-FB4A1EEACA92}"/>
          </ac:spMkLst>
        </pc:spChg>
      </pc:sldChg>
      <pc:sldChg chg="addSp modSp add del">
        <pc:chgData name="Kimberly Perron" userId="5cbb7adf-dcc5-4575-b463-4d02fa27e6cf" providerId="ADAL" clId="{45FBC6B1-1BEC-45C8-9E74-53185029DE9F}" dt="2023-08-29T23:38:01.161" v="2085" actId="47"/>
        <pc:sldMkLst>
          <pc:docMk/>
          <pc:sldMk cId="790709959" sldId="308"/>
        </pc:sldMkLst>
        <pc:spChg chg="add mod">
          <ac:chgData name="Kimberly Perron" userId="5cbb7adf-dcc5-4575-b463-4d02fa27e6cf" providerId="ADAL" clId="{45FBC6B1-1BEC-45C8-9E74-53185029DE9F}" dt="2023-08-28T16:21:54.435" v="1041"/>
          <ac:spMkLst>
            <pc:docMk/>
            <pc:sldMk cId="790709959" sldId="308"/>
            <ac:spMk id="6" creationId="{F894C010-8C3D-727C-9BA2-190C3B898463}"/>
          </ac:spMkLst>
        </pc:spChg>
      </pc:sldChg>
      <pc:sldChg chg="addSp modSp add del">
        <pc:chgData name="Kimberly Perron" userId="5cbb7adf-dcc5-4575-b463-4d02fa27e6cf" providerId="ADAL" clId="{45FBC6B1-1BEC-45C8-9E74-53185029DE9F}" dt="2023-08-29T23:38:38.345" v="2096" actId="47"/>
        <pc:sldMkLst>
          <pc:docMk/>
          <pc:sldMk cId="3681000820" sldId="309"/>
        </pc:sldMkLst>
        <pc:spChg chg="add mod">
          <ac:chgData name="Kimberly Perron" userId="5cbb7adf-dcc5-4575-b463-4d02fa27e6cf" providerId="ADAL" clId="{45FBC6B1-1BEC-45C8-9E74-53185029DE9F}" dt="2023-08-28T16:21:55.628" v="1042"/>
          <ac:spMkLst>
            <pc:docMk/>
            <pc:sldMk cId="3681000820" sldId="309"/>
            <ac:spMk id="6" creationId="{2492C682-C863-E6A2-4E42-E824C241B98A}"/>
          </ac:spMkLst>
        </pc:spChg>
      </pc:sldChg>
      <pc:sldChg chg="addSp modSp add del">
        <pc:chgData name="Kimberly Perron" userId="5cbb7adf-dcc5-4575-b463-4d02fa27e6cf" providerId="ADAL" clId="{45FBC6B1-1BEC-45C8-9E74-53185029DE9F}" dt="2023-08-29T23:38:40.152" v="2097" actId="47"/>
        <pc:sldMkLst>
          <pc:docMk/>
          <pc:sldMk cId="4172959984" sldId="310"/>
        </pc:sldMkLst>
        <pc:spChg chg="add mod">
          <ac:chgData name="Kimberly Perron" userId="5cbb7adf-dcc5-4575-b463-4d02fa27e6cf" providerId="ADAL" clId="{45FBC6B1-1BEC-45C8-9E74-53185029DE9F}" dt="2023-08-28T16:21:59.972" v="1043"/>
          <ac:spMkLst>
            <pc:docMk/>
            <pc:sldMk cId="4172959984" sldId="310"/>
            <ac:spMk id="6" creationId="{CAE9022E-F11E-08CF-7BB1-14F9D50149B0}"/>
          </ac:spMkLst>
        </pc:spChg>
      </pc:sldChg>
      <pc:sldChg chg="add del">
        <pc:chgData name="Kimberly Perron" userId="5cbb7adf-dcc5-4575-b463-4d02fa27e6cf" providerId="ADAL" clId="{45FBC6B1-1BEC-45C8-9E74-53185029DE9F}" dt="2023-08-29T23:38:41.537" v="2098" actId="47"/>
        <pc:sldMkLst>
          <pc:docMk/>
          <pc:sldMk cId="3343932275" sldId="311"/>
        </pc:sldMkLst>
      </pc:sldChg>
      <pc:sldChg chg="addSp modSp add del">
        <pc:chgData name="Kimberly Perron" userId="5cbb7adf-dcc5-4575-b463-4d02fa27e6cf" providerId="ADAL" clId="{45FBC6B1-1BEC-45C8-9E74-53185029DE9F}" dt="2023-08-29T23:38:43.099" v="2099" actId="47"/>
        <pc:sldMkLst>
          <pc:docMk/>
          <pc:sldMk cId="3217469102" sldId="312"/>
        </pc:sldMkLst>
        <pc:spChg chg="add mod">
          <ac:chgData name="Kimberly Perron" userId="5cbb7adf-dcc5-4575-b463-4d02fa27e6cf" providerId="ADAL" clId="{45FBC6B1-1BEC-45C8-9E74-53185029DE9F}" dt="2023-08-28T16:22:01.852" v="1044"/>
          <ac:spMkLst>
            <pc:docMk/>
            <pc:sldMk cId="3217469102" sldId="312"/>
            <ac:spMk id="6" creationId="{DA0DF530-B1C6-4235-8712-0CB950F6C476}"/>
          </ac:spMkLst>
        </pc:spChg>
      </pc:sldChg>
      <pc:sldChg chg="addSp modSp add del">
        <pc:chgData name="Kimberly Perron" userId="5cbb7adf-dcc5-4575-b463-4d02fa27e6cf" providerId="ADAL" clId="{45FBC6B1-1BEC-45C8-9E74-53185029DE9F}" dt="2023-08-29T23:42:54.410" v="2417" actId="47"/>
        <pc:sldMkLst>
          <pc:docMk/>
          <pc:sldMk cId="4085895981" sldId="313"/>
        </pc:sldMkLst>
        <pc:spChg chg="add mod">
          <ac:chgData name="Kimberly Perron" userId="5cbb7adf-dcc5-4575-b463-4d02fa27e6cf" providerId="ADAL" clId="{45FBC6B1-1BEC-45C8-9E74-53185029DE9F}" dt="2023-08-28T16:22:02.673" v="1045"/>
          <ac:spMkLst>
            <pc:docMk/>
            <pc:sldMk cId="4085895981" sldId="313"/>
            <ac:spMk id="6" creationId="{BC84C0DA-179F-9F3F-A671-1AC4A268852D}"/>
          </ac:spMkLst>
        </pc:spChg>
      </pc:sldChg>
      <pc:sldChg chg="addSp modSp add del">
        <pc:chgData name="Kimberly Perron" userId="5cbb7adf-dcc5-4575-b463-4d02fa27e6cf" providerId="ADAL" clId="{45FBC6B1-1BEC-45C8-9E74-53185029DE9F}" dt="2023-08-29T23:43:00.670" v="2418" actId="47"/>
        <pc:sldMkLst>
          <pc:docMk/>
          <pc:sldMk cId="2160493311" sldId="314"/>
        </pc:sldMkLst>
        <pc:spChg chg="add mod">
          <ac:chgData name="Kimberly Perron" userId="5cbb7adf-dcc5-4575-b463-4d02fa27e6cf" providerId="ADAL" clId="{45FBC6B1-1BEC-45C8-9E74-53185029DE9F}" dt="2023-08-28T16:22:04.243" v="1046"/>
          <ac:spMkLst>
            <pc:docMk/>
            <pc:sldMk cId="2160493311" sldId="314"/>
            <ac:spMk id="6" creationId="{4B793723-8EBD-62F6-4643-8ECEA0251701}"/>
          </ac:spMkLst>
        </pc:spChg>
      </pc:sldChg>
      <pc:sldChg chg="addSp modSp add del">
        <pc:chgData name="Kimberly Perron" userId="5cbb7adf-dcc5-4575-b463-4d02fa27e6cf" providerId="ADAL" clId="{45FBC6B1-1BEC-45C8-9E74-53185029DE9F}" dt="2023-08-29T23:43:01.987" v="2419" actId="47"/>
        <pc:sldMkLst>
          <pc:docMk/>
          <pc:sldMk cId="2503665287" sldId="315"/>
        </pc:sldMkLst>
        <pc:spChg chg="add mod">
          <ac:chgData name="Kimberly Perron" userId="5cbb7adf-dcc5-4575-b463-4d02fa27e6cf" providerId="ADAL" clId="{45FBC6B1-1BEC-45C8-9E74-53185029DE9F}" dt="2023-08-28T16:22:05.571" v="1047"/>
          <ac:spMkLst>
            <pc:docMk/>
            <pc:sldMk cId="2503665287" sldId="315"/>
            <ac:spMk id="6" creationId="{283B174A-6AD3-A91B-A866-B2A0D7A8BDBA}"/>
          </ac:spMkLst>
        </pc:spChg>
      </pc:sldChg>
      <pc:sldChg chg="addSp modSp add del">
        <pc:chgData name="Kimberly Perron" userId="5cbb7adf-dcc5-4575-b463-4d02fa27e6cf" providerId="ADAL" clId="{45FBC6B1-1BEC-45C8-9E74-53185029DE9F}" dt="2023-08-29T23:43:03.836" v="2420" actId="47"/>
        <pc:sldMkLst>
          <pc:docMk/>
          <pc:sldMk cId="920937000" sldId="316"/>
        </pc:sldMkLst>
        <pc:spChg chg="add mod">
          <ac:chgData name="Kimberly Perron" userId="5cbb7adf-dcc5-4575-b463-4d02fa27e6cf" providerId="ADAL" clId="{45FBC6B1-1BEC-45C8-9E74-53185029DE9F}" dt="2023-08-28T16:22:06.954" v="1048"/>
          <ac:spMkLst>
            <pc:docMk/>
            <pc:sldMk cId="920937000" sldId="316"/>
            <ac:spMk id="7" creationId="{AAF119A6-ECC2-438B-71C8-D04E1F654998}"/>
          </ac:spMkLst>
        </pc:spChg>
      </pc:sldChg>
      <pc:sldChg chg="addSp modSp add del">
        <pc:chgData name="Kimberly Perron" userId="5cbb7adf-dcc5-4575-b463-4d02fa27e6cf" providerId="ADAL" clId="{45FBC6B1-1BEC-45C8-9E74-53185029DE9F}" dt="2023-08-29T23:43:05.196" v="2421" actId="47"/>
        <pc:sldMkLst>
          <pc:docMk/>
          <pc:sldMk cId="1413733964" sldId="317"/>
        </pc:sldMkLst>
        <pc:spChg chg="add mod">
          <ac:chgData name="Kimberly Perron" userId="5cbb7adf-dcc5-4575-b463-4d02fa27e6cf" providerId="ADAL" clId="{45FBC6B1-1BEC-45C8-9E74-53185029DE9F}" dt="2023-08-28T16:22:10.177" v="1049"/>
          <ac:spMkLst>
            <pc:docMk/>
            <pc:sldMk cId="1413733964" sldId="317"/>
            <ac:spMk id="7" creationId="{59045126-A77C-68FB-CB7A-8723266743A5}"/>
          </ac:spMkLst>
        </pc:spChg>
      </pc:sldChg>
      <pc:sldChg chg="addSp modSp add del">
        <pc:chgData name="Kimberly Perron" userId="5cbb7adf-dcc5-4575-b463-4d02fa27e6cf" providerId="ADAL" clId="{45FBC6B1-1BEC-45C8-9E74-53185029DE9F}" dt="2023-08-29T23:43:06.812" v="2422" actId="47"/>
        <pc:sldMkLst>
          <pc:docMk/>
          <pc:sldMk cId="42334703" sldId="318"/>
        </pc:sldMkLst>
        <pc:spChg chg="add mod">
          <ac:chgData name="Kimberly Perron" userId="5cbb7adf-dcc5-4575-b463-4d02fa27e6cf" providerId="ADAL" clId="{45FBC6B1-1BEC-45C8-9E74-53185029DE9F}" dt="2023-08-28T16:22:13.811" v="1050"/>
          <ac:spMkLst>
            <pc:docMk/>
            <pc:sldMk cId="42334703" sldId="318"/>
            <ac:spMk id="6" creationId="{63EC7C27-1F39-58B8-DB1A-ACB28C1711B0}"/>
          </ac:spMkLst>
        </pc:spChg>
      </pc:sldChg>
      <pc:sldChg chg="addSp modSp add del">
        <pc:chgData name="Kimberly Perron" userId="5cbb7adf-dcc5-4575-b463-4d02fa27e6cf" providerId="ADAL" clId="{45FBC6B1-1BEC-45C8-9E74-53185029DE9F}" dt="2023-08-29T23:47:53.314" v="2647" actId="47"/>
        <pc:sldMkLst>
          <pc:docMk/>
          <pc:sldMk cId="2063571488" sldId="319"/>
        </pc:sldMkLst>
        <pc:spChg chg="add mod">
          <ac:chgData name="Kimberly Perron" userId="5cbb7adf-dcc5-4575-b463-4d02fa27e6cf" providerId="ADAL" clId="{45FBC6B1-1BEC-45C8-9E74-53185029DE9F}" dt="2023-08-28T16:22:15.598" v="1051"/>
          <ac:spMkLst>
            <pc:docMk/>
            <pc:sldMk cId="2063571488" sldId="319"/>
            <ac:spMk id="7" creationId="{D28ABDF9-00CA-BF0E-409B-FEE64183DB83}"/>
          </ac:spMkLst>
        </pc:spChg>
      </pc:sldChg>
      <pc:sldChg chg="addSp modSp add del">
        <pc:chgData name="Kimberly Perron" userId="5cbb7adf-dcc5-4575-b463-4d02fa27e6cf" providerId="ADAL" clId="{45FBC6B1-1BEC-45C8-9E74-53185029DE9F}" dt="2023-08-30T00:07:30.961" v="2944" actId="47"/>
        <pc:sldMkLst>
          <pc:docMk/>
          <pc:sldMk cId="3118324087" sldId="320"/>
        </pc:sldMkLst>
        <pc:spChg chg="add mod">
          <ac:chgData name="Kimberly Perron" userId="5cbb7adf-dcc5-4575-b463-4d02fa27e6cf" providerId="ADAL" clId="{45FBC6B1-1BEC-45C8-9E74-53185029DE9F}" dt="2023-08-28T16:22:16.886" v="1052"/>
          <ac:spMkLst>
            <pc:docMk/>
            <pc:sldMk cId="3118324087" sldId="320"/>
            <ac:spMk id="7" creationId="{52053C56-ED6C-2461-29B0-5E8A061BCA0C}"/>
          </ac:spMkLst>
        </pc:spChg>
      </pc:sldChg>
      <pc:sldChg chg="addSp modSp add del">
        <pc:chgData name="Kimberly Perron" userId="5cbb7adf-dcc5-4575-b463-4d02fa27e6cf" providerId="ADAL" clId="{45FBC6B1-1BEC-45C8-9E74-53185029DE9F}" dt="2023-08-30T00:07:32.245" v="2945" actId="47"/>
        <pc:sldMkLst>
          <pc:docMk/>
          <pc:sldMk cId="617615161" sldId="321"/>
        </pc:sldMkLst>
        <pc:spChg chg="add mod">
          <ac:chgData name="Kimberly Perron" userId="5cbb7adf-dcc5-4575-b463-4d02fa27e6cf" providerId="ADAL" clId="{45FBC6B1-1BEC-45C8-9E74-53185029DE9F}" dt="2023-08-28T16:22:17.994" v="1053"/>
          <ac:spMkLst>
            <pc:docMk/>
            <pc:sldMk cId="617615161" sldId="321"/>
            <ac:spMk id="6" creationId="{C5B098D2-B713-E59D-EF4F-3D19DFE0665C}"/>
          </ac:spMkLst>
        </pc:spChg>
      </pc:sldChg>
      <pc:sldChg chg="addSp modSp add del">
        <pc:chgData name="Kimberly Perron" userId="5cbb7adf-dcc5-4575-b463-4d02fa27e6cf" providerId="ADAL" clId="{45FBC6B1-1BEC-45C8-9E74-53185029DE9F}" dt="2023-08-30T00:07:38.151" v="2946" actId="47"/>
        <pc:sldMkLst>
          <pc:docMk/>
          <pc:sldMk cId="2761934330" sldId="322"/>
        </pc:sldMkLst>
        <pc:spChg chg="add mod">
          <ac:chgData name="Kimberly Perron" userId="5cbb7adf-dcc5-4575-b463-4d02fa27e6cf" providerId="ADAL" clId="{45FBC6B1-1BEC-45C8-9E74-53185029DE9F}" dt="2023-08-28T16:22:20.491" v="1054"/>
          <ac:spMkLst>
            <pc:docMk/>
            <pc:sldMk cId="2761934330" sldId="322"/>
            <ac:spMk id="7" creationId="{BCBA079F-4977-4367-6391-C1C05041D69B}"/>
          </ac:spMkLst>
        </pc:spChg>
      </pc:sldChg>
      <pc:sldChg chg="modSp mod">
        <pc:chgData name="Kimberly Perron" userId="5cbb7adf-dcc5-4575-b463-4d02fa27e6cf" providerId="ADAL" clId="{45FBC6B1-1BEC-45C8-9E74-53185029DE9F}" dt="2023-08-28T13:30:34.229" v="422" actId="1076"/>
        <pc:sldMkLst>
          <pc:docMk/>
          <pc:sldMk cId="2131696739" sldId="323"/>
        </pc:sldMkLst>
        <pc:spChg chg="mod">
          <ac:chgData name="Kimberly Perron" userId="5cbb7adf-dcc5-4575-b463-4d02fa27e6cf" providerId="ADAL" clId="{45FBC6B1-1BEC-45C8-9E74-53185029DE9F}" dt="2023-08-28T13:30:34.229" v="422" actId="1076"/>
          <ac:spMkLst>
            <pc:docMk/>
            <pc:sldMk cId="2131696739" sldId="323"/>
            <ac:spMk id="5" creationId="{81561FA0-D1C7-AD45-AAC2-3F6D42047E16}"/>
          </ac:spMkLst>
        </pc:spChg>
        <pc:spChg chg="mod">
          <ac:chgData name="Kimberly Perron" userId="5cbb7adf-dcc5-4575-b463-4d02fa27e6cf" providerId="ADAL" clId="{45FBC6B1-1BEC-45C8-9E74-53185029DE9F}" dt="2023-08-28T13:20:03.869" v="109" actId="14100"/>
          <ac:spMkLst>
            <pc:docMk/>
            <pc:sldMk cId="2131696739" sldId="323"/>
            <ac:spMk id="6" creationId="{704B063A-56FC-68F3-AF34-DCF071DE867F}"/>
          </ac:spMkLst>
        </pc:spChg>
        <pc:spChg chg="mod">
          <ac:chgData name="Kimberly Perron" userId="5cbb7adf-dcc5-4575-b463-4d02fa27e6cf" providerId="ADAL" clId="{45FBC6B1-1BEC-45C8-9E74-53185029DE9F}" dt="2023-08-28T13:24:09.948" v="202" actId="20577"/>
          <ac:spMkLst>
            <pc:docMk/>
            <pc:sldMk cId="2131696739" sldId="323"/>
            <ac:spMk id="9" creationId="{4B6DD2AD-DD20-A6EB-4CAF-5FC2073501D5}"/>
          </ac:spMkLst>
        </pc:spChg>
      </pc:sldChg>
      <pc:sldChg chg="modSp mod">
        <pc:chgData name="Kimberly Perron" userId="5cbb7adf-dcc5-4575-b463-4d02fa27e6cf" providerId="ADAL" clId="{45FBC6B1-1BEC-45C8-9E74-53185029DE9F}" dt="2023-08-30T00:08:34.592" v="2949" actId="5793"/>
        <pc:sldMkLst>
          <pc:docMk/>
          <pc:sldMk cId="1880459377" sldId="383"/>
        </pc:sldMkLst>
        <pc:spChg chg="mod">
          <ac:chgData name="Kimberly Perron" userId="5cbb7adf-dcc5-4575-b463-4d02fa27e6cf" providerId="ADAL" clId="{45FBC6B1-1BEC-45C8-9E74-53185029DE9F}" dt="2023-08-30T00:08:34.592" v="2949" actId="5793"/>
          <ac:spMkLst>
            <pc:docMk/>
            <pc:sldMk cId="1880459377" sldId="383"/>
            <ac:spMk id="5" creationId="{52EA24C4-A9A6-E351-2BA7-E65190DBA4DB}"/>
          </ac:spMkLst>
        </pc:spChg>
        <pc:spChg chg="mod">
          <ac:chgData name="Kimberly Perron" userId="5cbb7adf-dcc5-4575-b463-4d02fa27e6cf" providerId="ADAL" clId="{45FBC6B1-1BEC-45C8-9E74-53185029DE9F}" dt="2023-08-28T13:20:03.002" v="107" actId="14100"/>
          <ac:spMkLst>
            <pc:docMk/>
            <pc:sldMk cId="1880459377" sldId="383"/>
            <ac:spMk id="6" creationId="{B64087CC-6928-E6CE-4ACD-5020F3C5ECEF}"/>
          </ac:spMkLst>
        </pc:spChg>
      </pc:sldChg>
      <pc:sldChg chg="modSp mod ord">
        <pc:chgData name="Kimberly Perron" userId="5cbb7adf-dcc5-4575-b463-4d02fa27e6cf" providerId="ADAL" clId="{45FBC6B1-1BEC-45C8-9E74-53185029DE9F}" dt="2023-09-01T00:31:00.434" v="3619" actId="20577"/>
        <pc:sldMkLst>
          <pc:docMk/>
          <pc:sldMk cId="3697867125" sldId="407"/>
        </pc:sldMkLst>
        <pc:spChg chg="mod">
          <ac:chgData name="Kimberly Perron" userId="5cbb7adf-dcc5-4575-b463-4d02fa27e6cf" providerId="ADAL" clId="{45FBC6B1-1BEC-45C8-9E74-53185029DE9F}" dt="2023-09-01T00:30:05.336" v="3605" actId="20577"/>
          <ac:spMkLst>
            <pc:docMk/>
            <pc:sldMk cId="3697867125" sldId="407"/>
            <ac:spMk id="5" creationId="{81561FA0-D1C7-AD45-AAC2-3F6D42047E16}"/>
          </ac:spMkLst>
        </pc:spChg>
        <pc:spChg chg="mod">
          <ac:chgData name="Kimberly Perron" userId="5cbb7adf-dcc5-4575-b463-4d02fa27e6cf" providerId="ADAL" clId="{45FBC6B1-1BEC-45C8-9E74-53185029DE9F}" dt="2023-08-28T13:20:04.404" v="110" actId="14100"/>
          <ac:spMkLst>
            <pc:docMk/>
            <pc:sldMk cId="3697867125" sldId="407"/>
            <ac:spMk id="6" creationId="{499B3726-DCC4-32A3-19F7-77D173B58EC1}"/>
          </ac:spMkLst>
        </pc:spChg>
        <pc:spChg chg="mod">
          <ac:chgData name="Kimberly Perron" userId="5cbb7adf-dcc5-4575-b463-4d02fa27e6cf" providerId="ADAL" clId="{45FBC6B1-1BEC-45C8-9E74-53185029DE9F}" dt="2023-09-01T00:31:00.434" v="3619" actId="20577"/>
          <ac:spMkLst>
            <pc:docMk/>
            <pc:sldMk cId="3697867125" sldId="407"/>
            <ac:spMk id="9" creationId="{4B6DD2AD-DD20-A6EB-4CAF-5FC2073501D5}"/>
          </ac:spMkLst>
        </pc:spChg>
      </pc:sldChg>
      <pc:sldChg chg="del">
        <pc:chgData name="Kimberly Perron" userId="5cbb7adf-dcc5-4575-b463-4d02fa27e6cf" providerId="ADAL" clId="{45FBC6B1-1BEC-45C8-9E74-53185029DE9F}" dt="2023-08-28T13:09:25.348" v="44" actId="47"/>
        <pc:sldMkLst>
          <pc:docMk/>
          <pc:sldMk cId="1418748177" sldId="408"/>
        </pc:sldMkLst>
      </pc:sldChg>
      <pc:sldChg chg="del">
        <pc:chgData name="Kimberly Perron" userId="5cbb7adf-dcc5-4575-b463-4d02fa27e6cf" providerId="ADAL" clId="{45FBC6B1-1BEC-45C8-9E74-53185029DE9F}" dt="2023-08-28T13:09:25.348" v="44" actId="47"/>
        <pc:sldMkLst>
          <pc:docMk/>
          <pc:sldMk cId="2737868173" sldId="410"/>
        </pc:sldMkLst>
      </pc:sldChg>
      <pc:sldChg chg="del">
        <pc:chgData name="Kimberly Perron" userId="5cbb7adf-dcc5-4575-b463-4d02fa27e6cf" providerId="ADAL" clId="{45FBC6B1-1BEC-45C8-9E74-53185029DE9F}" dt="2023-08-28T13:09:25.348" v="44" actId="47"/>
        <pc:sldMkLst>
          <pc:docMk/>
          <pc:sldMk cId="503061682" sldId="411"/>
        </pc:sldMkLst>
      </pc:sldChg>
      <pc:sldChg chg="del">
        <pc:chgData name="Kimberly Perron" userId="5cbb7adf-dcc5-4575-b463-4d02fa27e6cf" providerId="ADAL" clId="{45FBC6B1-1BEC-45C8-9E74-53185029DE9F}" dt="2023-08-28T13:09:25.348" v="44" actId="47"/>
        <pc:sldMkLst>
          <pc:docMk/>
          <pc:sldMk cId="580943100" sldId="412"/>
        </pc:sldMkLst>
      </pc:sldChg>
      <pc:sldChg chg="del">
        <pc:chgData name="Kimberly Perron" userId="5cbb7adf-dcc5-4575-b463-4d02fa27e6cf" providerId="ADAL" clId="{45FBC6B1-1BEC-45C8-9E74-53185029DE9F}" dt="2023-08-28T13:09:25.348" v="44" actId="47"/>
        <pc:sldMkLst>
          <pc:docMk/>
          <pc:sldMk cId="1505147399" sldId="414"/>
        </pc:sldMkLst>
      </pc:sldChg>
      <pc:sldChg chg="del">
        <pc:chgData name="Kimberly Perron" userId="5cbb7adf-dcc5-4575-b463-4d02fa27e6cf" providerId="ADAL" clId="{45FBC6B1-1BEC-45C8-9E74-53185029DE9F}" dt="2023-08-28T13:09:25.348" v="44" actId="47"/>
        <pc:sldMkLst>
          <pc:docMk/>
          <pc:sldMk cId="1053275842" sldId="415"/>
        </pc:sldMkLst>
      </pc:sldChg>
      <pc:sldChg chg="del">
        <pc:chgData name="Kimberly Perron" userId="5cbb7adf-dcc5-4575-b463-4d02fa27e6cf" providerId="ADAL" clId="{45FBC6B1-1BEC-45C8-9E74-53185029DE9F}" dt="2023-08-28T13:09:25.348" v="44" actId="47"/>
        <pc:sldMkLst>
          <pc:docMk/>
          <pc:sldMk cId="1677499004" sldId="416"/>
        </pc:sldMkLst>
      </pc:sldChg>
      <pc:sldChg chg="del">
        <pc:chgData name="Kimberly Perron" userId="5cbb7adf-dcc5-4575-b463-4d02fa27e6cf" providerId="ADAL" clId="{45FBC6B1-1BEC-45C8-9E74-53185029DE9F}" dt="2023-08-28T13:09:25.348" v="44" actId="47"/>
        <pc:sldMkLst>
          <pc:docMk/>
          <pc:sldMk cId="2151878252" sldId="417"/>
        </pc:sldMkLst>
      </pc:sldChg>
      <pc:sldChg chg="del">
        <pc:chgData name="Kimberly Perron" userId="5cbb7adf-dcc5-4575-b463-4d02fa27e6cf" providerId="ADAL" clId="{45FBC6B1-1BEC-45C8-9E74-53185029DE9F}" dt="2023-08-28T13:09:25.348" v="44" actId="47"/>
        <pc:sldMkLst>
          <pc:docMk/>
          <pc:sldMk cId="1962796207" sldId="418"/>
        </pc:sldMkLst>
      </pc:sldChg>
      <pc:sldChg chg="del">
        <pc:chgData name="Kimberly Perron" userId="5cbb7adf-dcc5-4575-b463-4d02fa27e6cf" providerId="ADAL" clId="{45FBC6B1-1BEC-45C8-9E74-53185029DE9F}" dt="2023-08-28T13:09:25.348" v="44" actId="47"/>
        <pc:sldMkLst>
          <pc:docMk/>
          <pc:sldMk cId="1291507965" sldId="419"/>
        </pc:sldMkLst>
      </pc:sldChg>
      <pc:sldChg chg="del">
        <pc:chgData name="Kimberly Perron" userId="5cbb7adf-dcc5-4575-b463-4d02fa27e6cf" providerId="ADAL" clId="{45FBC6B1-1BEC-45C8-9E74-53185029DE9F}" dt="2023-08-28T13:09:25.348" v="44" actId="47"/>
        <pc:sldMkLst>
          <pc:docMk/>
          <pc:sldMk cId="4072237603" sldId="420"/>
        </pc:sldMkLst>
      </pc:sldChg>
      <pc:sldChg chg="del">
        <pc:chgData name="Kimberly Perron" userId="5cbb7adf-dcc5-4575-b463-4d02fa27e6cf" providerId="ADAL" clId="{45FBC6B1-1BEC-45C8-9E74-53185029DE9F}" dt="2023-08-28T13:09:25.348" v="44" actId="47"/>
        <pc:sldMkLst>
          <pc:docMk/>
          <pc:sldMk cId="2890570965" sldId="421"/>
        </pc:sldMkLst>
      </pc:sldChg>
      <pc:sldChg chg="del">
        <pc:chgData name="Kimberly Perron" userId="5cbb7adf-dcc5-4575-b463-4d02fa27e6cf" providerId="ADAL" clId="{45FBC6B1-1BEC-45C8-9E74-53185029DE9F}" dt="2023-08-28T13:09:25.348" v="44" actId="47"/>
        <pc:sldMkLst>
          <pc:docMk/>
          <pc:sldMk cId="3886089995" sldId="422"/>
        </pc:sldMkLst>
      </pc:sldChg>
      <pc:sldChg chg="del">
        <pc:chgData name="Kimberly Perron" userId="5cbb7adf-dcc5-4575-b463-4d02fa27e6cf" providerId="ADAL" clId="{45FBC6B1-1BEC-45C8-9E74-53185029DE9F}" dt="2023-08-28T13:09:25.348" v="44" actId="47"/>
        <pc:sldMkLst>
          <pc:docMk/>
          <pc:sldMk cId="3158285196" sldId="423"/>
        </pc:sldMkLst>
      </pc:sldChg>
      <pc:sldChg chg="del">
        <pc:chgData name="Kimberly Perron" userId="5cbb7adf-dcc5-4575-b463-4d02fa27e6cf" providerId="ADAL" clId="{45FBC6B1-1BEC-45C8-9E74-53185029DE9F}" dt="2023-08-28T13:09:25.348" v="44" actId="47"/>
        <pc:sldMkLst>
          <pc:docMk/>
          <pc:sldMk cId="3080015368" sldId="424"/>
        </pc:sldMkLst>
      </pc:sldChg>
      <pc:sldChg chg="del">
        <pc:chgData name="Kimberly Perron" userId="5cbb7adf-dcc5-4575-b463-4d02fa27e6cf" providerId="ADAL" clId="{45FBC6B1-1BEC-45C8-9E74-53185029DE9F}" dt="2023-08-28T13:09:25.348" v="44" actId="47"/>
        <pc:sldMkLst>
          <pc:docMk/>
          <pc:sldMk cId="2404281473" sldId="425"/>
        </pc:sldMkLst>
      </pc:sldChg>
      <pc:sldChg chg="del">
        <pc:chgData name="Kimberly Perron" userId="5cbb7adf-dcc5-4575-b463-4d02fa27e6cf" providerId="ADAL" clId="{45FBC6B1-1BEC-45C8-9E74-53185029DE9F}" dt="2023-08-28T13:09:25.348" v="44" actId="47"/>
        <pc:sldMkLst>
          <pc:docMk/>
          <pc:sldMk cId="3195581179" sldId="426"/>
        </pc:sldMkLst>
      </pc:sldChg>
      <pc:sldChg chg="del">
        <pc:chgData name="Kimberly Perron" userId="5cbb7adf-dcc5-4575-b463-4d02fa27e6cf" providerId="ADAL" clId="{45FBC6B1-1BEC-45C8-9E74-53185029DE9F}" dt="2023-08-28T13:09:25.348" v="44" actId="47"/>
        <pc:sldMkLst>
          <pc:docMk/>
          <pc:sldMk cId="505153499" sldId="427"/>
        </pc:sldMkLst>
      </pc:sldChg>
      <pc:sldChg chg="del">
        <pc:chgData name="Kimberly Perron" userId="5cbb7adf-dcc5-4575-b463-4d02fa27e6cf" providerId="ADAL" clId="{45FBC6B1-1BEC-45C8-9E74-53185029DE9F}" dt="2023-08-28T13:09:25.348" v="44" actId="47"/>
        <pc:sldMkLst>
          <pc:docMk/>
          <pc:sldMk cId="1861268174" sldId="429"/>
        </pc:sldMkLst>
      </pc:sldChg>
      <pc:sldChg chg="del">
        <pc:chgData name="Kimberly Perron" userId="5cbb7adf-dcc5-4575-b463-4d02fa27e6cf" providerId="ADAL" clId="{45FBC6B1-1BEC-45C8-9E74-53185029DE9F}" dt="2023-08-28T13:09:25.348" v="44" actId="47"/>
        <pc:sldMkLst>
          <pc:docMk/>
          <pc:sldMk cId="2536090849" sldId="430"/>
        </pc:sldMkLst>
      </pc:sldChg>
      <pc:sldChg chg="del">
        <pc:chgData name="Kimberly Perron" userId="5cbb7adf-dcc5-4575-b463-4d02fa27e6cf" providerId="ADAL" clId="{45FBC6B1-1BEC-45C8-9E74-53185029DE9F}" dt="2023-08-28T13:09:25.348" v="44" actId="47"/>
        <pc:sldMkLst>
          <pc:docMk/>
          <pc:sldMk cId="3730571790" sldId="431"/>
        </pc:sldMkLst>
      </pc:sldChg>
      <pc:sldChg chg="del">
        <pc:chgData name="Kimberly Perron" userId="5cbb7adf-dcc5-4575-b463-4d02fa27e6cf" providerId="ADAL" clId="{45FBC6B1-1BEC-45C8-9E74-53185029DE9F}" dt="2023-08-28T13:09:25.348" v="44" actId="47"/>
        <pc:sldMkLst>
          <pc:docMk/>
          <pc:sldMk cId="1297544535" sldId="432"/>
        </pc:sldMkLst>
      </pc:sldChg>
      <pc:sldChg chg="del">
        <pc:chgData name="Kimberly Perron" userId="5cbb7adf-dcc5-4575-b463-4d02fa27e6cf" providerId="ADAL" clId="{45FBC6B1-1BEC-45C8-9E74-53185029DE9F}" dt="2023-08-28T13:09:25.348" v="44" actId="47"/>
        <pc:sldMkLst>
          <pc:docMk/>
          <pc:sldMk cId="2948648753" sldId="433"/>
        </pc:sldMkLst>
      </pc:sldChg>
      <pc:sldChg chg="del">
        <pc:chgData name="Kimberly Perron" userId="5cbb7adf-dcc5-4575-b463-4d02fa27e6cf" providerId="ADAL" clId="{45FBC6B1-1BEC-45C8-9E74-53185029DE9F}" dt="2023-08-28T13:09:25.348" v="44" actId="47"/>
        <pc:sldMkLst>
          <pc:docMk/>
          <pc:sldMk cId="3553880686" sldId="434"/>
        </pc:sldMkLst>
      </pc:sldChg>
      <pc:sldChg chg="del">
        <pc:chgData name="Kimberly Perron" userId="5cbb7adf-dcc5-4575-b463-4d02fa27e6cf" providerId="ADAL" clId="{45FBC6B1-1BEC-45C8-9E74-53185029DE9F}" dt="2023-08-28T13:09:25.348" v="44" actId="47"/>
        <pc:sldMkLst>
          <pc:docMk/>
          <pc:sldMk cId="1768175497" sldId="435"/>
        </pc:sldMkLst>
      </pc:sldChg>
      <pc:sldChg chg="del">
        <pc:chgData name="Kimberly Perron" userId="5cbb7adf-dcc5-4575-b463-4d02fa27e6cf" providerId="ADAL" clId="{45FBC6B1-1BEC-45C8-9E74-53185029DE9F}" dt="2023-08-28T13:09:25.348" v="44" actId="47"/>
        <pc:sldMkLst>
          <pc:docMk/>
          <pc:sldMk cId="3137585594" sldId="436"/>
        </pc:sldMkLst>
      </pc:sldChg>
      <pc:sldChg chg="del">
        <pc:chgData name="Kimberly Perron" userId="5cbb7adf-dcc5-4575-b463-4d02fa27e6cf" providerId="ADAL" clId="{45FBC6B1-1BEC-45C8-9E74-53185029DE9F}" dt="2023-08-28T13:09:25.348" v="44" actId="47"/>
        <pc:sldMkLst>
          <pc:docMk/>
          <pc:sldMk cId="3180194644" sldId="437"/>
        </pc:sldMkLst>
      </pc:sldChg>
      <pc:sldChg chg="del">
        <pc:chgData name="Kimberly Perron" userId="5cbb7adf-dcc5-4575-b463-4d02fa27e6cf" providerId="ADAL" clId="{45FBC6B1-1BEC-45C8-9E74-53185029DE9F}" dt="2023-08-28T13:09:25.348" v="44" actId="47"/>
        <pc:sldMkLst>
          <pc:docMk/>
          <pc:sldMk cId="3590274951" sldId="438"/>
        </pc:sldMkLst>
      </pc:sldChg>
      <pc:sldChg chg="del">
        <pc:chgData name="Kimberly Perron" userId="5cbb7adf-dcc5-4575-b463-4d02fa27e6cf" providerId="ADAL" clId="{45FBC6B1-1BEC-45C8-9E74-53185029DE9F}" dt="2023-08-28T13:09:25.348" v="44" actId="47"/>
        <pc:sldMkLst>
          <pc:docMk/>
          <pc:sldMk cId="2181990901" sldId="439"/>
        </pc:sldMkLst>
      </pc:sldChg>
      <pc:sldChg chg="modSp mod">
        <pc:chgData name="Kimberly Perron" userId="5cbb7adf-dcc5-4575-b463-4d02fa27e6cf" providerId="ADAL" clId="{45FBC6B1-1BEC-45C8-9E74-53185029DE9F}" dt="2023-08-28T13:20:03.493" v="108" actId="14100"/>
        <pc:sldMkLst>
          <pc:docMk/>
          <pc:sldMk cId="2450126767" sldId="440"/>
        </pc:sldMkLst>
        <pc:spChg chg="mod">
          <ac:chgData name="Kimberly Perron" userId="5cbb7adf-dcc5-4575-b463-4d02fa27e6cf" providerId="ADAL" clId="{45FBC6B1-1BEC-45C8-9E74-53185029DE9F}" dt="2023-08-28T13:20:03.493" v="108" actId="14100"/>
          <ac:spMkLst>
            <pc:docMk/>
            <pc:sldMk cId="2450126767" sldId="440"/>
            <ac:spMk id="3" creationId="{FC256DBC-63A7-7E97-5FB0-7BF480F16528}"/>
          </ac:spMkLst>
        </pc:spChg>
      </pc:sldChg>
      <pc:sldChg chg="addSp modSp add mod">
        <pc:chgData name="Kimberly Perron" userId="5cbb7adf-dcc5-4575-b463-4d02fa27e6cf" providerId="ADAL" clId="{45FBC6B1-1BEC-45C8-9E74-53185029DE9F}" dt="2023-08-28T21:42:15.579" v="1086" actId="20577"/>
        <pc:sldMkLst>
          <pc:docMk/>
          <pc:sldMk cId="1372390998" sldId="441"/>
        </pc:sldMkLst>
        <pc:spChg chg="add mod">
          <ac:chgData name="Kimberly Perron" userId="5cbb7adf-dcc5-4575-b463-4d02fa27e6cf" providerId="ADAL" clId="{45FBC6B1-1BEC-45C8-9E74-53185029DE9F}" dt="2023-08-28T16:22:22.400" v="1055"/>
          <ac:spMkLst>
            <pc:docMk/>
            <pc:sldMk cId="1372390998" sldId="441"/>
            <ac:spMk id="5" creationId="{680E5928-AFBD-527B-BD0E-F1BABBF148DD}"/>
          </ac:spMkLst>
        </pc:spChg>
        <pc:spChg chg="mod">
          <ac:chgData name="Kimberly Perron" userId="5cbb7adf-dcc5-4575-b463-4d02fa27e6cf" providerId="ADAL" clId="{45FBC6B1-1BEC-45C8-9E74-53185029DE9F}" dt="2023-08-28T21:42:15.579" v="1086" actId="20577"/>
          <ac:spMkLst>
            <pc:docMk/>
            <pc:sldMk cId="1372390998" sldId="441"/>
            <ac:spMk id="29" creationId="{E81A5896-D389-15DE-1ACB-F0A14D5189FE}"/>
          </ac:spMkLst>
        </pc:spChg>
      </pc:sldChg>
      <pc:sldChg chg="del">
        <pc:chgData name="Kimberly Perron" userId="5cbb7adf-dcc5-4575-b463-4d02fa27e6cf" providerId="ADAL" clId="{45FBC6B1-1BEC-45C8-9E74-53185029DE9F}" dt="2023-08-28T13:09:25.348" v="44" actId="47"/>
        <pc:sldMkLst>
          <pc:docMk/>
          <pc:sldMk cId="3907357198" sldId="441"/>
        </pc:sldMkLst>
      </pc:sldChg>
      <pc:sldChg chg="modSp add del mod">
        <pc:chgData name="Kimberly Perron" userId="5cbb7adf-dcc5-4575-b463-4d02fa27e6cf" providerId="ADAL" clId="{45FBC6B1-1BEC-45C8-9E74-53185029DE9F}" dt="2023-08-28T13:30:44.364" v="423" actId="47"/>
        <pc:sldMkLst>
          <pc:docMk/>
          <pc:sldMk cId="1767787671" sldId="442"/>
        </pc:sldMkLst>
        <pc:spChg chg="mod">
          <ac:chgData name="Kimberly Perron" userId="5cbb7adf-dcc5-4575-b463-4d02fa27e6cf" providerId="ADAL" clId="{45FBC6B1-1BEC-45C8-9E74-53185029DE9F}" dt="2023-08-28T13:25:15.259" v="220" actId="14100"/>
          <ac:spMkLst>
            <pc:docMk/>
            <pc:sldMk cId="1767787671" sldId="442"/>
            <ac:spMk id="9" creationId="{4B6DD2AD-DD20-A6EB-4CAF-5FC2073501D5}"/>
          </ac:spMkLst>
        </pc:spChg>
      </pc:sldChg>
      <pc:sldChg chg="del">
        <pc:chgData name="Kimberly Perron" userId="5cbb7adf-dcc5-4575-b463-4d02fa27e6cf" providerId="ADAL" clId="{45FBC6B1-1BEC-45C8-9E74-53185029DE9F}" dt="2023-08-28T13:09:25.348" v="44" actId="47"/>
        <pc:sldMkLst>
          <pc:docMk/>
          <pc:sldMk cId="1975234333" sldId="442"/>
        </pc:sldMkLst>
      </pc:sldChg>
      <pc:sldChg chg="del">
        <pc:chgData name="Kimberly Perron" userId="5cbb7adf-dcc5-4575-b463-4d02fa27e6cf" providerId="ADAL" clId="{45FBC6B1-1BEC-45C8-9E74-53185029DE9F}" dt="2023-08-28T13:09:25.348" v="44" actId="47"/>
        <pc:sldMkLst>
          <pc:docMk/>
          <pc:sldMk cId="1959610349" sldId="443"/>
        </pc:sldMkLst>
      </pc:sldChg>
      <pc:sldChg chg="modSp add mod">
        <pc:chgData name="Kimberly Perron" userId="5cbb7adf-dcc5-4575-b463-4d02fa27e6cf" providerId="ADAL" clId="{45FBC6B1-1BEC-45C8-9E74-53185029DE9F}" dt="2023-08-30T00:35:56.145" v="2950" actId="1076"/>
        <pc:sldMkLst>
          <pc:docMk/>
          <pc:sldMk cId="2394597181" sldId="443"/>
        </pc:sldMkLst>
        <pc:spChg chg="mod">
          <ac:chgData name="Kimberly Perron" userId="5cbb7adf-dcc5-4575-b463-4d02fa27e6cf" providerId="ADAL" clId="{45FBC6B1-1BEC-45C8-9E74-53185029DE9F}" dt="2023-08-30T00:35:56.145" v="2950" actId="1076"/>
          <ac:spMkLst>
            <pc:docMk/>
            <pc:sldMk cId="2394597181" sldId="443"/>
            <ac:spMk id="5" creationId="{81561FA0-D1C7-AD45-AAC2-3F6D42047E16}"/>
          </ac:spMkLst>
        </pc:spChg>
        <pc:spChg chg="mod">
          <ac:chgData name="Kimberly Perron" userId="5cbb7adf-dcc5-4575-b463-4d02fa27e6cf" providerId="ADAL" clId="{45FBC6B1-1BEC-45C8-9E74-53185029DE9F}" dt="2023-08-28T13:25:43.435" v="232" actId="20577"/>
          <ac:spMkLst>
            <pc:docMk/>
            <pc:sldMk cId="2394597181" sldId="443"/>
            <ac:spMk id="9" creationId="{4B6DD2AD-DD20-A6EB-4CAF-5FC2073501D5}"/>
          </ac:spMkLst>
        </pc:spChg>
      </pc:sldChg>
      <pc:sldChg chg="modSp add mod">
        <pc:chgData name="Kimberly Perron" userId="5cbb7adf-dcc5-4575-b463-4d02fa27e6cf" providerId="ADAL" clId="{45FBC6B1-1BEC-45C8-9E74-53185029DE9F}" dt="2023-08-28T14:02:11.823" v="933" actId="20577"/>
        <pc:sldMkLst>
          <pc:docMk/>
          <pc:sldMk cId="3793154388" sldId="444"/>
        </pc:sldMkLst>
        <pc:spChg chg="mod">
          <ac:chgData name="Kimberly Perron" userId="5cbb7adf-dcc5-4575-b463-4d02fa27e6cf" providerId="ADAL" clId="{45FBC6B1-1BEC-45C8-9E74-53185029DE9F}" dt="2023-08-28T14:02:11.823" v="933" actId="20577"/>
          <ac:spMkLst>
            <pc:docMk/>
            <pc:sldMk cId="3793154388" sldId="444"/>
            <ac:spMk id="5" creationId="{81561FA0-D1C7-AD45-AAC2-3F6D42047E16}"/>
          </ac:spMkLst>
        </pc:spChg>
        <pc:spChg chg="mod">
          <ac:chgData name="Kimberly Perron" userId="5cbb7adf-dcc5-4575-b463-4d02fa27e6cf" providerId="ADAL" clId="{45FBC6B1-1BEC-45C8-9E74-53185029DE9F}" dt="2023-08-28T13:31:02.625" v="441" actId="14100"/>
          <ac:spMkLst>
            <pc:docMk/>
            <pc:sldMk cId="3793154388" sldId="444"/>
            <ac:spMk id="9" creationId="{4B6DD2AD-DD20-A6EB-4CAF-5FC2073501D5}"/>
          </ac:spMkLst>
        </pc:spChg>
      </pc:sldChg>
      <pc:sldChg chg="modSp add mod ord">
        <pc:chgData name="Kimberly Perron" userId="5cbb7adf-dcc5-4575-b463-4d02fa27e6cf" providerId="ADAL" clId="{45FBC6B1-1BEC-45C8-9E74-53185029DE9F}" dt="2023-08-29T23:30:34.214" v="1657" actId="1076"/>
        <pc:sldMkLst>
          <pc:docMk/>
          <pc:sldMk cId="370610562" sldId="445"/>
        </pc:sldMkLst>
        <pc:spChg chg="mod">
          <ac:chgData name="Kimberly Perron" userId="5cbb7adf-dcc5-4575-b463-4d02fa27e6cf" providerId="ADAL" clId="{45FBC6B1-1BEC-45C8-9E74-53185029DE9F}" dt="2023-08-29T23:30:34.214" v="1657" actId="1076"/>
          <ac:spMkLst>
            <pc:docMk/>
            <pc:sldMk cId="370610562" sldId="445"/>
            <ac:spMk id="5" creationId="{81561FA0-D1C7-AD45-AAC2-3F6D42047E16}"/>
          </ac:spMkLst>
        </pc:spChg>
        <pc:spChg chg="mod">
          <ac:chgData name="Kimberly Perron" userId="5cbb7adf-dcc5-4575-b463-4d02fa27e6cf" providerId="ADAL" clId="{45FBC6B1-1BEC-45C8-9E74-53185029DE9F}" dt="2023-08-29T23:21:57.790" v="1611" actId="207"/>
          <ac:spMkLst>
            <pc:docMk/>
            <pc:sldMk cId="370610562" sldId="445"/>
            <ac:spMk id="8" creationId="{94786D73-D047-34CE-2FF2-AFCCFD23A2EA}"/>
          </ac:spMkLst>
        </pc:spChg>
        <pc:spChg chg="mod">
          <ac:chgData name="Kimberly Perron" userId="5cbb7adf-dcc5-4575-b463-4d02fa27e6cf" providerId="ADAL" clId="{45FBC6B1-1BEC-45C8-9E74-53185029DE9F}" dt="2023-08-29T23:22:06.771" v="1612" actId="207"/>
          <ac:spMkLst>
            <pc:docMk/>
            <pc:sldMk cId="370610562" sldId="445"/>
            <ac:spMk id="9" creationId="{4B6DD2AD-DD20-A6EB-4CAF-5FC2073501D5}"/>
          </ac:spMkLst>
        </pc:spChg>
      </pc:sldChg>
      <pc:sldChg chg="addSp delSp modSp add mod ord">
        <pc:chgData name="Kimberly Perron" userId="5cbb7adf-dcc5-4575-b463-4d02fa27e6cf" providerId="ADAL" clId="{45FBC6B1-1BEC-45C8-9E74-53185029DE9F}" dt="2023-08-28T14:40:41.607" v="1012" actId="1076"/>
        <pc:sldMkLst>
          <pc:docMk/>
          <pc:sldMk cId="2331051759" sldId="446"/>
        </pc:sldMkLst>
        <pc:spChg chg="mod ord">
          <ac:chgData name="Kimberly Perron" userId="5cbb7adf-dcc5-4575-b463-4d02fa27e6cf" providerId="ADAL" clId="{45FBC6B1-1BEC-45C8-9E74-53185029DE9F}" dt="2023-08-28T14:13:44.963" v="1000" actId="12788"/>
          <ac:spMkLst>
            <pc:docMk/>
            <pc:sldMk cId="2331051759" sldId="446"/>
            <ac:spMk id="5" creationId="{6AC53814-60A6-3F04-AC18-8325F79A4756}"/>
          </ac:spMkLst>
        </pc:spChg>
        <pc:spChg chg="mod">
          <ac:chgData name="Kimberly Perron" userId="5cbb7adf-dcc5-4575-b463-4d02fa27e6cf" providerId="ADAL" clId="{45FBC6B1-1BEC-45C8-9E74-53185029DE9F}" dt="2023-08-28T14:13:17.341" v="994" actId="14100"/>
          <ac:spMkLst>
            <pc:docMk/>
            <pc:sldMk cId="2331051759" sldId="446"/>
            <ac:spMk id="6" creationId="{802A3DE1-D38D-7781-63F7-40709FE8BC5C}"/>
          </ac:spMkLst>
        </pc:spChg>
        <pc:spChg chg="del">
          <ac:chgData name="Kimberly Perron" userId="5cbb7adf-dcc5-4575-b463-4d02fa27e6cf" providerId="ADAL" clId="{45FBC6B1-1BEC-45C8-9E74-53185029DE9F}" dt="2023-08-28T14:12:56.552" v="992" actId="478"/>
          <ac:spMkLst>
            <pc:docMk/>
            <pc:sldMk cId="2331051759" sldId="446"/>
            <ac:spMk id="10" creationId="{CAAB3171-DEE8-A8CC-306D-A245B6F46AAD}"/>
          </ac:spMkLst>
        </pc:spChg>
        <pc:picChg chg="add mod">
          <ac:chgData name="Kimberly Perron" userId="5cbb7adf-dcc5-4575-b463-4d02fa27e6cf" providerId="ADAL" clId="{45FBC6B1-1BEC-45C8-9E74-53185029DE9F}" dt="2023-08-28T14:13:06.508" v="993"/>
          <ac:picMkLst>
            <pc:docMk/>
            <pc:sldMk cId="2331051759" sldId="446"/>
            <ac:picMk id="3" creationId="{0A7545EC-7B48-EBDD-3268-910464EAE6F8}"/>
          </ac:picMkLst>
        </pc:picChg>
        <pc:picChg chg="add mod">
          <ac:chgData name="Kimberly Perron" userId="5cbb7adf-dcc5-4575-b463-4d02fa27e6cf" providerId="ADAL" clId="{45FBC6B1-1BEC-45C8-9E74-53185029DE9F}" dt="2023-08-28T14:33:17.039" v="1002" actId="14100"/>
          <ac:picMkLst>
            <pc:docMk/>
            <pc:sldMk cId="2331051759" sldId="446"/>
            <ac:picMk id="4" creationId="{F72F1673-A402-0777-D92B-E299081F3107}"/>
          </ac:picMkLst>
        </pc:picChg>
        <pc:picChg chg="del">
          <ac:chgData name="Kimberly Perron" userId="5cbb7adf-dcc5-4575-b463-4d02fa27e6cf" providerId="ADAL" clId="{45FBC6B1-1BEC-45C8-9E74-53185029DE9F}" dt="2023-08-28T14:12:55.110" v="991" actId="478"/>
          <ac:picMkLst>
            <pc:docMk/>
            <pc:sldMk cId="2331051759" sldId="446"/>
            <ac:picMk id="8" creationId="{4EA8E8F1-228F-9D45-52BB-DAF4D6E64E67}"/>
          </ac:picMkLst>
        </pc:picChg>
        <pc:picChg chg="add mod">
          <ac:chgData name="Kimberly Perron" userId="5cbb7adf-dcc5-4575-b463-4d02fa27e6cf" providerId="ADAL" clId="{45FBC6B1-1BEC-45C8-9E74-53185029DE9F}" dt="2023-08-28T14:39:10.913" v="1008" actId="14100"/>
          <ac:picMkLst>
            <pc:docMk/>
            <pc:sldMk cId="2331051759" sldId="446"/>
            <ac:picMk id="11" creationId="{9D5642C4-115F-B38F-C213-F9D3B02809DD}"/>
          </ac:picMkLst>
        </pc:picChg>
        <pc:picChg chg="add mod">
          <ac:chgData name="Kimberly Perron" userId="5cbb7adf-dcc5-4575-b463-4d02fa27e6cf" providerId="ADAL" clId="{45FBC6B1-1BEC-45C8-9E74-53185029DE9F}" dt="2023-08-28T14:40:41.607" v="1012" actId="1076"/>
          <ac:picMkLst>
            <pc:docMk/>
            <pc:sldMk cId="2331051759" sldId="446"/>
            <ac:picMk id="13" creationId="{535AD2AB-BFA3-05EE-BE19-75AA6E411382}"/>
          </ac:picMkLst>
        </pc:picChg>
      </pc:sldChg>
      <pc:sldChg chg="addSp delSp modSp add mod">
        <pc:chgData name="Kimberly Perron" userId="5cbb7adf-dcc5-4575-b463-4d02fa27e6cf" providerId="ADAL" clId="{45FBC6B1-1BEC-45C8-9E74-53185029DE9F}" dt="2023-09-01T00:19:15.117" v="2986" actId="478"/>
        <pc:sldMkLst>
          <pc:docMk/>
          <pc:sldMk cId="646726162" sldId="447"/>
        </pc:sldMkLst>
        <pc:spChg chg="del">
          <ac:chgData name="Kimberly Perron" userId="5cbb7adf-dcc5-4575-b463-4d02fa27e6cf" providerId="ADAL" clId="{45FBC6B1-1BEC-45C8-9E74-53185029DE9F}" dt="2023-08-28T22:15:23.267" v="1253" actId="478"/>
          <ac:spMkLst>
            <pc:docMk/>
            <pc:sldMk cId="646726162" sldId="447"/>
            <ac:spMk id="5" creationId="{81561FA0-D1C7-AD45-AAC2-3F6D42047E16}"/>
          </ac:spMkLst>
        </pc:spChg>
        <pc:spChg chg="mod">
          <ac:chgData name="Kimberly Perron" userId="5cbb7adf-dcc5-4575-b463-4d02fa27e6cf" providerId="ADAL" clId="{45FBC6B1-1BEC-45C8-9E74-53185029DE9F}" dt="2023-09-01T00:18:02.243" v="2969" actId="14100"/>
          <ac:spMkLst>
            <pc:docMk/>
            <pc:sldMk cId="646726162" sldId="447"/>
            <ac:spMk id="6" creationId="{704B063A-56FC-68F3-AF34-DCF071DE867F}"/>
          </ac:spMkLst>
        </pc:spChg>
        <pc:spChg chg="del mod">
          <ac:chgData name="Kimberly Perron" userId="5cbb7adf-dcc5-4575-b463-4d02fa27e6cf" providerId="ADAL" clId="{45FBC6B1-1BEC-45C8-9E74-53185029DE9F}" dt="2023-09-01T00:17:35.083" v="2960" actId="478"/>
          <ac:spMkLst>
            <pc:docMk/>
            <pc:sldMk cId="646726162" sldId="447"/>
            <ac:spMk id="8" creationId="{94786D73-D047-34CE-2FF2-AFCCFD23A2EA}"/>
          </ac:spMkLst>
        </pc:spChg>
        <pc:spChg chg="del mod">
          <ac:chgData name="Kimberly Perron" userId="5cbb7adf-dcc5-4575-b463-4d02fa27e6cf" providerId="ADAL" clId="{45FBC6B1-1BEC-45C8-9E74-53185029DE9F}" dt="2023-09-01T00:19:15.117" v="2986" actId="478"/>
          <ac:spMkLst>
            <pc:docMk/>
            <pc:sldMk cId="646726162" sldId="447"/>
            <ac:spMk id="9" creationId="{4B6DD2AD-DD20-A6EB-4CAF-5FC2073501D5}"/>
          </ac:spMkLst>
        </pc:spChg>
        <pc:grpChg chg="mod">
          <ac:chgData name="Kimberly Perron" userId="5cbb7adf-dcc5-4575-b463-4d02fa27e6cf" providerId="ADAL" clId="{45FBC6B1-1BEC-45C8-9E74-53185029DE9F}" dt="2023-09-01T00:17:53.632" v="2966" actId="14100"/>
          <ac:grpSpMkLst>
            <pc:docMk/>
            <pc:sldMk cId="646726162" sldId="447"/>
            <ac:grpSpMk id="2" creationId="{9CBED602-B9AA-4E30-811B-082728B0E948}"/>
          </ac:grpSpMkLst>
        </pc:grpChg>
        <pc:picChg chg="mod">
          <ac:chgData name="Kimberly Perron" userId="5cbb7adf-dcc5-4575-b463-4d02fa27e6cf" providerId="ADAL" clId="{45FBC6B1-1BEC-45C8-9E74-53185029DE9F}" dt="2023-09-01T00:17:56.150" v="2967" actId="14100"/>
          <ac:picMkLst>
            <pc:docMk/>
            <pc:sldMk cId="646726162" sldId="447"/>
            <ac:picMk id="4" creationId="{706977B5-0C6C-A11B-E6C8-969AC985CA5D}"/>
          </ac:picMkLst>
        </pc:picChg>
        <pc:picChg chg="add mod">
          <ac:chgData name="Kimberly Perron" userId="5cbb7adf-dcc5-4575-b463-4d02fa27e6cf" providerId="ADAL" clId="{45FBC6B1-1BEC-45C8-9E74-53185029DE9F}" dt="2023-09-01T00:18:39.107" v="2977" actId="1076"/>
          <ac:picMkLst>
            <pc:docMk/>
            <pc:sldMk cId="646726162" sldId="447"/>
            <ac:picMk id="7" creationId="{BBE76158-25F4-D3CD-D101-BEA5E6BD6171}"/>
          </ac:picMkLst>
        </pc:picChg>
      </pc:sldChg>
      <pc:sldChg chg="add ord">
        <pc:chgData name="Kimberly Perron" userId="5cbb7adf-dcc5-4575-b463-4d02fa27e6cf" providerId="ADAL" clId="{45FBC6B1-1BEC-45C8-9E74-53185029DE9F}" dt="2023-08-29T23:16:45.854" v="1256"/>
        <pc:sldMkLst>
          <pc:docMk/>
          <pc:sldMk cId="2788765704" sldId="448"/>
        </pc:sldMkLst>
      </pc:sldChg>
      <pc:sldChg chg="add ord">
        <pc:chgData name="Kimberly Perron" userId="5cbb7adf-dcc5-4575-b463-4d02fa27e6cf" providerId="ADAL" clId="{45FBC6B1-1BEC-45C8-9E74-53185029DE9F}" dt="2023-08-29T23:16:57.559" v="1259"/>
        <pc:sldMkLst>
          <pc:docMk/>
          <pc:sldMk cId="4048114596" sldId="449"/>
        </pc:sldMkLst>
      </pc:sldChg>
      <pc:sldChg chg="modSp add mod ord">
        <pc:chgData name="Kimberly Perron" userId="5cbb7adf-dcc5-4575-b463-4d02fa27e6cf" providerId="ADAL" clId="{45FBC6B1-1BEC-45C8-9E74-53185029DE9F}" dt="2023-08-29T23:31:26.542" v="1686" actId="20577"/>
        <pc:sldMkLst>
          <pc:docMk/>
          <pc:sldMk cId="1544076678" sldId="450"/>
        </pc:sldMkLst>
        <pc:spChg chg="mod">
          <ac:chgData name="Kimberly Perron" userId="5cbb7adf-dcc5-4575-b463-4d02fa27e6cf" providerId="ADAL" clId="{45FBC6B1-1BEC-45C8-9E74-53185029DE9F}" dt="2023-08-29T23:31:26.542" v="1686" actId="20577"/>
          <ac:spMkLst>
            <pc:docMk/>
            <pc:sldMk cId="1544076678" sldId="450"/>
            <ac:spMk id="5" creationId="{81561FA0-D1C7-AD45-AAC2-3F6D42047E16}"/>
          </ac:spMkLst>
        </pc:spChg>
        <pc:spChg chg="mod">
          <ac:chgData name="Kimberly Perron" userId="5cbb7adf-dcc5-4575-b463-4d02fa27e6cf" providerId="ADAL" clId="{45FBC6B1-1BEC-45C8-9E74-53185029DE9F}" dt="2023-08-29T23:21:31.953" v="1606" actId="207"/>
          <ac:spMkLst>
            <pc:docMk/>
            <pc:sldMk cId="1544076678" sldId="450"/>
            <ac:spMk id="8" creationId="{94786D73-D047-34CE-2FF2-AFCCFD23A2EA}"/>
          </ac:spMkLst>
        </pc:spChg>
        <pc:spChg chg="mod">
          <ac:chgData name="Kimberly Perron" userId="5cbb7adf-dcc5-4575-b463-4d02fa27e6cf" providerId="ADAL" clId="{45FBC6B1-1BEC-45C8-9E74-53185029DE9F}" dt="2023-08-29T23:21:46.891" v="1610" actId="1076"/>
          <ac:spMkLst>
            <pc:docMk/>
            <pc:sldMk cId="1544076678" sldId="450"/>
            <ac:spMk id="9" creationId="{4B6DD2AD-DD20-A6EB-4CAF-5FC2073501D5}"/>
          </ac:spMkLst>
        </pc:spChg>
      </pc:sldChg>
      <pc:sldChg chg="add del ord">
        <pc:chgData name="Kimberly Perron" userId="5cbb7adf-dcc5-4575-b463-4d02fa27e6cf" providerId="ADAL" clId="{45FBC6B1-1BEC-45C8-9E74-53185029DE9F}" dt="2023-08-29T23:26:02.983" v="1615" actId="47"/>
        <pc:sldMkLst>
          <pc:docMk/>
          <pc:sldMk cId="3247348815" sldId="451"/>
        </pc:sldMkLst>
      </pc:sldChg>
      <pc:sldChg chg="delSp add del mod">
        <pc:chgData name="Kimberly Perron" userId="5cbb7adf-dcc5-4575-b463-4d02fa27e6cf" providerId="ADAL" clId="{45FBC6B1-1BEC-45C8-9E74-53185029DE9F}" dt="2023-09-01T00:18:08.597" v="2970" actId="47"/>
        <pc:sldMkLst>
          <pc:docMk/>
          <pc:sldMk cId="4137901700" sldId="451"/>
        </pc:sldMkLst>
        <pc:spChg chg="del">
          <ac:chgData name="Kimberly Perron" userId="5cbb7adf-dcc5-4575-b463-4d02fa27e6cf" providerId="ADAL" clId="{45FBC6B1-1BEC-45C8-9E74-53185029DE9F}" dt="2023-08-29T23:26:16.709" v="1617" actId="478"/>
          <ac:spMkLst>
            <pc:docMk/>
            <pc:sldMk cId="4137901700" sldId="451"/>
            <ac:spMk id="5" creationId="{81561FA0-D1C7-AD45-AAC2-3F6D42047E16}"/>
          </ac:spMkLst>
        </pc:spChg>
      </pc:sldChg>
      <pc:sldChg chg="addSp modSp add mod">
        <pc:chgData name="Kimberly Perron" userId="5cbb7adf-dcc5-4575-b463-4d02fa27e6cf" providerId="ADAL" clId="{45FBC6B1-1BEC-45C8-9E74-53185029DE9F}" dt="2023-08-29T23:34:01.395" v="1873" actId="20577"/>
        <pc:sldMkLst>
          <pc:docMk/>
          <pc:sldMk cId="2862557861" sldId="452"/>
        </pc:sldMkLst>
        <pc:spChg chg="add mod">
          <ac:chgData name="Kimberly Perron" userId="5cbb7adf-dcc5-4575-b463-4d02fa27e6cf" providerId="ADAL" clId="{45FBC6B1-1BEC-45C8-9E74-53185029DE9F}" dt="2023-08-29T23:34:01.395" v="1873" actId="20577"/>
          <ac:spMkLst>
            <pc:docMk/>
            <pc:sldMk cId="2862557861" sldId="452"/>
            <ac:spMk id="5" creationId="{FE3901C3-9639-5CBB-3BE1-907F864270D9}"/>
          </ac:spMkLst>
        </pc:spChg>
        <pc:spChg chg="mod">
          <ac:chgData name="Kimberly Perron" userId="5cbb7adf-dcc5-4575-b463-4d02fa27e6cf" providerId="ADAL" clId="{45FBC6B1-1BEC-45C8-9E74-53185029DE9F}" dt="2023-08-29T23:29:09.728" v="1624" actId="207"/>
          <ac:spMkLst>
            <pc:docMk/>
            <pc:sldMk cId="2862557861" sldId="452"/>
            <ac:spMk id="8" creationId="{94786D73-D047-34CE-2FF2-AFCCFD23A2EA}"/>
          </ac:spMkLst>
        </pc:spChg>
        <pc:spChg chg="mod">
          <ac:chgData name="Kimberly Perron" userId="5cbb7adf-dcc5-4575-b463-4d02fa27e6cf" providerId="ADAL" clId="{45FBC6B1-1BEC-45C8-9E74-53185029DE9F}" dt="2023-08-29T23:29:50.278" v="1648" actId="20577"/>
          <ac:spMkLst>
            <pc:docMk/>
            <pc:sldMk cId="2862557861" sldId="452"/>
            <ac:spMk id="9" creationId="{4B6DD2AD-DD20-A6EB-4CAF-5FC2073501D5}"/>
          </ac:spMkLst>
        </pc:spChg>
      </pc:sldChg>
      <pc:sldChg chg="add ord">
        <pc:chgData name="Kimberly Perron" userId="5cbb7adf-dcc5-4575-b463-4d02fa27e6cf" providerId="ADAL" clId="{45FBC6B1-1BEC-45C8-9E74-53185029DE9F}" dt="2023-08-29T23:29:33.711" v="1632"/>
        <pc:sldMkLst>
          <pc:docMk/>
          <pc:sldMk cId="4283941622" sldId="453"/>
        </pc:sldMkLst>
      </pc:sldChg>
      <pc:sldChg chg="delSp add del mod">
        <pc:chgData name="Kimberly Perron" userId="5cbb7adf-dcc5-4575-b463-4d02fa27e6cf" providerId="ADAL" clId="{45FBC6B1-1BEC-45C8-9E74-53185029DE9F}" dt="2023-09-01T00:18:11.568" v="2971" actId="47"/>
        <pc:sldMkLst>
          <pc:docMk/>
          <pc:sldMk cId="3215606341" sldId="454"/>
        </pc:sldMkLst>
        <pc:spChg chg="del">
          <ac:chgData name="Kimberly Perron" userId="5cbb7adf-dcc5-4575-b463-4d02fa27e6cf" providerId="ADAL" clId="{45FBC6B1-1BEC-45C8-9E74-53185029DE9F}" dt="2023-08-29T23:34:54.943" v="1875" actId="478"/>
          <ac:spMkLst>
            <pc:docMk/>
            <pc:sldMk cId="3215606341" sldId="454"/>
            <ac:spMk id="5" creationId="{FE3901C3-9639-5CBB-3BE1-907F864270D9}"/>
          </ac:spMkLst>
        </pc:spChg>
      </pc:sldChg>
      <pc:sldChg chg="modSp add mod ord">
        <pc:chgData name="Kimberly Perron" userId="5cbb7adf-dcc5-4575-b463-4d02fa27e6cf" providerId="ADAL" clId="{45FBC6B1-1BEC-45C8-9E74-53185029DE9F}" dt="2023-08-29T23:40:19.927" v="2241" actId="12"/>
        <pc:sldMkLst>
          <pc:docMk/>
          <pc:sldMk cId="3551205515" sldId="455"/>
        </pc:sldMkLst>
        <pc:spChg chg="mod">
          <ac:chgData name="Kimberly Perron" userId="5cbb7adf-dcc5-4575-b463-4d02fa27e6cf" providerId="ADAL" clId="{45FBC6B1-1BEC-45C8-9E74-53185029DE9F}" dt="2023-08-29T23:40:19.927" v="2241" actId="12"/>
          <ac:spMkLst>
            <pc:docMk/>
            <pc:sldMk cId="3551205515" sldId="455"/>
            <ac:spMk id="5" creationId="{FE3901C3-9639-5CBB-3BE1-907F864270D9}"/>
          </ac:spMkLst>
        </pc:spChg>
        <pc:spChg chg="mod">
          <ac:chgData name="Kimberly Perron" userId="5cbb7adf-dcc5-4575-b463-4d02fa27e6cf" providerId="ADAL" clId="{45FBC6B1-1BEC-45C8-9E74-53185029DE9F}" dt="2023-08-29T23:35:16.037" v="1879" actId="207"/>
          <ac:spMkLst>
            <pc:docMk/>
            <pc:sldMk cId="3551205515" sldId="455"/>
            <ac:spMk id="8" creationId="{94786D73-D047-34CE-2FF2-AFCCFD23A2EA}"/>
          </ac:spMkLst>
        </pc:spChg>
        <pc:spChg chg="mod">
          <ac:chgData name="Kimberly Perron" userId="5cbb7adf-dcc5-4575-b463-4d02fa27e6cf" providerId="ADAL" clId="{45FBC6B1-1BEC-45C8-9E74-53185029DE9F}" dt="2023-08-29T23:35:28.690" v="1905" actId="20577"/>
          <ac:spMkLst>
            <pc:docMk/>
            <pc:sldMk cId="3551205515" sldId="455"/>
            <ac:spMk id="9" creationId="{4B6DD2AD-DD20-A6EB-4CAF-5FC2073501D5}"/>
          </ac:spMkLst>
        </pc:spChg>
      </pc:sldChg>
      <pc:sldChg chg="delSp add del mod ord">
        <pc:chgData name="Kimberly Perron" userId="5cbb7adf-dcc5-4575-b463-4d02fa27e6cf" providerId="ADAL" clId="{45FBC6B1-1BEC-45C8-9E74-53185029DE9F}" dt="2023-09-01T00:18:13.995" v="2972" actId="47"/>
        <pc:sldMkLst>
          <pc:docMk/>
          <pc:sldMk cId="2677970670" sldId="456"/>
        </pc:sldMkLst>
        <pc:spChg chg="del">
          <ac:chgData name="Kimberly Perron" userId="5cbb7adf-dcc5-4575-b463-4d02fa27e6cf" providerId="ADAL" clId="{45FBC6B1-1BEC-45C8-9E74-53185029DE9F}" dt="2023-08-29T23:35:38.391" v="1907" actId="478"/>
          <ac:spMkLst>
            <pc:docMk/>
            <pc:sldMk cId="2677970670" sldId="456"/>
            <ac:spMk id="5" creationId="{FE3901C3-9639-5CBB-3BE1-907F864270D9}"/>
          </ac:spMkLst>
        </pc:spChg>
      </pc:sldChg>
      <pc:sldChg chg="add ord">
        <pc:chgData name="Kimberly Perron" userId="5cbb7adf-dcc5-4575-b463-4d02fa27e6cf" providerId="ADAL" clId="{45FBC6B1-1BEC-45C8-9E74-53185029DE9F}" dt="2023-08-29T23:35:51.624" v="1910"/>
        <pc:sldMkLst>
          <pc:docMk/>
          <pc:sldMk cId="3040984128" sldId="457"/>
        </pc:sldMkLst>
      </pc:sldChg>
      <pc:sldChg chg="modSp add mod">
        <pc:chgData name="Kimberly Perron" userId="5cbb7adf-dcc5-4575-b463-4d02fa27e6cf" providerId="ADAL" clId="{45FBC6B1-1BEC-45C8-9E74-53185029DE9F}" dt="2023-08-29T23:42:12.667" v="2411" actId="14100"/>
        <pc:sldMkLst>
          <pc:docMk/>
          <pc:sldMk cId="3564843325" sldId="458"/>
        </pc:sldMkLst>
        <pc:spChg chg="mod">
          <ac:chgData name="Kimberly Perron" userId="5cbb7adf-dcc5-4575-b463-4d02fa27e6cf" providerId="ADAL" clId="{45FBC6B1-1BEC-45C8-9E74-53185029DE9F}" dt="2023-08-29T23:42:12.667" v="2411" actId="14100"/>
          <ac:spMkLst>
            <pc:docMk/>
            <pc:sldMk cId="3564843325" sldId="458"/>
            <ac:spMk id="5" creationId="{FE3901C3-9639-5CBB-3BE1-907F864270D9}"/>
          </ac:spMkLst>
        </pc:spChg>
        <pc:spChg chg="mod">
          <ac:chgData name="Kimberly Perron" userId="5cbb7adf-dcc5-4575-b463-4d02fa27e6cf" providerId="ADAL" clId="{45FBC6B1-1BEC-45C8-9E74-53185029DE9F}" dt="2023-08-29T23:38:20.526" v="2087" actId="207"/>
          <ac:spMkLst>
            <pc:docMk/>
            <pc:sldMk cId="3564843325" sldId="458"/>
            <ac:spMk id="8" creationId="{94786D73-D047-34CE-2FF2-AFCCFD23A2EA}"/>
          </ac:spMkLst>
        </pc:spChg>
        <pc:spChg chg="mod">
          <ac:chgData name="Kimberly Perron" userId="5cbb7adf-dcc5-4575-b463-4d02fa27e6cf" providerId="ADAL" clId="{45FBC6B1-1BEC-45C8-9E74-53185029DE9F}" dt="2023-08-29T23:38:56.528" v="2115" actId="20577"/>
          <ac:spMkLst>
            <pc:docMk/>
            <pc:sldMk cId="3564843325" sldId="458"/>
            <ac:spMk id="9" creationId="{4B6DD2AD-DD20-A6EB-4CAF-5FC2073501D5}"/>
          </ac:spMkLst>
        </pc:spChg>
      </pc:sldChg>
      <pc:sldChg chg="add ord">
        <pc:chgData name="Kimberly Perron" userId="5cbb7adf-dcc5-4575-b463-4d02fa27e6cf" providerId="ADAL" clId="{45FBC6B1-1BEC-45C8-9E74-53185029DE9F}" dt="2023-08-29T23:39:08.163" v="2118"/>
        <pc:sldMkLst>
          <pc:docMk/>
          <pc:sldMk cId="3710568015" sldId="459"/>
        </pc:sldMkLst>
      </pc:sldChg>
      <pc:sldChg chg="delSp add del mod">
        <pc:chgData name="Kimberly Perron" userId="5cbb7adf-dcc5-4575-b463-4d02fa27e6cf" providerId="ADAL" clId="{45FBC6B1-1BEC-45C8-9E74-53185029DE9F}" dt="2023-09-01T00:18:16.051" v="2973" actId="47"/>
        <pc:sldMkLst>
          <pc:docMk/>
          <pc:sldMk cId="4192187263" sldId="460"/>
        </pc:sldMkLst>
        <pc:spChg chg="del">
          <ac:chgData name="Kimberly Perron" userId="5cbb7adf-dcc5-4575-b463-4d02fa27e6cf" providerId="ADAL" clId="{45FBC6B1-1BEC-45C8-9E74-53185029DE9F}" dt="2023-08-29T23:42:21.817" v="2413" actId="478"/>
          <ac:spMkLst>
            <pc:docMk/>
            <pc:sldMk cId="4192187263" sldId="460"/>
            <ac:spMk id="5" creationId="{FE3901C3-9639-5CBB-3BE1-907F864270D9}"/>
          </ac:spMkLst>
        </pc:spChg>
      </pc:sldChg>
      <pc:sldChg chg="add ord">
        <pc:chgData name="Kimberly Perron" userId="5cbb7adf-dcc5-4575-b463-4d02fa27e6cf" providerId="ADAL" clId="{45FBC6B1-1BEC-45C8-9E74-53185029DE9F}" dt="2023-08-29T23:42:47.643" v="2416"/>
        <pc:sldMkLst>
          <pc:docMk/>
          <pc:sldMk cId="490421227" sldId="461"/>
        </pc:sldMkLst>
      </pc:sldChg>
      <pc:sldChg chg="add ord">
        <pc:chgData name="Kimberly Perron" userId="5cbb7adf-dcc5-4575-b463-4d02fa27e6cf" providerId="ADAL" clId="{45FBC6B1-1BEC-45C8-9E74-53185029DE9F}" dt="2023-08-29T23:43:25.495" v="2425"/>
        <pc:sldMkLst>
          <pc:docMk/>
          <pc:sldMk cId="1686147067" sldId="462"/>
        </pc:sldMkLst>
      </pc:sldChg>
      <pc:sldChg chg="modSp add mod ord">
        <pc:chgData name="Kimberly Perron" userId="5cbb7adf-dcc5-4575-b463-4d02fa27e6cf" providerId="ADAL" clId="{45FBC6B1-1BEC-45C8-9E74-53185029DE9F}" dt="2023-08-29T23:47:15.940" v="2641" actId="12"/>
        <pc:sldMkLst>
          <pc:docMk/>
          <pc:sldMk cId="621222323" sldId="463"/>
        </pc:sldMkLst>
        <pc:spChg chg="mod">
          <ac:chgData name="Kimberly Perron" userId="5cbb7adf-dcc5-4575-b463-4d02fa27e6cf" providerId="ADAL" clId="{45FBC6B1-1BEC-45C8-9E74-53185029DE9F}" dt="2023-08-29T23:47:15.940" v="2641" actId="12"/>
          <ac:spMkLst>
            <pc:docMk/>
            <pc:sldMk cId="621222323" sldId="463"/>
            <ac:spMk id="5" creationId="{FE3901C3-9639-5CBB-3BE1-907F864270D9}"/>
          </ac:spMkLst>
        </pc:spChg>
        <pc:spChg chg="mod">
          <ac:chgData name="Kimberly Perron" userId="5cbb7adf-dcc5-4575-b463-4d02fa27e6cf" providerId="ADAL" clId="{45FBC6B1-1BEC-45C8-9E74-53185029DE9F}" dt="2023-08-29T23:43:49.030" v="2429" actId="207"/>
          <ac:spMkLst>
            <pc:docMk/>
            <pc:sldMk cId="621222323" sldId="463"/>
            <ac:spMk id="8" creationId="{94786D73-D047-34CE-2FF2-AFCCFD23A2EA}"/>
          </ac:spMkLst>
        </pc:spChg>
        <pc:spChg chg="mod">
          <ac:chgData name="Kimberly Perron" userId="5cbb7adf-dcc5-4575-b463-4d02fa27e6cf" providerId="ADAL" clId="{45FBC6B1-1BEC-45C8-9E74-53185029DE9F}" dt="2023-08-29T23:44:14.758" v="2461" actId="255"/>
          <ac:spMkLst>
            <pc:docMk/>
            <pc:sldMk cId="621222323" sldId="463"/>
            <ac:spMk id="9" creationId="{4B6DD2AD-DD20-A6EB-4CAF-5FC2073501D5}"/>
          </ac:spMkLst>
        </pc:spChg>
      </pc:sldChg>
      <pc:sldChg chg="delSp add del mod">
        <pc:chgData name="Kimberly Perron" userId="5cbb7adf-dcc5-4575-b463-4d02fa27e6cf" providerId="ADAL" clId="{45FBC6B1-1BEC-45C8-9E74-53185029DE9F}" dt="2023-09-01T00:18:18.618" v="2974" actId="47"/>
        <pc:sldMkLst>
          <pc:docMk/>
          <pc:sldMk cId="3477279328" sldId="464"/>
        </pc:sldMkLst>
        <pc:spChg chg="del">
          <ac:chgData name="Kimberly Perron" userId="5cbb7adf-dcc5-4575-b463-4d02fa27e6cf" providerId="ADAL" clId="{45FBC6B1-1BEC-45C8-9E74-53185029DE9F}" dt="2023-08-29T23:47:28.736" v="2643" actId="478"/>
          <ac:spMkLst>
            <pc:docMk/>
            <pc:sldMk cId="3477279328" sldId="464"/>
            <ac:spMk id="5" creationId="{FE3901C3-9639-5CBB-3BE1-907F864270D9}"/>
          </ac:spMkLst>
        </pc:spChg>
      </pc:sldChg>
      <pc:sldChg chg="addSp delSp modSp add mod ord">
        <pc:chgData name="Kimberly Perron" userId="5cbb7adf-dcc5-4575-b463-4d02fa27e6cf" providerId="ADAL" clId="{45FBC6B1-1BEC-45C8-9E74-53185029DE9F}" dt="2023-08-30T00:07:07.060" v="2943" actId="255"/>
        <pc:sldMkLst>
          <pc:docMk/>
          <pc:sldMk cId="292781703" sldId="465"/>
        </pc:sldMkLst>
        <pc:spChg chg="del mod">
          <ac:chgData name="Kimberly Perron" userId="5cbb7adf-dcc5-4575-b463-4d02fa27e6cf" providerId="ADAL" clId="{45FBC6B1-1BEC-45C8-9E74-53185029DE9F}" dt="2023-08-30T00:05:08.288" v="2746"/>
          <ac:spMkLst>
            <pc:docMk/>
            <pc:sldMk cId="292781703" sldId="465"/>
            <ac:spMk id="5" creationId="{FE3901C3-9639-5CBB-3BE1-907F864270D9}"/>
          </ac:spMkLst>
        </pc:spChg>
        <pc:spChg chg="add mod">
          <ac:chgData name="Kimberly Perron" userId="5cbb7adf-dcc5-4575-b463-4d02fa27e6cf" providerId="ADAL" clId="{45FBC6B1-1BEC-45C8-9E74-53185029DE9F}" dt="2023-08-30T00:07:07.060" v="2943" actId="255"/>
          <ac:spMkLst>
            <pc:docMk/>
            <pc:sldMk cId="292781703" sldId="465"/>
            <ac:spMk id="7" creationId="{B9080266-D6F5-619E-C48B-90CA37CEE7CE}"/>
          </ac:spMkLst>
        </pc:spChg>
        <pc:spChg chg="mod">
          <ac:chgData name="Kimberly Perron" userId="5cbb7adf-dcc5-4575-b463-4d02fa27e6cf" providerId="ADAL" clId="{45FBC6B1-1BEC-45C8-9E74-53185029DE9F}" dt="2023-08-29T23:48:22.026" v="2649" actId="207"/>
          <ac:spMkLst>
            <pc:docMk/>
            <pc:sldMk cId="292781703" sldId="465"/>
            <ac:spMk id="8" creationId="{94786D73-D047-34CE-2FF2-AFCCFD23A2EA}"/>
          </ac:spMkLst>
        </pc:spChg>
        <pc:spChg chg="mod">
          <ac:chgData name="Kimberly Perron" userId="5cbb7adf-dcc5-4575-b463-4d02fa27e6cf" providerId="ADAL" clId="{45FBC6B1-1BEC-45C8-9E74-53185029DE9F}" dt="2023-08-30T00:04:41.527" v="2678" actId="20577"/>
          <ac:spMkLst>
            <pc:docMk/>
            <pc:sldMk cId="292781703" sldId="465"/>
            <ac:spMk id="9" creationId="{4B6DD2AD-DD20-A6EB-4CAF-5FC2073501D5}"/>
          </ac:spMkLst>
        </pc:spChg>
      </pc:sldChg>
      <pc:sldChg chg="addSp delSp modSp add mod">
        <pc:chgData name="Kimberly Perron" userId="5cbb7adf-dcc5-4575-b463-4d02fa27e6cf" providerId="ADAL" clId="{45FBC6B1-1BEC-45C8-9E74-53185029DE9F}" dt="2023-09-01T00:19:09.354" v="2985" actId="478"/>
        <pc:sldMkLst>
          <pc:docMk/>
          <pc:sldMk cId="1253773621" sldId="466"/>
        </pc:sldMkLst>
        <pc:spChg chg="del">
          <ac:chgData name="Kimberly Perron" userId="5cbb7adf-dcc5-4575-b463-4d02fa27e6cf" providerId="ADAL" clId="{45FBC6B1-1BEC-45C8-9E74-53185029DE9F}" dt="2023-09-01T00:19:09.354" v="2985" actId="478"/>
          <ac:spMkLst>
            <pc:docMk/>
            <pc:sldMk cId="1253773621" sldId="466"/>
            <ac:spMk id="9" creationId="{4B6DD2AD-DD20-A6EB-4CAF-5FC2073501D5}"/>
          </ac:spMkLst>
        </pc:spChg>
        <pc:picChg chg="del">
          <ac:chgData name="Kimberly Perron" userId="5cbb7adf-dcc5-4575-b463-4d02fa27e6cf" providerId="ADAL" clId="{45FBC6B1-1BEC-45C8-9E74-53185029DE9F}" dt="2023-09-01T00:18:48.253" v="2979" actId="478"/>
          <ac:picMkLst>
            <pc:docMk/>
            <pc:sldMk cId="1253773621" sldId="466"/>
            <ac:picMk id="7" creationId="{BBE76158-25F4-D3CD-D101-BEA5E6BD6171}"/>
          </ac:picMkLst>
        </pc:picChg>
        <pc:picChg chg="add mod">
          <ac:chgData name="Kimberly Perron" userId="5cbb7adf-dcc5-4575-b463-4d02fa27e6cf" providerId="ADAL" clId="{45FBC6B1-1BEC-45C8-9E74-53185029DE9F}" dt="2023-09-01T00:19:05.371" v="2984" actId="12788"/>
          <ac:picMkLst>
            <pc:docMk/>
            <pc:sldMk cId="1253773621" sldId="466"/>
            <ac:picMk id="8" creationId="{11CB6B95-36F2-3E1B-D0CC-15935F3BD2CD}"/>
          </ac:picMkLst>
        </pc:picChg>
      </pc:sldChg>
      <pc:sldChg chg="addSp delSp modSp add mod">
        <pc:chgData name="Kimberly Perron" userId="5cbb7adf-dcc5-4575-b463-4d02fa27e6cf" providerId="ADAL" clId="{45FBC6B1-1BEC-45C8-9E74-53185029DE9F}" dt="2023-09-01T00:19:51.511" v="2995" actId="1076"/>
        <pc:sldMkLst>
          <pc:docMk/>
          <pc:sldMk cId="687948601" sldId="467"/>
        </pc:sldMkLst>
        <pc:picChg chg="add mod">
          <ac:chgData name="Kimberly Perron" userId="5cbb7adf-dcc5-4575-b463-4d02fa27e6cf" providerId="ADAL" clId="{45FBC6B1-1BEC-45C8-9E74-53185029DE9F}" dt="2023-09-01T00:19:51.511" v="2995" actId="1076"/>
          <ac:picMkLst>
            <pc:docMk/>
            <pc:sldMk cId="687948601" sldId="467"/>
            <ac:picMk id="7" creationId="{24DF123E-7A01-9BBB-DC80-08F39BB1014B}"/>
          </ac:picMkLst>
        </pc:picChg>
        <pc:picChg chg="del">
          <ac:chgData name="Kimberly Perron" userId="5cbb7adf-dcc5-4575-b463-4d02fa27e6cf" providerId="ADAL" clId="{45FBC6B1-1BEC-45C8-9E74-53185029DE9F}" dt="2023-09-01T00:19:28.093" v="2988" actId="478"/>
          <ac:picMkLst>
            <pc:docMk/>
            <pc:sldMk cId="687948601" sldId="467"/>
            <ac:picMk id="8" creationId="{11CB6B95-36F2-3E1B-D0CC-15935F3BD2CD}"/>
          </ac:picMkLst>
        </pc:picChg>
      </pc:sldChg>
      <pc:sldChg chg="addSp delSp modSp add mod">
        <pc:chgData name="Kimberly Perron" userId="5cbb7adf-dcc5-4575-b463-4d02fa27e6cf" providerId="ADAL" clId="{45FBC6B1-1BEC-45C8-9E74-53185029DE9F}" dt="2023-09-01T00:20:17.392" v="3002" actId="1440"/>
        <pc:sldMkLst>
          <pc:docMk/>
          <pc:sldMk cId="3978532093" sldId="468"/>
        </pc:sldMkLst>
        <pc:picChg chg="del">
          <ac:chgData name="Kimberly Perron" userId="5cbb7adf-dcc5-4575-b463-4d02fa27e6cf" providerId="ADAL" clId="{45FBC6B1-1BEC-45C8-9E74-53185029DE9F}" dt="2023-09-01T00:19:59.708" v="2997" actId="478"/>
          <ac:picMkLst>
            <pc:docMk/>
            <pc:sldMk cId="3978532093" sldId="468"/>
            <ac:picMk id="7" creationId="{24DF123E-7A01-9BBB-DC80-08F39BB1014B}"/>
          </ac:picMkLst>
        </pc:picChg>
        <pc:picChg chg="add mod">
          <ac:chgData name="Kimberly Perron" userId="5cbb7adf-dcc5-4575-b463-4d02fa27e6cf" providerId="ADAL" clId="{45FBC6B1-1BEC-45C8-9E74-53185029DE9F}" dt="2023-09-01T00:20:17.392" v="3002" actId="1440"/>
          <ac:picMkLst>
            <pc:docMk/>
            <pc:sldMk cId="3978532093" sldId="468"/>
            <ac:picMk id="8" creationId="{B281697C-78B6-DEC2-36DD-DA9D3B78C357}"/>
          </ac:picMkLst>
        </pc:picChg>
      </pc:sldChg>
      <pc:sldChg chg="addSp delSp modSp add mod ord">
        <pc:chgData name="Kimberly Perron" userId="5cbb7adf-dcc5-4575-b463-4d02fa27e6cf" providerId="ADAL" clId="{45FBC6B1-1BEC-45C8-9E74-53185029DE9F}" dt="2023-09-01T00:21:38.629" v="3012"/>
        <pc:sldMkLst>
          <pc:docMk/>
          <pc:sldMk cId="3506168543" sldId="469"/>
        </pc:sldMkLst>
        <pc:picChg chg="add mod modCrop">
          <ac:chgData name="Kimberly Perron" userId="5cbb7adf-dcc5-4575-b463-4d02fa27e6cf" providerId="ADAL" clId="{45FBC6B1-1BEC-45C8-9E74-53185029DE9F}" dt="2023-09-01T00:21:00.130" v="3010" actId="12788"/>
          <ac:picMkLst>
            <pc:docMk/>
            <pc:sldMk cId="3506168543" sldId="469"/>
            <ac:picMk id="7" creationId="{5849CAB1-1939-ECDA-3BF5-556AF4835E4B}"/>
          </ac:picMkLst>
        </pc:picChg>
        <pc:picChg chg="del">
          <ac:chgData name="Kimberly Perron" userId="5cbb7adf-dcc5-4575-b463-4d02fa27e6cf" providerId="ADAL" clId="{45FBC6B1-1BEC-45C8-9E74-53185029DE9F}" dt="2023-09-01T00:20:24.252" v="3004" actId="478"/>
          <ac:picMkLst>
            <pc:docMk/>
            <pc:sldMk cId="3506168543" sldId="469"/>
            <ac:picMk id="8" creationId="{B281697C-78B6-DEC2-36DD-DA9D3B78C357}"/>
          </ac:picMkLst>
        </pc:picChg>
      </pc:sldChg>
      <pc:sldChg chg="addSp delSp modSp add mod">
        <pc:chgData name="Kimberly Perron" userId="5cbb7adf-dcc5-4575-b463-4d02fa27e6cf" providerId="ADAL" clId="{45FBC6B1-1BEC-45C8-9E74-53185029DE9F}" dt="2023-09-01T00:22:04.198" v="3019" actId="1076"/>
        <pc:sldMkLst>
          <pc:docMk/>
          <pc:sldMk cId="2933959530" sldId="470"/>
        </pc:sldMkLst>
        <pc:picChg chg="add mod">
          <ac:chgData name="Kimberly Perron" userId="5cbb7adf-dcc5-4575-b463-4d02fa27e6cf" providerId="ADAL" clId="{45FBC6B1-1BEC-45C8-9E74-53185029DE9F}" dt="2023-09-01T00:22:04.198" v="3019" actId="1076"/>
          <ac:picMkLst>
            <pc:docMk/>
            <pc:sldMk cId="2933959530" sldId="470"/>
            <ac:picMk id="7" creationId="{4FF94AA9-9A1F-7D5A-2077-DC1440950D97}"/>
          </ac:picMkLst>
        </pc:picChg>
        <pc:picChg chg="del">
          <ac:chgData name="Kimberly Perron" userId="5cbb7adf-dcc5-4575-b463-4d02fa27e6cf" providerId="ADAL" clId="{45FBC6B1-1BEC-45C8-9E74-53185029DE9F}" dt="2023-09-01T00:21:46.648" v="3014" actId="478"/>
          <ac:picMkLst>
            <pc:docMk/>
            <pc:sldMk cId="2933959530" sldId="470"/>
            <ac:picMk id="8" creationId="{B281697C-78B6-DEC2-36DD-DA9D3B78C357}"/>
          </ac:picMkLst>
        </pc:picChg>
      </pc:sldChg>
      <pc:sldChg chg="addSp delSp modSp add mod">
        <pc:chgData name="Kimberly Perron" userId="5cbb7adf-dcc5-4575-b463-4d02fa27e6cf" providerId="ADAL" clId="{45FBC6B1-1BEC-45C8-9E74-53185029DE9F}" dt="2023-09-01T00:22:54.725" v="3028" actId="1440"/>
        <pc:sldMkLst>
          <pc:docMk/>
          <pc:sldMk cId="1654875880" sldId="471"/>
        </pc:sldMkLst>
        <pc:picChg chg="del">
          <ac:chgData name="Kimberly Perron" userId="5cbb7adf-dcc5-4575-b463-4d02fa27e6cf" providerId="ADAL" clId="{45FBC6B1-1BEC-45C8-9E74-53185029DE9F}" dt="2023-09-01T00:22:24.073" v="3021" actId="478"/>
          <ac:picMkLst>
            <pc:docMk/>
            <pc:sldMk cId="1654875880" sldId="471"/>
            <ac:picMk id="7" creationId="{5849CAB1-1939-ECDA-3BF5-556AF4835E4B}"/>
          </ac:picMkLst>
        </pc:picChg>
        <pc:picChg chg="add mod modCrop">
          <ac:chgData name="Kimberly Perron" userId="5cbb7adf-dcc5-4575-b463-4d02fa27e6cf" providerId="ADAL" clId="{45FBC6B1-1BEC-45C8-9E74-53185029DE9F}" dt="2023-09-01T00:22:54.725" v="3028" actId="1440"/>
          <ac:picMkLst>
            <pc:docMk/>
            <pc:sldMk cId="1654875880" sldId="471"/>
            <ac:picMk id="8" creationId="{D538826F-A788-86A9-19C0-65339C042012}"/>
          </ac:picMkLst>
        </pc:picChg>
      </pc:sldChg>
      <pc:sldChg chg="addSp delSp modSp add mod ord">
        <pc:chgData name="Kimberly Perron" userId="5cbb7adf-dcc5-4575-b463-4d02fa27e6cf" providerId="ADAL" clId="{45FBC6B1-1BEC-45C8-9E74-53185029DE9F}" dt="2023-09-01T00:23:48.915" v="3038" actId="1076"/>
        <pc:sldMkLst>
          <pc:docMk/>
          <pc:sldMk cId="1942265387" sldId="472"/>
        </pc:sldMkLst>
        <pc:picChg chg="add mod">
          <ac:chgData name="Kimberly Perron" userId="5cbb7adf-dcc5-4575-b463-4d02fa27e6cf" providerId="ADAL" clId="{45FBC6B1-1BEC-45C8-9E74-53185029DE9F}" dt="2023-09-01T00:23:48.915" v="3038" actId="1076"/>
          <ac:picMkLst>
            <pc:docMk/>
            <pc:sldMk cId="1942265387" sldId="472"/>
            <ac:picMk id="7" creationId="{836C7CDA-8F6E-8C2E-1182-3DCCF924A8FD}"/>
          </ac:picMkLst>
        </pc:picChg>
        <pc:picChg chg="del">
          <ac:chgData name="Kimberly Perron" userId="5cbb7adf-dcc5-4575-b463-4d02fa27e6cf" providerId="ADAL" clId="{45FBC6B1-1BEC-45C8-9E74-53185029DE9F}" dt="2023-09-01T00:23:28.732" v="3032" actId="478"/>
          <ac:picMkLst>
            <pc:docMk/>
            <pc:sldMk cId="1942265387" sldId="472"/>
            <ac:picMk id="8" creationId="{D538826F-A788-86A9-19C0-65339C042012}"/>
          </ac:picMkLst>
        </pc:picChg>
      </pc:sldChg>
      <pc:sldChg chg="addSp delSp modSp add mod ord">
        <pc:chgData name="Kimberly Perron" userId="5cbb7adf-dcc5-4575-b463-4d02fa27e6cf" providerId="ADAL" clId="{45FBC6B1-1BEC-45C8-9E74-53185029DE9F}" dt="2023-09-01T00:24:15.406" v="3047" actId="1440"/>
        <pc:sldMkLst>
          <pc:docMk/>
          <pc:sldMk cId="826876267" sldId="473"/>
        </pc:sldMkLst>
        <pc:picChg chg="del">
          <ac:chgData name="Kimberly Perron" userId="5cbb7adf-dcc5-4575-b463-4d02fa27e6cf" providerId="ADAL" clId="{45FBC6B1-1BEC-45C8-9E74-53185029DE9F}" dt="2023-09-01T00:23:58.502" v="3042" actId="478"/>
          <ac:picMkLst>
            <pc:docMk/>
            <pc:sldMk cId="826876267" sldId="473"/>
            <ac:picMk id="7" creationId="{836C7CDA-8F6E-8C2E-1182-3DCCF924A8FD}"/>
          </ac:picMkLst>
        </pc:picChg>
        <pc:picChg chg="add mod">
          <ac:chgData name="Kimberly Perron" userId="5cbb7adf-dcc5-4575-b463-4d02fa27e6cf" providerId="ADAL" clId="{45FBC6B1-1BEC-45C8-9E74-53185029DE9F}" dt="2023-09-01T00:24:15.406" v="3047" actId="1440"/>
          <ac:picMkLst>
            <pc:docMk/>
            <pc:sldMk cId="826876267" sldId="473"/>
            <ac:picMk id="8" creationId="{646A1CB4-3442-2461-EBA8-F2A35C8DF574}"/>
          </ac:picMkLst>
        </pc:picChg>
      </pc:sldChg>
      <pc:sldChg chg="addSp delSp modSp add mod ord">
        <pc:chgData name="Kimberly Perron" userId="5cbb7adf-dcc5-4575-b463-4d02fa27e6cf" providerId="ADAL" clId="{45FBC6B1-1BEC-45C8-9E74-53185029DE9F}" dt="2023-09-01T00:24:39.815" v="3055" actId="1440"/>
        <pc:sldMkLst>
          <pc:docMk/>
          <pc:sldMk cId="3357330138" sldId="474"/>
        </pc:sldMkLst>
        <pc:picChg chg="add mod">
          <ac:chgData name="Kimberly Perron" userId="5cbb7adf-dcc5-4575-b463-4d02fa27e6cf" providerId="ADAL" clId="{45FBC6B1-1BEC-45C8-9E74-53185029DE9F}" dt="2023-09-01T00:24:39.815" v="3055" actId="1440"/>
          <ac:picMkLst>
            <pc:docMk/>
            <pc:sldMk cId="3357330138" sldId="474"/>
            <ac:picMk id="7" creationId="{2C82CECB-1A77-2C5F-0D22-8879AB76A050}"/>
          </ac:picMkLst>
        </pc:picChg>
        <pc:picChg chg="del">
          <ac:chgData name="Kimberly Perron" userId="5cbb7adf-dcc5-4575-b463-4d02fa27e6cf" providerId="ADAL" clId="{45FBC6B1-1BEC-45C8-9E74-53185029DE9F}" dt="2023-09-01T00:24:26.549" v="3051" actId="478"/>
          <ac:picMkLst>
            <pc:docMk/>
            <pc:sldMk cId="3357330138" sldId="474"/>
            <ac:picMk id="8" creationId="{646A1CB4-3442-2461-EBA8-F2A35C8DF574}"/>
          </ac:picMkLst>
        </pc:picChg>
      </pc:sldChg>
      <pc:sldChg chg="addSp delSp modSp add mod">
        <pc:chgData name="Kimberly Perron" userId="5cbb7adf-dcc5-4575-b463-4d02fa27e6cf" providerId="ADAL" clId="{45FBC6B1-1BEC-45C8-9E74-53185029DE9F}" dt="2023-09-01T00:25:20.944" v="3063" actId="1440"/>
        <pc:sldMkLst>
          <pc:docMk/>
          <pc:sldMk cId="4221650970" sldId="475"/>
        </pc:sldMkLst>
        <pc:picChg chg="del">
          <ac:chgData name="Kimberly Perron" userId="5cbb7adf-dcc5-4575-b463-4d02fa27e6cf" providerId="ADAL" clId="{45FBC6B1-1BEC-45C8-9E74-53185029DE9F}" dt="2023-09-01T00:24:47.737" v="3057" actId="478"/>
          <ac:picMkLst>
            <pc:docMk/>
            <pc:sldMk cId="4221650970" sldId="475"/>
            <ac:picMk id="7" creationId="{2C82CECB-1A77-2C5F-0D22-8879AB76A050}"/>
          </ac:picMkLst>
        </pc:picChg>
        <pc:picChg chg="add mod">
          <ac:chgData name="Kimberly Perron" userId="5cbb7adf-dcc5-4575-b463-4d02fa27e6cf" providerId="ADAL" clId="{45FBC6B1-1BEC-45C8-9E74-53185029DE9F}" dt="2023-09-01T00:25:20.944" v="3063" actId="1440"/>
          <ac:picMkLst>
            <pc:docMk/>
            <pc:sldMk cId="4221650970" sldId="475"/>
            <ac:picMk id="8" creationId="{900798FA-678E-B3BA-8D42-189DC54E2B89}"/>
          </ac:picMkLst>
        </pc:picChg>
      </pc:sldChg>
      <pc:sldChg chg="addSp delSp modSp add mod ord">
        <pc:chgData name="Kimberly Perron" userId="5cbb7adf-dcc5-4575-b463-4d02fa27e6cf" providerId="ADAL" clId="{45FBC6B1-1BEC-45C8-9E74-53185029DE9F}" dt="2023-09-01T00:26:01.211" v="3071" actId="1440"/>
        <pc:sldMkLst>
          <pc:docMk/>
          <pc:sldMk cId="2300676783" sldId="476"/>
        </pc:sldMkLst>
        <pc:picChg chg="add mod">
          <ac:chgData name="Kimberly Perron" userId="5cbb7adf-dcc5-4575-b463-4d02fa27e6cf" providerId="ADAL" clId="{45FBC6B1-1BEC-45C8-9E74-53185029DE9F}" dt="2023-09-01T00:26:01.211" v="3071" actId="1440"/>
          <ac:picMkLst>
            <pc:docMk/>
            <pc:sldMk cId="2300676783" sldId="476"/>
            <ac:picMk id="7" creationId="{26E074D8-386D-55B8-09E3-25E3398B0481}"/>
          </ac:picMkLst>
        </pc:picChg>
        <pc:picChg chg="del">
          <ac:chgData name="Kimberly Perron" userId="5cbb7adf-dcc5-4575-b463-4d02fa27e6cf" providerId="ADAL" clId="{45FBC6B1-1BEC-45C8-9E74-53185029DE9F}" dt="2023-09-01T00:25:49.717" v="3067" actId="478"/>
          <ac:picMkLst>
            <pc:docMk/>
            <pc:sldMk cId="2300676783" sldId="476"/>
            <ac:picMk id="8" creationId="{900798FA-678E-B3BA-8D42-189DC54E2B89}"/>
          </ac:picMkLst>
        </pc:picChg>
      </pc:sldChg>
      <pc:sldChg chg="addSp delSp modSp add mod ord">
        <pc:chgData name="Kimberly Perron" userId="5cbb7adf-dcc5-4575-b463-4d02fa27e6cf" providerId="ADAL" clId="{45FBC6B1-1BEC-45C8-9E74-53185029DE9F}" dt="2023-09-01T00:26:26.993" v="3080" actId="1440"/>
        <pc:sldMkLst>
          <pc:docMk/>
          <pc:sldMk cId="1279504749" sldId="477"/>
        </pc:sldMkLst>
        <pc:picChg chg="del">
          <ac:chgData name="Kimberly Perron" userId="5cbb7adf-dcc5-4575-b463-4d02fa27e6cf" providerId="ADAL" clId="{45FBC6B1-1BEC-45C8-9E74-53185029DE9F}" dt="2023-09-01T00:26:13.118" v="3075" actId="478"/>
          <ac:picMkLst>
            <pc:docMk/>
            <pc:sldMk cId="1279504749" sldId="477"/>
            <ac:picMk id="7" creationId="{26E074D8-386D-55B8-09E3-25E3398B0481}"/>
          </ac:picMkLst>
        </pc:picChg>
        <pc:picChg chg="add mod">
          <ac:chgData name="Kimberly Perron" userId="5cbb7adf-dcc5-4575-b463-4d02fa27e6cf" providerId="ADAL" clId="{45FBC6B1-1BEC-45C8-9E74-53185029DE9F}" dt="2023-09-01T00:26:26.993" v="3080" actId="1440"/>
          <ac:picMkLst>
            <pc:docMk/>
            <pc:sldMk cId="1279504749" sldId="477"/>
            <ac:picMk id="8" creationId="{0D2EA305-0B41-D7E9-193B-BA8C25645D32}"/>
          </ac:picMkLst>
        </pc:picChg>
      </pc:sldChg>
      <pc:sldChg chg="modSp add mod ord">
        <pc:chgData name="Kimberly Perron" userId="5cbb7adf-dcc5-4575-b463-4d02fa27e6cf" providerId="ADAL" clId="{45FBC6B1-1BEC-45C8-9E74-53185029DE9F}" dt="2023-09-01T00:33:07.676" v="3897" actId="20577"/>
        <pc:sldMkLst>
          <pc:docMk/>
          <pc:sldMk cId="2475363646" sldId="478"/>
        </pc:sldMkLst>
        <pc:spChg chg="mod">
          <ac:chgData name="Kimberly Perron" userId="5cbb7adf-dcc5-4575-b463-4d02fa27e6cf" providerId="ADAL" clId="{45FBC6B1-1BEC-45C8-9E74-53185029DE9F}" dt="2023-09-01T00:33:07.676" v="3897" actId="20577"/>
          <ac:spMkLst>
            <pc:docMk/>
            <pc:sldMk cId="2475363646" sldId="478"/>
            <ac:spMk id="5" creationId="{81561FA0-D1C7-AD45-AAC2-3F6D42047E16}"/>
          </ac:spMkLst>
        </pc:spChg>
        <pc:spChg chg="mod">
          <ac:chgData name="Kimberly Perron" userId="5cbb7adf-dcc5-4575-b463-4d02fa27e6cf" providerId="ADAL" clId="{45FBC6B1-1BEC-45C8-9E74-53185029DE9F}" dt="2023-09-01T00:31:17.673" v="3624" actId="20577"/>
          <ac:spMkLst>
            <pc:docMk/>
            <pc:sldMk cId="2475363646" sldId="478"/>
            <ac:spMk id="9" creationId="{4B6DD2AD-DD20-A6EB-4CAF-5FC2073501D5}"/>
          </ac:spMkLst>
        </pc:spChg>
      </pc:sldChg>
      <pc:sldChg chg="modSp add mod ord">
        <pc:chgData name="Kimberly Perron" userId="5cbb7adf-dcc5-4575-b463-4d02fa27e6cf" providerId="ADAL" clId="{45FBC6B1-1BEC-45C8-9E74-53185029DE9F}" dt="2023-09-01T00:35:38.453" v="4171" actId="20577"/>
        <pc:sldMkLst>
          <pc:docMk/>
          <pc:sldMk cId="1193281363" sldId="479"/>
        </pc:sldMkLst>
        <pc:spChg chg="mod">
          <ac:chgData name="Kimberly Perron" userId="5cbb7adf-dcc5-4575-b463-4d02fa27e6cf" providerId="ADAL" clId="{45FBC6B1-1BEC-45C8-9E74-53185029DE9F}" dt="2023-09-01T00:35:38.453" v="4171" actId="20577"/>
          <ac:spMkLst>
            <pc:docMk/>
            <pc:sldMk cId="1193281363" sldId="479"/>
            <ac:spMk id="5" creationId="{81561FA0-D1C7-AD45-AAC2-3F6D42047E16}"/>
          </ac:spMkLst>
        </pc:spChg>
        <pc:spChg chg="mod">
          <ac:chgData name="Kimberly Perron" userId="5cbb7adf-dcc5-4575-b463-4d02fa27e6cf" providerId="ADAL" clId="{45FBC6B1-1BEC-45C8-9E74-53185029DE9F}" dt="2023-09-01T00:34:05.450" v="3902" actId="20577"/>
          <ac:spMkLst>
            <pc:docMk/>
            <pc:sldMk cId="1193281363" sldId="479"/>
            <ac:spMk id="9" creationId="{4B6DD2AD-DD20-A6EB-4CAF-5FC2073501D5}"/>
          </ac:spMkLst>
        </pc:spChg>
      </pc:sldChg>
      <pc:sldChg chg="addSp delSp modSp add mod ord">
        <pc:chgData name="Kimberly Perron" userId="5cbb7adf-dcc5-4575-b463-4d02fa27e6cf" providerId="ADAL" clId="{45FBC6B1-1BEC-45C8-9E74-53185029DE9F}" dt="2023-09-01T00:54:02.166" v="4197" actId="1582"/>
        <pc:sldMkLst>
          <pc:docMk/>
          <pc:sldMk cId="2958481642" sldId="480"/>
        </pc:sldMkLst>
        <pc:spChg chg="del">
          <ac:chgData name="Kimberly Perron" userId="5cbb7adf-dcc5-4575-b463-4d02fa27e6cf" providerId="ADAL" clId="{45FBC6B1-1BEC-45C8-9E74-53185029DE9F}" dt="2023-09-01T00:39:38.965" v="4183" actId="478"/>
          <ac:spMkLst>
            <pc:docMk/>
            <pc:sldMk cId="2958481642" sldId="480"/>
            <ac:spMk id="5" creationId="{81561FA0-D1C7-AD45-AAC2-3F6D42047E16}"/>
          </ac:spMkLst>
        </pc:spChg>
        <pc:spChg chg="mod">
          <ac:chgData name="Kimberly Perron" userId="5cbb7adf-dcc5-4575-b463-4d02fa27e6cf" providerId="ADAL" clId="{45FBC6B1-1BEC-45C8-9E74-53185029DE9F}" dt="2023-09-01T00:53:27.263" v="4189" actId="1076"/>
          <ac:spMkLst>
            <pc:docMk/>
            <pc:sldMk cId="2958481642" sldId="480"/>
            <ac:spMk id="6" creationId="{704B063A-56FC-68F3-AF34-DCF071DE867F}"/>
          </ac:spMkLst>
        </pc:spChg>
        <pc:spChg chg="mod">
          <ac:chgData name="Kimberly Perron" userId="5cbb7adf-dcc5-4575-b463-4d02fa27e6cf" providerId="ADAL" clId="{45FBC6B1-1BEC-45C8-9E74-53185029DE9F}" dt="2023-09-01T00:39:34.083" v="4182" actId="20577"/>
          <ac:spMkLst>
            <pc:docMk/>
            <pc:sldMk cId="2958481642" sldId="480"/>
            <ac:spMk id="9" creationId="{4B6DD2AD-DD20-A6EB-4CAF-5FC2073501D5}"/>
          </ac:spMkLst>
        </pc:spChg>
        <pc:spChg chg="add mod">
          <ac:chgData name="Kimberly Perron" userId="5cbb7adf-dcc5-4575-b463-4d02fa27e6cf" providerId="ADAL" clId="{45FBC6B1-1BEC-45C8-9E74-53185029DE9F}" dt="2023-09-01T00:54:02.166" v="4197" actId="1582"/>
          <ac:spMkLst>
            <pc:docMk/>
            <pc:sldMk cId="2958481642" sldId="480"/>
            <ac:spMk id="11" creationId="{40183CEC-6611-22D0-847B-B181BE448538}"/>
          </ac:spMkLst>
        </pc:spChg>
        <pc:grpChg chg="mod">
          <ac:chgData name="Kimberly Perron" userId="5cbb7adf-dcc5-4575-b463-4d02fa27e6cf" providerId="ADAL" clId="{45FBC6B1-1BEC-45C8-9E74-53185029DE9F}" dt="2023-09-01T00:53:30.084" v="4190" actId="14100"/>
          <ac:grpSpMkLst>
            <pc:docMk/>
            <pc:sldMk cId="2958481642" sldId="480"/>
            <ac:grpSpMk id="2" creationId="{9CBED602-B9AA-4E30-811B-082728B0E948}"/>
          </ac:grpSpMkLst>
        </pc:grpChg>
        <pc:picChg chg="mod">
          <ac:chgData name="Kimberly Perron" userId="5cbb7adf-dcc5-4575-b463-4d02fa27e6cf" providerId="ADAL" clId="{45FBC6B1-1BEC-45C8-9E74-53185029DE9F}" dt="2023-09-01T00:53:33.401" v="4191" actId="14100"/>
          <ac:picMkLst>
            <pc:docMk/>
            <pc:sldMk cId="2958481642" sldId="480"/>
            <ac:picMk id="4" creationId="{706977B5-0C6C-A11B-E6C8-969AC985CA5D}"/>
          </ac:picMkLst>
        </pc:picChg>
        <pc:picChg chg="add mod">
          <ac:chgData name="Kimberly Perron" userId="5cbb7adf-dcc5-4575-b463-4d02fa27e6cf" providerId="ADAL" clId="{45FBC6B1-1BEC-45C8-9E74-53185029DE9F}" dt="2023-09-01T00:53:37.479" v="4192" actId="14100"/>
          <ac:picMkLst>
            <pc:docMk/>
            <pc:sldMk cId="2958481642" sldId="480"/>
            <ac:picMk id="10" creationId="{B32CFCB3-C6B3-21AA-A742-F0BC584ED068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9EFF597-B7E9-49DD-BBC1-4070630A5896}" type="datetimeFigureOut">
              <a:rPr lang="en-US" smtClean="0"/>
              <a:t>9/7/2023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12D00AC-F33C-4592-AF7F-943685DF8F0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49256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this session we are going to be talking about donor engagement. Donor engagement is about relationship building.</a:t>
            </a:r>
          </a:p>
          <a:p>
            <a:endParaRPr lang="en-US" dirty="0"/>
          </a:p>
          <a:p>
            <a:r>
              <a:rPr lang="en-US" dirty="0"/>
              <a:t>It involves all your constituents and is not just for major gifts.</a:t>
            </a:r>
          </a:p>
          <a:p>
            <a:endParaRPr lang="en-US" dirty="0"/>
          </a:p>
          <a:p>
            <a:r>
              <a:rPr lang="en-US" dirty="0"/>
              <a:t>It’s donor-centric – meaning it is focused on the needs of the donor, not the needs of the organization.</a:t>
            </a:r>
          </a:p>
          <a:p>
            <a:endParaRPr lang="en-US" dirty="0"/>
          </a:p>
          <a:p>
            <a:r>
              <a:rPr lang="en-US" dirty="0"/>
              <a:t>The elements of the cycle can happen concurrently, out of sequence, and repeat.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263963-E9B0-4B2C-B9EF-31A5AD6BBF14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150574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elements include: </a:t>
            </a:r>
          </a:p>
          <a:p>
            <a:endParaRPr lang="en-US" dirty="0"/>
          </a:p>
          <a:p>
            <a:r>
              <a:rPr lang="en-US" dirty="0"/>
              <a:t>Inspire – create awareness of your organization and cause with your marketing strategy.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263963-E9B0-4B2C-B9EF-31A5AD6BBF14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75462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Connect – provide opportunities for constituents to learn more about your organization, dipping their toes in the water.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263963-E9B0-4B2C-B9EF-31A5AD6BBF14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387738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Learn – how you can learn more about the constituent </a:t>
            </a:r>
          </a:p>
          <a:p>
            <a:r>
              <a:rPr lang="en-US" dirty="0"/>
              <a:t>i.	What is important to them? </a:t>
            </a:r>
          </a:p>
          <a:p>
            <a:r>
              <a:rPr lang="en-US" dirty="0"/>
              <a:t>ii.	Why are they interested in your cause?</a:t>
            </a:r>
          </a:p>
          <a:p>
            <a:r>
              <a:rPr lang="en-US" dirty="0"/>
              <a:t>iii.	What impact do they want to make?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263963-E9B0-4B2C-B9EF-31A5AD6BBF14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200973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Engage – Based on the constituent’s interest, how can they make a larger impact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263963-E9B0-4B2C-B9EF-31A5AD6BBF14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161930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Invite – Create proposals that support your donor’s personal mission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263963-E9B0-4B2C-B9EF-31A5AD6BBF14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29015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Appreciate – Thank your donors, recognize their support, and steward their gift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263963-E9B0-4B2C-B9EF-31A5AD6BBF14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659803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Motivate – Inspiring the constituent to deepen their commitment, even making the ultimate legacy gift.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263963-E9B0-4B2C-B9EF-31A5AD6BBF14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220867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Now we can break out all the elements of the Donor Engagement Cycle and review the activities.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263963-E9B0-4B2C-B9EF-31A5AD6BBF14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55090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elements include: </a:t>
            </a:r>
          </a:p>
          <a:p>
            <a:endParaRPr lang="en-US" dirty="0"/>
          </a:p>
          <a:p>
            <a:r>
              <a:rPr lang="en-US" dirty="0"/>
              <a:t>Inspire – create awareness of your organization and cause with your marketing strategy.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263963-E9B0-4B2C-B9EF-31A5AD6BBF14}" type="slidenum">
              <a:rPr lang="en-US" smtClean="0"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622413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Connect – provide opportunities for constituents to learn more about your organization, dipping their toes in the water.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263963-E9B0-4B2C-B9EF-31A5AD6BBF14}" type="slidenum">
              <a:rPr lang="en-US" smtClean="0"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244272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Learn – how you can learn more about the constituent </a:t>
            </a:r>
          </a:p>
          <a:p>
            <a:r>
              <a:rPr lang="en-US" dirty="0"/>
              <a:t>i.	What is important to them? </a:t>
            </a:r>
          </a:p>
          <a:p>
            <a:r>
              <a:rPr lang="en-US" dirty="0"/>
              <a:t>ii.	Why are they interested in your cause?</a:t>
            </a:r>
          </a:p>
          <a:p>
            <a:r>
              <a:rPr lang="en-US" dirty="0"/>
              <a:t>iii.	What impact do they want to make?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263963-E9B0-4B2C-B9EF-31A5AD6BBF14}" type="slidenum">
              <a:rPr lang="en-US" smtClean="0"/>
              <a:t>29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067160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Engage – Based on the constituent’s interest, how can they make a larger impact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263963-E9B0-4B2C-B9EF-31A5AD6BBF14}" type="slidenum">
              <a:rPr lang="en-US" smtClean="0"/>
              <a:t>32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943426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Invite – Create proposals that support your donor’s personal mission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263963-E9B0-4B2C-B9EF-31A5AD6BBF14}" type="slidenum">
              <a:rPr lang="en-US" smtClean="0"/>
              <a:t>35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332601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Appreciate – Thank your donors, recognize their support, and steward their gift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263963-E9B0-4B2C-B9EF-31A5AD6BBF14}" type="slidenum">
              <a:rPr lang="en-US" smtClean="0"/>
              <a:t>40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292554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Motivate – Inspiring the constituent to deepen their commitment, even making the ultimate legacy gift.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263963-E9B0-4B2C-B9EF-31A5AD6BBF14}" type="slidenum">
              <a:rPr lang="en-US" smtClean="0"/>
              <a:t>43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785640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There is a lot to donor engagement – lots of activities, lots of things to track, lots of analysis required to make it effective. So today I want to show you how to use the power of your CRM to help you implement this.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263963-E9B0-4B2C-B9EF-31A5AD6BBF14}" type="slidenum">
              <a:rPr lang="en-US" smtClean="0"/>
              <a:t>47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9771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While you are creating or updating your plan, be sure to include those actions you will be using in your CRM and assign the responsible person to accomplish those activities.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263963-E9B0-4B2C-B9EF-31A5AD6BBF14}" type="slidenum">
              <a:rPr lang="en-US" smtClean="0"/>
              <a:t>48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94436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D0FF2C-C8C5-9735-4E35-6F9967B8CB1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4F2BA0D-6486-F4DE-8496-8408A6ED2F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A7D534-4815-808F-4042-23DBFA7A64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6D2C4-39CB-4EE3-841D-A9E38E75CF6B}" type="datetime1">
              <a:rPr lang="en-US" smtClean="0"/>
              <a:t>9/7/2023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647424-4C4C-82D5-91B9-D79F048D51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3F508B-6C93-D70C-9CC5-B683AD8C06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897CD2-57D8-4610-8E64-C03C1E4E4E0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52273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2DA3D7-7A72-77F7-6B22-04CF0AAB42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67F292-59EE-73DF-B4AD-754E7C5BF2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A1846A-146C-6748-6168-1168C8B682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46FC2E-67C6-40B4-A37A-82CC413BDA2F}" type="datetime1">
              <a:rPr lang="en-US" smtClean="0"/>
              <a:t>9/7/2023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E712CB-96FA-8EAF-357F-17C5143B9F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FB91C0-DB77-7ACF-B449-3D2B8EA8AA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897CD2-57D8-4610-8E64-C03C1E4E4E0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36142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5FEBE3-07B5-9647-EC04-0B70946A5E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758339-A007-F750-0C79-91478FE6D9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059EA1-22F8-6309-0603-0668F51616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097AB1-FD5D-4471-AEB6-8221F5966A6C}" type="datetime1">
              <a:rPr lang="en-US" smtClean="0"/>
              <a:t>9/7/2023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8A51FD-17F5-F54F-0CCD-BFE90573A9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846519-CD6A-A6C6-49CC-C30DB431C4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897CD2-57D8-4610-8E64-C03C1E4E4E0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4844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E89FC9-42BC-9D9D-DCDB-05AF28E446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FF0C35-7213-4B94-0169-F0F1A047BB4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86040CA-9288-BAFB-B362-5C6F58FECE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E9A0DC-C6BC-66C8-9DFC-DBC27D611F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5200EA-8A82-494B-9A94-3561A9D14E22}" type="datetime1">
              <a:rPr lang="en-US" smtClean="0"/>
              <a:t>9/7/2023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113312-9DBD-73CC-D7FE-DAE379693E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BF967B-6135-E4A8-54B0-3DC25AC323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897CD2-57D8-4610-8E64-C03C1E4E4E0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41960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6BCCE6-6D8A-9D50-83D1-6A88E40006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4C71CC-858E-6E72-27A5-0D25D3C99D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AB9737-0237-2AB7-EB76-B1B6A928D3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87C00E6-34BC-A5E9-2762-6F4A19A1E41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EC9C32F-82F1-2D89-F698-0F066F9C2EC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6459281-1773-8A7E-CBF4-E3F1E944B0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9F4E24-643A-4175-890E-3C5C65DDC94F}" type="datetime1">
              <a:rPr lang="en-US" smtClean="0"/>
              <a:t>9/7/2023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5FAF51E-FADD-B355-0939-94DE1C5276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266A149-3FDC-B3FD-1B4C-7311F30FD5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897CD2-57D8-4610-8E64-C03C1E4E4E0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01195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DE8E76-8BA6-6F60-5794-F63A9CB6BC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819201A-870F-8C8D-9F1C-08DE92829B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39EDCD-1515-452A-8EBD-3E6F41E41092}" type="datetime1">
              <a:rPr lang="en-US" smtClean="0"/>
              <a:t>9/7/2023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3DCF466-ACC9-CE02-3889-DC753F984F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A3B76CC-AD7A-2AB1-343F-6F9D2D2C46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897CD2-57D8-4610-8E64-C03C1E4E4E0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12699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A911E4D-419A-FB83-6F13-63B808DAC5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9B871-04EC-4BAA-A6C7-FD2C6197FD31}" type="datetime1">
              <a:rPr lang="en-US" smtClean="0"/>
              <a:t>9/7/2023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1DD445F-A890-68A0-398A-A6EE3808D1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641A16-594E-AA93-E60F-3509B52A3D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897CD2-57D8-4610-8E64-C03C1E4E4E0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21414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16BC32-382C-AD36-8E3E-A8697518FD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32B8FB-E3BF-256A-BB00-25A03D9B81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6330878-A57A-8A0D-4124-ABD15AB49B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4A5B10-8968-996D-39B1-B9F7152BF7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5822D1-72E2-4EF6-92FC-853DB2C8B2B6}" type="datetime1">
              <a:rPr lang="en-US" smtClean="0"/>
              <a:t>9/7/2023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7638E4-BFDE-2F71-965F-41935C4380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22B6C4-3B13-815F-0644-05601F20F4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897CD2-57D8-4610-8E64-C03C1E4E4E0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37297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501E4E-1E6F-79DC-31F0-E69BAD8AFF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49380CC-745E-6203-8E0E-FC46C12B0A7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D239BD-356C-68C3-5031-E353010F26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BB8566-65CC-D997-A12E-FDD3742487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AF77AD-453A-4F91-83E0-2D6CD63DAE7D}" type="datetime1">
              <a:rPr lang="en-US" smtClean="0"/>
              <a:t>9/7/2023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5813AE-53CB-24E9-8191-1EFA9AD97E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E6C257-1F63-D000-37F8-DA0BEC6B54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897CD2-57D8-4610-8E64-C03C1E4E4E0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49887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887DDC-0F0E-9522-437E-2A2CC66079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7337D74-D1BB-ED6F-EF4B-A1BA79BCCD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9ACBBD-99DB-5C5E-55DD-44E8A07E91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E279C3-ED68-4726-B10E-5F23A0CF2936}" type="datetime1">
              <a:rPr lang="en-US" smtClean="0"/>
              <a:t>9/7/2023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4BB421-D1E1-08EF-7BE1-6CD5D2C37E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7FBDD5-046D-E3DF-9F1F-05BF67E3D7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897CD2-57D8-4610-8E64-C03C1E4E4E0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96249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7C86933-E60C-3FB9-94AB-AC71AC1FBA7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F752F69-A067-EE10-C251-D8CA81B3FC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18B7E6-93BF-D1AE-9E4D-422C731623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3037C8-9A98-418B-97E1-0E2A9ECDBB96}" type="datetime1">
              <a:rPr lang="en-US" smtClean="0"/>
              <a:t>9/7/2023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9B4CF0-BE7F-7535-DCE3-21DD4F1894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A0E431-208B-EBC1-DBF2-7AF5B1FF96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897CD2-57D8-4610-8E64-C03C1E4E4E0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8195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ED0E485-9EEF-FC33-4E2D-3788F4F22B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20CADC-95B6-AB9A-E5C1-D19BFF2EED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B611D7-9C35-451E-3FDF-E0D865DAD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127FB3-3DF3-408B-8AFD-809D73029F6D}" type="datetime1">
              <a:rPr lang="en-US" smtClean="0"/>
              <a:t>9/7/2023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179401-0A5F-3D41-E7FF-9D7A9973F75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D15731-26A3-E08D-F38F-0A70E265133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897CD2-57D8-4610-8E64-C03C1E4E4E0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93179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11" Type="http://schemas.openxmlformats.org/officeDocument/2006/relationships/image" Target="../media/image11.emf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jpeg"/><Relationship Id="rId4" Type="http://schemas.openxmlformats.org/officeDocument/2006/relationships/image" Target="../media/image13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emf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AC53814-60A6-3F04-AC18-8325F79A4756}"/>
              </a:ext>
            </a:extLst>
          </p:cNvPr>
          <p:cNvSpPr txBox="1"/>
          <p:nvPr/>
        </p:nvSpPr>
        <p:spPr>
          <a:xfrm>
            <a:off x="1684037" y="955587"/>
            <a:ext cx="882392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1200"/>
              </a:spcAft>
            </a:pPr>
            <a:r>
              <a:rPr lang="en-US" sz="7200" dirty="0">
                <a:solidFill>
                  <a:srgbClr val="252260"/>
                </a:solidFill>
                <a:latin typeface="Century Gothic" panose="020B0502020202020204" pitchFamily="34" charset="0"/>
              </a:rPr>
              <a:t>Donor Engagement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02A3DE1-D38D-7781-63F7-40709FE8BC5C}"/>
              </a:ext>
            </a:extLst>
          </p:cNvPr>
          <p:cNvSpPr/>
          <p:nvPr/>
        </p:nvSpPr>
        <p:spPr>
          <a:xfrm>
            <a:off x="0" y="0"/>
            <a:ext cx="12192000" cy="540793"/>
          </a:xfrm>
          <a:prstGeom prst="rect">
            <a:avLst/>
          </a:prstGeom>
          <a:solidFill>
            <a:srgbClr val="2522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8" name="Picture 7" descr="A picture containing font, graphics, logo&#10;&#10;Description automatically generated">
            <a:extLst>
              <a:ext uri="{FF2B5EF4-FFF2-40B4-BE49-F238E27FC236}">
                <a16:creationId xmlns:a16="http://schemas.microsoft.com/office/drawing/2014/main" id="{4EA8E8F1-228F-9D45-52BB-DAF4D6E64E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68284" y="4394308"/>
            <a:ext cx="4455432" cy="747213"/>
          </a:xfrm>
          <a:prstGeom prst="rect">
            <a:avLst/>
          </a:prstGeom>
        </p:spPr>
      </p:pic>
      <p:sp>
        <p:nvSpPr>
          <p:cNvPr id="9" name="Rectangle 24">
            <a:extLst>
              <a:ext uri="{FF2B5EF4-FFF2-40B4-BE49-F238E27FC236}">
                <a16:creationId xmlns:a16="http://schemas.microsoft.com/office/drawing/2014/main" id="{8B449EE2-4CE6-133B-5AF6-EAD6A70DDFC9}"/>
              </a:ext>
            </a:extLst>
          </p:cNvPr>
          <p:cNvSpPr/>
          <p:nvPr/>
        </p:nvSpPr>
        <p:spPr>
          <a:xfrm>
            <a:off x="0" y="6078070"/>
            <a:ext cx="12192000" cy="779929"/>
          </a:xfrm>
          <a:custGeom>
            <a:avLst/>
            <a:gdLst>
              <a:gd name="connsiteX0" fmla="*/ 0 w 12876028"/>
              <a:gd name="connsiteY0" fmla="*/ 0 h 1662721"/>
              <a:gd name="connsiteX1" fmla="*/ 12876028 w 12876028"/>
              <a:gd name="connsiteY1" fmla="*/ 0 h 1662721"/>
              <a:gd name="connsiteX2" fmla="*/ 12876028 w 12876028"/>
              <a:gd name="connsiteY2" fmla="*/ 1662721 h 1662721"/>
              <a:gd name="connsiteX3" fmla="*/ 0 w 12876028"/>
              <a:gd name="connsiteY3" fmla="*/ 1662721 h 1662721"/>
              <a:gd name="connsiteX4" fmla="*/ 0 w 12876028"/>
              <a:gd name="connsiteY4" fmla="*/ 0 h 1662721"/>
              <a:gd name="connsiteX0" fmla="*/ 0 w 12876028"/>
              <a:gd name="connsiteY0" fmla="*/ 893135 h 1662721"/>
              <a:gd name="connsiteX1" fmla="*/ 12876028 w 12876028"/>
              <a:gd name="connsiteY1" fmla="*/ 0 h 1662721"/>
              <a:gd name="connsiteX2" fmla="*/ 12876028 w 12876028"/>
              <a:gd name="connsiteY2" fmla="*/ 1662721 h 1662721"/>
              <a:gd name="connsiteX3" fmla="*/ 0 w 12876028"/>
              <a:gd name="connsiteY3" fmla="*/ 1662721 h 1662721"/>
              <a:gd name="connsiteX4" fmla="*/ 0 w 12876028"/>
              <a:gd name="connsiteY4" fmla="*/ 893135 h 16627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876028" h="1662721">
                <a:moveTo>
                  <a:pt x="0" y="893135"/>
                </a:moveTo>
                <a:lnTo>
                  <a:pt x="12876028" y="0"/>
                </a:lnTo>
                <a:lnTo>
                  <a:pt x="12876028" y="1662721"/>
                </a:lnTo>
                <a:lnTo>
                  <a:pt x="0" y="1662721"/>
                </a:lnTo>
                <a:lnTo>
                  <a:pt x="0" y="893135"/>
                </a:lnTo>
                <a:close/>
              </a:path>
            </a:pathLst>
          </a:custGeom>
          <a:solidFill>
            <a:srgbClr val="DD403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AAB3171-DEE8-A8CC-306D-A245B6F46AAD}"/>
              </a:ext>
            </a:extLst>
          </p:cNvPr>
          <p:cNvSpPr txBox="1"/>
          <p:nvPr/>
        </p:nvSpPr>
        <p:spPr>
          <a:xfrm>
            <a:off x="3200400" y="5152213"/>
            <a:ext cx="57912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252260"/>
                </a:solidFill>
                <a:latin typeface="Century Gothic" panose="020B0502020202020204" pitchFamily="34" charset="0"/>
              </a:rPr>
              <a:t>Presented by Kimberly Perron, MBA</a:t>
            </a:r>
          </a:p>
          <a:p>
            <a:pPr algn="ctr"/>
            <a:r>
              <a:rPr lang="en-US" sz="2400" dirty="0">
                <a:solidFill>
                  <a:srgbClr val="252260"/>
                </a:solidFill>
                <a:latin typeface="Century Gothic" panose="020B0502020202020204" pitchFamily="34" charset="0"/>
              </a:rPr>
              <a:t>Customer Success Instructor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903855C-3FEB-149D-471F-44BFC61022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-1" y="6492874"/>
            <a:ext cx="537883" cy="365125"/>
          </a:xfrm>
        </p:spPr>
        <p:txBody>
          <a:bodyPr/>
          <a:lstStyle/>
          <a:p>
            <a:fld id="{0F897CD2-57D8-4610-8E64-C03C1E4E4E05}" type="slidenum">
              <a:rPr lang="en-US" sz="2000" b="1" smtClean="0">
                <a:solidFill>
                  <a:schemeClr val="bg1"/>
                </a:solidFill>
                <a:latin typeface="Century Gothic" panose="020B0502020202020204" pitchFamily="34" charset="0"/>
              </a:rPr>
              <a:pPr/>
              <a:t>1</a:t>
            </a:fld>
            <a:endParaRPr lang="en-US" sz="2000" b="1" dirty="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54972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picture containing icon&#10;&#10;Description automatically generated">
            <a:extLst>
              <a:ext uri="{FF2B5EF4-FFF2-40B4-BE49-F238E27FC236}">
                <a16:creationId xmlns:a16="http://schemas.microsoft.com/office/drawing/2014/main" id="{E5CF60B0-58B9-3493-DD8C-0B943C3A949B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20957" y="482487"/>
            <a:ext cx="2408604" cy="2202547"/>
          </a:xfrm>
          <a:prstGeom prst="rect">
            <a:avLst/>
          </a:prstGeom>
        </p:spPr>
      </p:pic>
      <p:pic>
        <p:nvPicPr>
          <p:cNvPr id="11" name="Picture 10" descr="Shape, arrow">
            <a:extLst>
              <a:ext uri="{FF2B5EF4-FFF2-40B4-BE49-F238E27FC236}">
                <a16:creationId xmlns:a16="http://schemas.microsoft.com/office/drawing/2014/main" id="{7E4DB932-E242-6477-1D88-E44CFAF570B6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980101" y="190544"/>
            <a:ext cx="2433499" cy="2671596"/>
          </a:xfrm>
          <a:prstGeom prst="rect">
            <a:avLst/>
          </a:prstGeom>
        </p:spPr>
      </p:pic>
      <p:pic>
        <p:nvPicPr>
          <p:cNvPr id="13" name="Picture 12" descr="A picture containing text, businesscard&#10;&#10;Description automatically generated">
            <a:extLst>
              <a:ext uri="{FF2B5EF4-FFF2-40B4-BE49-F238E27FC236}">
                <a16:creationId xmlns:a16="http://schemas.microsoft.com/office/drawing/2014/main" id="{F56B8219-4C44-99F1-6E38-CCF7694BC80D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0957" y="3347326"/>
            <a:ext cx="2657947" cy="2657947"/>
          </a:xfrm>
          <a:prstGeom prst="rect">
            <a:avLst/>
          </a:prstGeom>
        </p:spPr>
      </p:pic>
      <p:pic>
        <p:nvPicPr>
          <p:cNvPr id="15" name="Picture 14" descr="Logo&#10;&#10;Description automatically generated">
            <a:extLst>
              <a:ext uri="{FF2B5EF4-FFF2-40B4-BE49-F238E27FC236}">
                <a16:creationId xmlns:a16="http://schemas.microsoft.com/office/drawing/2014/main" id="{647CD0B1-82B8-0202-3131-603B946FE229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845015" y="323984"/>
            <a:ext cx="2220058" cy="2272144"/>
          </a:xfrm>
          <a:prstGeom prst="rect">
            <a:avLst/>
          </a:prstGeom>
        </p:spPr>
      </p:pic>
      <p:pic>
        <p:nvPicPr>
          <p:cNvPr id="21" name="Picture 20" descr="Logo, company name">
            <a:extLst>
              <a:ext uri="{FF2B5EF4-FFF2-40B4-BE49-F238E27FC236}">
                <a16:creationId xmlns:a16="http://schemas.microsoft.com/office/drawing/2014/main" id="{AD1BA41B-DD7E-11DA-E425-2971051344CF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347174" y="426943"/>
            <a:ext cx="2446481" cy="2446481"/>
          </a:xfrm>
          <a:prstGeom prst="rect">
            <a:avLst/>
          </a:prstGeom>
        </p:spPr>
      </p:pic>
      <p:pic>
        <p:nvPicPr>
          <p:cNvPr id="23" name="Picture 22" descr="A picture containing text&#10;&#10;Description automatically generated">
            <a:extLst>
              <a:ext uri="{FF2B5EF4-FFF2-40B4-BE49-F238E27FC236}">
                <a16:creationId xmlns:a16="http://schemas.microsoft.com/office/drawing/2014/main" id="{BED77748-F8A7-8454-CD17-C32C1302C569}"/>
              </a:ext>
            </a:extLst>
          </p:cNvPr>
          <p:cNvPicPr>
            <a:picLocks noChangeAspect="1"/>
          </p:cNvPicPr>
          <p:nvPr/>
        </p:nvPicPr>
        <p:blipFill rotWithShape="1"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036045" y="2507749"/>
            <a:ext cx="3161662" cy="1028230"/>
          </a:xfrm>
          <a:prstGeom prst="rect">
            <a:avLst/>
          </a:prstGeom>
        </p:spPr>
      </p:pic>
      <p:pic>
        <p:nvPicPr>
          <p:cNvPr id="17" name="Picture 16" descr="A picture containing icon">
            <a:extLst>
              <a:ext uri="{FF2B5EF4-FFF2-40B4-BE49-F238E27FC236}">
                <a16:creationId xmlns:a16="http://schemas.microsoft.com/office/drawing/2014/main" id="{EF62F44A-4299-CD17-1DFB-1D080444411A}"/>
              </a:ext>
            </a:extLst>
          </p:cNvPr>
          <p:cNvPicPr>
            <a:picLocks noChangeAspect="1"/>
          </p:cNvPicPr>
          <p:nvPr/>
        </p:nvPicPr>
        <p:blipFill rotWithShape="1">
          <a:blip r:embed="rId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536854" y="3461720"/>
            <a:ext cx="2307008" cy="2281840"/>
          </a:xfrm>
          <a:prstGeom prst="rect">
            <a:avLst/>
          </a:prstGeom>
        </p:spPr>
      </p:pic>
      <p:pic>
        <p:nvPicPr>
          <p:cNvPr id="19" name="Picture 18" descr="Graphical user interface">
            <a:extLst>
              <a:ext uri="{FF2B5EF4-FFF2-40B4-BE49-F238E27FC236}">
                <a16:creationId xmlns:a16="http://schemas.microsoft.com/office/drawing/2014/main" id="{1BF34E46-800E-B6A0-EFB8-D8E95AA1703A}"/>
              </a:ext>
            </a:extLst>
          </p:cNvPr>
          <p:cNvPicPr>
            <a:picLocks noChangeAspect="1"/>
          </p:cNvPicPr>
          <p:nvPr/>
        </p:nvPicPr>
        <p:blipFill>
          <a:blip r:embed="rId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655146" y="3178110"/>
            <a:ext cx="2849060" cy="2849060"/>
          </a:xfrm>
          <a:prstGeom prst="rect">
            <a:avLst/>
          </a:prstGeom>
        </p:spPr>
      </p:pic>
      <p:pic>
        <p:nvPicPr>
          <p:cNvPr id="25" name="Picture 24" descr="Diagram">
            <a:extLst>
              <a:ext uri="{FF2B5EF4-FFF2-40B4-BE49-F238E27FC236}">
                <a16:creationId xmlns:a16="http://schemas.microsoft.com/office/drawing/2014/main" id="{E27B9AB4-3AE3-112E-641F-6CCE15B03EA6}"/>
              </a:ext>
            </a:extLst>
          </p:cNvPr>
          <p:cNvPicPr>
            <a:picLocks noChangeAspect="1"/>
          </p:cNvPicPr>
          <p:nvPr/>
        </p:nvPicPr>
        <p:blipFill rotWithShape="1">
          <a:blip r:embed="rId10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737643" y="3525433"/>
            <a:ext cx="2433499" cy="2259667"/>
          </a:xfrm>
          <a:prstGeom prst="rect">
            <a:avLst/>
          </a:prstGeom>
        </p:spPr>
      </p:pic>
      <p:grpSp>
        <p:nvGrpSpPr>
          <p:cNvPr id="16" name="Group 15">
            <a:extLst>
              <a:ext uri="{FF2B5EF4-FFF2-40B4-BE49-F238E27FC236}">
                <a16:creationId xmlns:a16="http://schemas.microsoft.com/office/drawing/2014/main" id="{150A15D4-10DD-D07C-29C9-CC07CEE417BE}"/>
              </a:ext>
            </a:extLst>
          </p:cNvPr>
          <p:cNvGrpSpPr/>
          <p:nvPr/>
        </p:nvGrpSpPr>
        <p:grpSpPr>
          <a:xfrm>
            <a:off x="0" y="5743560"/>
            <a:ext cx="12192000" cy="1147160"/>
            <a:chOff x="0" y="5710841"/>
            <a:chExt cx="12192000" cy="1147160"/>
          </a:xfrm>
        </p:grpSpPr>
        <p:sp>
          <p:nvSpPr>
            <p:cNvPr id="4" name="Rectangle 24">
              <a:extLst>
                <a:ext uri="{FF2B5EF4-FFF2-40B4-BE49-F238E27FC236}">
                  <a16:creationId xmlns:a16="http://schemas.microsoft.com/office/drawing/2014/main" id="{FDC0A2DE-309B-04DC-271C-6006EABA27D0}"/>
                </a:ext>
              </a:extLst>
            </p:cNvPr>
            <p:cNvSpPr/>
            <p:nvPr/>
          </p:nvSpPr>
          <p:spPr>
            <a:xfrm>
              <a:off x="0" y="5710841"/>
              <a:ext cx="12192000" cy="1147159"/>
            </a:xfrm>
            <a:custGeom>
              <a:avLst/>
              <a:gdLst>
                <a:gd name="connsiteX0" fmla="*/ 0 w 12876028"/>
                <a:gd name="connsiteY0" fmla="*/ 0 h 1662721"/>
                <a:gd name="connsiteX1" fmla="*/ 12876028 w 12876028"/>
                <a:gd name="connsiteY1" fmla="*/ 0 h 1662721"/>
                <a:gd name="connsiteX2" fmla="*/ 12876028 w 12876028"/>
                <a:gd name="connsiteY2" fmla="*/ 1662721 h 1662721"/>
                <a:gd name="connsiteX3" fmla="*/ 0 w 12876028"/>
                <a:gd name="connsiteY3" fmla="*/ 1662721 h 1662721"/>
                <a:gd name="connsiteX4" fmla="*/ 0 w 12876028"/>
                <a:gd name="connsiteY4" fmla="*/ 0 h 1662721"/>
                <a:gd name="connsiteX0" fmla="*/ 0 w 12876028"/>
                <a:gd name="connsiteY0" fmla="*/ 893135 h 1662721"/>
                <a:gd name="connsiteX1" fmla="*/ 12876028 w 12876028"/>
                <a:gd name="connsiteY1" fmla="*/ 0 h 1662721"/>
                <a:gd name="connsiteX2" fmla="*/ 12876028 w 12876028"/>
                <a:gd name="connsiteY2" fmla="*/ 1662721 h 1662721"/>
                <a:gd name="connsiteX3" fmla="*/ 0 w 12876028"/>
                <a:gd name="connsiteY3" fmla="*/ 1662721 h 1662721"/>
                <a:gd name="connsiteX4" fmla="*/ 0 w 12876028"/>
                <a:gd name="connsiteY4" fmla="*/ 893135 h 16627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876028" h="1662721">
                  <a:moveTo>
                    <a:pt x="0" y="893135"/>
                  </a:moveTo>
                  <a:lnTo>
                    <a:pt x="12876028" y="0"/>
                  </a:lnTo>
                  <a:lnTo>
                    <a:pt x="12876028" y="1662721"/>
                  </a:lnTo>
                  <a:lnTo>
                    <a:pt x="0" y="1662721"/>
                  </a:lnTo>
                  <a:lnTo>
                    <a:pt x="0" y="893135"/>
                  </a:lnTo>
                  <a:close/>
                </a:path>
              </a:pathLst>
            </a:custGeom>
            <a:solidFill>
              <a:srgbClr val="DD403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314EE030-C94D-E761-20B0-DC8B874A582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1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t="24486" b="24288"/>
            <a:stretch/>
          </p:blipFill>
          <p:spPr>
            <a:xfrm>
              <a:off x="4667440" y="6125799"/>
              <a:ext cx="2722598" cy="732202"/>
            </a:xfrm>
            <a:prstGeom prst="rect">
              <a:avLst/>
            </a:prstGeom>
          </p:spPr>
        </p:pic>
      </p:grp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E89748C-C769-68B7-4FF5-7D159FF872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525594"/>
            <a:ext cx="510988" cy="365125"/>
          </a:xfrm>
        </p:spPr>
        <p:txBody>
          <a:bodyPr/>
          <a:lstStyle/>
          <a:p>
            <a:fld id="{06E9A400-F0B2-4775-81CA-CAECC8AB21F2}" type="slidenum">
              <a:rPr lang="en-US" sz="1600" b="1" smtClean="0">
                <a:solidFill>
                  <a:schemeClr val="bg1"/>
                </a:solidFill>
                <a:latin typeface="Century Gothic" panose="020B0502020202020204" pitchFamily="34" charset="0"/>
              </a:rPr>
              <a:t>2</a:t>
            </a:fld>
            <a:endParaRPr lang="en-US" sz="1600" b="1" dirty="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610635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802A3DE1-D38D-7781-63F7-40709FE8BC5C}"/>
              </a:ext>
            </a:extLst>
          </p:cNvPr>
          <p:cNvSpPr/>
          <p:nvPr/>
        </p:nvSpPr>
        <p:spPr>
          <a:xfrm>
            <a:off x="0" y="0"/>
            <a:ext cx="12192000" cy="893560"/>
          </a:xfrm>
          <a:prstGeom prst="rect">
            <a:avLst/>
          </a:prstGeom>
          <a:solidFill>
            <a:srgbClr val="2522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24">
            <a:extLst>
              <a:ext uri="{FF2B5EF4-FFF2-40B4-BE49-F238E27FC236}">
                <a16:creationId xmlns:a16="http://schemas.microsoft.com/office/drawing/2014/main" id="{8B449EE2-4CE6-133B-5AF6-EAD6A70DDFC9}"/>
              </a:ext>
            </a:extLst>
          </p:cNvPr>
          <p:cNvSpPr/>
          <p:nvPr/>
        </p:nvSpPr>
        <p:spPr>
          <a:xfrm>
            <a:off x="0" y="6078070"/>
            <a:ext cx="12192000" cy="779929"/>
          </a:xfrm>
          <a:custGeom>
            <a:avLst/>
            <a:gdLst>
              <a:gd name="connsiteX0" fmla="*/ 0 w 12876028"/>
              <a:gd name="connsiteY0" fmla="*/ 0 h 1662721"/>
              <a:gd name="connsiteX1" fmla="*/ 12876028 w 12876028"/>
              <a:gd name="connsiteY1" fmla="*/ 0 h 1662721"/>
              <a:gd name="connsiteX2" fmla="*/ 12876028 w 12876028"/>
              <a:gd name="connsiteY2" fmla="*/ 1662721 h 1662721"/>
              <a:gd name="connsiteX3" fmla="*/ 0 w 12876028"/>
              <a:gd name="connsiteY3" fmla="*/ 1662721 h 1662721"/>
              <a:gd name="connsiteX4" fmla="*/ 0 w 12876028"/>
              <a:gd name="connsiteY4" fmla="*/ 0 h 1662721"/>
              <a:gd name="connsiteX0" fmla="*/ 0 w 12876028"/>
              <a:gd name="connsiteY0" fmla="*/ 893135 h 1662721"/>
              <a:gd name="connsiteX1" fmla="*/ 12876028 w 12876028"/>
              <a:gd name="connsiteY1" fmla="*/ 0 h 1662721"/>
              <a:gd name="connsiteX2" fmla="*/ 12876028 w 12876028"/>
              <a:gd name="connsiteY2" fmla="*/ 1662721 h 1662721"/>
              <a:gd name="connsiteX3" fmla="*/ 0 w 12876028"/>
              <a:gd name="connsiteY3" fmla="*/ 1662721 h 1662721"/>
              <a:gd name="connsiteX4" fmla="*/ 0 w 12876028"/>
              <a:gd name="connsiteY4" fmla="*/ 893135 h 16627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876028" h="1662721">
                <a:moveTo>
                  <a:pt x="0" y="893135"/>
                </a:moveTo>
                <a:lnTo>
                  <a:pt x="12876028" y="0"/>
                </a:lnTo>
                <a:lnTo>
                  <a:pt x="12876028" y="1662721"/>
                </a:lnTo>
                <a:lnTo>
                  <a:pt x="0" y="1662721"/>
                </a:lnTo>
                <a:lnTo>
                  <a:pt x="0" y="893135"/>
                </a:lnTo>
                <a:close/>
              </a:path>
            </a:pathLst>
          </a:custGeom>
          <a:solidFill>
            <a:srgbClr val="DD403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903855C-3FEB-149D-471F-44BFC61022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-1" y="6492874"/>
            <a:ext cx="537883" cy="365125"/>
          </a:xfrm>
        </p:spPr>
        <p:txBody>
          <a:bodyPr/>
          <a:lstStyle/>
          <a:p>
            <a:fld id="{0F897CD2-57D8-4610-8E64-C03C1E4E4E05}" type="slidenum">
              <a:rPr lang="en-US" sz="2000" b="1" smtClean="0">
                <a:solidFill>
                  <a:schemeClr val="bg1"/>
                </a:solidFill>
                <a:latin typeface="Century Gothic" panose="020B0502020202020204" pitchFamily="34" charset="0"/>
              </a:rPr>
              <a:pPr/>
              <a:t>3</a:t>
            </a:fld>
            <a:endParaRPr lang="en-US" sz="2000" b="1" dirty="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A7545EC-7B48-EBDD-3268-910464EAE6F8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24486" b="24288"/>
          <a:stretch/>
        </p:blipFill>
        <p:spPr>
          <a:xfrm>
            <a:off x="9825318" y="6236638"/>
            <a:ext cx="2079811" cy="55933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AC53814-60A6-3F04-AC18-8325F79A4756}"/>
              </a:ext>
            </a:extLst>
          </p:cNvPr>
          <p:cNvSpPr txBox="1"/>
          <p:nvPr/>
        </p:nvSpPr>
        <p:spPr>
          <a:xfrm>
            <a:off x="1684038" y="123614"/>
            <a:ext cx="88239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1200"/>
              </a:spcAft>
            </a:pPr>
            <a:r>
              <a:rPr lang="en-US" sz="3600" dirty="0">
                <a:solidFill>
                  <a:schemeClr val="bg1"/>
                </a:solidFill>
                <a:latin typeface="Century Gothic" panose="020B0502020202020204" pitchFamily="34" charset="0"/>
              </a:rPr>
              <a:t>Donor Engagement</a:t>
            </a:r>
          </a:p>
        </p:txBody>
      </p:sp>
      <p:pic>
        <p:nvPicPr>
          <p:cNvPr id="4" name="Picture 4" descr="How To Tour Off-Limit Areas Of Famous London Venues | Londonist">
            <a:extLst>
              <a:ext uri="{FF2B5EF4-FFF2-40B4-BE49-F238E27FC236}">
                <a16:creationId xmlns:a16="http://schemas.microsoft.com/office/drawing/2014/main" id="{F72F1673-A402-0777-D92B-E299081F31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521235" y="3219060"/>
            <a:ext cx="3921257" cy="261008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0" descr="A group of people wearing blue shirts&#10;&#10;Description automatically generated">
            <a:extLst>
              <a:ext uri="{FF2B5EF4-FFF2-40B4-BE49-F238E27FC236}">
                <a16:creationId xmlns:a16="http://schemas.microsoft.com/office/drawing/2014/main" id="{9D5642C4-115F-B38F-C213-F9D3B02809D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7882" y="1040502"/>
            <a:ext cx="3762009" cy="2813042"/>
          </a:xfrm>
          <a:prstGeom prst="rect">
            <a:avLst/>
          </a:prstGeom>
        </p:spPr>
      </p:pic>
      <p:pic>
        <p:nvPicPr>
          <p:cNvPr id="13" name="Picture 12" descr="A group of people sitting around a table&#10;&#10;Description automatically generated">
            <a:extLst>
              <a:ext uri="{FF2B5EF4-FFF2-40B4-BE49-F238E27FC236}">
                <a16:creationId xmlns:a16="http://schemas.microsoft.com/office/drawing/2014/main" id="{535AD2AB-BFA3-05EE-BE19-75AA6E411382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024604" y="2472613"/>
            <a:ext cx="4142792" cy="2761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10517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9CBED602-B9AA-4E30-811B-082728B0E948}"/>
              </a:ext>
            </a:extLst>
          </p:cNvPr>
          <p:cNvGrpSpPr/>
          <p:nvPr/>
        </p:nvGrpSpPr>
        <p:grpSpPr>
          <a:xfrm>
            <a:off x="0" y="6078071"/>
            <a:ext cx="12192000" cy="779929"/>
            <a:chOff x="0" y="6078071"/>
            <a:chExt cx="12192000" cy="779929"/>
          </a:xfrm>
        </p:grpSpPr>
        <p:sp>
          <p:nvSpPr>
            <p:cNvPr id="3" name="Rectangle 24">
              <a:extLst>
                <a:ext uri="{FF2B5EF4-FFF2-40B4-BE49-F238E27FC236}">
                  <a16:creationId xmlns:a16="http://schemas.microsoft.com/office/drawing/2014/main" id="{C367CC84-698C-26A1-9D0F-CDAA043943DB}"/>
                </a:ext>
              </a:extLst>
            </p:cNvPr>
            <p:cNvSpPr/>
            <p:nvPr/>
          </p:nvSpPr>
          <p:spPr>
            <a:xfrm>
              <a:off x="0" y="6078071"/>
              <a:ext cx="12192000" cy="779929"/>
            </a:xfrm>
            <a:custGeom>
              <a:avLst/>
              <a:gdLst>
                <a:gd name="connsiteX0" fmla="*/ 0 w 12876028"/>
                <a:gd name="connsiteY0" fmla="*/ 0 h 1662721"/>
                <a:gd name="connsiteX1" fmla="*/ 12876028 w 12876028"/>
                <a:gd name="connsiteY1" fmla="*/ 0 h 1662721"/>
                <a:gd name="connsiteX2" fmla="*/ 12876028 w 12876028"/>
                <a:gd name="connsiteY2" fmla="*/ 1662721 h 1662721"/>
                <a:gd name="connsiteX3" fmla="*/ 0 w 12876028"/>
                <a:gd name="connsiteY3" fmla="*/ 1662721 h 1662721"/>
                <a:gd name="connsiteX4" fmla="*/ 0 w 12876028"/>
                <a:gd name="connsiteY4" fmla="*/ 0 h 1662721"/>
                <a:gd name="connsiteX0" fmla="*/ 0 w 12876028"/>
                <a:gd name="connsiteY0" fmla="*/ 893135 h 1662721"/>
                <a:gd name="connsiteX1" fmla="*/ 12876028 w 12876028"/>
                <a:gd name="connsiteY1" fmla="*/ 0 h 1662721"/>
                <a:gd name="connsiteX2" fmla="*/ 12876028 w 12876028"/>
                <a:gd name="connsiteY2" fmla="*/ 1662721 h 1662721"/>
                <a:gd name="connsiteX3" fmla="*/ 0 w 12876028"/>
                <a:gd name="connsiteY3" fmla="*/ 1662721 h 1662721"/>
                <a:gd name="connsiteX4" fmla="*/ 0 w 12876028"/>
                <a:gd name="connsiteY4" fmla="*/ 893135 h 16627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876028" h="1662721">
                  <a:moveTo>
                    <a:pt x="0" y="893135"/>
                  </a:moveTo>
                  <a:lnTo>
                    <a:pt x="12876028" y="0"/>
                  </a:lnTo>
                  <a:lnTo>
                    <a:pt x="12876028" y="1662721"/>
                  </a:lnTo>
                  <a:lnTo>
                    <a:pt x="0" y="1662721"/>
                  </a:lnTo>
                  <a:lnTo>
                    <a:pt x="0" y="893135"/>
                  </a:lnTo>
                  <a:close/>
                </a:path>
              </a:pathLst>
            </a:custGeom>
            <a:solidFill>
              <a:srgbClr val="DD403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706977B5-0C6C-A11B-E6C8-969AC985CA5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t="24486" b="24288"/>
            <a:stretch/>
          </p:blipFill>
          <p:spPr>
            <a:xfrm>
              <a:off x="9825318" y="6236638"/>
              <a:ext cx="2079811" cy="559334"/>
            </a:xfrm>
            <a:prstGeom prst="rect">
              <a:avLst/>
            </a:prstGeom>
          </p:spPr>
        </p:pic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81561FA0-D1C7-AD45-AAC2-3F6D42047E16}"/>
              </a:ext>
            </a:extLst>
          </p:cNvPr>
          <p:cNvSpPr txBox="1"/>
          <p:nvPr/>
        </p:nvSpPr>
        <p:spPr>
          <a:xfrm>
            <a:off x="376518" y="1394989"/>
            <a:ext cx="10667999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28700" indent="-571500">
              <a:spcAft>
                <a:spcPts val="1200"/>
              </a:spcAft>
              <a:buClr>
                <a:srgbClr val="EE4238"/>
              </a:buClr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252260"/>
                </a:solidFill>
                <a:latin typeface="Century Gothic" panose="020B0502020202020204" pitchFamily="34" charset="0"/>
              </a:rPr>
              <a:t>Process for building relationships</a:t>
            </a:r>
          </a:p>
          <a:p>
            <a:pPr marL="1028700" indent="-571500">
              <a:spcAft>
                <a:spcPts val="1200"/>
              </a:spcAft>
              <a:buClr>
                <a:srgbClr val="EE4238"/>
              </a:buClr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252260"/>
                </a:solidFill>
                <a:latin typeface="Century Gothic" panose="020B0502020202020204" pitchFamily="34" charset="0"/>
              </a:rPr>
              <a:t>Like “moves management” but more inclusive</a:t>
            </a:r>
          </a:p>
          <a:p>
            <a:pPr marL="1028700" indent="-571500">
              <a:spcAft>
                <a:spcPts val="1200"/>
              </a:spcAft>
              <a:buClr>
                <a:srgbClr val="EE4238"/>
              </a:buClr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252260"/>
                </a:solidFill>
                <a:latin typeface="Century Gothic" panose="020B0502020202020204" pitchFamily="34" charset="0"/>
              </a:rPr>
              <a:t>Segments constituents to customize messaging and interactions</a:t>
            </a:r>
          </a:p>
          <a:p>
            <a:pPr marL="1028700" indent="-571500">
              <a:spcAft>
                <a:spcPts val="1200"/>
              </a:spcAft>
              <a:buClr>
                <a:srgbClr val="EE4238"/>
              </a:buClr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252260"/>
                </a:solidFill>
                <a:latin typeface="Century Gothic" panose="020B0502020202020204" pitchFamily="34" charset="0"/>
              </a:rPr>
              <a:t>More than fundraising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4786D73-D047-34CE-2FF2-AFCCFD23A2EA}"/>
              </a:ext>
            </a:extLst>
          </p:cNvPr>
          <p:cNvSpPr/>
          <p:nvPr/>
        </p:nvSpPr>
        <p:spPr>
          <a:xfrm>
            <a:off x="0" y="0"/>
            <a:ext cx="12192000" cy="959224"/>
          </a:xfrm>
          <a:prstGeom prst="rect">
            <a:avLst/>
          </a:prstGeom>
          <a:solidFill>
            <a:srgbClr val="2522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B6DD2AD-DD20-A6EB-4CAF-5FC2073501D5}"/>
              </a:ext>
            </a:extLst>
          </p:cNvPr>
          <p:cNvSpPr txBox="1"/>
          <p:nvPr/>
        </p:nvSpPr>
        <p:spPr>
          <a:xfrm>
            <a:off x="762000" y="125707"/>
            <a:ext cx="959223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Century Gothic" panose="020B0502020202020204" pitchFamily="34" charset="0"/>
              </a:rPr>
              <a:t>Donor Engagement– </a:t>
            </a:r>
            <a:r>
              <a:rPr lang="en-US" sz="4400" dirty="0">
                <a:solidFill>
                  <a:srgbClr val="F18120"/>
                </a:solidFill>
                <a:latin typeface="Century Gothic" panose="020B0502020202020204" pitchFamily="34" charset="0"/>
              </a:rPr>
              <a:t>What is it?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4B063A-56FC-68F3-AF34-DCF071DE86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-1" y="6492875"/>
            <a:ext cx="528919" cy="365125"/>
          </a:xfrm>
        </p:spPr>
        <p:txBody>
          <a:bodyPr/>
          <a:lstStyle/>
          <a:p>
            <a:fld id="{0F897CD2-57D8-4610-8E64-C03C1E4E4E05}" type="slidenum">
              <a:rPr lang="en-US" sz="1600" b="1" smtClean="0">
                <a:solidFill>
                  <a:schemeClr val="bg1"/>
                </a:solidFill>
              </a:rPr>
              <a:t>4</a:t>
            </a:fld>
            <a:endParaRPr lang="en-US" sz="16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316967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9CBED602-B9AA-4E30-811B-082728B0E948}"/>
              </a:ext>
            </a:extLst>
          </p:cNvPr>
          <p:cNvGrpSpPr/>
          <p:nvPr/>
        </p:nvGrpSpPr>
        <p:grpSpPr>
          <a:xfrm>
            <a:off x="0" y="6078071"/>
            <a:ext cx="12192000" cy="779929"/>
            <a:chOff x="0" y="6078071"/>
            <a:chExt cx="12192000" cy="779929"/>
          </a:xfrm>
        </p:grpSpPr>
        <p:sp>
          <p:nvSpPr>
            <p:cNvPr id="3" name="Rectangle 24">
              <a:extLst>
                <a:ext uri="{FF2B5EF4-FFF2-40B4-BE49-F238E27FC236}">
                  <a16:creationId xmlns:a16="http://schemas.microsoft.com/office/drawing/2014/main" id="{C367CC84-698C-26A1-9D0F-CDAA043943DB}"/>
                </a:ext>
              </a:extLst>
            </p:cNvPr>
            <p:cNvSpPr/>
            <p:nvPr/>
          </p:nvSpPr>
          <p:spPr>
            <a:xfrm>
              <a:off x="0" y="6078071"/>
              <a:ext cx="12192000" cy="779929"/>
            </a:xfrm>
            <a:custGeom>
              <a:avLst/>
              <a:gdLst>
                <a:gd name="connsiteX0" fmla="*/ 0 w 12876028"/>
                <a:gd name="connsiteY0" fmla="*/ 0 h 1662721"/>
                <a:gd name="connsiteX1" fmla="*/ 12876028 w 12876028"/>
                <a:gd name="connsiteY1" fmla="*/ 0 h 1662721"/>
                <a:gd name="connsiteX2" fmla="*/ 12876028 w 12876028"/>
                <a:gd name="connsiteY2" fmla="*/ 1662721 h 1662721"/>
                <a:gd name="connsiteX3" fmla="*/ 0 w 12876028"/>
                <a:gd name="connsiteY3" fmla="*/ 1662721 h 1662721"/>
                <a:gd name="connsiteX4" fmla="*/ 0 w 12876028"/>
                <a:gd name="connsiteY4" fmla="*/ 0 h 1662721"/>
                <a:gd name="connsiteX0" fmla="*/ 0 w 12876028"/>
                <a:gd name="connsiteY0" fmla="*/ 893135 h 1662721"/>
                <a:gd name="connsiteX1" fmla="*/ 12876028 w 12876028"/>
                <a:gd name="connsiteY1" fmla="*/ 0 h 1662721"/>
                <a:gd name="connsiteX2" fmla="*/ 12876028 w 12876028"/>
                <a:gd name="connsiteY2" fmla="*/ 1662721 h 1662721"/>
                <a:gd name="connsiteX3" fmla="*/ 0 w 12876028"/>
                <a:gd name="connsiteY3" fmla="*/ 1662721 h 1662721"/>
                <a:gd name="connsiteX4" fmla="*/ 0 w 12876028"/>
                <a:gd name="connsiteY4" fmla="*/ 893135 h 16627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876028" h="1662721">
                  <a:moveTo>
                    <a:pt x="0" y="893135"/>
                  </a:moveTo>
                  <a:lnTo>
                    <a:pt x="12876028" y="0"/>
                  </a:lnTo>
                  <a:lnTo>
                    <a:pt x="12876028" y="1662721"/>
                  </a:lnTo>
                  <a:lnTo>
                    <a:pt x="0" y="1662721"/>
                  </a:lnTo>
                  <a:lnTo>
                    <a:pt x="0" y="893135"/>
                  </a:lnTo>
                  <a:close/>
                </a:path>
              </a:pathLst>
            </a:custGeom>
            <a:solidFill>
              <a:srgbClr val="DD403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706977B5-0C6C-A11B-E6C8-969AC985CA5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t="24486" b="24288"/>
            <a:stretch/>
          </p:blipFill>
          <p:spPr>
            <a:xfrm>
              <a:off x="9825318" y="6236638"/>
              <a:ext cx="2079811" cy="559334"/>
            </a:xfrm>
            <a:prstGeom prst="rect">
              <a:avLst/>
            </a:prstGeom>
          </p:spPr>
        </p:pic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81561FA0-D1C7-AD45-AAC2-3F6D42047E16}"/>
              </a:ext>
            </a:extLst>
          </p:cNvPr>
          <p:cNvSpPr txBox="1"/>
          <p:nvPr/>
        </p:nvSpPr>
        <p:spPr>
          <a:xfrm>
            <a:off x="275664" y="1228397"/>
            <a:ext cx="11640671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28700" indent="-571500">
              <a:spcAft>
                <a:spcPts val="1200"/>
              </a:spcAft>
              <a:buClr>
                <a:srgbClr val="EE4238"/>
              </a:buClr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252260"/>
                </a:solidFill>
                <a:latin typeface="Century Gothic" panose="020B0502020202020204" pitchFamily="34" charset="0"/>
              </a:rPr>
              <a:t>Identify major gift, planned giving, volunteers, and recurring giving prospects</a:t>
            </a:r>
          </a:p>
          <a:p>
            <a:pPr marL="1028700" indent="-571500">
              <a:spcAft>
                <a:spcPts val="1200"/>
              </a:spcAft>
              <a:buClr>
                <a:srgbClr val="EE4238"/>
              </a:buClr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252260"/>
                </a:solidFill>
                <a:latin typeface="Century Gothic" panose="020B0502020202020204" pitchFamily="34" charset="0"/>
              </a:rPr>
              <a:t>Create goals and strategies</a:t>
            </a:r>
          </a:p>
          <a:p>
            <a:pPr marL="1028700" indent="-571500">
              <a:spcAft>
                <a:spcPts val="1200"/>
              </a:spcAft>
              <a:buClr>
                <a:srgbClr val="EE4238"/>
              </a:buClr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252260"/>
                </a:solidFill>
                <a:latin typeface="Century Gothic" panose="020B0502020202020204" pitchFamily="34" charset="0"/>
              </a:rPr>
              <a:t>Track progress </a:t>
            </a:r>
          </a:p>
          <a:p>
            <a:pPr marL="1028700" indent="-571500">
              <a:spcAft>
                <a:spcPts val="1200"/>
              </a:spcAft>
              <a:buClr>
                <a:srgbClr val="EE4238"/>
              </a:buClr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252260"/>
                </a:solidFill>
                <a:latin typeface="Century Gothic" panose="020B0502020202020204" pitchFamily="34" charset="0"/>
              </a:rPr>
              <a:t>Connect to constituent’s personal mission</a:t>
            </a:r>
          </a:p>
          <a:p>
            <a:pPr marL="1028700" indent="-571500">
              <a:spcAft>
                <a:spcPts val="1200"/>
              </a:spcAft>
              <a:buClr>
                <a:srgbClr val="EE4238"/>
              </a:buClr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252260"/>
                </a:solidFill>
                <a:latin typeface="Century Gothic" panose="020B0502020202020204" pitchFamily="34" charset="0"/>
              </a:rPr>
              <a:t>Validate strategies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4786D73-D047-34CE-2FF2-AFCCFD23A2EA}"/>
              </a:ext>
            </a:extLst>
          </p:cNvPr>
          <p:cNvSpPr/>
          <p:nvPr/>
        </p:nvSpPr>
        <p:spPr>
          <a:xfrm>
            <a:off x="0" y="0"/>
            <a:ext cx="12192000" cy="959224"/>
          </a:xfrm>
          <a:prstGeom prst="rect">
            <a:avLst/>
          </a:prstGeom>
          <a:solidFill>
            <a:srgbClr val="2522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B6DD2AD-DD20-A6EB-4CAF-5FC2073501D5}"/>
              </a:ext>
            </a:extLst>
          </p:cNvPr>
          <p:cNvSpPr txBox="1"/>
          <p:nvPr/>
        </p:nvSpPr>
        <p:spPr>
          <a:xfrm>
            <a:off x="761999" y="125707"/>
            <a:ext cx="1095724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Century Gothic" panose="020B0502020202020204" pitchFamily="34" charset="0"/>
              </a:rPr>
              <a:t>Donor Engagement– </a:t>
            </a:r>
            <a:r>
              <a:rPr lang="en-US" sz="4400" dirty="0">
                <a:solidFill>
                  <a:srgbClr val="F18120"/>
                </a:solidFill>
                <a:latin typeface="Century Gothic" panose="020B0502020202020204" pitchFamily="34" charset="0"/>
              </a:rPr>
              <a:t>Why do I need it?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4B063A-56FC-68F3-AF34-DCF071DE86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-1" y="6492875"/>
            <a:ext cx="528919" cy="365125"/>
          </a:xfrm>
        </p:spPr>
        <p:txBody>
          <a:bodyPr/>
          <a:lstStyle/>
          <a:p>
            <a:fld id="{0F897CD2-57D8-4610-8E64-C03C1E4E4E05}" type="slidenum">
              <a:rPr lang="en-US" sz="1600" b="1" smtClean="0">
                <a:solidFill>
                  <a:schemeClr val="bg1"/>
                </a:solidFill>
              </a:rPr>
              <a:t>5</a:t>
            </a:fld>
            <a:endParaRPr lang="en-US" sz="16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931543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9CBED602-B9AA-4E30-811B-082728B0E948}"/>
              </a:ext>
            </a:extLst>
          </p:cNvPr>
          <p:cNvGrpSpPr/>
          <p:nvPr/>
        </p:nvGrpSpPr>
        <p:grpSpPr>
          <a:xfrm>
            <a:off x="0" y="6078071"/>
            <a:ext cx="12192000" cy="779929"/>
            <a:chOff x="0" y="6078071"/>
            <a:chExt cx="12192000" cy="779929"/>
          </a:xfrm>
        </p:grpSpPr>
        <p:sp>
          <p:nvSpPr>
            <p:cNvPr id="3" name="Rectangle 24">
              <a:extLst>
                <a:ext uri="{FF2B5EF4-FFF2-40B4-BE49-F238E27FC236}">
                  <a16:creationId xmlns:a16="http://schemas.microsoft.com/office/drawing/2014/main" id="{C367CC84-698C-26A1-9D0F-CDAA043943DB}"/>
                </a:ext>
              </a:extLst>
            </p:cNvPr>
            <p:cNvSpPr/>
            <p:nvPr/>
          </p:nvSpPr>
          <p:spPr>
            <a:xfrm>
              <a:off x="0" y="6078071"/>
              <a:ext cx="12192000" cy="779929"/>
            </a:xfrm>
            <a:custGeom>
              <a:avLst/>
              <a:gdLst>
                <a:gd name="connsiteX0" fmla="*/ 0 w 12876028"/>
                <a:gd name="connsiteY0" fmla="*/ 0 h 1662721"/>
                <a:gd name="connsiteX1" fmla="*/ 12876028 w 12876028"/>
                <a:gd name="connsiteY1" fmla="*/ 0 h 1662721"/>
                <a:gd name="connsiteX2" fmla="*/ 12876028 w 12876028"/>
                <a:gd name="connsiteY2" fmla="*/ 1662721 h 1662721"/>
                <a:gd name="connsiteX3" fmla="*/ 0 w 12876028"/>
                <a:gd name="connsiteY3" fmla="*/ 1662721 h 1662721"/>
                <a:gd name="connsiteX4" fmla="*/ 0 w 12876028"/>
                <a:gd name="connsiteY4" fmla="*/ 0 h 1662721"/>
                <a:gd name="connsiteX0" fmla="*/ 0 w 12876028"/>
                <a:gd name="connsiteY0" fmla="*/ 893135 h 1662721"/>
                <a:gd name="connsiteX1" fmla="*/ 12876028 w 12876028"/>
                <a:gd name="connsiteY1" fmla="*/ 0 h 1662721"/>
                <a:gd name="connsiteX2" fmla="*/ 12876028 w 12876028"/>
                <a:gd name="connsiteY2" fmla="*/ 1662721 h 1662721"/>
                <a:gd name="connsiteX3" fmla="*/ 0 w 12876028"/>
                <a:gd name="connsiteY3" fmla="*/ 1662721 h 1662721"/>
                <a:gd name="connsiteX4" fmla="*/ 0 w 12876028"/>
                <a:gd name="connsiteY4" fmla="*/ 893135 h 16627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876028" h="1662721">
                  <a:moveTo>
                    <a:pt x="0" y="893135"/>
                  </a:moveTo>
                  <a:lnTo>
                    <a:pt x="12876028" y="0"/>
                  </a:lnTo>
                  <a:lnTo>
                    <a:pt x="12876028" y="1662721"/>
                  </a:lnTo>
                  <a:lnTo>
                    <a:pt x="0" y="1662721"/>
                  </a:lnTo>
                  <a:lnTo>
                    <a:pt x="0" y="893135"/>
                  </a:lnTo>
                  <a:close/>
                </a:path>
              </a:pathLst>
            </a:custGeom>
            <a:solidFill>
              <a:srgbClr val="DD403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706977B5-0C6C-A11B-E6C8-969AC985CA5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t="24486" b="24288"/>
            <a:stretch/>
          </p:blipFill>
          <p:spPr>
            <a:xfrm>
              <a:off x="9825318" y="6236638"/>
              <a:ext cx="2079811" cy="559334"/>
            </a:xfrm>
            <a:prstGeom prst="rect">
              <a:avLst/>
            </a:prstGeom>
          </p:spPr>
        </p:pic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81561FA0-D1C7-AD45-AAC2-3F6D42047E16}"/>
              </a:ext>
            </a:extLst>
          </p:cNvPr>
          <p:cNvSpPr txBox="1"/>
          <p:nvPr/>
        </p:nvSpPr>
        <p:spPr>
          <a:xfrm>
            <a:off x="331694" y="1230391"/>
            <a:ext cx="11044518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>
              <a:spcAft>
                <a:spcPts val="1200"/>
              </a:spcAft>
              <a:buClr>
                <a:srgbClr val="EE4238"/>
              </a:buClr>
            </a:pPr>
            <a:r>
              <a:rPr lang="en-US" sz="2800" dirty="0">
                <a:solidFill>
                  <a:srgbClr val="252260"/>
                </a:solidFill>
                <a:latin typeface="Century Gothic" panose="020B0502020202020204" pitchFamily="34" charset="0"/>
              </a:rPr>
              <a:t>Does your organization have a formal donor engagement plan or moves management process?</a:t>
            </a:r>
          </a:p>
          <a:p>
            <a:pPr marL="1028700" indent="-571500">
              <a:spcAft>
                <a:spcPts val="1200"/>
              </a:spcAft>
              <a:buClr>
                <a:srgbClr val="EE4238"/>
              </a:buClr>
              <a:buFont typeface="+mj-lt"/>
              <a:buAutoNum type="arabicPeriod"/>
            </a:pPr>
            <a:r>
              <a:rPr lang="en-US" sz="2800" dirty="0">
                <a:solidFill>
                  <a:srgbClr val="252260"/>
                </a:solidFill>
                <a:latin typeface="Century Gothic" panose="020B0502020202020204" pitchFamily="34" charset="0"/>
              </a:rPr>
              <a:t>No, we do not use any formal process.</a:t>
            </a:r>
          </a:p>
          <a:p>
            <a:pPr marL="1028700" indent="-571500">
              <a:spcAft>
                <a:spcPts val="1200"/>
              </a:spcAft>
              <a:buClr>
                <a:srgbClr val="EE4238"/>
              </a:buClr>
              <a:buFont typeface="+mj-lt"/>
              <a:buAutoNum type="arabicPeriod"/>
            </a:pPr>
            <a:r>
              <a:rPr lang="en-US" sz="2800" dirty="0">
                <a:solidFill>
                  <a:srgbClr val="252260"/>
                </a:solidFill>
                <a:latin typeface="Century Gothic" panose="020B0502020202020204" pitchFamily="34" charset="0"/>
              </a:rPr>
              <a:t>Sort of, we have an informal process.</a:t>
            </a:r>
          </a:p>
          <a:p>
            <a:pPr marL="1028700" indent="-571500">
              <a:spcAft>
                <a:spcPts val="1200"/>
              </a:spcAft>
              <a:buClr>
                <a:srgbClr val="EE4238"/>
              </a:buClr>
              <a:buFont typeface="+mj-lt"/>
              <a:buAutoNum type="arabicPeriod"/>
            </a:pPr>
            <a:r>
              <a:rPr lang="en-US" sz="2800" dirty="0">
                <a:solidFill>
                  <a:srgbClr val="252260"/>
                </a:solidFill>
                <a:latin typeface="Century Gothic" panose="020B0502020202020204" pitchFamily="34" charset="0"/>
              </a:rPr>
              <a:t>Yes, we have a process, but we’d are not satisfied with the results.</a:t>
            </a:r>
          </a:p>
          <a:p>
            <a:pPr marL="1028700" indent="-571500">
              <a:spcAft>
                <a:spcPts val="1200"/>
              </a:spcAft>
              <a:buClr>
                <a:srgbClr val="EE4238"/>
              </a:buClr>
              <a:buFont typeface="+mj-lt"/>
              <a:buAutoNum type="arabicPeriod"/>
            </a:pPr>
            <a:r>
              <a:rPr lang="en-US" sz="2800" dirty="0">
                <a:solidFill>
                  <a:srgbClr val="252260"/>
                </a:solidFill>
                <a:latin typeface="Century Gothic" panose="020B0502020202020204" pitchFamily="34" charset="0"/>
              </a:rPr>
              <a:t>Yes, we have a successful process in place and we are always looking for ways to improve.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4786D73-D047-34CE-2FF2-AFCCFD23A2EA}"/>
              </a:ext>
            </a:extLst>
          </p:cNvPr>
          <p:cNvSpPr/>
          <p:nvPr/>
        </p:nvSpPr>
        <p:spPr>
          <a:xfrm>
            <a:off x="0" y="0"/>
            <a:ext cx="12192000" cy="959224"/>
          </a:xfrm>
          <a:prstGeom prst="rect">
            <a:avLst/>
          </a:prstGeom>
          <a:solidFill>
            <a:srgbClr val="F181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B6DD2AD-DD20-A6EB-4CAF-5FC2073501D5}"/>
              </a:ext>
            </a:extLst>
          </p:cNvPr>
          <p:cNvSpPr txBox="1"/>
          <p:nvPr/>
        </p:nvSpPr>
        <p:spPr>
          <a:xfrm>
            <a:off x="762000" y="125707"/>
            <a:ext cx="9592236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Century Gothic" panose="020B0502020202020204" pitchFamily="34" charset="0"/>
              </a:rPr>
              <a:t>POLL 1</a:t>
            </a:r>
            <a:r>
              <a:rPr lang="en-US" sz="4400" dirty="0">
                <a:solidFill>
                  <a:srgbClr val="F18120"/>
                </a:solidFill>
                <a:latin typeface="Century Gothic" panose="020B0502020202020204" pitchFamily="34" charset="0"/>
              </a:rPr>
              <a:t>?</a:t>
            </a:r>
          </a:p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9B3726-DCC4-32A3-19F7-77D173B58E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-1" y="6492875"/>
            <a:ext cx="519953" cy="365125"/>
          </a:xfrm>
        </p:spPr>
        <p:txBody>
          <a:bodyPr/>
          <a:lstStyle/>
          <a:p>
            <a:fld id="{0F897CD2-57D8-4610-8E64-C03C1E4E4E05}" type="slidenum">
              <a:rPr lang="en-US" sz="1600" b="1" smtClean="0">
                <a:solidFill>
                  <a:schemeClr val="bg1"/>
                </a:solidFill>
              </a:rPr>
              <a:t>6</a:t>
            </a:fld>
            <a:endParaRPr lang="en-US" sz="16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978671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9CBED602-B9AA-4E30-811B-082728B0E948}"/>
              </a:ext>
            </a:extLst>
          </p:cNvPr>
          <p:cNvGrpSpPr/>
          <p:nvPr/>
        </p:nvGrpSpPr>
        <p:grpSpPr>
          <a:xfrm>
            <a:off x="0" y="6078071"/>
            <a:ext cx="12192000" cy="779929"/>
            <a:chOff x="0" y="6078071"/>
            <a:chExt cx="12192000" cy="779929"/>
          </a:xfrm>
        </p:grpSpPr>
        <p:sp>
          <p:nvSpPr>
            <p:cNvPr id="3" name="Rectangle 24">
              <a:extLst>
                <a:ext uri="{FF2B5EF4-FFF2-40B4-BE49-F238E27FC236}">
                  <a16:creationId xmlns:a16="http://schemas.microsoft.com/office/drawing/2014/main" id="{C367CC84-698C-26A1-9D0F-CDAA043943DB}"/>
                </a:ext>
              </a:extLst>
            </p:cNvPr>
            <p:cNvSpPr/>
            <p:nvPr/>
          </p:nvSpPr>
          <p:spPr>
            <a:xfrm>
              <a:off x="0" y="6078071"/>
              <a:ext cx="12192000" cy="779929"/>
            </a:xfrm>
            <a:custGeom>
              <a:avLst/>
              <a:gdLst>
                <a:gd name="connsiteX0" fmla="*/ 0 w 12876028"/>
                <a:gd name="connsiteY0" fmla="*/ 0 h 1662721"/>
                <a:gd name="connsiteX1" fmla="*/ 12876028 w 12876028"/>
                <a:gd name="connsiteY1" fmla="*/ 0 h 1662721"/>
                <a:gd name="connsiteX2" fmla="*/ 12876028 w 12876028"/>
                <a:gd name="connsiteY2" fmla="*/ 1662721 h 1662721"/>
                <a:gd name="connsiteX3" fmla="*/ 0 w 12876028"/>
                <a:gd name="connsiteY3" fmla="*/ 1662721 h 1662721"/>
                <a:gd name="connsiteX4" fmla="*/ 0 w 12876028"/>
                <a:gd name="connsiteY4" fmla="*/ 0 h 1662721"/>
                <a:gd name="connsiteX0" fmla="*/ 0 w 12876028"/>
                <a:gd name="connsiteY0" fmla="*/ 893135 h 1662721"/>
                <a:gd name="connsiteX1" fmla="*/ 12876028 w 12876028"/>
                <a:gd name="connsiteY1" fmla="*/ 0 h 1662721"/>
                <a:gd name="connsiteX2" fmla="*/ 12876028 w 12876028"/>
                <a:gd name="connsiteY2" fmla="*/ 1662721 h 1662721"/>
                <a:gd name="connsiteX3" fmla="*/ 0 w 12876028"/>
                <a:gd name="connsiteY3" fmla="*/ 1662721 h 1662721"/>
                <a:gd name="connsiteX4" fmla="*/ 0 w 12876028"/>
                <a:gd name="connsiteY4" fmla="*/ 893135 h 16627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876028" h="1662721">
                  <a:moveTo>
                    <a:pt x="0" y="893135"/>
                  </a:moveTo>
                  <a:lnTo>
                    <a:pt x="12876028" y="0"/>
                  </a:lnTo>
                  <a:lnTo>
                    <a:pt x="12876028" y="1662721"/>
                  </a:lnTo>
                  <a:lnTo>
                    <a:pt x="0" y="1662721"/>
                  </a:lnTo>
                  <a:lnTo>
                    <a:pt x="0" y="893135"/>
                  </a:lnTo>
                  <a:close/>
                </a:path>
              </a:pathLst>
            </a:custGeom>
            <a:solidFill>
              <a:srgbClr val="DD403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706977B5-0C6C-A11B-E6C8-969AC985CA5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t="24486" b="24288"/>
            <a:stretch/>
          </p:blipFill>
          <p:spPr>
            <a:xfrm>
              <a:off x="9825318" y="6236638"/>
              <a:ext cx="2079811" cy="559334"/>
            </a:xfrm>
            <a:prstGeom prst="rect">
              <a:avLst/>
            </a:prstGeom>
          </p:spPr>
        </p:pic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81561FA0-D1C7-AD45-AAC2-3F6D42047E16}"/>
              </a:ext>
            </a:extLst>
          </p:cNvPr>
          <p:cNvSpPr txBox="1"/>
          <p:nvPr/>
        </p:nvSpPr>
        <p:spPr>
          <a:xfrm>
            <a:off x="426793" y="1241101"/>
            <a:ext cx="10667999" cy="45550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28700" indent="-571500">
              <a:spcAft>
                <a:spcPts val="1200"/>
              </a:spcAft>
              <a:buClr>
                <a:srgbClr val="EE4238"/>
              </a:buClr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252260"/>
                </a:solidFill>
                <a:latin typeface="Century Gothic" panose="020B0502020202020204" pitchFamily="34" charset="0"/>
              </a:rPr>
              <a:t>Add details to annual plan</a:t>
            </a:r>
          </a:p>
          <a:p>
            <a:pPr marL="1485900" lvl="1" indent="-571500">
              <a:spcAft>
                <a:spcPts val="1200"/>
              </a:spcAft>
              <a:buClr>
                <a:srgbClr val="EE4238"/>
              </a:buClr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252260"/>
                </a:solidFill>
                <a:latin typeface="Century Gothic" panose="020B0502020202020204" pitchFamily="34" charset="0"/>
              </a:rPr>
              <a:t>Schedules</a:t>
            </a:r>
          </a:p>
          <a:p>
            <a:pPr marL="1485900" lvl="1" indent="-571500">
              <a:spcAft>
                <a:spcPts val="1200"/>
              </a:spcAft>
              <a:buClr>
                <a:srgbClr val="EE4238"/>
              </a:buClr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252260"/>
                </a:solidFill>
                <a:latin typeface="Century Gothic" panose="020B0502020202020204" pitchFamily="34" charset="0"/>
              </a:rPr>
              <a:t>Assign responsibilities</a:t>
            </a:r>
          </a:p>
          <a:p>
            <a:pPr marL="1485900" lvl="1" indent="-571500">
              <a:spcAft>
                <a:spcPts val="1200"/>
              </a:spcAft>
              <a:buClr>
                <a:srgbClr val="EE4238"/>
              </a:buClr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252260"/>
                </a:solidFill>
                <a:latin typeface="Century Gothic" panose="020B0502020202020204" pitchFamily="34" charset="0"/>
              </a:rPr>
              <a:t>Balance resources</a:t>
            </a:r>
          </a:p>
          <a:p>
            <a:pPr marL="1028700" indent="-571500">
              <a:spcAft>
                <a:spcPts val="1200"/>
              </a:spcAft>
              <a:buClr>
                <a:srgbClr val="EE4238"/>
              </a:buClr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252260"/>
                </a:solidFill>
                <a:latin typeface="Century Gothic" panose="020B0502020202020204" pitchFamily="34" charset="0"/>
              </a:rPr>
              <a:t>Define objectives</a:t>
            </a:r>
          </a:p>
          <a:p>
            <a:pPr marL="1028700" indent="-571500">
              <a:spcAft>
                <a:spcPts val="1200"/>
              </a:spcAft>
              <a:buClr>
                <a:srgbClr val="EE4238"/>
              </a:buClr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252260"/>
                </a:solidFill>
                <a:latin typeface="Century Gothic" panose="020B0502020202020204" pitchFamily="34" charset="0"/>
              </a:rPr>
              <a:t>Evaluate performance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4786D73-D047-34CE-2FF2-AFCCFD23A2EA}"/>
              </a:ext>
            </a:extLst>
          </p:cNvPr>
          <p:cNvSpPr/>
          <p:nvPr/>
        </p:nvSpPr>
        <p:spPr>
          <a:xfrm>
            <a:off x="0" y="0"/>
            <a:ext cx="12192000" cy="959224"/>
          </a:xfrm>
          <a:prstGeom prst="rect">
            <a:avLst/>
          </a:prstGeom>
          <a:solidFill>
            <a:srgbClr val="2522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B6DD2AD-DD20-A6EB-4CAF-5FC2073501D5}"/>
              </a:ext>
            </a:extLst>
          </p:cNvPr>
          <p:cNvSpPr txBox="1"/>
          <p:nvPr/>
        </p:nvSpPr>
        <p:spPr>
          <a:xfrm>
            <a:off x="762000" y="125707"/>
            <a:ext cx="1123277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Century Gothic" panose="020B0502020202020204" pitchFamily="34" charset="0"/>
              </a:rPr>
              <a:t>Donor Engagement– </a:t>
            </a:r>
            <a:r>
              <a:rPr lang="en-US" sz="4400" dirty="0">
                <a:solidFill>
                  <a:srgbClr val="F18120"/>
                </a:solidFill>
                <a:latin typeface="Century Gothic" panose="020B0502020202020204" pitchFamily="34" charset="0"/>
              </a:rPr>
              <a:t>Annual Plan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4B063A-56FC-68F3-AF34-DCF071DE86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-1" y="6492875"/>
            <a:ext cx="528919" cy="365125"/>
          </a:xfrm>
        </p:spPr>
        <p:txBody>
          <a:bodyPr/>
          <a:lstStyle/>
          <a:p>
            <a:fld id="{0F897CD2-57D8-4610-8E64-C03C1E4E4E05}" type="slidenum">
              <a:rPr lang="en-US" sz="1600" b="1" smtClean="0">
                <a:solidFill>
                  <a:schemeClr val="bg1"/>
                </a:solidFill>
              </a:rPr>
              <a:t>7</a:t>
            </a:fld>
            <a:endParaRPr lang="en-US" sz="16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945971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28">
            <a:extLst>
              <a:ext uri="{FF2B5EF4-FFF2-40B4-BE49-F238E27FC236}">
                <a16:creationId xmlns:a16="http://schemas.microsoft.com/office/drawing/2014/main" id="{5908297B-8244-940F-303E-3C925AC155FF}"/>
              </a:ext>
            </a:extLst>
          </p:cNvPr>
          <p:cNvGrpSpPr/>
          <p:nvPr/>
        </p:nvGrpSpPr>
        <p:grpSpPr>
          <a:xfrm>
            <a:off x="0" y="6078071"/>
            <a:ext cx="12192000" cy="779929"/>
            <a:chOff x="0" y="6078071"/>
            <a:chExt cx="12192000" cy="779929"/>
          </a:xfrm>
        </p:grpSpPr>
        <p:sp>
          <p:nvSpPr>
            <p:cNvPr id="26" name="Rectangle 24">
              <a:extLst>
                <a:ext uri="{FF2B5EF4-FFF2-40B4-BE49-F238E27FC236}">
                  <a16:creationId xmlns:a16="http://schemas.microsoft.com/office/drawing/2014/main" id="{5BEA3BF5-C45B-C0B4-EF13-DE0BAB3E655A}"/>
                </a:ext>
              </a:extLst>
            </p:cNvPr>
            <p:cNvSpPr/>
            <p:nvPr/>
          </p:nvSpPr>
          <p:spPr>
            <a:xfrm>
              <a:off x="0" y="6078071"/>
              <a:ext cx="12192000" cy="779929"/>
            </a:xfrm>
            <a:custGeom>
              <a:avLst/>
              <a:gdLst>
                <a:gd name="connsiteX0" fmla="*/ 0 w 12876028"/>
                <a:gd name="connsiteY0" fmla="*/ 0 h 1662721"/>
                <a:gd name="connsiteX1" fmla="*/ 12876028 w 12876028"/>
                <a:gd name="connsiteY1" fmla="*/ 0 h 1662721"/>
                <a:gd name="connsiteX2" fmla="*/ 12876028 w 12876028"/>
                <a:gd name="connsiteY2" fmla="*/ 1662721 h 1662721"/>
                <a:gd name="connsiteX3" fmla="*/ 0 w 12876028"/>
                <a:gd name="connsiteY3" fmla="*/ 1662721 h 1662721"/>
                <a:gd name="connsiteX4" fmla="*/ 0 w 12876028"/>
                <a:gd name="connsiteY4" fmla="*/ 0 h 1662721"/>
                <a:gd name="connsiteX0" fmla="*/ 0 w 12876028"/>
                <a:gd name="connsiteY0" fmla="*/ 893135 h 1662721"/>
                <a:gd name="connsiteX1" fmla="*/ 12876028 w 12876028"/>
                <a:gd name="connsiteY1" fmla="*/ 0 h 1662721"/>
                <a:gd name="connsiteX2" fmla="*/ 12876028 w 12876028"/>
                <a:gd name="connsiteY2" fmla="*/ 1662721 h 1662721"/>
                <a:gd name="connsiteX3" fmla="*/ 0 w 12876028"/>
                <a:gd name="connsiteY3" fmla="*/ 1662721 h 1662721"/>
                <a:gd name="connsiteX4" fmla="*/ 0 w 12876028"/>
                <a:gd name="connsiteY4" fmla="*/ 893135 h 16627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876028" h="1662721">
                  <a:moveTo>
                    <a:pt x="0" y="893135"/>
                  </a:moveTo>
                  <a:lnTo>
                    <a:pt x="12876028" y="0"/>
                  </a:lnTo>
                  <a:lnTo>
                    <a:pt x="12876028" y="1662721"/>
                  </a:lnTo>
                  <a:lnTo>
                    <a:pt x="0" y="1662721"/>
                  </a:lnTo>
                  <a:lnTo>
                    <a:pt x="0" y="893135"/>
                  </a:lnTo>
                  <a:close/>
                </a:path>
              </a:pathLst>
            </a:custGeom>
            <a:solidFill>
              <a:srgbClr val="DD403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27" name="Picture 26">
              <a:extLst>
                <a:ext uri="{FF2B5EF4-FFF2-40B4-BE49-F238E27FC236}">
                  <a16:creationId xmlns:a16="http://schemas.microsoft.com/office/drawing/2014/main" id="{B20A8828-0B49-5DAA-0C4D-07085C00910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4486" b="24288"/>
            <a:stretch/>
          </p:blipFill>
          <p:spPr>
            <a:xfrm>
              <a:off x="9825318" y="6236638"/>
              <a:ext cx="2079811" cy="559334"/>
            </a:xfrm>
            <a:prstGeom prst="rect">
              <a:avLst/>
            </a:prstGeom>
          </p:spPr>
        </p:pic>
      </p:grpSp>
      <p:pic>
        <p:nvPicPr>
          <p:cNvPr id="28" name="Picture 27" descr="Diagram&#10;&#10;Description automatically generated">
            <a:extLst>
              <a:ext uri="{FF2B5EF4-FFF2-40B4-BE49-F238E27FC236}">
                <a16:creationId xmlns:a16="http://schemas.microsoft.com/office/drawing/2014/main" id="{D3BB2031-AAFC-AE4A-5312-E0A33D5506B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47582" y="225167"/>
            <a:ext cx="5896835" cy="5852904"/>
          </a:xfrm>
          <a:prstGeom prst="rect">
            <a:avLst/>
          </a:prstGeom>
        </p:spPr>
      </p:pic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3F997236-C660-D32C-6BAB-BFD14ABEFD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-1" y="6492875"/>
            <a:ext cx="528919" cy="365125"/>
          </a:xfrm>
        </p:spPr>
        <p:txBody>
          <a:bodyPr/>
          <a:lstStyle/>
          <a:p>
            <a:fld id="{0F897CD2-57D8-4610-8E64-C03C1E4E4E05}" type="slidenum">
              <a:rPr lang="en-US" sz="1600" b="1" smtClean="0">
                <a:solidFill>
                  <a:schemeClr val="bg1"/>
                </a:solidFill>
              </a:rPr>
              <a:t>8</a:t>
            </a:fld>
            <a:endParaRPr lang="en-US" sz="16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084477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821A60A2-ECC3-4BAF-BA42-D0928AD46BE0}"/>
              </a:ext>
            </a:extLst>
          </p:cNvPr>
          <p:cNvGrpSpPr/>
          <p:nvPr/>
        </p:nvGrpSpPr>
        <p:grpSpPr>
          <a:xfrm rot="2764726">
            <a:off x="195138" y="135897"/>
            <a:ext cx="6314184" cy="6224630"/>
            <a:chOff x="5436198" y="511241"/>
            <a:chExt cx="6314184" cy="6224630"/>
          </a:xfrm>
        </p:grpSpPr>
        <p:sp>
          <p:nvSpPr>
            <p:cNvPr id="4" name="Block Arc 1">
              <a:extLst>
                <a:ext uri="{FF2B5EF4-FFF2-40B4-BE49-F238E27FC236}">
                  <a16:creationId xmlns:a16="http://schemas.microsoft.com/office/drawing/2014/main" id="{5EC638A5-7DC7-6AC0-C409-466E1BCE61FD}"/>
                </a:ext>
              </a:extLst>
            </p:cNvPr>
            <p:cNvSpPr/>
            <p:nvPr/>
          </p:nvSpPr>
          <p:spPr>
            <a:xfrm rot="3037373">
              <a:off x="9392654" y="1530696"/>
              <a:ext cx="2314305" cy="715708"/>
            </a:xfrm>
            <a:custGeom>
              <a:avLst/>
              <a:gdLst>
                <a:gd name="connsiteX0" fmla="*/ 0 w 2391141"/>
                <a:gd name="connsiteY0" fmla="*/ 726679 h 1453358"/>
                <a:gd name="connsiteX1" fmla="*/ 1195571 w 2391141"/>
                <a:gd name="connsiteY1" fmla="*/ 0 h 1453358"/>
                <a:gd name="connsiteX2" fmla="*/ 2391142 w 2391141"/>
                <a:gd name="connsiteY2" fmla="*/ 726679 h 1453358"/>
                <a:gd name="connsiteX3" fmla="*/ 2027802 w 2391141"/>
                <a:gd name="connsiteY3" fmla="*/ 726679 h 1453358"/>
                <a:gd name="connsiteX4" fmla="*/ 1195571 w 2391141"/>
                <a:gd name="connsiteY4" fmla="*/ 363339 h 1453358"/>
                <a:gd name="connsiteX5" fmla="*/ 363340 w 2391141"/>
                <a:gd name="connsiteY5" fmla="*/ 726679 h 1453358"/>
                <a:gd name="connsiteX6" fmla="*/ 0 w 2391141"/>
                <a:gd name="connsiteY6" fmla="*/ 726679 h 1453358"/>
                <a:gd name="connsiteX0" fmla="*/ 0 w 2614878"/>
                <a:gd name="connsiteY0" fmla="*/ 727830 h 727830"/>
                <a:gd name="connsiteX1" fmla="*/ 1195571 w 2614878"/>
                <a:gd name="connsiteY1" fmla="*/ 1151 h 727830"/>
                <a:gd name="connsiteX2" fmla="*/ 2614878 w 2614878"/>
                <a:gd name="connsiteY2" fmla="*/ 611098 h 727830"/>
                <a:gd name="connsiteX3" fmla="*/ 2027802 w 2614878"/>
                <a:gd name="connsiteY3" fmla="*/ 727830 h 727830"/>
                <a:gd name="connsiteX4" fmla="*/ 1195571 w 2614878"/>
                <a:gd name="connsiteY4" fmla="*/ 364490 h 727830"/>
                <a:gd name="connsiteX5" fmla="*/ 363340 w 2614878"/>
                <a:gd name="connsiteY5" fmla="*/ 727830 h 727830"/>
                <a:gd name="connsiteX6" fmla="*/ 0 w 2614878"/>
                <a:gd name="connsiteY6" fmla="*/ 727830 h 727830"/>
                <a:gd name="connsiteX0" fmla="*/ 0 w 2614878"/>
                <a:gd name="connsiteY0" fmla="*/ 727830 h 727830"/>
                <a:gd name="connsiteX1" fmla="*/ 1195571 w 2614878"/>
                <a:gd name="connsiteY1" fmla="*/ 1151 h 727830"/>
                <a:gd name="connsiteX2" fmla="*/ 2614878 w 2614878"/>
                <a:gd name="connsiteY2" fmla="*/ 611098 h 727830"/>
                <a:gd name="connsiteX3" fmla="*/ 2251538 w 2614878"/>
                <a:gd name="connsiteY3" fmla="*/ 669464 h 727830"/>
                <a:gd name="connsiteX4" fmla="*/ 1195571 w 2614878"/>
                <a:gd name="connsiteY4" fmla="*/ 364490 h 727830"/>
                <a:gd name="connsiteX5" fmla="*/ 363340 w 2614878"/>
                <a:gd name="connsiteY5" fmla="*/ 727830 h 727830"/>
                <a:gd name="connsiteX6" fmla="*/ 0 w 2614878"/>
                <a:gd name="connsiteY6" fmla="*/ 727830 h 727830"/>
                <a:gd name="connsiteX0" fmla="*/ 0 w 2780249"/>
                <a:gd name="connsiteY0" fmla="*/ 590533 h 726720"/>
                <a:gd name="connsiteX1" fmla="*/ 1360942 w 2780249"/>
                <a:gd name="connsiteY1" fmla="*/ 41 h 726720"/>
                <a:gd name="connsiteX2" fmla="*/ 2780249 w 2780249"/>
                <a:gd name="connsiteY2" fmla="*/ 609988 h 726720"/>
                <a:gd name="connsiteX3" fmla="*/ 2416909 w 2780249"/>
                <a:gd name="connsiteY3" fmla="*/ 668354 h 726720"/>
                <a:gd name="connsiteX4" fmla="*/ 1360942 w 2780249"/>
                <a:gd name="connsiteY4" fmla="*/ 363380 h 726720"/>
                <a:gd name="connsiteX5" fmla="*/ 528711 w 2780249"/>
                <a:gd name="connsiteY5" fmla="*/ 726720 h 726720"/>
                <a:gd name="connsiteX6" fmla="*/ 0 w 2780249"/>
                <a:gd name="connsiteY6" fmla="*/ 590533 h 726720"/>
                <a:gd name="connsiteX0" fmla="*/ 0 w 2780249"/>
                <a:gd name="connsiteY0" fmla="*/ 590533 h 668354"/>
                <a:gd name="connsiteX1" fmla="*/ 1360942 w 2780249"/>
                <a:gd name="connsiteY1" fmla="*/ 41 h 668354"/>
                <a:gd name="connsiteX2" fmla="*/ 2780249 w 2780249"/>
                <a:gd name="connsiteY2" fmla="*/ 609988 h 668354"/>
                <a:gd name="connsiteX3" fmla="*/ 2416909 w 2780249"/>
                <a:gd name="connsiteY3" fmla="*/ 668354 h 668354"/>
                <a:gd name="connsiteX4" fmla="*/ 1360942 w 2780249"/>
                <a:gd name="connsiteY4" fmla="*/ 363380 h 668354"/>
                <a:gd name="connsiteX5" fmla="*/ 275792 w 2780249"/>
                <a:gd name="connsiteY5" fmla="*/ 639171 h 668354"/>
                <a:gd name="connsiteX6" fmla="*/ 0 w 2780249"/>
                <a:gd name="connsiteY6" fmla="*/ 590533 h 668354"/>
                <a:gd name="connsiteX0" fmla="*/ 0 w 2780249"/>
                <a:gd name="connsiteY0" fmla="*/ 590533 h 668354"/>
                <a:gd name="connsiteX1" fmla="*/ 1360942 w 2780249"/>
                <a:gd name="connsiteY1" fmla="*/ 41 h 668354"/>
                <a:gd name="connsiteX2" fmla="*/ 2780249 w 2780249"/>
                <a:gd name="connsiteY2" fmla="*/ 609988 h 668354"/>
                <a:gd name="connsiteX3" fmla="*/ 2416909 w 2780249"/>
                <a:gd name="connsiteY3" fmla="*/ 668354 h 668354"/>
                <a:gd name="connsiteX4" fmla="*/ 1351215 w 2780249"/>
                <a:gd name="connsiteY4" fmla="*/ 480112 h 668354"/>
                <a:gd name="connsiteX5" fmla="*/ 275792 w 2780249"/>
                <a:gd name="connsiteY5" fmla="*/ 639171 h 668354"/>
                <a:gd name="connsiteX6" fmla="*/ 0 w 2780249"/>
                <a:gd name="connsiteY6" fmla="*/ 590533 h 668354"/>
                <a:gd name="connsiteX0" fmla="*/ 0 w 2780249"/>
                <a:gd name="connsiteY0" fmla="*/ 590533 h 775358"/>
                <a:gd name="connsiteX1" fmla="*/ 1360942 w 2780249"/>
                <a:gd name="connsiteY1" fmla="*/ 41 h 775358"/>
                <a:gd name="connsiteX2" fmla="*/ 2780249 w 2780249"/>
                <a:gd name="connsiteY2" fmla="*/ 609988 h 775358"/>
                <a:gd name="connsiteX3" fmla="*/ 2329360 w 2780249"/>
                <a:gd name="connsiteY3" fmla="*/ 775358 h 775358"/>
                <a:gd name="connsiteX4" fmla="*/ 1351215 w 2780249"/>
                <a:gd name="connsiteY4" fmla="*/ 480112 h 775358"/>
                <a:gd name="connsiteX5" fmla="*/ 275792 w 2780249"/>
                <a:gd name="connsiteY5" fmla="*/ 639171 h 775358"/>
                <a:gd name="connsiteX6" fmla="*/ 0 w 2780249"/>
                <a:gd name="connsiteY6" fmla="*/ 590533 h 775358"/>
                <a:gd name="connsiteX0" fmla="*/ 0 w 2673245"/>
                <a:gd name="connsiteY0" fmla="*/ 600391 h 785216"/>
                <a:gd name="connsiteX1" fmla="*/ 1360942 w 2673245"/>
                <a:gd name="connsiteY1" fmla="*/ 9899 h 785216"/>
                <a:gd name="connsiteX2" fmla="*/ 2673245 w 2673245"/>
                <a:gd name="connsiteY2" fmla="*/ 405837 h 785216"/>
                <a:gd name="connsiteX3" fmla="*/ 2329360 w 2673245"/>
                <a:gd name="connsiteY3" fmla="*/ 785216 h 785216"/>
                <a:gd name="connsiteX4" fmla="*/ 1351215 w 2673245"/>
                <a:gd name="connsiteY4" fmla="*/ 489970 h 785216"/>
                <a:gd name="connsiteX5" fmla="*/ 275792 w 2673245"/>
                <a:gd name="connsiteY5" fmla="*/ 649029 h 785216"/>
                <a:gd name="connsiteX6" fmla="*/ 0 w 2673245"/>
                <a:gd name="connsiteY6" fmla="*/ 600391 h 785216"/>
                <a:gd name="connsiteX0" fmla="*/ 0 w 2673245"/>
                <a:gd name="connsiteY0" fmla="*/ 593348 h 778173"/>
                <a:gd name="connsiteX1" fmla="*/ 1360942 w 2673245"/>
                <a:gd name="connsiteY1" fmla="*/ 2856 h 778173"/>
                <a:gd name="connsiteX2" fmla="*/ 2673245 w 2673245"/>
                <a:gd name="connsiteY2" fmla="*/ 398794 h 778173"/>
                <a:gd name="connsiteX3" fmla="*/ 2329360 w 2673245"/>
                <a:gd name="connsiteY3" fmla="*/ 778173 h 778173"/>
                <a:gd name="connsiteX4" fmla="*/ 1351215 w 2673245"/>
                <a:gd name="connsiteY4" fmla="*/ 482927 h 778173"/>
                <a:gd name="connsiteX5" fmla="*/ 275792 w 2673245"/>
                <a:gd name="connsiteY5" fmla="*/ 641986 h 778173"/>
                <a:gd name="connsiteX6" fmla="*/ 0 w 2673245"/>
                <a:gd name="connsiteY6" fmla="*/ 593348 h 778173"/>
                <a:gd name="connsiteX0" fmla="*/ 0 w 2478691"/>
                <a:gd name="connsiteY0" fmla="*/ 293714 h 809279"/>
                <a:gd name="connsiteX1" fmla="*/ 1166388 w 2478691"/>
                <a:gd name="connsiteY1" fmla="*/ 33962 h 809279"/>
                <a:gd name="connsiteX2" fmla="*/ 2478691 w 2478691"/>
                <a:gd name="connsiteY2" fmla="*/ 429900 h 809279"/>
                <a:gd name="connsiteX3" fmla="*/ 2134806 w 2478691"/>
                <a:gd name="connsiteY3" fmla="*/ 809279 h 809279"/>
                <a:gd name="connsiteX4" fmla="*/ 1156661 w 2478691"/>
                <a:gd name="connsiteY4" fmla="*/ 514033 h 809279"/>
                <a:gd name="connsiteX5" fmla="*/ 81238 w 2478691"/>
                <a:gd name="connsiteY5" fmla="*/ 673092 h 809279"/>
                <a:gd name="connsiteX6" fmla="*/ 0 w 2478691"/>
                <a:gd name="connsiteY6" fmla="*/ 293714 h 809279"/>
                <a:gd name="connsiteX0" fmla="*/ 0 w 2478691"/>
                <a:gd name="connsiteY0" fmla="*/ 262275 h 777840"/>
                <a:gd name="connsiteX1" fmla="*/ 1166388 w 2478691"/>
                <a:gd name="connsiteY1" fmla="*/ 2523 h 777840"/>
                <a:gd name="connsiteX2" fmla="*/ 2478691 w 2478691"/>
                <a:gd name="connsiteY2" fmla="*/ 398461 h 777840"/>
                <a:gd name="connsiteX3" fmla="*/ 2134806 w 2478691"/>
                <a:gd name="connsiteY3" fmla="*/ 777840 h 777840"/>
                <a:gd name="connsiteX4" fmla="*/ 1156661 w 2478691"/>
                <a:gd name="connsiteY4" fmla="*/ 482594 h 777840"/>
                <a:gd name="connsiteX5" fmla="*/ 81238 w 2478691"/>
                <a:gd name="connsiteY5" fmla="*/ 641653 h 777840"/>
                <a:gd name="connsiteX6" fmla="*/ 0 w 2478691"/>
                <a:gd name="connsiteY6" fmla="*/ 262275 h 777840"/>
                <a:gd name="connsiteX0" fmla="*/ 0 w 2478691"/>
                <a:gd name="connsiteY0" fmla="*/ 262275 h 777841"/>
                <a:gd name="connsiteX1" fmla="*/ 1166388 w 2478691"/>
                <a:gd name="connsiteY1" fmla="*/ 2523 h 777841"/>
                <a:gd name="connsiteX2" fmla="*/ 2478691 w 2478691"/>
                <a:gd name="connsiteY2" fmla="*/ 398461 h 777841"/>
                <a:gd name="connsiteX3" fmla="*/ 2134806 w 2478691"/>
                <a:gd name="connsiteY3" fmla="*/ 777840 h 777841"/>
                <a:gd name="connsiteX4" fmla="*/ 1156661 w 2478691"/>
                <a:gd name="connsiteY4" fmla="*/ 482594 h 777841"/>
                <a:gd name="connsiteX5" fmla="*/ 178515 w 2478691"/>
                <a:gd name="connsiteY5" fmla="*/ 777841 h 777841"/>
                <a:gd name="connsiteX6" fmla="*/ 0 w 2478691"/>
                <a:gd name="connsiteY6" fmla="*/ 262275 h 777841"/>
                <a:gd name="connsiteX0" fmla="*/ 0 w 2478691"/>
                <a:gd name="connsiteY0" fmla="*/ 262275 h 777840"/>
                <a:gd name="connsiteX1" fmla="*/ 1166388 w 2478691"/>
                <a:gd name="connsiteY1" fmla="*/ 2523 h 777840"/>
                <a:gd name="connsiteX2" fmla="*/ 2478691 w 2478691"/>
                <a:gd name="connsiteY2" fmla="*/ 398461 h 777840"/>
                <a:gd name="connsiteX3" fmla="*/ 2134806 w 2478691"/>
                <a:gd name="connsiteY3" fmla="*/ 777840 h 777840"/>
                <a:gd name="connsiteX4" fmla="*/ 1156661 w 2478691"/>
                <a:gd name="connsiteY4" fmla="*/ 482594 h 777840"/>
                <a:gd name="connsiteX5" fmla="*/ 139604 w 2478691"/>
                <a:gd name="connsiteY5" fmla="*/ 748658 h 777840"/>
                <a:gd name="connsiteX6" fmla="*/ 0 w 2478691"/>
                <a:gd name="connsiteY6" fmla="*/ 262275 h 777840"/>
                <a:gd name="connsiteX0" fmla="*/ 0 w 2478691"/>
                <a:gd name="connsiteY0" fmla="*/ 262275 h 777840"/>
                <a:gd name="connsiteX1" fmla="*/ 1166388 w 2478691"/>
                <a:gd name="connsiteY1" fmla="*/ 2523 h 777840"/>
                <a:gd name="connsiteX2" fmla="*/ 2478691 w 2478691"/>
                <a:gd name="connsiteY2" fmla="*/ 398461 h 777840"/>
                <a:gd name="connsiteX3" fmla="*/ 2134806 w 2478691"/>
                <a:gd name="connsiteY3" fmla="*/ 777840 h 777840"/>
                <a:gd name="connsiteX4" fmla="*/ 1156661 w 2478691"/>
                <a:gd name="connsiteY4" fmla="*/ 482594 h 777840"/>
                <a:gd name="connsiteX5" fmla="*/ 139604 w 2478691"/>
                <a:gd name="connsiteY5" fmla="*/ 748658 h 777840"/>
                <a:gd name="connsiteX6" fmla="*/ 0 w 2478691"/>
                <a:gd name="connsiteY6" fmla="*/ 262275 h 777840"/>
                <a:gd name="connsiteX0" fmla="*/ 0 w 2478691"/>
                <a:gd name="connsiteY0" fmla="*/ 262275 h 797295"/>
                <a:gd name="connsiteX1" fmla="*/ 1166388 w 2478691"/>
                <a:gd name="connsiteY1" fmla="*/ 2523 h 797295"/>
                <a:gd name="connsiteX2" fmla="*/ 2478691 w 2478691"/>
                <a:gd name="connsiteY2" fmla="*/ 398461 h 797295"/>
                <a:gd name="connsiteX3" fmla="*/ 2144534 w 2478691"/>
                <a:gd name="connsiteY3" fmla="*/ 797295 h 797295"/>
                <a:gd name="connsiteX4" fmla="*/ 1156661 w 2478691"/>
                <a:gd name="connsiteY4" fmla="*/ 482594 h 797295"/>
                <a:gd name="connsiteX5" fmla="*/ 139604 w 2478691"/>
                <a:gd name="connsiteY5" fmla="*/ 748658 h 797295"/>
                <a:gd name="connsiteX6" fmla="*/ 0 w 2478691"/>
                <a:gd name="connsiteY6" fmla="*/ 262275 h 797295"/>
                <a:gd name="connsiteX0" fmla="*/ 0 w 2478691"/>
                <a:gd name="connsiteY0" fmla="*/ 262275 h 797295"/>
                <a:gd name="connsiteX1" fmla="*/ 1166388 w 2478691"/>
                <a:gd name="connsiteY1" fmla="*/ 2523 h 797295"/>
                <a:gd name="connsiteX2" fmla="*/ 2478691 w 2478691"/>
                <a:gd name="connsiteY2" fmla="*/ 398461 h 797295"/>
                <a:gd name="connsiteX3" fmla="*/ 2144534 w 2478691"/>
                <a:gd name="connsiteY3" fmla="*/ 797295 h 797295"/>
                <a:gd name="connsiteX4" fmla="*/ 1156661 w 2478691"/>
                <a:gd name="connsiteY4" fmla="*/ 482594 h 797295"/>
                <a:gd name="connsiteX5" fmla="*/ 139604 w 2478691"/>
                <a:gd name="connsiteY5" fmla="*/ 748658 h 797295"/>
                <a:gd name="connsiteX6" fmla="*/ 0 w 2478691"/>
                <a:gd name="connsiteY6" fmla="*/ 262275 h 797295"/>
                <a:gd name="connsiteX0" fmla="*/ 0 w 2309168"/>
                <a:gd name="connsiteY0" fmla="*/ 259772 h 794792"/>
                <a:gd name="connsiteX1" fmla="*/ 1166388 w 2309168"/>
                <a:gd name="connsiteY1" fmla="*/ 20 h 794792"/>
                <a:gd name="connsiteX2" fmla="*/ 2309168 w 2309168"/>
                <a:gd name="connsiteY2" fmla="*/ 270099 h 794792"/>
                <a:gd name="connsiteX3" fmla="*/ 2144534 w 2309168"/>
                <a:gd name="connsiteY3" fmla="*/ 794792 h 794792"/>
                <a:gd name="connsiteX4" fmla="*/ 1156661 w 2309168"/>
                <a:gd name="connsiteY4" fmla="*/ 480091 h 794792"/>
                <a:gd name="connsiteX5" fmla="*/ 139604 w 2309168"/>
                <a:gd name="connsiteY5" fmla="*/ 746155 h 794792"/>
                <a:gd name="connsiteX6" fmla="*/ 0 w 2309168"/>
                <a:gd name="connsiteY6" fmla="*/ 259772 h 794792"/>
                <a:gd name="connsiteX0" fmla="*/ 0 w 2309168"/>
                <a:gd name="connsiteY0" fmla="*/ 259772 h 794792"/>
                <a:gd name="connsiteX1" fmla="*/ 1166388 w 2309168"/>
                <a:gd name="connsiteY1" fmla="*/ 20 h 794792"/>
                <a:gd name="connsiteX2" fmla="*/ 2309168 w 2309168"/>
                <a:gd name="connsiteY2" fmla="*/ 270099 h 794792"/>
                <a:gd name="connsiteX3" fmla="*/ 2144534 w 2309168"/>
                <a:gd name="connsiteY3" fmla="*/ 794792 h 794792"/>
                <a:gd name="connsiteX4" fmla="*/ 1156661 w 2309168"/>
                <a:gd name="connsiteY4" fmla="*/ 480091 h 794792"/>
                <a:gd name="connsiteX5" fmla="*/ 139604 w 2309168"/>
                <a:gd name="connsiteY5" fmla="*/ 746155 h 794792"/>
                <a:gd name="connsiteX6" fmla="*/ 0 w 2309168"/>
                <a:gd name="connsiteY6" fmla="*/ 259772 h 794792"/>
                <a:gd name="connsiteX0" fmla="*/ 0 w 2309168"/>
                <a:gd name="connsiteY0" fmla="*/ 259772 h 746155"/>
                <a:gd name="connsiteX1" fmla="*/ 1166388 w 2309168"/>
                <a:gd name="connsiteY1" fmla="*/ 20 h 746155"/>
                <a:gd name="connsiteX2" fmla="*/ 2309168 w 2309168"/>
                <a:gd name="connsiteY2" fmla="*/ 270099 h 746155"/>
                <a:gd name="connsiteX3" fmla="*/ 2121417 w 2309168"/>
                <a:gd name="connsiteY3" fmla="*/ 707462 h 746155"/>
                <a:gd name="connsiteX4" fmla="*/ 1156661 w 2309168"/>
                <a:gd name="connsiteY4" fmla="*/ 480091 h 746155"/>
                <a:gd name="connsiteX5" fmla="*/ 139604 w 2309168"/>
                <a:gd name="connsiteY5" fmla="*/ 746155 h 746155"/>
                <a:gd name="connsiteX6" fmla="*/ 0 w 2309168"/>
                <a:gd name="connsiteY6" fmla="*/ 259772 h 746155"/>
                <a:gd name="connsiteX0" fmla="*/ 0 w 2309168"/>
                <a:gd name="connsiteY0" fmla="*/ 259772 h 746155"/>
                <a:gd name="connsiteX1" fmla="*/ 1166388 w 2309168"/>
                <a:gd name="connsiteY1" fmla="*/ 20 h 746155"/>
                <a:gd name="connsiteX2" fmla="*/ 2309168 w 2309168"/>
                <a:gd name="connsiteY2" fmla="*/ 270099 h 746155"/>
                <a:gd name="connsiteX3" fmla="*/ 2121417 w 2309168"/>
                <a:gd name="connsiteY3" fmla="*/ 707462 h 746155"/>
                <a:gd name="connsiteX4" fmla="*/ 1156661 w 2309168"/>
                <a:gd name="connsiteY4" fmla="*/ 480091 h 746155"/>
                <a:gd name="connsiteX5" fmla="*/ 139604 w 2309168"/>
                <a:gd name="connsiteY5" fmla="*/ 746155 h 746155"/>
                <a:gd name="connsiteX6" fmla="*/ 0 w 2309168"/>
                <a:gd name="connsiteY6" fmla="*/ 259772 h 746155"/>
                <a:gd name="connsiteX0" fmla="*/ 0 w 2309168"/>
                <a:gd name="connsiteY0" fmla="*/ 226793 h 746567"/>
                <a:gd name="connsiteX1" fmla="*/ 1166388 w 2309168"/>
                <a:gd name="connsiteY1" fmla="*/ 432 h 746567"/>
                <a:gd name="connsiteX2" fmla="*/ 2309168 w 2309168"/>
                <a:gd name="connsiteY2" fmla="*/ 270511 h 746567"/>
                <a:gd name="connsiteX3" fmla="*/ 2121417 w 2309168"/>
                <a:gd name="connsiteY3" fmla="*/ 707874 h 746567"/>
                <a:gd name="connsiteX4" fmla="*/ 1156661 w 2309168"/>
                <a:gd name="connsiteY4" fmla="*/ 480503 h 746567"/>
                <a:gd name="connsiteX5" fmla="*/ 139604 w 2309168"/>
                <a:gd name="connsiteY5" fmla="*/ 746567 h 746567"/>
                <a:gd name="connsiteX6" fmla="*/ 0 w 2309168"/>
                <a:gd name="connsiteY6" fmla="*/ 226793 h 746567"/>
                <a:gd name="connsiteX0" fmla="*/ 0 w 2309168"/>
                <a:gd name="connsiteY0" fmla="*/ 226663 h 746437"/>
                <a:gd name="connsiteX1" fmla="*/ 1166388 w 2309168"/>
                <a:gd name="connsiteY1" fmla="*/ 302 h 746437"/>
                <a:gd name="connsiteX2" fmla="*/ 2309168 w 2309168"/>
                <a:gd name="connsiteY2" fmla="*/ 270381 h 746437"/>
                <a:gd name="connsiteX3" fmla="*/ 2121417 w 2309168"/>
                <a:gd name="connsiteY3" fmla="*/ 707744 h 746437"/>
                <a:gd name="connsiteX4" fmla="*/ 1156661 w 2309168"/>
                <a:gd name="connsiteY4" fmla="*/ 480373 h 746437"/>
                <a:gd name="connsiteX5" fmla="*/ 139604 w 2309168"/>
                <a:gd name="connsiteY5" fmla="*/ 746437 h 746437"/>
                <a:gd name="connsiteX6" fmla="*/ 0 w 2309168"/>
                <a:gd name="connsiteY6" fmla="*/ 226663 h 746437"/>
                <a:gd name="connsiteX0" fmla="*/ 0 w 2309168"/>
                <a:gd name="connsiteY0" fmla="*/ 226614 h 746388"/>
                <a:gd name="connsiteX1" fmla="*/ 1166388 w 2309168"/>
                <a:gd name="connsiteY1" fmla="*/ 253 h 746388"/>
                <a:gd name="connsiteX2" fmla="*/ 2309168 w 2309168"/>
                <a:gd name="connsiteY2" fmla="*/ 270332 h 746388"/>
                <a:gd name="connsiteX3" fmla="*/ 2121417 w 2309168"/>
                <a:gd name="connsiteY3" fmla="*/ 707695 h 746388"/>
                <a:gd name="connsiteX4" fmla="*/ 1156661 w 2309168"/>
                <a:gd name="connsiteY4" fmla="*/ 480324 h 746388"/>
                <a:gd name="connsiteX5" fmla="*/ 139604 w 2309168"/>
                <a:gd name="connsiteY5" fmla="*/ 746388 h 746388"/>
                <a:gd name="connsiteX6" fmla="*/ 0 w 2309168"/>
                <a:gd name="connsiteY6" fmla="*/ 226614 h 746388"/>
                <a:gd name="connsiteX0" fmla="*/ 0 w 2309168"/>
                <a:gd name="connsiteY0" fmla="*/ 231692 h 746328"/>
                <a:gd name="connsiteX1" fmla="*/ 1166388 w 2309168"/>
                <a:gd name="connsiteY1" fmla="*/ 193 h 746328"/>
                <a:gd name="connsiteX2" fmla="*/ 2309168 w 2309168"/>
                <a:gd name="connsiteY2" fmla="*/ 270272 h 746328"/>
                <a:gd name="connsiteX3" fmla="*/ 2121417 w 2309168"/>
                <a:gd name="connsiteY3" fmla="*/ 707635 h 746328"/>
                <a:gd name="connsiteX4" fmla="*/ 1156661 w 2309168"/>
                <a:gd name="connsiteY4" fmla="*/ 480264 h 746328"/>
                <a:gd name="connsiteX5" fmla="*/ 139604 w 2309168"/>
                <a:gd name="connsiteY5" fmla="*/ 746328 h 746328"/>
                <a:gd name="connsiteX6" fmla="*/ 0 w 2309168"/>
                <a:gd name="connsiteY6" fmla="*/ 231692 h 746328"/>
                <a:gd name="connsiteX0" fmla="*/ 0 w 2309168"/>
                <a:gd name="connsiteY0" fmla="*/ 231692 h 707635"/>
                <a:gd name="connsiteX1" fmla="*/ 1166388 w 2309168"/>
                <a:gd name="connsiteY1" fmla="*/ 193 h 707635"/>
                <a:gd name="connsiteX2" fmla="*/ 2309168 w 2309168"/>
                <a:gd name="connsiteY2" fmla="*/ 270272 h 707635"/>
                <a:gd name="connsiteX3" fmla="*/ 2121417 w 2309168"/>
                <a:gd name="connsiteY3" fmla="*/ 707635 h 707635"/>
                <a:gd name="connsiteX4" fmla="*/ 1156661 w 2309168"/>
                <a:gd name="connsiteY4" fmla="*/ 480264 h 707635"/>
                <a:gd name="connsiteX5" fmla="*/ 172995 w 2309168"/>
                <a:gd name="connsiteY5" fmla="*/ 684683 h 707635"/>
                <a:gd name="connsiteX6" fmla="*/ 0 w 2309168"/>
                <a:gd name="connsiteY6" fmla="*/ 231692 h 707635"/>
                <a:gd name="connsiteX0" fmla="*/ 0 w 2309168"/>
                <a:gd name="connsiteY0" fmla="*/ 231692 h 707635"/>
                <a:gd name="connsiteX1" fmla="*/ 1166388 w 2309168"/>
                <a:gd name="connsiteY1" fmla="*/ 193 h 707635"/>
                <a:gd name="connsiteX2" fmla="*/ 2309168 w 2309168"/>
                <a:gd name="connsiteY2" fmla="*/ 270272 h 707635"/>
                <a:gd name="connsiteX3" fmla="*/ 2121417 w 2309168"/>
                <a:gd name="connsiteY3" fmla="*/ 707635 h 707635"/>
                <a:gd name="connsiteX4" fmla="*/ 1156661 w 2309168"/>
                <a:gd name="connsiteY4" fmla="*/ 480264 h 707635"/>
                <a:gd name="connsiteX5" fmla="*/ 172995 w 2309168"/>
                <a:gd name="connsiteY5" fmla="*/ 684683 h 707635"/>
                <a:gd name="connsiteX6" fmla="*/ 0 w 2309168"/>
                <a:gd name="connsiteY6" fmla="*/ 231692 h 707635"/>
                <a:gd name="connsiteX0" fmla="*/ 0 w 2309168"/>
                <a:gd name="connsiteY0" fmla="*/ 231692 h 715340"/>
                <a:gd name="connsiteX1" fmla="*/ 1166388 w 2309168"/>
                <a:gd name="connsiteY1" fmla="*/ 193 h 715340"/>
                <a:gd name="connsiteX2" fmla="*/ 2309168 w 2309168"/>
                <a:gd name="connsiteY2" fmla="*/ 270272 h 715340"/>
                <a:gd name="connsiteX3" fmla="*/ 2123986 w 2309168"/>
                <a:gd name="connsiteY3" fmla="*/ 715340 h 715340"/>
                <a:gd name="connsiteX4" fmla="*/ 1156661 w 2309168"/>
                <a:gd name="connsiteY4" fmla="*/ 480264 h 715340"/>
                <a:gd name="connsiteX5" fmla="*/ 172995 w 2309168"/>
                <a:gd name="connsiteY5" fmla="*/ 684683 h 715340"/>
                <a:gd name="connsiteX6" fmla="*/ 0 w 2309168"/>
                <a:gd name="connsiteY6" fmla="*/ 231692 h 715340"/>
                <a:gd name="connsiteX0" fmla="*/ 0 w 2309168"/>
                <a:gd name="connsiteY0" fmla="*/ 231692 h 715340"/>
                <a:gd name="connsiteX1" fmla="*/ 1166388 w 2309168"/>
                <a:gd name="connsiteY1" fmla="*/ 193 h 715340"/>
                <a:gd name="connsiteX2" fmla="*/ 2309168 w 2309168"/>
                <a:gd name="connsiteY2" fmla="*/ 270272 h 715340"/>
                <a:gd name="connsiteX3" fmla="*/ 2123986 w 2309168"/>
                <a:gd name="connsiteY3" fmla="*/ 715340 h 715340"/>
                <a:gd name="connsiteX4" fmla="*/ 1156661 w 2309168"/>
                <a:gd name="connsiteY4" fmla="*/ 480264 h 715340"/>
                <a:gd name="connsiteX5" fmla="*/ 172995 w 2309168"/>
                <a:gd name="connsiteY5" fmla="*/ 684683 h 715340"/>
                <a:gd name="connsiteX6" fmla="*/ 0 w 2309168"/>
                <a:gd name="connsiteY6" fmla="*/ 231692 h 715340"/>
                <a:gd name="connsiteX0" fmla="*/ 0 w 2309168"/>
                <a:gd name="connsiteY0" fmla="*/ 231692 h 715340"/>
                <a:gd name="connsiteX1" fmla="*/ 1166388 w 2309168"/>
                <a:gd name="connsiteY1" fmla="*/ 193 h 715340"/>
                <a:gd name="connsiteX2" fmla="*/ 2309168 w 2309168"/>
                <a:gd name="connsiteY2" fmla="*/ 270272 h 715340"/>
                <a:gd name="connsiteX3" fmla="*/ 2123986 w 2309168"/>
                <a:gd name="connsiteY3" fmla="*/ 715340 h 715340"/>
                <a:gd name="connsiteX4" fmla="*/ 1156661 w 2309168"/>
                <a:gd name="connsiteY4" fmla="*/ 480264 h 715340"/>
                <a:gd name="connsiteX5" fmla="*/ 172995 w 2309168"/>
                <a:gd name="connsiteY5" fmla="*/ 684683 h 715340"/>
                <a:gd name="connsiteX6" fmla="*/ 0 w 2309168"/>
                <a:gd name="connsiteY6" fmla="*/ 231692 h 715340"/>
                <a:gd name="connsiteX0" fmla="*/ 0 w 2314305"/>
                <a:gd name="connsiteY0" fmla="*/ 231543 h 715191"/>
                <a:gd name="connsiteX1" fmla="*/ 1166388 w 2314305"/>
                <a:gd name="connsiteY1" fmla="*/ 44 h 715191"/>
                <a:gd name="connsiteX2" fmla="*/ 2314305 w 2314305"/>
                <a:gd name="connsiteY2" fmla="*/ 249575 h 715191"/>
                <a:gd name="connsiteX3" fmla="*/ 2123986 w 2314305"/>
                <a:gd name="connsiteY3" fmla="*/ 715191 h 715191"/>
                <a:gd name="connsiteX4" fmla="*/ 1156661 w 2314305"/>
                <a:gd name="connsiteY4" fmla="*/ 480115 h 715191"/>
                <a:gd name="connsiteX5" fmla="*/ 172995 w 2314305"/>
                <a:gd name="connsiteY5" fmla="*/ 684534 h 715191"/>
                <a:gd name="connsiteX6" fmla="*/ 0 w 2314305"/>
                <a:gd name="connsiteY6" fmla="*/ 231543 h 715191"/>
                <a:gd name="connsiteX0" fmla="*/ 0 w 2314305"/>
                <a:gd name="connsiteY0" fmla="*/ 231543 h 715191"/>
                <a:gd name="connsiteX1" fmla="*/ 1166388 w 2314305"/>
                <a:gd name="connsiteY1" fmla="*/ 44 h 715191"/>
                <a:gd name="connsiteX2" fmla="*/ 2314305 w 2314305"/>
                <a:gd name="connsiteY2" fmla="*/ 249575 h 715191"/>
                <a:gd name="connsiteX3" fmla="*/ 2123986 w 2314305"/>
                <a:gd name="connsiteY3" fmla="*/ 715191 h 715191"/>
                <a:gd name="connsiteX4" fmla="*/ 1156661 w 2314305"/>
                <a:gd name="connsiteY4" fmla="*/ 480115 h 715191"/>
                <a:gd name="connsiteX5" fmla="*/ 172995 w 2314305"/>
                <a:gd name="connsiteY5" fmla="*/ 684534 h 715191"/>
                <a:gd name="connsiteX6" fmla="*/ 0 w 2314305"/>
                <a:gd name="connsiteY6" fmla="*/ 231543 h 715191"/>
                <a:gd name="connsiteX0" fmla="*/ 0 w 2314305"/>
                <a:gd name="connsiteY0" fmla="*/ 231550 h 715198"/>
                <a:gd name="connsiteX1" fmla="*/ 1166388 w 2314305"/>
                <a:gd name="connsiteY1" fmla="*/ 51 h 715198"/>
                <a:gd name="connsiteX2" fmla="*/ 2314305 w 2314305"/>
                <a:gd name="connsiteY2" fmla="*/ 249582 h 715198"/>
                <a:gd name="connsiteX3" fmla="*/ 2123986 w 2314305"/>
                <a:gd name="connsiteY3" fmla="*/ 715198 h 715198"/>
                <a:gd name="connsiteX4" fmla="*/ 1156661 w 2314305"/>
                <a:gd name="connsiteY4" fmla="*/ 480122 h 715198"/>
                <a:gd name="connsiteX5" fmla="*/ 172995 w 2314305"/>
                <a:gd name="connsiteY5" fmla="*/ 684541 h 715198"/>
                <a:gd name="connsiteX6" fmla="*/ 0 w 2314305"/>
                <a:gd name="connsiteY6" fmla="*/ 231550 h 715198"/>
                <a:gd name="connsiteX0" fmla="*/ 0 w 2314305"/>
                <a:gd name="connsiteY0" fmla="*/ 233092 h 716740"/>
                <a:gd name="connsiteX1" fmla="*/ 1166388 w 2314305"/>
                <a:gd name="connsiteY1" fmla="*/ 1593 h 716740"/>
                <a:gd name="connsiteX2" fmla="*/ 2314305 w 2314305"/>
                <a:gd name="connsiteY2" fmla="*/ 251124 h 716740"/>
                <a:gd name="connsiteX3" fmla="*/ 2123986 w 2314305"/>
                <a:gd name="connsiteY3" fmla="*/ 716740 h 716740"/>
                <a:gd name="connsiteX4" fmla="*/ 1156661 w 2314305"/>
                <a:gd name="connsiteY4" fmla="*/ 481664 h 716740"/>
                <a:gd name="connsiteX5" fmla="*/ 172995 w 2314305"/>
                <a:gd name="connsiteY5" fmla="*/ 686083 h 716740"/>
                <a:gd name="connsiteX6" fmla="*/ 0 w 2314305"/>
                <a:gd name="connsiteY6" fmla="*/ 233092 h 716740"/>
                <a:gd name="connsiteX0" fmla="*/ 0 w 2314305"/>
                <a:gd name="connsiteY0" fmla="*/ 231523 h 715171"/>
                <a:gd name="connsiteX1" fmla="*/ 1166388 w 2314305"/>
                <a:gd name="connsiteY1" fmla="*/ 24 h 715171"/>
                <a:gd name="connsiteX2" fmla="*/ 2314305 w 2314305"/>
                <a:gd name="connsiteY2" fmla="*/ 249555 h 715171"/>
                <a:gd name="connsiteX3" fmla="*/ 2123986 w 2314305"/>
                <a:gd name="connsiteY3" fmla="*/ 715171 h 715171"/>
                <a:gd name="connsiteX4" fmla="*/ 1156661 w 2314305"/>
                <a:gd name="connsiteY4" fmla="*/ 480095 h 715171"/>
                <a:gd name="connsiteX5" fmla="*/ 172995 w 2314305"/>
                <a:gd name="connsiteY5" fmla="*/ 684514 h 715171"/>
                <a:gd name="connsiteX6" fmla="*/ 0 w 2314305"/>
                <a:gd name="connsiteY6" fmla="*/ 231523 h 715171"/>
                <a:gd name="connsiteX0" fmla="*/ 0 w 2314305"/>
                <a:gd name="connsiteY0" fmla="*/ 231550 h 715198"/>
                <a:gd name="connsiteX1" fmla="*/ 1166388 w 2314305"/>
                <a:gd name="connsiteY1" fmla="*/ 51 h 715198"/>
                <a:gd name="connsiteX2" fmla="*/ 2314305 w 2314305"/>
                <a:gd name="connsiteY2" fmla="*/ 249582 h 715198"/>
                <a:gd name="connsiteX3" fmla="*/ 2123986 w 2314305"/>
                <a:gd name="connsiteY3" fmla="*/ 715198 h 715198"/>
                <a:gd name="connsiteX4" fmla="*/ 1156661 w 2314305"/>
                <a:gd name="connsiteY4" fmla="*/ 480122 h 715198"/>
                <a:gd name="connsiteX5" fmla="*/ 172995 w 2314305"/>
                <a:gd name="connsiteY5" fmla="*/ 684541 h 715198"/>
                <a:gd name="connsiteX6" fmla="*/ 0 w 2314305"/>
                <a:gd name="connsiteY6" fmla="*/ 231550 h 715198"/>
                <a:gd name="connsiteX0" fmla="*/ 0 w 2314305"/>
                <a:gd name="connsiteY0" fmla="*/ 232088 h 715736"/>
                <a:gd name="connsiteX1" fmla="*/ 1166388 w 2314305"/>
                <a:gd name="connsiteY1" fmla="*/ 589 h 715736"/>
                <a:gd name="connsiteX2" fmla="*/ 2314305 w 2314305"/>
                <a:gd name="connsiteY2" fmla="*/ 250120 h 715736"/>
                <a:gd name="connsiteX3" fmla="*/ 2123986 w 2314305"/>
                <a:gd name="connsiteY3" fmla="*/ 715736 h 715736"/>
                <a:gd name="connsiteX4" fmla="*/ 1156661 w 2314305"/>
                <a:gd name="connsiteY4" fmla="*/ 480660 h 715736"/>
                <a:gd name="connsiteX5" fmla="*/ 172995 w 2314305"/>
                <a:gd name="connsiteY5" fmla="*/ 685079 h 715736"/>
                <a:gd name="connsiteX6" fmla="*/ 0 w 2314305"/>
                <a:gd name="connsiteY6" fmla="*/ 232088 h 715736"/>
                <a:gd name="connsiteX0" fmla="*/ 0 w 2314305"/>
                <a:gd name="connsiteY0" fmla="*/ 232088 h 715736"/>
                <a:gd name="connsiteX1" fmla="*/ 1166388 w 2314305"/>
                <a:gd name="connsiteY1" fmla="*/ 589 h 715736"/>
                <a:gd name="connsiteX2" fmla="*/ 2314305 w 2314305"/>
                <a:gd name="connsiteY2" fmla="*/ 250120 h 715736"/>
                <a:gd name="connsiteX3" fmla="*/ 2123986 w 2314305"/>
                <a:gd name="connsiteY3" fmla="*/ 715736 h 715736"/>
                <a:gd name="connsiteX4" fmla="*/ 1156661 w 2314305"/>
                <a:gd name="connsiteY4" fmla="*/ 480660 h 715736"/>
                <a:gd name="connsiteX5" fmla="*/ 172995 w 2314305"/>
                <a:gd name="connsiteY5" fmla="*/ 685079 h 715736"/>
                <a:gd name="connsiteX6" fmla="*/ 0 w 2314305"/>
                <a:gd name="connsiteY6" fmla="*/ 232088 h 715736"/>
                <a:gd name="connsiteX0" fmla="*/ 0 w 2314305"/>
                <a:gd name="connsiteY0" fmla="*/ 232088 h 715736"/>
                <a:gd name="connsiteX1" fmla="*/ 1166388 w 2314305"/>
                <a:gd name="connsiteY1" fmla="*/ 589 h 715736"/>
                <a:gd name="connsiteX2" fmla="*/ 2314305 w 2314305"/>
                <a:gd name="connsiteY2" fmla="*/ 250120 h 715736"/>
                <a:gd name="connsiteX3" fmla="*/ 2123986 w 2314305"/>
                <a:gd name="connsiteY3" fmla="*/ 715736 h 715736"/>
                <a:gd name="connsiteX4" fmla="*/ 1156661 w 2314305"/>
                <a:gd name="connsiteY4" fmla="*/ 480660 h 715736"/>
                <a:gd name="connsiteX5" fmla="*/ 172995 w 2314305"/>
                <a:gd name="connsiteY5" fmla="*/ 685079 h 715736"/>
                <a:gd name="connsiteX6" fmla="*/ 0 w 2314305"/>
                <a:gd name="connsiteY6" fmla="*/ 232088 h 715736"/>
                <a:gd name="connsiteX0" fmla="*/ 0 w 2314305"/>
                <a:gd name="connsiteY0" fmla="*/ 232060 h 715708"/>
                <a:gd name="connsiteX1" fmla="*/ 1166388 w 2314305"/>
                <a:gd name="connsiteY1" fmla="*/ 561 h 715708"/>
                <a:gd name="connsiteX2" fmla="*/ 2314305 w 2314305"/>
                <a:gd name="connsiteY2" fmla="*/ 250092 h 715708"/>
                <a:gd name="connsiteX3" fmla="*/ 2123986 w 2314305"/>
                <a:gd name="connsiteY3" fmla="*/ 715708 h 715708"/>
                <a:gd name="connsiteX4" fmla="*/ 1156661 w 2314305"/>
                <a:gd name="connsiteY4" fmla="*/ 480632 h 715708"/>
                <a:gd name="connsiteX5" fmla="*/ 172995 w 2314305"/>
                <a:gd name="connsiteY5" fmla="*/ 685051 h 715708"/>
                <a:gd name="connsiteX6" fmla="*/ 0 w 2314305"/>
                <a:gd name="connsiteY6" fmla="*/ 232060 h 7157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314305" h="715708">
                  <a:moveTo>
                    <a:pt x="0" y="232060"/>
                  </a:moveTo>
                  <a:cubicBezTo>
                    <a:pt x="116349" y="135016"/>
                    <a:pt x="772966" y="-10150"/>
                    <a:pt x="1166388" y="561"/>
                  </a:cubicBezTo>
                  <a:cubicBezTo>
                    <a:pt x="1559810" y="11272"/>
                    <a:pt x="1962415" y="54514"/>
                    <a:pt x="2314305" y="250092"/>
                  </a:cubicBezTo>
                  <a:cubicBezTo>
                    <a:pt x="2236857" y="411910"/>
                    <a:pt x="2305049" y="284904"/>
                    <a:pt x="2123986" y="715708"/>
                  </a:cubicBezTo>
                  <a:cubicBezTo>
                    <a:pt x="2077752" y="646036"/>
                    <a:pt x="1616289" y="480632"/>
                    <a:pt x="1156661" y="480632"/>
                  </a:cubicBezTo>
                  <a:cubicBezTo>
                    <a:pt x="697033" y="480632"/>
                    <a:pt x="257593" y="589531"/>
                    <a:pt x="172995" y="685051"/>
                  </a:cubicBezTo>
                  <a:lnTo>
                    <a:pt x="0" y="232060"/>
                  </a:lnTo>
                  <a:close/>
                </a:path>
              </a:pathLst>
            </a:custGeom>
            <a:solidFill>
              <a:srgbClr val="F18120"/>
            </a:solidFill>
            <a:ln>
              <a:solidFill>
                <a:srgbClr val="F1812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5" name="Block Arc 1">
              <a:extLst>
                <a:ext uri="{FF2B5EF4-FFF2-40B4-BE49-F238E27FC236}">
                  <a16:creationId xmlns:a16="http://schemas.microsoft.com/office/drawing/2014/main" id="{FFF153D4-DA88-4C87-C4F9-72A5F5D4A93B}"/>
                </a:ext>
              </a:extLst>
            </p:cNvPr>
            <p:cNvSpPr/>
            <p:nvPr/>
          </p:nvSpPr>
          <p:spPr>
            <a:xfrm rot="6099059">
              <a:off x="9940336" y="3713264"/>
              <a:ext cx="2314305" cy="715708"/>
            </a:xfrm>
            <a:custGeom>
              <a:avLst/>
              <a:gdLst>
                <a:gd name="connsiteX0" fmla="*/ 0 w 2391141"/>
                <a:gd name="connsiteY0" fmla="*/ 726679 h 1453358"/>
                <a:gd name="connsiteX1" fmla="*/ 1195571 w 2391141"/>
                <a:gd name="connsiteY1" fmla="*/ 0 h 1453358"/>
                <a:gd name="connsiteX2" fmla="*/ 2391142 w 2391141"/>
                <a:gd name="connsiteY2" fmla="*/ 726679 h 1453358"/>
                <a:gd name="connsiteX3" fmla="*/ 2027802 w 2391141"/>
                <a:gd name="connsiteY3" fmla="*/ 726679 h 1453358"/>
                <a:gd name="connsiteX4" fmla="*/ 1195571 w 2391141"/>
                <a:gd name="connsiteY4" fmla="*/ 363339 h 1453358"/>
                <a:gd name="connsiteX5" fmla="*/ 363340 w 2391141"/>
                <a:gd name="connsiteY5" fmla="*/ 726679 h 1453358"/>
                <a:gd name="connsiteX6" fmla="*/ 0 w 2391141"/>
                <a:gd name="connsiteY6" fmla="*/ 726679 h 1453358"/>
                <a:gd name="connsiteX0" fmla="*/ 0 w 2614878"/>
                <a:gd name="connsiteY0" fmla="*/ 727830 h 727830"/>
                <a:gd name="connsiteX1" fmla="*/ 1195571 w 2614878"/>
                <a:gd name="connsiteY1" fmla="*/ 1151 h 727830"/>
                <a:gd name="connsiteX2" fmla="*/ 2614878 w 2614878"/>
                <a:gd name="connsiteY2" fmla="*/ 611098 h 727830"/>
                <a:gd name="connsiteX3" fmla="*/ 2027802 w 2614878"/>
                <a:gd name="connsiteY3" fmla="*/ 727830 h 727830"/>
                <a:gd name="connsiteX4" fmla="*/ 1195571 w 2614878"/>
                <a:gd name="connsiteY4" fmla="*/ 364490 h 727830"/>
                <a:gd name="connsiteX5" fmla="*/ 363340 w 2614878"/>
                <a:gd name="connsiteY5" fmla="*/ 727830 h 727830"/>
                <a:gd name="connsiteX6" fmla="*/ 0 w 2614878"/>
                <a:gd name="connsiteY6" fmla="*/ 727830 h 727830"/>
                <a:gd name="connsiteX0" fmla="*/ 0 w 2614878"/>
                <a:gd name="connsiteY0" fmla="*/ 727830 h 727830"/>
                <a:gd name="connsiteX1" fmla="*/ 1195571 w 2614878"/>
                <a:gd name="connsiteY1" fmla="*/ 1151 h 727830"/>
                <a:gd name="connsiteX2" fmla="*/ 2614878 w 2614878"/>
                <a:gd name="connsiteY2" fmla="*/ 611098 h 727830"/>
                <a:gd name="connsiteX3" fmla="*/ 2251538 w 2614878"/>
                <a:gd name="connsiteY3" fmla="*/ 669464 h 727830"/>
                <a:gd name="connsiteX4" fmla="*/ 1195571 w 2614878"/>
                <a:gd name="connsiteY4" fmla="*/ 364490 h 727830"/>
                <a:gd name="connsiteX5" fmla="*/ 363340 w 2614878"/>
                <a:gd name="connsiteY5" fmla="*/ 727830 h 727830"/>
                <a:gd name="connsiteX6" fmla="*/ 0 w 2614878"/>
                <a:gd name="connsiteY6" fmla="*/ 727830 h 727830"/>
                <a:gd name="connsiteX0" fmla="*/ 0 w 2780249"/>
                <a:gd name="connsiteY0" fmla="*/ 590533 h 726720"/>
                <a:gd name="connsiteX1" fmla="*/ 1360942 w 2780249"/>
                <a:gd name="connsiteY1" fmla="*/ 41 h 726720"/>
                <a:gd name="connsiteX2" fmla="*/ 2780249 w 2780249"/>
                <a:gd name="connsiteY2" fmla="*/ 609988 h 726720"/>
                <a:gd name="connsiteX3" fmla="*/ 2416909 w 2780249"/>
                <a:gd name="connsiteY3" fmla="*/ 668354 h 726720"/>
                <a:gd name="connsiteX4" fmla="*/ 1360942 w 2780249"/>
                <a:gd name="connsiteY4" fmla="*/ 363380 h 726720"/>
                <a:gd name="connsiteX5" fmla="*/ 528711 w 2780249"/>
                <a:gd name="connsiteY5" fmla="*/ 726720 h 726720"/>
                <a:gd name="connsiteX6" fmla="*/ 0 w 2780249"/>
                <a:gd name="connsiteY6" fmla="*/ 590533 h 726720"/>
                <a:gd name="connsiteX0" fmla="*/ 0 w 2780249"/>
                <a:gd name="connsiteY0" fmla="*/ 590533 h 668354"/>
                <a:gd name="connsiteX1" fmla="*/ 1360942 w 2780249"/>
                <a:gd name="connsiteY1" fmla="*/ 41 h 668354"/>
                <a:gd name="connsiteX2" fmla="*/ 2780249 w 2780249"/>
                <a:gd name="connsiteY2" fmla="*/ 609988 h 668354"/>
                <a:gd name="connsiteX3" fmla="*/ 2416909 w 2780249"/>
                <a:gd name="connsiteY3" fmla="*/ 668354 h 668354"/>
                <a:gd name="connsiteX4" fmla="*/ 1360942 w 2780249"/>
                <a:gd name="connsiteY4" fmla="*/ 363380 h 668354"/>
                <a:gd name="connsiteX5" fmla="*/ 275792 w 2780249"/>
                <a:gd name="connsiteY5" fmla="*/ 639171 h 668354"/>
                <a:gd name="connsiteX6" fmla="*/ 0 w 2780249"/>
                <a:gd name="connsiteY6" fmla="*/ 590533 h 668354"/>
                <a:gd name="connsiteX0" fmla="*/ 0 w 2780249"/>
                <a:gd name="connsiteY0" fmla="*/ 590533 h 668354"/>
                <a:gd name="connsiteX1" fmla="*/ 1360942 w 2780249"/>
                <a:gd name="connsiteY1" fmla="*/ 41 h 668354"/>
                <a:gd name="connsiteX2" fmla="*/ 2780249 w 2780249"/>
                <a:gd name="connsiteY2" fmla="*/ 609988 h 668354"/>
                <a:gd name="connsiteX3" fmla="*/ 2416909 w 2780249"/>
                <a:gd name="connsiteY3" fmla="*/ 668354 h 668354"/>
                <a:gd name="connsiteX4" fmla="*/ 1351215 w 2780249"/>
                <a:gd name="connsiteY4" fmla="*/ 480112 h 668354"/>
                <a:gd name="connsiteX5" fmla="*/ 275792 w 2780249"/>
                <a:gd name="connsiteY5" fmla="*/ 639171 h 668354"/>
                <a:gd name="connsiteX6" fmla="*/ 0 w 2780249"/>
                <a:gd name="connsiteY6" fmla="*/ 590533 h 668354"/>
                <a:gd name="connsiteX0" fmla="*/ 0 w 2780249"/>
                <a:gd name="connsiteY0" fmla="*/ 590533 h 775358"/>
                <a:gd name="connsiteX1" fmla="*/ 1360942 w 2780249"/>
                <a:gd name="connsiteY1" fmla="*/ 41 h 775358"/>
                <a:gd name="connsiteX2" fmla="*/ 2780249 w 2780249"/>
                <a:gd name="connsiteY2" fmla="*/ 609988 h 775358"/>
                <a:gd name="connsiteX3" fmla="*/ 2329360 w 2780249"/>
                <a:gd name="connsiteY3" fmla="*/ 775358 h 775358"/>
                <a:gd name="connsiteX4" fmla="*/ 1351215 w 2780249"/>
                <a:gd name="connsiteY4" fmla="*/ 480112 h 775358"/>
                <a:gd name="connsiteX5" fmla="*/ 275792 w 2780249"/>
                <a:gd name="connsiteY5" fmla="*/ 639171 h 775358"/>
                <a:gd name="connsiteX6" fmla="*/ 0 w 2780249"/>
                <a:gd name="connsiteY6" fmla="*/ 590533 h 775358"/>
                <a:gd name="connsiteX0" fmla="*/ 0 w 2673245"/>
                <a:gd name="connsiteY0" fmla="*/ 600391 h 785216"/>
                <a:gd name="connsiteX1" fmla="*/ 1360942 w 2673245"/>
                <a:gd name="connsiteY1" fmla="*/ 9899 h 785216"/>
                <a:gd name="connsiteX2" fmla="*/ 2673245 w 2673245"/>
                <a:gd name="connsiteY2" fmla="*/ 405837 h 785216"/>
                <a:gd name="connsiteX3" fmla="*/ 2329360 w 2673245"/>
                <a:gd name="connsiteY3" fmla="*/ 785216 h 785216"/>
                <a:gd name="connsiteX4" fmla="*/ 1351215 w 2673245"/>
                <a:gd name="connsiteY4" fmla="*/ 489970 h 785216"/>
                <a:gd name="connsiteX5" fmla="*/ 275792 w 2673245"/>
                <a:gd name="connsiteY5" fmla="*/ 649029 h 785216"/>
                <a:gd name="connsiteX6" fmla="*/ 0 w 2673245"/>
                <a:gd name="connsiteY6" fmla="*/ 600391 h 785216"/>
                <a:gd name="connsiteX0" fmla="*/ 0 w 2673245"/>
                <a:gd name="connsiteY0" fmla="*/ 593348 h 778173"/>
                <a:gd name="connsiteX1" fmla="*/ 1360942 w 2673245"/>
                <a:gd name="connsiteY1" fmla="*/ 2856 h 778173"/>
                <a:gd name="connsiteX2" fmla="*/ 2673245 w 2673245"/>
                <a:gd name="connsiteY2" fmla="*/ 398794 h 778173"/>
                <a:gd name="connsiteX3" fmla="*/ 2329360 w 2673245"/>
                <a:gd name="connsiteY3" fmla="*/ 778173 h 778173"/>
                <a:gd name="connsiteX4" fmla="*/ 1351215 w 2673245"/>
                <a:gd name="connsiteY4" fmla="*/ 482927 h 778173"/>
                <a:gd name="connsiteX5" fmla="*/ 275792 w 2673245"/>
                <a:gd name="connsiteY5" fmla="*/ 641986 h 778173"/>
                <a:gd name="connsiteX6" fmla="*/ 0 w 2673245"/>
                <a:gd name="connsiteY6" fmla="*/ 593348 h 778173"/>
                <a:gd name="connsiteX0" fmla="*/ 0 w 2478691"/>
                <a:gd name="connsiteY0" fmla="*/ 293714 h 809279"/>
                <a:gd name="connsiteX1" fmla="*/ 1166388 w 2478691"/>
                <a:gd name="connsiteY1" fmla="*/ 33962 h 809279"/>
                <a:gd name="connsiteX2" fmla="*/ 2478691 w 2478691"/>
                <a:gd name="connsiteY2" fmla="*/ 429900 h 809279"/>
                <a:gd name="connsiteX3" fmla="*/ 2134806 w 2478691"/>
                <a:gd name="connsiteY3" fmla="*/ 809279 h 809279"/>
                <a:gd name="connsiteX4" fmla="*/ 1156661 w 2478691"/>
                <a:gd name="connsiteY4" fmla="*/ 514033 h 809279"/>
                <a:gd name="connsiteX5" fmla="*/ 81238 w 2478691"/>
                <a:gd name="connsiteY5" fmla="*/ 673092 h 809279"/>
                <a:gd name="connsiteX6" fmla="*/ 0 w 2478691"/>
                <a:gd name="connsiteY6" fmla="*/ 293714 h 809279"/>
                <a:gd name="connsiteX0" fmla="*/ 0 w 2478691"/>
                <a:gd name="connsiteY0" fmla="*/ 262275 h 777840"/>
                <a:gd name="connsiteX1" fmla="*/ 1166388 w 2478691"/>
                <a:gd name="connsiteY1" fmla="*/ 2523 h 777840"/>
                <a:gd name="connsiteX2" fmla="*/ 2478691 w 2478691"/>
                <a:gd name="connsiteY2" fmla="*/ 398461 h 777840"/>
                <a:gd name="connsiteX3" fmla="*/ 2134806 w 2478691"/>
                <a:gd name="connsiteY3" fmla="*/ 777840 h 777840"/>
                <a:gd name="connsiteX4" fmla="*/ 1156661 w 2478691"/>
                <a:gd name="connsiteY4" fmla="*/ 482594 h 777840"/>
                <a:gd name="connsiteX5" fmla="*/ 81238 w 2478691"/>
                <a:gd name="connsiteY5" fmla="*/ 641653 h 777840"/>
                <a:gd name="connsiteX6" fmla="*/ 0 w 2478691"/>
                <a:gd name="connsiteY6" fmla="*/ 262275 h 777840"/>
                <a:gd name="connsiteX0" fmla="*/ 0 w 2478691"/>
                <a:gd name="connsiteY0" fmla="*/ 262275 h 777841"/>
                <a:gd name="connsiteX1" fmla="*/ 1166388 w 2478691"/>
                <a:gd name="connsiteY1" fmla="*/ 2523 h 777841"/>
                <a:gd name="connsiteX2" fmla="*/ 2478691 w 2478691"/>
                <a:gd name="connsiteY2" fmla="*/ 398461 h 777841"/>
                <a:gd name="connsiteX3" fmla="*/ 2134806 w 2478691"/>
                <a:gd name="connsiteY3" fmla="*/ 777840 h 777841"/>
                <a:gd name="connsiteX4" fmla="*/ 1156661 w 2478691"/>
                <a:gd name="connsiteY4" fmla="*/ 482594 h 777841"/>
                <a:gd name="connsiteX5" fmla="*/ 178515 w 2478691"/>
                <a:gd name="connsiteY5" fmla="*/ 777841 h 777841"/>
                <a:gd name="connsiteX6" fmla="*/ 0 w 2478691"/>
                <a:gd name="connsiteY6" fmla="*/ 262275 h 777841"/>
                <a:gd name="connsiteX0" fmla="*/ 0 w 2478691"/>
                <a:gd name="connsiteY0" fmla="*/ 262275 h 777840"/>
                <a:gd name="connsiteX1" fmla="*/ 1166388 w 2478691"/>
                <a:gd name="connsiteY1" fmla="*/ 2523 h 777840"/>
                <a:gd name="connsiteX2" fmla="*/ 2478691 w 2478691"/>
                <a:gd name="connsiteY2" fmla="*/ 398461 h 777840"/>
                <a:gd name="connsiteX3" fmla="*/ 2134806 w 2478691"/>
                <a:gd name="connsiteY3" fmla="*/ 777840 h 777840"/>
                <a:gd name="connsiteX4" fmla="*/ 1156661 w 2478691"/>
                <a:gd name="connsiteY4" fmla="*/ 482594 h 777840"/>
                <a:gd name="connsiteX5" fmla="*/ 139604 w 2478691"/>
                <a:gd name="connsiteY5" fmla="*/ 748658 h 777840"/>
                <a:gd name="connsiteX6" fmla="*/ 0 w 2478691"/>
                <a:gd name="connsiteY6" fmla="*/ 262275 h 777840"/>
                <a:gd name="connsiteX0" fmla="*/ 0 w 2478691"/>
                <a:gd name="connsiteY0" fmla="*/ 262275 h 777840"/>
                <a:gd name="connsiteX1" fmla="*/ 1166388 w 2478691"/>
                <a:gd name="connsiteY1" fmla="*/ 2523 h 777840"/>
                <a:gd name="connsiteX2" fmla="*/ 2478691 w 2478691"/>
                <a:gd name="connsiteY2" fmla="*/ 398461 h 777840"/>
                <a:gd name="connsiteX3" fmla="*/ 2134806 w 2478691"/>
                <a:gd name="connsiteY3" fmla="*/ 777840 h 777840"/>
                <a:gd name="connsiteX4" fmla="*/ 1156661 w 2478691"/>
                <a:gd name="connsiteY4" fmla="*/ 482594 h 777840"/>
                <a:gd name="connsiteX5" fmla="*/ 139604 w 2478691"/>
                <a:gd name="connsiteY5" fmla="*/ 748658 h 777840"/>
                <a:gd name="connsiteX6" fmla="*/ 0 w 2478691"/>
                <a:gd name="connsiteY6" fmla="*/ 262275 h 777840"/>
                <a:gd name="connsiteX0" fmla="*/ 0 w 2478691"/>
                <a:gd name="connsiteY0" fmla="*/ 262275 h 797295"/>
                <a:gd name="connsiteX1" fmla="*/ 1166388 w 2478691"/>
                <a:gd name="connsiteY1" fmla="*/ 2523 h 797295"/>
                <a:gd name="connsiteX2" fmla="*/ 2478691 w 2478691"/>
                <a:gd name="connsiteY2" fmla="*/ 398461 h 797295"/>
                <a:gd name="connsiteX3" fmla="*/ 2144534 w 2478691"/>
                <a:gd name="connsiteY3" fmla="*/ 797295 h 797295"/>
                <a:gd name="connsiteX4" fmla="*/ 1156661 w 2478691"/>
                <a:gd name="connsiteY4" fmla="*/ 482594 h 797295"/>
                <a:gd name="connsiteX5" fmla="*/ 139604 w 2478691"/>
                <a:gd name="connsiteY5" fmla="*/ 748658 h 797295"/>
                <a:gd name="connsiteX6" fmla="*/ 0 w 2478691"/>
                <a:gd name="connsiteY6" fmla="*/ 262275 h 797295"/>
                <a:gd name="connsiteX0" fmla="*/ 0 w 2478691"/>
                <a:gd name="connsiteY0" fmla="*/ 262275 h 797295"/>
                <a:gd name="connsiteX1" fmla="*/ 1166388 w 2478691"/>
                <a:gd name="connsiteY1" fmla="*/ 2523 h 797295"/>
                <a:gd name="connsiteX2" fmla="*/ 2478691 w 2478691"/>
                <a:gd name="connsiteY2" fmla="*/ 398461 h 797295"/>
                <a:gd name="connsiteX3" fmla="*/ 2144534 w 2478691"/>
                <a:gd name="connsiteY3" fmla="*/ 797295 h 797295"/>
                <a:gd name="connsiteX4" fmla="*/ 1156661 w 2478691"/>
                <a:gd name="connsiteY4" fmla="*/ 482594 h 797295"/>
                <a:gd name="connsiteX5" fmla="*/ 139604 w 2478691"/>
                <a:gd name="connsiteY5" fmla="*/ 748658 h 797295"/>
                <a:gd name="connsiteX6" fmla="*/ 0 w 2478691"/>
                <a:gd name="connsiteY6" fmla="*/ 262275 h 797295"/>
                <a:gd name="connsiteX0" fmla="*/ 0 w 2309168"/>
                <a:gd name="connsiteY0" fmla="*/ 259772 h 794792"/>
                <a:gd name="connsiteX1" fmla="*/ 1166388 w 2309168"/>
                <a:gd name="connsiteY1" fmla="*/ 20 h 794792"/>
                <a:gd name="connsiteX2" fmla="*/ 2309168 w 2309168"/>
                <a:gd name="connsiteY2" fmla="*/ 270099 h 794792"/>
                <a:gd name="connsiteX3" fmla="*/ 2144534 w 2309168"/>
                <a:gd name="connsiteY3" fmla="*/ 794792 h 794792"/>
                <a:gd name="connsiteX4" fmla="*/ 1156661 w 2309168"/>
                <a:gd name="connsiteY4" fmla="*/ 480091 h 794792"/>
                <a:gd name="connsiteX5" fmla="*/ 139604 w 2309168"/>
                <a:gd name="connsiteY5" fmla="*/ 746155 h 794792"/>
                <a:gd name="connsiteX6" fmla="*/ 0 w 2309168"/>
                <a:gd name="connsiteY6" fmla="*/ 259772 h 794792"/>
                <a:gd name="connsiteX0" fmla="*/ 0 w 2309168"/>
                <a:gd name="connsiteY0" fmla="*/ 259772 h 794792"/>
                <a:gd name="connsiteX1" fmla="*/ 1166388 w 2309168"/>
                <a:gd name="connsiteY1" fmla="*/ 20 h 794792"/>
                <a:gd name="connsiteX2" fmla="*/ 2309168 w 2309168"/>
                <a:gd name="connsiteY2" fmla="*/ 270099 h 794792"/>
                <a:gd name="connsiteX3" fmla="*/ 2144534 w 2309168"/>
                <a:gd name="connsiteY3" fmla="*/ 794792 h 794792"/>
                <a:gd name="connsiteX4" fmla="*/ 1156661 w 2309168"/>
                <a:gd name="connsiteY4" fmla="*/ 480091 h 794792"/>
                <a:gd name="connsiteX5" fmla="*/ 139604 w 2309168"/>
                <a:gd name="connsiteY5" fmla="*/ 746155 h 794792"/>
                <a:gd name="connsiteX6" fmla="*/ 0 w 2309168"/>
                <a:gd name="connsiteY6" fmla="*/ 259772 h 794792"/>
                <a:gd name="connsiteX0" fmla="*/ 0 w 2309168"/>
                <a:gd name="connsiteY0" fmla="*/ 259772 h 746155"/>
                <a:gd name="connsiteX1" fmla="*/ 1166388 w 2309168"/>
                <a:gd name="connsiteY1" fmla="*/ 20 h 746155"/>
                <a:gd name="connsiteX2" fmla="*/ 2309168 w 2309168"/>
                <a:gd name="connsiteY2" fmla="*/ 270099 h 746155"/>
                <a:gd name="connsiteX3" fmla="*/ 2121417 w 2309168"/>
                <a:gd name="connsiteY3" fmla="*/ 707462 h 746155"/>
                <a:gd name="connsiteX4" fmla="*/ 1156661 w 2309168"/>
                <a:gd name="connsiteY4" fmla="*/ 480091 h 746155"/>
                <a:gd name="connsiteX5" fmla="*/ 139604 w 2309168"/>
                <a:gd name="connsiteY5" fmla="*/ 746155 h 746155"/>
                <a:gd name="connsiteX6" fmla="*/ 0 w 2309168"/>
                <a:gd name="connsiteY6" fmla="*/ 259772 h 746155"/>
                <a:gd name="connsiteX0" fmla="*/ 0 w 2309168"/>
                <a:gd name="connsiteY0" fmla="*/ 259772 h 746155"/>
                <a:gd name="connsiteX1" fmla="*/ 1166388 w 2309168"/>
                <a:gd name="connsiteY1" fmla="*/ 20 h 746155"/>
                <a:gd name="connsiteX2" fmla="*/ 2309168 w 2309168"/>
                <a:gd name="connsiteY2" fmla="*/ 270099 h 746155"/>
                <a:gd name="connsiteX3" fmla="*/ 2121417 w 2309168"/>
                <a:gd name="connsiteY3" fmla="*/ 707462 h 746155"/>
                <a:gd name="connsiteX4" fmla="*/ 1156661 w 2309168"/>
                <a:gd name="connsiteY4" fmla="*/ 480091 h 746155"/>
                <a:gd name="connsiteX5" fmla="*/ 139604 w 2309168"/>
                <a:gd name="connsiteY5" fmla="*/ 746155 h 746155"/>
                <a:gd name="connsiteX6" fmla="*/ 0 w 2309168"/>
                <a:gd name="connsiteY6" fmla="*/ 259772 h 746155"/>
                <a:gd name="connsiteX0" fmla="*/ 0 w 2309168"/>
                <a:gd name="connsiteY0" fmla="*/ 226793 h 746567"/>
                <a:gd name="connsiteX1" fmla="*/ 1166388 w 2309168"/>
                <a:gd name="connsiteY1" fmla="*/ 432 h 746567"/>
                <a:gd name="connsiteX2" fmla="*/ 2309168 w 2309168"/>
                <a:gd name="connsiteY2" fmla="*/ 270511 h 746567"/>
                <a:gd name="connsiteX3" fmla="*/ 2121417 w 2309168"/>
                <a:gd name="connsiteY3" fmla="*/ 707874 h 746567"/>
                <a:gd name="connsiteX4" fmla="*/ 1156661 w 2309168"/>
                <a:gd name="connsiteY4" fmla="*/ 480503 h 746567"/>
                <a:gd name="connsiteX5" fmla="*/ 139604 w 2309168"/>
                <a:gd name="connsiteY5" fmla="*/ 746567 h 746567"/>
                <a:gd name="connsiteX6" fmla="*/ 0 w 2309168"/>
                <a:gd name="connsiteY6" fmla="*/ 226793 h 746567"/>
                <a:gd name="connsiteX0" fmla="*/ 0 w 2309168"/>
                <a:gd name="connsiteY0" fmla="*/ 226663 h 746437"/>
                <a:gd name="connsiteX1" fmla="*/ 1166388 w 2309168"/>
                <a:gd name="connsiteY1" fmla="*/ 302 h 746437"/>
                <a:gd name="connsiteX2" fmla="*/ 2309168 w 2309168"/>
                <a:gd name="connsiteY2" fmla="*/ 270381 h 746437"/>
                <a:gd name="connsiteX3" fmla="*/ 2121417 w 2309168"/>
                <a:gd name="connsiteY3" fmla="*/ 707744 h 746437"/>
                <a:gd name="connsiteX4" fmla="*/ 1156661 w 2309168"/>
                <a:gd name="connsiteY4" fmla="*/ 480373 h 746437"/>
                <a:gd name="connsiteX5" fmla="*/ 139604 w 2309168"/>
                <a:gd name="connsiteY5" fmla="*/ 746437 h 746437"/>
                <a:gd name="connsiteX6" fmla="*/ 0 w 2309168"/>
                <a:gd name="connsiteY6" fmla="*/ 226663 h 746437"/>
                <a:gd name="connsiteX0" fmla="*/ 0 w 2309168"/>
                <a:gd name="connsiteY0" fmla="*/ 226614 h 746388"/>
                <a:gd name="connsiteX1" fmla="*/ 1166388 w 2309168"/>
                <a:gd name="connsiteY1" fmla="*/ 253 h 746388"/>
                <a:gd name="connsiteX2" fmla="*/ 2309168 w 2309168"/>
                <a:gd name="connsiteY2" fmla="*/ 270332 h 746388"/>
                <a:gd name="connsiteX3" fmla="*/ 2121417 w 2309168"/>
                <a:gd name="connsiteY3" fmla="*/ 707695 h 746388"/>
                <a:gd name="connsiteX4" fmla="*/ 1156661 w 2309168"/>
                <a:gd name="connsiteY4" fmla="*/ 480324 h 746388"/>
                <a:gd name="connsiteX5" fmla="*/ 139604 w 2309168"/>
                <a:gd name="connsiteY5" fmla="*/ 746388 h 746388"/>
                <a:gd name="connsiteX6" fmla="*/ 0 w 2309168"/>
                <a:gd name="connsiteY6" fmla="*/ 226614 h 746388"/>
                <a:gd name="connsiteX0" fmla="*/ 0 w 2309168"/>
                <a:gd name="connsiteY0" fmla="*/ 231692 h 746328"/>
                <a:gd name="connsiteX1" fmla="*/ 1166388 w 2309168"/>
                <a:gd name="connsiteY1" fmla="*/ 193 h 746328"/>
                <a:gd name="connsiteX2" fmla="*/ 2309168 w 2309168"/>
                <a:gd name="connsiteY2" fmla="*/ 270272 h 746328"/>
                <a:gd name="connsiteX3" fmla="*/ 2121417 w 2309168"/>
                <a:gd name="connsiteY3" fmla="*/ 707635 h 746328"/>
                <a:gd name="connsiteX4" fmla="*/ 1156661 w 2309168"/>
                <a:gd name="connsiteY4" fmla="*/ 480264 h 746328"/>
                <a:gd name="connsiteX5" fmla="*/ 139604 w 2309168"/>
                <a:gd name="connsiteY5" fmla="*/ 746328 h 746328"/>
                <a:gd name="connsiteX6" fmla="*/ 0 w 2309168"/>
                <a:gd name="connsiteY6" fmla="*/ 231692 h 746328"/>
                <a:gd name="connsiteX0" fmla="*/ 0 w 2309168"/>
                <a:gd name="connsiteY0" fmla="*/ 231692 h 707635"/>
                <a:gd name="connsiteX1" fmla="*/ 1166388 w 2309168"/>
                <a:gd name="connsiteY1" fmla="*/ 193 h 707635"/>
                <a:gd name="connsiteX2" fmla="*/ 2309168 w 2309168"/>
                <a:gd name="connsiteY2" fmla="*/ 270272 h 707635"/>
                <a:gd name="connsiteX3" fmla="*/ 2121417 w 2309168"/>
                <a:gd name="connsiteY3" fmla="*/ 707635 h 707635"/>
                <a:gd name="connsiteX4" fmla="*/ 1156661 w 2309168"/>
                <a:gd name="connsiteY4" fmla="*/ 480264 h 707635"/>
                <a:gd name="connsiteX5" fmla="*/ 172995 w 2309168"/>
                <a:gd name="connsiteY5" fmla="*/ 684683 h 707635"/>
                <a:gd name="connsiteX6" fmla="*/ 0 w 2309168"/>
                <a:gd name="connsiteY6" fmla="*/ 231692 h 707635"/>
                <a:gd name="connsiteX0" fmla="*/ 0 w 2309168"/>
                <a:gd name="connsiteY0" fmla="*/ 231692 h 707635"/>
                <a:gd name="connsiteX1" fmla="*/ 1166388 w 2309168"/>
                <a:gd name="connsiteY1" fmla="*/ 193 h 707635"/>
                <a:gd name="connsiteX2" fmla="*/ 2309168 w 2309168"/>
                <a:gd name="connsiteY2" fmla="*/ 270272 h 707635"/>
                <a:gd name="connsiteX3" fmla="*/ 2121417 w 2309168"/>
                <a:gd name="connsiteY3" fmla="*/ 707635 h 707635"/>
                <a:gd name="connsiteX4" fmla="*/ 1156661 w 2309168"/>
                <a:gd name="connsiteY4" fmla="*/ 480264 h 707635"/>
                <a:gd name="connsiteX5" fmla="*/ 172995 w 2309168"/>
                <a:gd name="connsiteY5" fmla="*/ 684683 h 707635"/>
                <a:gd name="connsiteX6" fmla="*/ 0 w 2309168"/>
                <a:gd name="connsiteY6" fmla="*/ 231692 h 707635"/>
                <a:gd name="connsiteX0" fmla="*/ 0 w 2309168"/>
                <a:gd name="connsiteY0" fmla="*/ 231692 h 715340"/>
                <a:gd name="connsiteX1" fmla="*/ 1166388 w 2309168"/>
                <a:gd name="connsiteY1" fmla="*/ 193 h 715340"/>
                <a:gd name="connsiteX2" fmla="*/ 2309168 w 2309168"/>
                <a:gd name="connsiteY2" fmla="*/ 270272 h 715340"/>
                <a:gd name="connsiteX3" fmla="*/ 2123986 w 2309168"/>
                <a:gd name="connsiteY3" fmla="*/ 715340 h 715340"/>
                <a:gd name="connsiteX4" fmla="*/ 1156661 w 2309168"/>
                <a:gd name="connsiteY4" fmla="*/ 480264 h 715340"/>
                <a:gd name="connsiteX5" fmla="*/ 172995 w 2309168"/>
                <a:gd name="connsiteY5" fmla="*/ 684683 h 715340"/>
                <a:gd name="connsiteX6" fmla="*/ 0 w 2309168"/>
                <a:gd name="connsiteY6" fmla="*/ 231692 h 715340"/>
                <a:gd name="connsiteX0" fmla="*/ 0 w 2309168"/>
                <a:gd name="connsiteY0" fmla="*/ 231692 h 715340"/>
                <a:gd name="connsiteX1" fmla="*/ 1166388 w 2309168"/>
                <a:gd name="connsiteY1" fmla="*/ 193 h 715340"/>
                <a:gd name="connsiteX2" fmla="*/ 2309168 w 2309168"/>
                <a:gd name="connsiteY2" fmla="*/ 270272 h 715340"/>
                <a:gd name="connsiteX3" fmla="*/ 2123986 w 2309168"/>
                <a:gd name="connsiteY3" fmla="*/ 715340 h 715340"/>
                <a:gd name="connsiteX4" fmla="*/ 1156661 w 2309168"/>
                <a:gd name="connsiteY4" fmla="*/ 480264 h 715340"/>
                <a:gd name="connsiteX5" fmla="*/ 172995 w 2309168"/>
                <a:gd name="connsiteY5" fmla="*/ 684683 h 715340"/>
                <a:gd name="connsiteX6" fmla="*/ 0 w 2309168"/>
                <a:gd name="connsiteY6" fmla="*/ 231692 h 715340"/>
                <a:gd name="connsiteX0" fmla="*/ 0 w 2309168"/>
                <a:gd name="connsiteY0" fmla="*/ 231692 h 715340"/>
                <a:gd name="connsiteX1" fmla="*/ 1166388 w 2309168"/>
                <a:gd name="connsiteY1" fmla="*/ 193 h 715340"/>
                <a:gd name="connsiteX2" fmla="*/ 2309168 w 2309168"/>
                <a:gd name="connsiteY2" fmla="*/ 270272 h 715340"/>
                <a:gd name="connsiteX3" fmla="*/ 2123986 w 2309168"/>
                <a:gd name="connsiteY3" fmla="*/ 715340 h 715340"/>
                <a:gd name="connsiteX4" fmla="*/ 1156661 w 2309168"/>
                <a:gd name="connsiteY4" fmla="*/ 480264 h 715340"/>
                <a:gd name="connsiteX5" fmla="*/ 172995 w 2309168"/>
                <a:gd name="connsiteY5" fmla="*/ 684683 h 715340"/>
                <a:gd name="connsiteX6" fmla="*/ 0 w 2309168"/>
                <a:gd name="connsiteY6" fmla="*/ 231692 h 715340"/>
                <a:gd name="connsiteX0" fmla="*/ 0 w 2314305"/>
                <a:gd name="connsiteY0" fmla="*/ 231543 h 715191"/>
                <a:gd name="connsiteX1" fmla="*/ 1166388 w 2314305"/>
                <a:gd name="connsiteY1" fmla="*/ 44 h 715191"/>
                <a:gd name="connsiteX2" fmla="*/ 2314305 w 2314305"/>
                <a:gd name="connsiteY2" fmla="*/ 249575 h 715191"/>
                <a:gd name="connsiteX3" fmla="*/ 2123986 w 2314305"/>
                <a:gd name="connsiteY3" fmla="*/ 715191 h 715191"/>
                <a:gd name="connsiteX4" fmla="*/ 1156661 w 2314305"/>
                <a:gd name="connsiteY4" fmla="*/ 480115 h 715191"/>
                <a:gd name="connsiteX5" fmla="*/ 172995 w 2314305"/>
                <a:gd name="connsiteY5" fmla="*/ 684534 h 715191"/>
                <a:gd name="connsiteX6" fmla="*/ 0 w 2314305"/>
                <a:gd name="connsiteY6" fmla="*/ 231543 h 715191"/>
                <a:gd name="connsiteX0" fmla="*/ 0 w 2314305"/>
                <a:gd name="connsiteY0" fmla="*/ 231543 h 715191"/>
                <a:gd name="connsiteX1" fmla="*/ 1166388 w 2314305"/>
                <a:gd name="connsiteY1" fmla="*/ 44 h 715191"/>
                <a:gd name="connsiteX2" fmla="*/ 2314305 w 2314305"/>
                <a:gd name="connsiteY2" fmla="*/ 249575 h 715191"/>
                <a:gd name="connsiteX3" fmla="*/ 2123986 w 2314305"/>
                <a:gd name="connsiteY3" fmla="*/ 715191 h 715191"/>
                <a:gd name="connsiteX4" fmla="*/ 1156661 w 2314305"/>
                <a:gd name="connsiteY4" fmla="*/ 480115 h 715191"/>
                <a:gd name="connsiteX5" fmla="*/ 172995 w 2314305"/>
                <a:gd name="connsiteY5" fmla="*/ 684534 h 715191"/>
                <a:gd name="connsiteX6" fmla="*/ 0 w 2314305"/>
                <a:gd name="connsiteY6" fmla="*/ 231543 h 715191"/>
                <a:gd name="connsiteX0" fmla="*/ 0 w 2314305"/>
                <a:gd name="connsiteY0" fmla="*/ 231550 h 715198"/>
                <a:gd name="connsiteX1" fmla="*/ 1166388 w 2314305"/>
                <a:gd name="connsiteY1" fmla="*/ 51 h 715198"/>
                <a:gd name="connsiteX2" fmla="*/ 2314305 w 2314305"/>
                <a:gd name="connsiteY2" fmla="*/ 249582 h 715198"/>
                <a:gd name="connsiteX3" fmla="*/ 2123986 w 2314305"/>
                <a:gd name="connsiteY3" fmla="*/ 715198 h 715198"/>
                <a:gd name="connsiteX4" fmla="*/ 1156661 w 2314305"/>
                <a:gd name="connsiteY4" fmla="*/ 480122 h 715198"/>
                <a:gd name="connsiteX5" fmla="*/ 172995 w 2314305"/>
                <a:gd name="connsiteY5" fmla="*/ 684541 h 715198"/>
                <a:gd name="connsiteX6" fmla="*/ 0 w 2314305"/>
                <a:gd name="connsiteY6" fmla="*/ 231550 h 715198"/>
                <a:gd name="connsiteX0" fmla="*/ 0 w 2314305"/>
                <a:gd name="connsiteY0" fmla="*/ 233092 h 716740"/>
                <a:gd name="connsiteX1" fmla="*/ 1166388 w 2314305"/>
                <a:gd name="connsiteY1" fmla="*/ 1593 h 716740"/>
                <a:gd name="connsiteX2" fmla="*/ 2314305 w 2314305"/>
                <a:gd name="connsiteY2" fmla="*/ 251124 h 716740"/>
                <a:gd name="connsiteX3" fmla="*/ 2123986 w 2314305"/>
                <a:gd name="connsiteY3" fmla="*/ 716740 h 716740"/>
                <a:gd name="connsiteX4" fmla="*/ 1156661 w 2314305"/>
                <a:gd name="connsiteY4" fmla="*/ 481664 h 716740"/>
                <a:gd name="connsiteX5" fmla="*/ 172995 w 2314305"/>
                <a:gd name="connsiteY5" fmla="*/ 686083 h 716740"/>
                <a:gd name="connsiteX6" fmla="*/ 0 w 2314305"/>
                <a:gd name="connsiteY6" fmla="*/ 233092 h 716740"/>
                <a:gd name="connsiteX0" fmla="*/ 0 w 2314305"/>
                <a:gd name="connsiteY0" fmla="*/ 231523 h 715171"/>
                <a:gd name="connsiteX1" fmla="*/ 1166388 w 2314305"/>
                <a:gd name="connsiteY1" fmla="*/ 24 h 715171"/>
                <a:gd name="connsiteX2" fmla="*/ 2314305 w 2314305"/>
                <a:gd name="connsiteY2" fmla="*/ 249555 h 715171"/>
                <a:gd name="connsiteX3" fmla="*/ 2123986 w 2314305"/>
                <a:gd name="connsiteY3" fmla="*/ 715171 h 715171"/>
                <a:gd name="connsiteX4" fmla="*/ 1156661 w 2314305"/>
                <a:gd name="connsiteY4" fmla="*/ 480095 h 715171"/>
                <a:gd name="connsiteX5" fmla="*/ 172995 w 2314305"/>
                <a:gd name="connsiteY5" fmla="*/ 684514 h 715171"/>
                <a:gd name="connsiteX6" fmla="*/ 0 w 2314305"/>
                <a:gd name="connsiteY6" fmla="*/ 231523 h 715171"/>
                <a:gd name="connsiteX0" fmla="*/ 0 w 2314305"/>
                <a:gd name="connsiteY0" fmla="*/ 231550 h 715198"/>
                <a:gd name="connsiteX1" fmla="*/ 1166388 w 2314305"/>
                <a:gd name="connsiteY1" fmla="*/ 51 h 715198"/>
                <a:gd name="connsiteX2" fmla="*/ 2314305 w 2314305"/>
                <a:gd name="connsiteY2" fmla="*/ 249582 h 715198"/>
                <a:gd name="connsiteX3" fmla="*/ 2123986 w 2314305"/>
                <a:gd name="connsiteY3" fmla="*/ 715198 h 715198"/>
                <a:gd name="connsiteX4" fmla="*/ 1156661 w 2314305"/>
                <a:gd name="connsiteY4" fmla="*/ 480122 h 715198"/>
                <a:gd name="connsiteX5" fmla="*/ 172995 w 2314305"/>
                <a:gd name="connsiteY5" fmla="*/ 684541 h 715198"/>
                <a:gd name="connsiteX6" fmla="*/ 0 w 2314305"/>
                <a:gd name="connsiteY6" fmla="*/ 231550 h 715198"/>
                <a:gd name="connsiteX0" fmla="*/ 0 w 2314305"/>
                <a:gd name="connsiteY0" fmla="*/ 232088 h 715736"/>
                <a:gd name="connsiteX1" fmla="*/ 1166388 w 2314305"/>
                <a:gd name="connsiteY1" fmla="*/ 589 h 715736"/>
                <a:gd name="connsiteX2" fmla="*/ 2314305 w 2314305"/>
                <a:gd name="connsiteY2" fmla="*/ 250120 h 715736"/>
                <a:gd name="connsiteX3" fmla="*/ 2123986 w 2314305"/>
                <a:gd name="connsiteY3" fmla="*/ 715736 h 715736"/>
                <a:gd name="connsiteX4" fmla="*/ 1156661 w 2314305"/>
                <a:gd name="connsiteY4" fmla="*/ 480660 h 715736"/>
                <a:gd name="connsiteX5" fmla="*/ 172995 w 2314305"/>
                <a:gd name="connsiteY5" fmla="*/ 685079 h 715736"/>
                <a:gd name="connsiteX6" fmla="*/ 0 w 2314305"/>
                <a:gd name="connsiteY6" fmla="*/ 232088 h 715736"/>
                <a:gd name="connsiteX0" fmla="*/ 0 w 2314305"/>
                <a:gd name="connsiteY0" fmla="*/ 232088 h 715736"/>
                <a:gd name="connsiteX1" fmla="*/ 1166388 w 2314305"/>
                <a:gd name="connsiteY1" fmla="*/ 589 h 715736"/>
                <a:gd name="connsiteX2" fmla="*/ 2314305 w 2314305"/>
                <a:gd name="connsiteY2" fmla="*/ 250120 h 715736"/>
                <a:gd name="connsiteX3" fmla="*/ 2123986 w 2314305"/>
                <a:gd name="connsiteY3" fmla="*/ 715736 h 715736"/>
                <a:gd name="connsiteX4" fmla="*/ 1156661 w 2314305"/>
                <a:gd name="connsiteY4" fmla="*/ 480660 h 715736"/>
                <a:gd name="connsiteX5" fmla="*/ 172995 w 2314305"/>
                <a:gd name="connsiteY5" fmla="*/ 685079 h 715736"/>
                <a:gd name="connsiteX6" fmla="*/ 0 w 2314305"/>
                <a:gd name="connsiteY6" fmla="*/ 232088 h 715736"/>
                <a:gd name="connsiteX0" fmla="*/ 0 w 2314305"/>
                <a:gd name="connsiteY0" fmla="*/ 232088 h 715736"/>
                <a:gd name="connsiteX1" fmla="*/ 1166388 w 2314305"/>
                <a:gd name="connsiteY1" fmla="*/ 589 h 715736"/>
                <a:gd name="connsiteX2" fmla="*/ 2314305 w 2314305"/>
                <a:gd name="connsiteY2" fmla="*/ 250120 h 715736"/>
                <a:gd name="connsiteX3" fmla="*/ 2123986 w 2314305"/>
                <a:gd name="connsiteY3" fmla="*/ 715736 h 715736"/>
                <a:gd name="connsiteX4" fmla="*/ 1156661 w 2314305"/>
                <a:gd name="connsiteY4" fmla="*/ 480660 h 715736"/>
                <a:gd name="connsiteX5" fmla="*/ 172995 w 2314305"/>
                <a:gd name="connsiteY5" fmla="*/ 685079 h 715736"/>
                <a:gd name="connsiteX6" fmla="*/ 0 w 2314305"/>
                <a:gd name="connsiteY6" fmla="*/ 232088 h 715736"/>
                <a:gd name="connsiteX0" fmla="*/ 0 w 2314305"/>
                <a:gd name="connsiteY0" fmla="*/ 232060 h 715708"/>
                <a:gd name="connsiteX1" fmla="*/ 1166388 w 2314305"/>
                <a:gd name="connsiteY1" fmla="*/ 561 h 715708"/>
                <a:gd name="connsiteX2" fmla="*/ 2314305 w 2314305"/>
                <a:gd name="connsiteY2" fmla="*/ 250092 h 715708"/>
                <a:gd name="connsiteX3" fmla="*/ 2123986 w 2314305"/>
                <a:gd name="connsiteY3" fmla="*/ 715708 h 715708"/>
                <a:gd name="connsiteX4" fmla="*/ 1156661 w 2314305"/>
                <a:gd name="connsiteY4" fmla="*/ 480632 h 715708"/>
                <a:gd name="connsiteX5" fmla="*/ 172995 w 2314305"/>
                <a:gd name="connsiteY5" fmla="*/ 685051 h 715708"/>
                <a:gd name="connsiteX6" fmla="*/ 0 w 2314305"/>
                <a:gd name="connsiteY6" fmla="*/ 232060 h 7157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314305" h="715708">
                  <a:moveTo>
                    <a:pt x="0" y="232060"/>
                  </a:moveTo>
                  <a:cubicBezTo>
                    <a:pt x="116349" y="135016"/>
                    <a:pt x="772966" y="-10150"/>
                    <a:pt x="1166388" y="561"/>
                  </a:cubicBezTo>
                  <a:cubicBezTo>
                    <a:pt x="1559810" y="11272"/>
                    <a:pt x="1962415" y="54514"/>
                    <a:pt x="2314305" y="250092"/>
                  </a:cubicBezTo>
                  <a:cubicBezTo>
                    <a:pt x="2236857" y="411910"/>
                    <a:pt x="2305049" y="284904"/>
                    <a:pt x="2123986" y="715708"/>
                  </a:cubicBezTo>
                  <a:cubicBezTo>
                    <a:pt x="2077752" y="646036"/>
                    <a:pt x="1616289" y="480632"/>
                    <a:pt x="1156661" y="480632"/>
                  </a:cubicBezTo>
                  <a:cubicBezTo>
                    <a:pt x="697033" y="480632"/>
                    <a:pt x="257593" y="589531"/>
                    <a:pt x="172995" y="685051"/>
                  </a:cubicBezTo>
                  <a:lnTo>
                    <a:pt x="0" y="232060"/>
                  </a:lnTo>
                  <a:close/>
                </a:path>
              </a:pathLst>
            </a:cu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6" name="Block Arc 1">
              <a:extLst>
                <a:ext uri="{FF2B5EF4-FFF2-40B4-BE49-F238E27FC236}">
                  <a16:creationId xmlns:a16="http://schemas.microsoft.com/office/drawing/2014/main" id="{0A0F4D95-EA44-A9F9-C66D-327A3E88E2D3}"/>
                </a:ext>
              </a:extLst>
            </p:cNvPr>
            <p:cNvSpPr/>
            <p:nvPr/>
          </p:nvSpPr>
          <p:spPr>
            <a:xfrm rot="9231251">
              <a:off x="8493305" y="5452344"/>
              <a:ext cx="2314305" cy="715708"/>
            </a:xfrm>
            <a:custGeom>
              <a:avLst/>
              <a:gdLst>
                <a:gd name="connsiteX0" fmla="*/ 0 w 2391141"/>
                <a:gd name="connsiteY0" fmla="*/ 726679 h 1453358"/>
                <a:gd name="connsiteX1" fmla="*/ 1195571 w 2391141"/>
                <a:gd name="connsiteY1" fmla="*/ 0 h 1453358"/>
                <a:gd name="connsiteX2" fmla="*/ 2391142 w 2391141"/>
                <a:gd name="connsiteY2" fmla="*/ 726679 h 1453358"/>
                <a:gd name="connsiteX3" fmla="*/ 2027802 w 2391141"/>
                <a:gd name="connsiteY3" fmla="*/ 726679 h 1453358"/>
                <a:gd name="connsiteX4" fmla="*/ 1195571 w 2391141"/>
                <a:gd name="connsiteY4" fmla="*/ 363339 h 1453358"/>
                <a:gd name="connsiteX5" fmla="*/ 363340 w 2391141"/>
                <a:gd name="connsiteY5" fmla="*/ 726679 h 1453358"/>
                <a:gd name="connsiteX6" fmla="*/ 0 w 2391141"/>
                <a:gd name="connsiteY6" fmla="*/ 726679 h 1453358"/>
                <a:gd name="connsiteX0" fmla="*/ 0 w 2614878"/>
                <a:gd name="connsiteY0" fmla="*/ 727830 h 727830"/>
                <a:gd name="connsiteX1" fmla="*/ 1195571 w 2614878"/>
                <a:gd name="connsiteY1" fmla="*/ 1151 h 727830"/>
                <a:gd name="connsiteX2" fmla="*/ 2614878 w 2614878"/>
                <a:gd name="connsiteY2" fmla="*/ 611098 h 727830"/>
                <a:gd name="connsiteX3" fmla="*/ 2027802 w 2614878"/>
                <a:gd name="connsiteY3" fmla="*/ 727830 h 727830"/>
                <a:gd name="connsiteX4" fmla="*/ 1195571 w 2614878"/>
                <a:gd name="connsiteY4" fmla="*/ 364490 h 727830"/>
                <a:gd name="connsiteX5" fmla="*/ 363340 w 2614878"/>
                <a:gd name="connsiteY5" fmla="*/ 727830 h 727830"/>
                <a:gd name="connsiteX6" fmla="*/ 0 w 2614878"/>
                <a:gd name="connsiteY6" fmla="*/ 727830 h 727830"/>
                <a:gd name="connsiteX0" fmla="*/ 0 w 2614878"/>
                <a:gd name="connsiteY0" fmla="*/ 727830 h 727830"/>
                <a:gd name="connsiteX1" fmla="*/ 1195571 w 2614878"/>
                <a:gd name="connsiteY1" fmla="*/ 1151 h 727830"/>
                <a:gd name="connsiteX2" fmla="*/ 2614878 w 2614878"/>
                <a:gd name="connsiteY2" fmla="*/ 611098 h 727830"/>
                <a:gd name="connsiteX3" fmla="*/ 2251538 w 2614878"/>
                <a:gd name="connsiteY3" fmla="*/ 669464 h 727830"/>
                <a:gd name="connsiteX4" fmla="*/ 1195571 w 2614878"/>
                <a:gd name="connsiteY4" fmla="*/ 364490 h 727830"/>
                <a:gd name="connsiteX5" fmla="*/ 363340 w 2614878"/>
                <a:gd name="connsiteY5" fmla="*/ 727830 h 727830"/>
                <a:gd name="connsiteX6" fmla="*/ 0 w 2614878"/>
                <a:gd name="connsiteY6" fmla="*/ 727830 h 727830"/>
                <a:gd name="connsiteX0" fmla="*/ 0 w 2780249"/>
                <a:gd name="connsiteY0" fmla="*/ 590533 h 726720"/>
                <a:gd name="connsiteX1" fmla="*/ 1360942 w 2780249"/>
                <a:gd name="connsiteY1" fmla="*/ 41 h 726720"/>
                <a:gd name="connsiteX2" fmla="*/ 2780249 w 2780249"/>
                <a:gd name="connsiteY2" fmla="*/ 609988 h 726720"/>
                <a:gd name="connsiteX3" fmla="*/ 2416909 w 2780249"/>
                <a:gd name="connsiteY3" fmla="*/ 668354 h 726720"/>
                <a:gd name="connsiteX4" fmla="*/ 1360942 w 2780249"/>
                <a:gd name="connsiteY4" fmla="*/ 363380 h 726720"/>
                <a:gd name="connsiteX5" fmla="*/ 528711 w 2780249"/>
                <a:gd name="connsiteY5" fmla="*/ 726720 h 726720"/>
                <a:gd name="connsiteX6" fmla="*/ 0 w 2780249"/>
                <a:gd name="connsiteY6" fmla="*/ 590533 h 726720"/>
                <a:gd name="connsiteX0" fmla="*/ 0 w 2780249"/>
                <a:gd name="connsiteY0" fmla="*/ 590533 h 668354"/>
                <a:gd name="connsiteX1" fmla="*/ 1360942 w 2780249"/>
                <a:gd name="connsiteY1" fmla="*/ 41 h 668354"/>
                <a:gd name="connsiteX2" fmla="*/ 2780249 w 2780249"/>
                <a:gd name="connsiteY2" fmla="*/ 609988 h 668354"/>
                <a:gd name="connsiteX3" fmla="*/ 2416909 w 2780249"/>
                <a:gd name="connsiteY3" fmla="*/ 668354 h 668354"/>
                <a:gd name="connsiteX4" fmla="*/ 1360942 w 2780249"/>
                <a:gd name="connsiteY4" fmla="*/ 363380 h 668354"/>
                <a:gd name="connsiteX5" fmla="*/ 275792 w 2780249"/>
                <a:gd name="connsiteY5" fmla="*/ 639171 h 668354"/>
                <a:gd name="connsiteX6" fmla="*/ 0 w 2780249"/>
                <a:gd name="connsiteY6" fmla="*/ 590533 h 668354"/>
                <a:gd name="connsiteX0" fmla="*/ 0 w 2780249"/>
                <a:gd name="connsiteY0" fmla="*/ 590533 h 668354"/>
                <a:gd name="connsiteX1" fmla="*/ 1360942 w 2780249"/>
                <a:gd name="connsiteY1" fmla="*/ 41 h 668354"/>
                <a:gd name="connsiteX2" fmla="*/ 2780249 w 2780249"/>
                <a:gd name="connsiteY2" fmla="*/ 609988 h 668354"/>
                <a:gd name="connsiteX3" fmla="*/ 2416909 w 2780249"/>
                <a:gd name="connsiteY3" fmla="*/ 668354 h 668354"/>
                <a:gd name="connsiteX4" fmla="*/ 1351215 w 2780249"/>
                <a:gd name="connsiteY4" fmla="*/ 480112 h 668354"/>
                <a:gd name="connsiteX5" fmla="*/ 275792 w 2780249"/>
                <a:gd name="connsiteY5" fmla="*/ 639171 h 668354"/>
                <a:gd name="connsiteX6" fmla="*/ 0 w 2780249"/>
                <a:gd name="connsiteY6" fmla="*/ 590533 h 668354"/>
                <a:gd name="connsiteX0" fmla="*/ 0 w 2780249"/>
                <a:gd name="connsiteY0" fmla="*/ 590533 h 775358"/>
                <a:gd name="connsiteX1" fmla="*/ 1360942 w 2780249"/>
                <a:gd name="connsiteY1" fmla="*/ 41 h 775358"/>
                <a:gd name="connsiteX2" fmla="*/ 2780249 w 2780249"/>
                <a:gd name="connsiteY2" fmla="*/ 609988 h 775358"/>
                <a:gd name="connsiteX3" fmla="*/ 2329360 w 2780249"/>
                <a:gd name="connsiteY3" fmla="*/ 775358 h 775358"/>
                <a:gd name="connsiteX4" fmla="*/ 1351215 w 2780249"/>
                <a:gd name="connsiteY4" fmla="*/ 480112 h 775358"/>
                <a:gd name="connsiteX5" fmla="*/ 275792 w 2780249"/>
                <a:gd name="connsiteY5" fmla="*/ 639171 h 775358"/>
                <a:gd name="connsiteX6" fmla="*/ 0 w 2780249"/>
                <a:gd name="connsiteY6" fmla="*/ 590533 h 775358"/>
                <a:gd name="connsiteX0" fmla="*/ 0 w 2673245"/>
                <a:gd name="connsiteY0" fmla="*/ 600391 h 785216"/>
                <a:gd name="connsiteX1" fmla="*/ 1360942 w 2673245"/>
                <a:gd name="connsiteY1" fmla="*/ 9899 h 785216"/>
                <a:gd name="connsiteX2" fmla="*/ 2673245 w 2673245"/>
                <a:gd name="connsiteY2" fmla="*/ 405837 h 785216"/>
                <a:gd name="connsiteX3" fmla="*/ 2329360 w 2673245"/>
                <a:gd name="connsiteY3" fmla="*/ 785216 h 785216"/>
                <a:gd name="connsiteX4" fmla="*/ 1351215 w 2673245"/>
                <a:gd name="connsiteY4" fmla="*/ 489970 h 785216"/>
                <a:gd name="connsiteX5" fmla="*/ 275792 w 2673245"/>
                <a:gd name="connsiteY5" fmla="*/ 649029 h 785216"/>
                <a:gd name="connsiteX6" fmla="*/ 0 w 2673245"/>
                <a:gd name="connsiteY6" fmla="*/ 600391 h 785216"/>
                <a:gd name="connsiteX0" fmla="*/ 0 w 2673245"/>
                <a:gd name="connsiteY0" fmla="*/ 593348 h 778173"/>
                <a:gd name="connsiteX1" fmla="*/ 1360942 w 2673245"/>
                <a:gd name="connsiteY1" fmla="*/ 2856 h 778173"/>
                <a:gd name="connsiteX2" fmla="*/ 2673245 w 2673245"/>
                <a:gd name="connsiteY2" fmla="*/ 398794 h 778173"/>
                <a:gd name="connsiteX3" fmla="*/ 2329360 w 2673245"/>
                <a:gd name="connsiteY3" fmla="*/ 778173 h 778173"/>
                <a:gd name="connsiteX4" fmla="*/ 1351215 w 2673245"/>
                <a:gd name="connsiteY4" fmla="*/ 482927 h 778173"/>
                <a:gd name="connsiteX5" fmla="*/ 275792 w 2673245"/>
                <a:gd name="connsiteY5" fmla="*/ 641986 h 778173"/>
                <a:gd name="connsiteX6" fmla="*/ 0 w 2673245"/>
                <a:gd name="connsiteY6" fmla="*/ 593348 h 778173"/>
                <a:gd name="connsiteX0" fmla="*/ 0 w 2478691"/>
                <a:gd name="connsiteY0" fmla="*/ 293714 h 809279"/>
                <a:gd name="connsiteX1" fmla="*/ 1166388 w 2478691"/>
                <a:gd name="connsiteY1" fmla="*/ 33962 h 809279"/>
                <a:gd name="connsiteX2" fmla="*/ 2478691 w 2478691"/>
                <a:gd name="connsiteY2" fmla="*/ 429900 h 809279"/>
                <a:gd name="connsiteX3" fmla="*/ 2134806 w 2478691"/>
                <a:gd name="connsiteY3" fmla="*/ 809279 h 809279"/>
                <a:gd name="connsiteX4" fmla="*/ 1156661 w 2478691"/>
                <a:gd name="connsiteY4" fmla="*/ 514033 h 809279"/>
                <a:gd name="connsiteX5" fmla="*/ 81238 w 2478691"/>
                <a:gd name="connsiteY5" fmla="*/ 673092 h 809279"/>
                <a:gd name="connsiteX6" fmla="*/ 0 w 2478691"/>
                <a:gd name="connsiteY6" fmla="*/ 293714 h 809279"/>
                <a:gd name="connsiteX0" fmla="*/ 0 w 2478691"/>
                <a:gd name="connsiteY0" fmla="*/ 262275 h 777840"/>
                <a:gd name="connsiteX1" fmla="*/ 1166388 w 2478691"/>
                <a:gd name="connsiteY1" fmla="*/ 2523 h 777840"/>
                <a:gd name="connsiteX2" fmla="*/ 2478691 w 2478691"/>
                <a:gd name="connsiteY2" fmla="*/ 398461 h 777840"/>
                <a:gd name="connsiteX3" fmla="*/ 2134806 w 2478691"/>
                <a:gd name="connsiteY3" fmla="*/ 777840 h 777840"/>
                <a:gd name="connsiteX4" fmla="*/ 1156661 w 2478691"/>
                <a:gd name="connsiteY4" fmla="*/ 482594 h 777840"/>
                <a:gd name="connsiteX5" fmla="*/ 81238 w 2478691"/>
                <a:gd name="connsiteY5" fmla="*/ 641653 h 777840"/>
                <a:gd name="connsiteX6" fmla="*/ 0 w 2478691"/>
                <a:gd name="connsiteY6" fmla="*/ 262275 h 777840"/>
                <a:gd name="connsiteX0" fmla="*/ 0 w 2478691"/>
                <a:gd name="connsiteY0" fmla="*/ 262275 h 777841"/>
                <a:gd name="connsiteX1" fmla="*/ 1166388 w 2478691"/>
                <a:gd name="connsiteY1" fmla="*/ 2523 h 777841"/>
                <a:gd name="connsiteX2" fmla="*/ 2478691 w 2478691"/>
                <a:gd name="connsiteY2" fmla="*/ 398461 h 777841"/>
                <a:gd name="connsiteX3" fmla="*/ 2134806 w 2478691"/>
                <a:gd name="connsiteY3" fmla="*/ 777840 h 777841"/>
                <a:gd name="connsiteX4" fmla="*/ 1156661 w 2478691"/>
                <a:gd name="connsiteY4" fmla="*/ 482594 h 777841"/>
                <a:gd name="connsiteX5" fmla="*/ 178515 w 2478691"/>
                <a:gd name="connsiteY5" fmla="*/ 777841 h 777841"/>
                <a:gd name="connsiteX6" fmla="*/ 0 w 2478691"/>
                <a:gd name="connsiteY6" fmla="*/ 262275 h 777841"/>
                <a:gd name="connsiteX0" fmla="*/ 0 w 2478691"/>
                <a:gd name="connsiteY0" fmla="*/ 262275 h 777840"/>
                <a:gd name="connsiteX1" fmla="*/ 1166388 w 2478691"/>
                <a:gd name="connsiteY1" fmla="*/ 2523 h 777840"/>
                <a:gd name="connsiteX2" fmla="*/ 2478691 w 2478691"/>
                <a:gd name="connsiteY2" fmla="*/ 398461 h 777840"/>
                <a:gd name="connsiteX3" fmla="*/ 2134806 w 2478691"/>
                <a:gd name="connsiteY3" fmla="*/ 777840 h 777840"/>
                <a:gd name="connsiteX4" fmla="*/ 1156661 w 2478691"/>
                <a:gd name="connsiteY4" fmla="*/ 482594 h 777840"/>
                <a:gd name="connsiteX5" fmla="*/ 139604 w 2478691"/>
                <a:gd name="connsiteY5" fmla="*/ 748658 h 777840"/>
                <a:gd name="connsiteX6" fmla="*/ 0 w 2478691"/>
                <a:gd name="connsiteY6" fmla="*/ 262275 h 777840"/>
                <a:gd name="connsiteX0" fmla="*/ 0 w 2478691"/>
                <a:gd name="connsiteY0" fmla="*/ 262275 h 777840"/>
                <a:gd name="connsiteX1" fmla="*/ 1166388 w 2478691"/>
                <a:gd name="connsiteY1" fmla="*/ 2523 h 777840"/>
                <a:gd name="connsiteX2" fmla="*/ 2478691 w 2478691"/>
                <a:gd name="connsiteY2" fmla="*/ 398461 h 777840"/>
                <a:gd name="connsiteX3" fmla="*/ 2134806 w 2478691"/>
                <a:gd name="connsiteY3" fmla="*/ 777840 h 777840"/>
                <a:gd name="connsiteX4" fmla="*/ 1156661 w 2478691"/>
                <a:gd name="connsiteY4" fmla="*/ 482594 h 777840"/>
                <a:gd name="connsiteX5" fmla="*/ 139604 w 2478691"/>
                <a:gd name="connsiteY5" fmla="*/ 748658 h 777840"/>
                <a:gd name="connsiteX6" fmla="*/ 0 w 2478691"/>
                <a:gd name="connsiteY6" fmla="*/ 262275 h 777840"/>
                <a:gd name="connsiteX0" fmla="*/ 0 w 2478691"/>
                <a:gd name="connsiteY0" fmla="*/ 262275 h 797295"/>
                <a:gd name="connsiteX1" fmla="*/ 1166388 w 2478691"/>
                <a:gd name="connsiteY1" fmla="*/ 2523 h 797295"/>
                <a:gd name="connsiteX2" fmla="*/ 2478691 w 2478691"/>
                <a:gd name="connsiteY2" fmla="*/ 398461 h 797295"/>
                <a:gd name="connsiteX3" fmla="*/ 2144534 w 2478691"/>
                <a:gd name="connsiteY3" fmla="*/ 797295 h 797295"/>
                <a:gd name="connsiteX4" fmla="*/ 1156661 w 2478691"/>
                <a:gd name="connsiteY4" fmla="*/ 482594 h 797295"/>
                <a:gd name="connsiteX5" fmla="*/ 139604 w 2478691"/>
                <a:gd name="connsiteY5" fmla="*/ 748658 h 797295"/>
                <a:gd name="connsiteX6" fmla="*/ 0 w 2478691"/>
                <a:gd name="connsiteY6" fmla="*/ 262275 h 797295"/>
                <a:gd name="connsiteX0" fmla="*/ 0 w 2478691"/>
                <a:gd name="connsiteY0" fmla="*/ 262275 h 797295"/>
                <a:gd name="connsiteX1" fmla="*/ 1166388 w 2478691"/>
                <a:gd name="connsiteY1" fmla="*/ 2523 h 797295"/>
                <a:gd name="connsiteX2" fmla="*/ 2478691 w 2478691"/>
                <a:gd name="connsiteY2" fmla="*/ 398461 h 797295"/>
                <a:gd name="connsiteX3" fmla="*/ 2144534 w 2478691"/>
                <a:gd name="connsiteY3" fmla="*/ 797295 h 797295"/>
                <a:gd name="connsiteX4" fmla="*/ 1156661 w 2478691"/>
                <a:gd name="connsiteY4" fmla="*/ 482594 h 797295"/>
                <a:gd name="connsiteX5" fmla="*/ 139604 w 2478691"/>
                <a:gd name="connsiteY5" fmla="*/ 748658 h 797295"/>
                <a:gd name="connsiteX6" fmla="*/ 0 w 2478691"/>
                <a:gd name="connsiteY6" fmla="*/ 262275 h 797295"/>
                <a:gd name="connsiteX0" fmla="*/ 0 w 2309168"/>
                <a:gd name="connsiteY0" fmla="*/ 259772 h 794792"/>
                <a:gd name="connsiteX1" fmla="*/ 1166388 w 2309168"/>
                <a:gd name="connsiteY1" fmla="*/ 20 h 794792"/>
                <a:gd name="connsiteX2" fmla="*/ 2309168 w 2309168"/>
                <a:gd name="connsiteY2" fmla="*/ 270099 h 794792"/>
                <a:gd name="connsiteX3" fmla="*/ 2144534 w 2309168"/>
                <a:gd name="connsiteY3" fmla="*/ 794792 h 794792"/>
                <a:gd name="connsiteX4" fmla="*/ 1156661 w 2309168"/>
                <a:gd name="connsiteY4" fmla="*/ 480091 h 794792"/>
                <a:gd name="connsiteX5" fmla="*/ 139604 w 2309168"/>
                <a:gd name="connsiteY5" fmla="*/ 746155 h 794792"/>
                <a:gd name="connsiteX6" fmla="*/ 0 w 2309168"/>
                <a:gd name="connsiteY6" fmla="*/ 259772 h 794792"/>
                <a:gd name="connsiteX0" fmla="*/ 0 w 2309168"/>
                <a:gd name="connsiteY0" fmla="*/ 259772 h 794792"/>
                <a:gd name="connsiteX1" fmla="*/ 1166388 w 2309168"/>
                <a:gd name="connsiteY1" fmla="*/ 20 h 794792"/>
                <a:gd name="connsiteX2" fmla="*/ 2309168 w 2309168"/>
                <a:gd name="connsiteY2" fmla="*/ 270099 h 794792"/>
                <a:gd name="connsiteX3" fmla="*/ 2144534 w 2309168"/>
                <a:gd name="connsiteY3" fmla="*/ 794792 h 794792"/>
                <a:gd name="connsiteX4" fmla="*/ 1156661 w 2309168"/>
                <a:gd name="connsiteY4" fmla="*/ 480091 h 794792"/>
                <a:gd name="connsiteX5" fmla="*/ 139604 w 2309168"/>
                <a:gd name="connsiteY5" fmla="*/ 746155 h 794792"/>
                <a:gd name="connsiteX6" fmla="*/ 0 w 2309168"/>
                <a:gd name="connsiteY6" fmla="*/ 259772 h 794792"/>
                <a:gd name="connsiteX0" fmla="*/ 0 w 2309168"/>
                <a:gd name="connsiteY0" fmla="*/ 259772 h 746155"/>
                <a:gd name="connsiteX1" fmla="*/ 1166388 w 2309168"/>
                <a:gd name="connsiteY1" fmla="*/ 20 h 746155"/>
                <a:gd name="connsiteX2" fmla="*/ 2309168 w 2309168"/>
                <a:gd name="connsiteY2" fmla="*/ 270099 h 746155"/>
                <a:gd name="connsiteX3" fmla="*/ 2121417 w 2309168"/>
                <a:gd name="connsiteY3" fmla="*/ 707462 h 746155"/>
                <a:gd name="connsiteX4" fmla="*/ 1156661 w 2309168"/>
                <a:gd name="connsiteY4" fmla="*/ 480091 h 746155"/>
                <a:gd name="connsiteX5" fmla="*/ 139604 w 2309168"/>
                <a:gd name="connsiteY5" fmla="*/ 746155 h 746155"/>
                <a:gd name="connsiteX6" fmla="*/ 0 w 2309168"/>
                <a:gd name="connsiteY6" fmla="*/ 259772 h 746155"/>
                <a:gd name="connsiteX0" fmla="*/ 0 w 2309168"/>
                <a:gd name="connsiteY0" fmla="*/ 259772 h 746155"/>
                <a:gd name="connsiteX1" fmla="*/ 1166388 w 2309168"/>
                <a:gd name="connsiteY1" fmla="*/ 20 h 746155"/>
                <a:gd name="connsiteX2" fmla="*/ 2309168 w 2309168"/>
                <a:gd name="connsiteY2" fmla="*/ 270099 h 746155"/>
                <a:gd name="connsiteX3" fmla="*/ 2121417 w 2309168"/>
                <a:gd name="connsiteY3" fmla="*/ 707462 h 746155"/>
                <a:gd name="connsiteX4" fmla="*/ 1156661 w 2309168"/>
                <a:gd name="connsiteY4" fmla="*/ 480091 h 746155"/>
                <a:gd name="connsiteX5" fmla="*/ 139604 w 2309168"/>
                <a:gd name="connsiteY5" fmla="*/ 746155 h 746155"/>
                <a:gd name="connsiteX6" fmla="*/ 0 w 2309168"/>
                <a:gd name="connsiteY6" fmla="*/ 259772 h 746155"/>
                <a:gd name="connsiteX0" fmla="*/ 0 w 2309168"/>
                <a:gd name="connsiteY0" fmla="*/ 226793 h 746567"/>
                <a:gd name="connsiteX1" fmla="*/ 1166388 w 2309168"/>
                <a:gd name="connsiteY1" fmla="*/ 432 h 746567"/>
                <a:gd name="connsiteX2" fmla="*/ 2309168 w 2309168"/>
                <a:gd name="connsiteY2" fmla="*/ 270511 h 746567"/>
                <a:gd name="connsiteX3" fmla="*/ 2121417 w 2309168"/>
                <a:gd name="connsiteY3" fmla="*/ 707874 h 746567"/>
                <a:gd name="connsiteX4" fmla="*/ 1156661 w 2309168"/>
                <a:gd name="connsiteY4" fmla="*/ 480503 h 746567"/>
                <a:gd name="connsiteX5" fmla="*/ 139604 w 2309168"/>
                <a:gd name="connsiteY5" fmla="*/ 746567 h 746567"/>
                <a:gd name="connsiteX6" fmla="*/ 0 w 2309168"/>
                <a:gd name="connsiteY6" fmla="*/ 226793 h 746567"/>
                <a:gd name="connsiteX0" fmla="*/ 0 w 2309168"/>
                <a:gd name="connsiteY0" fmla="*/ 226663 h 746437"/>
                <a:gd name="connsiteX1" fmla="*/ 1166388 w 2309168"/>
                <a:gd name="connsiteY1" fmla="*/ 302 h 746437"/>
                <a:gd name="connsiteX2" fmla="*/ 2309168 w 2309168"/>
                <a:gd name="connsiteY2" fmla="*/ 270381 h 746437"/>
                <a:gd name="connsiteX3" fmla="*/ 2121417 w 2309168"/>
                <a:gd name="connsiteY3" fmla="*/ 707744 h 746437"/>
                <a:gd name="connsiteX4" fmla="*/ 1156661 w 2309168"/>
                <a:gd name="connsiteY4" fmla="*/ 480373 h 746437"/>
                <a:gd name="connsiteX5" fmla="*/ 139604 w 2309168"/>
                <a:gd name="connsiteY5" fmla="*/ 746437 h 746437"/>
                <a:gd name="connsiteX6" fmla="*/ 0 w 2309168"/>
                <a:gd name="connsiteY6" fmla="*/ 226663 h 746437"/>
                <a:gd name="connsiteX0" fmla="*/ 0 w 2309168"/>
                <a:gd name="connsiteY0" fmla="*/ 226614 h 746388"/>
                <a:gd name="connsiteX1" fmla="*/ 1166388 w 2309168"/>
                <a:gd name="connsiteY1" fmla="*/ 253 h 746388"/>
                <a:gd name="connsiteX2" fmla="*/ 2309168 w 2309168"/>
                <a:gd name="connsiteY2" fmla="*/ 270332 h 746388"/>
                <a:gd name="connsiteX3" fmla="*/ 2121417 w 2309168"/>
                <a:gd name="connsiteY3" fmla="*/ 707695 h 746388"/>
                <a:gd name="connsiteX4" fmla="*/ 1156661 w 2309168"/>
                <a:gd name="connsiteY4" fmla="*/ 480324 h 746388"/>
                <a:gd name="connsiteX5" fmla="*/ 139604 w 2309168"/>
                <a:gd name="connsiteY5" fmla="*/ 746388 h 746388"/>
                <a:gd name="connsiteX6" fmla="*/ 0 w 2309168"/>
                <a:gd name="connsiteY6" fmla="*/ 226614 h 746388"/>
                <a:gd name="connsiteX0" fmla="*/ 0 w 2309168"/>
                <a:gd name="connsiteY0" fmla="*/ 231692 h 746328"/>
                <a:gd name="connsiteX1" fmla="*/ 1166388 w 2309168"/>
                <a:gd name="connsiteY1" fmla="*/ 193 h 746328"/>
                <a:gd name="connsiteX2" fmla="*/ 2309168 w 2309168"/>
                <a:gd name="connsiteY2" fmla="*/ 270272 h 746328"/>
                <a:gd name="connsiteX3" fmla="*/ 2121417 w 2309168"/>
                <a:gd name="connsiteY3" fmla="*/ 707635 h 746328"/>
                <a:gd name="connsiteX4" fmla="*/ 1156661 w 2309168"/>
                <a:gd name="connsiteY4" fmla="*/ 480264 h 746328"/>
                <a:gd name="connsiteX5" fmla="*/ 139604 w 2309168"/>
                <a:gd name="connsiteY5" fmla="*/ 746328 h 746328"/>
                <a:gd name="connsiteX6" fmla="*/ 0 w 2309168"/>
                <a:gd name="connsiteY6" fmla="*/ 231692 h 746328"/>
                <a:gd name="connsiteX0" fmla="*/ 0 w 2309168"/>
                <a:gd name="connsiteY0" fmla="*/ 231692 h 707635"/>
                <a:gd name="connsiteX1" fmla="*/ 1166388 w 2309168"/>
                <a:gd name="connsiteY1" fmla="*/ 193 h 707635"/>
                <a:gd name="connsiteX2" fmla="*/ 2309168 w 2309168"/>
                <a:gd name="connsiteY2" fmla="*/ 270272 h 707635"/>
                <a:gd name="connsiteX3" fmla="*/ 2121417 w 2309168"/>
                <a:gd name="connsiteY3" fmla="*/ 707635 h 707635"/>
                <a:gd name="connsiteX4" fmla="*/ 1156661 w 2309168"/>
                <a:gd name="connsiteY4" fmla="*/ 480264 h 707635"/>
                <a:gd name="connsiteX5" fmla="*/ 172995 w 2309168"/>
                <a:gd name="connsiteY5" fmla="*/ 684683 h 707635"/>
                <a:gd name="connsiteX6" fmla="*/ 0 w 2309168"/>
                <a:gd name="connsiteY6" fmla="*/ 231692 h 707635"/>
                <a:gd name="connsiteX0" fmla="*/ 0 w 2309168"/>
                <a:gd name="connsiteY0" fmla="*/ 231692 h 707635"/>
                <a:gd name="connsiteX1" fmla="*/ 1166388 w 2309168"/>
                <a:gd name="connsiteY1" fmla="*/ 193 h 707635"/>
                <a:gd name="connsiteX2" fmla="*/ 2309168 w 2309168"/>
                <a:gd name="connsiteY2" fmla="*/ 270272 h 707635"/>
                <a:gd name="connsiteX3" fmla="*/ 2121417 w 2309168"/>
                <a:gd name="connsiteY3" fmla="*/ 707635 h 707635"/>
                <a:gd name="connsiteX4" fmla="*/ 1156661 w 2309168"/>
                <a:gd name="connsiteY4" fmla="*/ 480264 h 707635"/>
                <a:gd name="connsiteX5" fmla="*/ 172995 w 2309168"/>
                <a:gd name="connsiteY5" fmla="*/ 684683 h 707635"/>
                <a:gd name="connsiteX6" fmla="*/ 0 w 2309168"/>
                <a:gd name="connsiteY6" fmla="*/ 231692 h 707635"/>
                <a:gd name="connsiteX0" fmla="*/ 0 w 2309168"/>
                <a:gd name="connsiteY0" fmla="*/ 231692 h 715340"/>
                <a:gd name="connsiteX1" fmla="*/ 1166388 w 2309168"/>
                <a:gd name="connsiteY1" fmla="*/ 193 h 715340"/>
                <a:gd name="connsiteX2" fmla="*/ 2309168 w 2309168"/>
                <a:gd name="connsiteY2" fmla="*/ 270272 h 715340"/>
                <a:gd name="connsiteX3" fmla="*/ 2123986 w 2309168"/>
                <a:gd name="connsiteY3" fmla="*/ 715340 h 715340"/>
                <a:gd name="connsiteX4" fmla="*/ 1156661 w 2309168"/>
                <a:gd name="connsiteY4" fmla="*/ 480264 h 715340"/>
                <a:gd name="connsiteX5" fmla="*/ 172995 w 2309168"/>
                <a:gd name="connsiteY5" fmla="*/ 684683 h 715340"/>
                <a:gd name="connsiteX6" fmla="*/ 0 w 2309168"/>
                <a:gd name="connsiteY6" fmla="*/ 231692 h 715340"/>
                <a:gd name="connsiteX0" fmla="*/ 0 w 2309168"/>
                <a:gd name="connsiteY0" fmla="*/ 231692 h 715340"/>
                <a:gd name="connsiteX1" fmla="*/ 1166388 w 2309168"/>
                <a:gd name="connsiteY1" fmla="*/ 193 h 715340"/>
                <a:gd name="connsiteX2" fmla="*/ 2309168 w 2309168"/>
                <a:gd name="connsiteY2" fmla="*/ 270272 h 715340"/>
                <a:gd name="connsiteX3" fmla="*/ 2123986 w 2309168"/>
                <a:gd name="connsiteY3" fmla="*/ 715340 h 715340"/>
                <a:gd name="connsiteX4" fmla="*/ 1156661 w 2309168"/>
                <a:gd name="connsiteY4" fmla="*/ 480264 h 715340"/>
                <a:gd name="connsiteX5" fmla="*/ 172995 w 2309168"/>
                <a:gd name="connsiteY5" fmla="*/ 684683 h 715340"/>
                <a:gd name="connsiteX6" fmla="*/ 0 w 2309168"/>
                <a:gd name="connsiteY6" fmla="*/ 231692 h 715340"/>
                <a:gd name="connsiteX0" fmla="*/ 0 w 2309168"/>
                <a:gd name="connsiteY0" fmla="*/ 231692 h 715340"/>
                <a:gd name="connsiteX1" fmla="*/ 1166388 w 2309168"/>
                <a:gd name="connsiteY1" fmla="*/ 193 h 715340"/>
                <a:gd name="connsiteX2" fmla="*/ 2309168 w 2309168"/>
                <a:gd name="connsiteY2" fmla="*/ 270272 h 715340"/>
                <a:gd name="connsiteX3" fmla="*/ 2123986 w 2309168"/>
                <a:gd name="connsiteY3" fmla="*/ 715340 h 715340"/>
                <a:gd name="connsiteX4" fmla="*/ 1156661 w 2309168"/>
                <a:gd name="connsiteY4" fmla="*/ 480264 h 715340"/>
                <a:gd name="connsiteX5" fmla="*/ 172995 w 2309168"/>
                <a:gd name="connsiteY5" fmla="*/ 684683 h 715340"/>
                <a:gd name="connsiteX6" fmla="*/ 0 w 2309168"/>
                <a:gd name="connsiteY6" fmla="*/ 231692 h 715340"/>
                <a:gd name="connsiteX0" fmla="*/ 0 w 2314305"/>
                <a:gd name="connsiteY0" fmla="*/ 231543 h 715191"/>
                <a:gd name="connsiteX1" fmla="*/ 1166388 w 2314305"/>
                <a:gd name="connsiteY1" fmla="*/ 44 h 715191"/>
                <a:gd name="connsiteX2" fmla="*/ 2314305 w 2314305"/>
                <a:gd name="connsiteY2" fmla="*/ 249575 h 715191"/>
                <a:gd name="connsiteX3" fmla="*/ 2123986 w 2314305"/>
                <a:gd name="connsiteY3" fmla="*/ 715191 h 715191"/>
                <a:gd name="connsiteX4" fmla="*/ 1156661 w 2314305"/>
                <a:gd name="connsiteY4" fmla="*/ 480115 h 715191"/>
                <a:gd name="connsiteX5" fmla="*/ 172995 w 2314305"/>
                <a:gd name="connsiteY5" fmla="*/ 684534 h 715191"/>
                <a:gd name="connsiteX6" fmla="*/ 0 w 2314305"/>
                <a:gd name="connsiteY6" fmla="*/ 231543 h 715191"/>
                <a:gd name="connsiteX0" fmla="*/ 0 w 2314305"/>
                <a:gd name="connsiteY0" fmla="*/ 231543 h 715191"/>
                <a:gd name="connsiteX1" fmla="*/ 1166388 w 2314305"/>
                <a:gd name="connsiteY1" fmla="*/ 44 h 715191"/>
                <a:gd name="connsiteX2" fmla="*/ 2314305 w 2314305"/>
                <a:gd name="connsiteY2" fmla="*/ 249575 h 715191"/>
                <a:gd name="connsiteX3" fmla="*/ 2123986 w 2314305"/>
                <a:gd name="connsiteY3" fmla="*/ 715191 h 715191"/>
                <a:gd name="connsiteX4" fmla="*/ 1156661 w 2314305"/>
                <a:gd name="connsiteY4" fmla="*/ 480115 h 715191"/>
                <a:gd name="connsiteX5" fmla="*/ 172995 w 2314305"/>
                <a:gd name="connsiteY5" fmla="*/ 684534 h 715191"/>
                <a:gd name="connsiteX6" fmla="*/ 0 w 2314305"/>
                <a:gd name="connsiteY6" fmla="*/ 231543 h 715191"/>
                <a:gd name="connsiteX0" fmla="*/ 0 w 2314305"/>
                <a:gd name="connsiteY0" fmla="*/ 231550 h 715198"/>
                <a:gd name="connsiteX1" fmla="*/ 1166388 w 2314305"/>
                <a:gd name="connsiteY1" fmla="*/ 51 h 715198"/>
                <a:gd name="connsiteX2" fmla="*/ 2314305 w 2314305"/>
                <a:gd name="connsiteY2" fmla="*/ 249582 h 715198"/>
                <a:gd name="connsiteX3" fmla="*/ 2123986 w 2314305"/>
                <a:gd name="connsiteY3" fmla="*/ 715198 h 715198"/>
                <a:gd name="connsiteX4" fmla="*/ 1156661 w 2314305"/>
                <a:gd name="connsiteY4" fmla="*/ 480122 h 715198"/>
                <a:gd name="connsiteX5" fmla="*/ 172995 w 2314305"/>
                <a:gd name="connsiteY5" fmla="*/ 684541 h 715198"/>
                <a:gd name="connsiteX6" fmla="*/ 0 w 2314305"/>
                <a:gd name="connsiteY6" fmla="*/ 231550 h 715198"/>
                <a:gd name="connsiteX0" fmla="*/ 0 w 2314305"/>
                <a:gd name="connsiteY0" fmla="*/ 233092 h 716740"/>
                <a:gd name="connsiteX1" fmla="*/ 1166388 w 2314305"/>
                <a:gd name="connsiteY1" fmla="*/ 1593 h 716740"/>
                <a:gd name="connsiteX2" fmla="*/ 2314305 w 2314305"/>
                <a:gd name="connsiteY2" fmla="*/ 251124 h 716740"/>
                <a:gd name="connsiteX3" fmla="*/ 2123986 w 2314305"/>
                <a:gd name="connsiteY3" fmla="*/ 716740 h 716740"/>
                <a:gd name="connsiteX4" fmla="*/ 1156661 w 2314305"/>
                <a:gd name="connsiteY4" fmla="*/ 481664 h 716740"/>
                <a:gd name="connsiteX5" fmla="*/ 172995 w 2314305"/>
                <a:gd name="connsiteY5" fmla="*/ 686083 h 716740"/>
                <a:gd name="connsiteX6" fmla="*/ 0 w 2314305"/>
                <a:gd name="connsiteY6" fmla="*/ 233092 h 716740"/>
                <a:gd name="connsiteX0" fmla="*/ 0 w 2314305"/>
                <a:gd name="connsiteY0" fmla="*/ 231523 h 715171"/>
                <a:gd name="connsiteX1" fmla="*/ 1166388 w 2314305"/>
                <a:gd name="connsiteY1" fmla="*/ 24 h 715171"/>
                <a:gd name="connsiteX2" fmla="*/ 2314305 w 2314305"/>
                <a:gd name="connsiteY2" fmla="*/ 249555 h 715171"/>
                <a:gd name="connsiteX3" fmla="*/ 2123986 w 2314305"/>
                <a:gd name="connsiteY3" fmla="*/ 715171 h 715171"/>
                <a:gd name="connsiteX4" fmla="*/ 1156661 w 2314305"/>
                <a:gd name="connsiteY4" fmla="*/ 480095 h 715171"/>
                <a:gd name="connsiteX5" fmla="*/ 172995 w 2314305"/>
                <a:gd name="connsiteY5" fmla="*/ 684514 h 715171"/>
                <a:gd name="connsiteX6" fmla="*/ 0 w 2314305"/>
                <a:gd name="connsiteY6" fmla="*/ 231523 h 715171"/>
                <a:gd name="connsiteX0" fmla="*/ 0 w 2314305"/>
                <a:gd name="connsiteY0" fmla="*/ 231550 h 715198"/>
                <a:gd name="connsiteX1" fmla="*/ 1166388 w 2314305"/>
                <a:gd name="connsiteY1" fmla="*/ 51 h 715198"/>
                <a:gd name="connsiteX2" fmla="*/ 2314305 w 2314305"/>
                <a:gd name="connsiteY2" fmla="*/ 249582 h 715198"/>
                <a:gd name="connsiteX3" fmla="*/ 2123986 w 2314305"/>
                <a:gd name="connsiteY3" fmla="*/ 715198 h 715198"/>
                <a:gd name="connsiteX4" fmla="*/ 1156661 w 2314305"/>
                <a:gd name="connsiteY4" fmla="*/ 480122 h 715198"/>
                <a:gd name="connsiteX5" fmla="*/ 172995 w 2314305"/>
                <a:gd name="connsiteY5" fmla="*/ 684541 h 715198"/>
                <a:gd name="connsiteX6" fmla="*/ 0 w 2314305"/>
                <a:gd name="connsiteY6" fmla="*/ 231550 h 715198"/>
                <a:gd name="connsiteX0" fmla="*/ 0 w 2314305"/>
                <a:gd name="connsiteY0" fmla="*/ 232088 h 715736"/>
                <a:gd name="connsiteX1" fmla="*/ 1166388 w 2314305"/>
                <a:gd name="connsiteY1" fmla="*/ 589 h 715736"/>
                <a:gd name="connsiteX2" fmla="*/ 2314305 w 2314305"/>
                <a:gd name="connsiteY2" fmla="*/ 250120 h 715736"/>
                <a:gd name="connsiteX3" fmla="*/ 2123986 w 2314305"/>
                <a:gd name="connsiteY3" fmla="*/ 715736 h 715736"/>
                <a:gd name="connsiteX4" fmla="*/ 1156661 w 2314305"/>
                <a:gd name="connsiteY4" fmla="*/ 480660 h 715736"/>
                <a:gd name="connsiteX5" fmla="*/ 172995 w 2314305"/>
                <a:gd name="connsiteY5" fmla="*/ 685079 h 715736"/>
                <a:gd name="connsiteX6" fmla="*/ 0 w 2314305"/>
                <a:gd name="connsiteY6" fmla="*/ 232088 h 715736"/>
                <a:gd name="connsiteX0" fmla="*/ 0 w 2314305"/>
                <a:gd name="connsiteY0" fmla="*/ 232088 h 715736"/>
                <a:gd name="connsiteX1" fmla="*/ 1166388 w 2314305"/>
                <a:gd name="connsiteY1" fmla="*/ 589 h 715736"/>
                <a:gd name="connsiteX2" fmla="*/ 2314305 w 2314305"/>
                <a:gd name="connsiteY2" fmla="*/ 250120 h 715736"/>
                <a:gd name="connsiteX3" fmla="*/ 2123986 w 2314305"/>
                <a:gd name="connsiteY3" fmla="*/ 715736 h 715736"/>
                <a:gd name="connsiteX4" fmla="*/ 1156661 w 2314305"/>
                <a:gd name="connsiteY4" fmla="*/ 480660 h 715736"/>
                <a:gd name="connsiteX5" fmla="*/ 172995 w 2314305"/>
                <a:gd name="connsiteY5" fmla="*/ 685079 h 715736"/>
                <a:gd name="connsiteX6" fmla="*/ 0 w 2314305"/>
                <a:gd name="connsiteY6" fmla="*/ 232088 h 715736"/>
                <a:gd name="connsiteX0" fmla="*/ 0 w 2314305"/>
                <a:gd name="connsiteY0" fmla="*/ 232088 h 715736"/>
                <a:gd name="connsiteX1" fmla="*/ 1166388 w 2314305"/>
                <a:gd name="connsiteY1" fmla="*/ 589 h 715736"/>
                <a:gd name="connsiteX2" fmla="*/ 2314305 w 2314305"/>
                <a:gd name="connsiteY2" fmla="*/ 250120 h 715736"/>
                <a:gd name="connsiteX3" fmla="*/ 2123986 w 2314305"/>
                <a:gd name="connsiteY3" fmla="*/ 715736 h 715736"/>
                <a:gd name="connsiteX4" fmla="*/ 1156661 w 2314305"/>
                <a:gd name="connsiteY4" fmla="*/ 480660 h 715736"/>
                <a:gd name="connsiteX5" fmla="*/ 172995 w 2314305"/>
                <a:gd name="connsiteY5" fmla="*/ 685079 h 715736"/>
                <a:gd name="connsiteX6" fmla="*/ 0 w 2314305"/>
                <a:gd name="connsiteY6" fmla="*/ 232088 h 715736"/>
                <a:gd name="connsiteX0" fmla="*/ 0 w 2314305"/>
                <a:gd name="connsiteY0" fmla="*/ 232060 h 715708"/>
                <a:gd name="connsiteX1" fmla="*/ 1166388 w 2314305"/>
                <a:gd name="connsiteY1" fmla="*/ 561 h 715708"/>
                <a:gd name="connsiteX2" fmla="*/ 2314305 w 2314305"/>
                <a:gd name="connsiteY2" fmla="*/ 250092 h 715708"/>
                <a:gd name="connsiteX3" fmla="*/ 2123986 w 2314305"/>
                <a:gd name="connsiteY3" fmla="*/ 715708 h 715708"/>
                <a:gd name="connsiteX4" fmla="*/ 1156661 w 2314305"/>
                <a:gd name="connsiteY4" fmla="*/ 480632 h 715708"/>
                <a:gd name="connsiteX5" fmla="*/ 172995 w 2314305"/>
                <a:gd name="connsiteY5" fmla="*/ 685051 h 715708"/>
                <a:gd name="connsiteX6" fmla="*/ 0 w 2314305"/>
                <a:gd name="connsiteY6" fmla="*/ 232060 h 7157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314305" h="715708">
                  <a:moveTo>
                    <a:pt x="0" y="232060"/>
                  </a:moveTo>
                  <a:cubicBezTo>
                    <a:pt x="116349" y="135016"/>
                    <a:pt x="772966" y="-10150"/>
                    <a:pt x="1166388" y="561"/>
                  </a:cubicBezTo>
                  <a:cubicBezTo>
                    <a:pt x="1559810" y="11272"/>
                    <a:pt x="1962415" y="54514"/>
                    <a:pt x="2314305" y="250092"/>
                  </a:cubicBezTo>
                  <a:cubicBezTo>
                    <a:pt x="2236857" y="411910"/>
                    <a:pt x="2305049" y="284904"/>
                    <a:pt x="2123986" y="715708"/>
                  </a:cubicBezTo>
                  <a:cubicBezTo>
                    <a:pt x="2077752" y="646036"/>
                    <a:pt x="1616289" y="480632"/>
                    <a:pt x="1156661" y="480632"/>
                  </a:cubicBezTo>
                  <a:cubicBezTo>
                    <a:pt x="697033" y="480632"/>
                    <a:pt x="257593" y="589531"/>
                    <a:pt x="172995" y="685051"/>
                  </a:cubicBezTo>
                  <a:lnTo>
                    <a:pt x="0" y="232060"/>
                  </a:lnTo>
                  <a:close/>
                </a:path>
              </a:pathLst>
            </a:cu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7" name="Block Arc 1">
              <a:extLst>
                <a:ext uri="{FF2B5EF4-FFF2-40B4-BE49-F238E27FC236}">
                  <a16:creationId xmlns:a16="http://schemas.microsoft.com/office/drawing/2014/main" id="{BCB6E1F5-3E09-2B4A-6946-1A7BB92ACA07}"/>
                </a:ext>
              </a:extLst>
            </p:cNvPr>
            <p:cNvSpPr/>
            <p:nvPr/>
          </p:nvSpPr>
          <p:spPr>
            <a:xfrm rot="12383279">
              <a:off x="6255443" y="5432031"/>
              <a:ext cx="2314305" cy="715708"/>
            </a:xfrm>
            <a:custGeom>
              <a:avLst/>
              <a:gdLst>
                <a:gd name="connsiteX0" fmla="*/ 0 w 2391141"/>
                <a:gd name="connsiteY0" fmla="*/ 726679 h 1453358"/>
                <a:gd name="connsiteX1" fmla="*/ 1195571 w 2391141"/>
                <a:gd name="connsiteY1" fmla="*/ 0 h 1453358"/>
                <a:gd name="connsiteX2" fmla="*/ 2391142 w 2391141"/>
                <a:gd name="connsiteY2" fmla="*/ 726679 h 1453358"/>
                <a:gd name="connsiteX3" fmla="*/ 2027802 w 2391141"/>
                <a:gd name="connsiteY3" fmla="*/ 726679 h 1453358"/>
                <a:gd name="connsiteX4" fmla="*/ 1195571 w 2391141"/>
                <a:gd name="connsiteY4" fmla="*/ 363339 h 1453358"/>
                <a:gd name="connsiteX5" fmla="*/ 363340 w 2391141"/>
                <a:gd name="connsiteY5" fmla="*/ 726679 h 1453358"/>
                <a:gd name="connsiteX6" fmla="*/ 0 w 2391141"/>
                <a:gd name="connsiteY6" fmla="*/ 726679 h 1453358"/>
                <a:gd name="connsiteX0" fmla="*/ 0 w 2614878"/>
                <a:gd name="connsiteY0" fmla="*/ 727830 h 727830"/>
                <a:gd name="connsiteX1" fmla="*/ 1195571 w 2614878"/>
                <a:gd name="connsiteY1" fmla="*/ 1151 h 727830"/>
                <a:gd name="connsiteX2" fmla="*/ 2614878 w 2614878"/>
                <a:gd name="connsiteY2" fmla="*/ 611098 h 727830"/>
                <a:gd name="connsiteX3" fmla="*/ 2027802 w 2614878"/>
                <a:gd name="connsiteY3" fmla="*/ 727830 h 727830"/>
                <a:gd name="connsiteX4" fmla="*/ 1195571 w 2614878"/>
                <a:gd name="connsiteY4" fmla="*/ 364490 h 727830"/>
                <a:gd name="connsiteX5" fmla="*/ 363340 w 2614878"/>
                <a:gd name="connsiteY5" fmla="*/ 727830 h 727830"/>
                <a:gd name="connsiteX6" fmla="*/ 0 w 2614878"/>
                <a:gd name="connsiteY6" fmla="*/ 727830 h 727830"/>
                <a:gd name="connsiteX0" fmla="*/ 0 w 2614878"/>
                <a:gd name="connsiteY0" fmla="*/ 727830 h 727830"/>
                <a:gd name="connsiteX1" fmla="*/ 1195571 w 2614878"/>
                <a:gd name="connsiteY1" fmla="*/ 1151 h 727830"/>
                <a:gd name="connsiteX2" fmla="*/ 2614878 w 2614878"/>
                <a:gd name="connsiteY2" fmla="*/ 611098 h 727830"/>
                <a:gd name="connsiteX3" fmla="*/ 2251538 w 2614878"/>
                <a:gd name="connsiteY3" fmla="*/ 669464 h 727830"/>
                <a:gd name="connsiteX4" fmla="*/ 1195571 w 2614878"/>
                <a:gd name="connsiteY4" fmla="*/ 364490 h 727830"/>
                <a:gd name="connsiteX5" fmla="*/ 363340 w 2614878"/>
                <a:gd name="connsiteY5" fmla="*/ 727830 h 727830"/>
                <a:gd name="connsiteX6" fmla="*/ 0 w 2614878"/>
                <a:gd name="connsiteY6" fmla="*/ 727830 h 727830"/>
                <a:gd name="connsiteX0" fmla="*/ 0 w 2780249"/>
                <a:gd name="connsiteY0" fmla="*/ 590533 h 726720"/>
                <a:gd name="connsiteX1" fmla="*/ 1360942 w 2780249"/>
                <a:gd name="connsiteY1" fmla="*/ 41 h 726720"/>
                <a:gd name="connsiteX2" fmla="*/ 2780249 w 2780249"/>
                <a:gd name="connsiteY2" fmla="*/ 609988 h 726720"/>
                <a:gd name="connsiteX3" fmla="*/ 2416909 w 2780249"/>
                <a:gd name="connsiteY3" fmla="*/ 668354 h 726720"/>
                <a:gd name="connsiteX4" fmla="*/ 1360942 w 2780249"/>
                <a:gd name="connsiteY4" fmla="*/ 363380 h 726720"/>
                <a:gd name="connsiteX5" fmla="*/ 528711 w 2780249"/>
                <a:gd name="connsiteY5" fmla="*/ 726720 h 726720"/>
                <a:gd name="connsiteX6" fmla="*/ 0 w 2780249"/>
                <a:gd name="connsiteY6" fmla="*/ 590533 h 726720"/>
                <a:gd name="connsiteX0" fmla="*/ 0 w 2780249"/>
                <a:gd name="connsiteY0" fmla="*/ 590533 h 668354"/>
                <a:gd name="connsiteX1" fmla="*/ 1360942 w 2780249"/>
                <a:gd name="connsiteY1" fmla="*/ 41 h 668354"/>
                <a:gd name="connsiteX2" fmla="*/ 2780249 w 2780249"/>
                <a:gd name="connsiteY2" fmla="*/ 609988 h 668354"/>
                <a:gd name="connsiteX3" fmla="*/ 2416909 w 2780249"/>
                <a:gd name="connsiteY3" fmla="*/ 668354 h 668354"/>
                <a:gd name="connsiteX4" fmla="*/ 1360942 w 2780249"/>
                <a:gd name="connsiteY4" fmla="*/ 363380 h 668354"/>
                <a:gd name="connsiteX5" fmla="*/ 275792 w 2780249"/>
                <a:gd name="connsiteY5" fmla="*/ 639171 h 668354"/>
                <a:gd name="connsiteX6" fmla="*/ 0 w 2780249"/>
                <a:gd name="connsiteY6" fmla="*/ 590533 h 668354"/>
                <a:gd name="connsiteX0" fmla="*/ 0 w 2780249"/>
                <a:gd name="connsiteY0" fmla="*/ 590533 h 668354"/>
                <a:gd name="connsiteX1" fmla="*/ 1360942 w 2780249"/>
                <a:gd name="connsiteY1" fmla="*/ 41 h 668354"/>
                <a:gd name="connsiteX2" fmla="*/ 2780249 w 2780249"/>
                <a:gd name="connsiteY2" fmla="*/ 609988 h 668354"/>
                <a:gd name="connsiteX3" fmla="*/ 2416909 w 2780249"/>
                <a:gd name="connsiteY3" fmla="*/ 668354 h 668354"/>
                <a:gd name="connsiteX4" fmla="*/ 1351215 w 2780249"/>
                <a:gd name="connsiteY4" fmla="*/ 480112 h 668354"/>
                <a:gd name="connsiteX5" fmla="*/ 275792 w 2780249"/>
                <a:gd name="connsiteY5" fmla="*/ 639171 h 668354"/>
                <a:gd name="connsiteX6" fmla="*/ 0 w 2780249"/>
                <a:gd name="connsiteY6" fmla="*/ 590533 h 668354"/>
                <a:gd name="connsiteX0" fmla="*/ 0 w 2780249"/>
                <a:gd name="connsiteY0" fmla="*/ 590533 h 775358"/>
                <a:gd name="connsiteX1" fmla="*/ 1360942 w 2780249"/>
                <a:gd name="connsiteY1" fmla="*/ 41 h 775358"/>
                <a:gd name="connsiteX2" fmla="*/ 2780249 w 2780249"/>
                <a:gd name="connsiteY2" fmla="*/ 609988 h 775358"/>
                <a:gd name="connsiteX3" fmla="*/ 2329360 w 2780249"/>
                <a:gd name="connsiteY3" fmla="*/ 775358 h 775358"/>
                <a:gd name="connsiteX4" fmla="*/ 1351215 w 2780249"/>
                <a:gd name="connsiteY4" fmla="*/ 480112 h 775358"/>
                <a:gd name="connsiteX5" fmla="*/ 275792 w 2780249"/>
                <a:gd name="connsiteY5" fmla="*/ 639171 h 775358"/>
                <a:gd name="connsiteX6" fmla="*/ 0 w 2780249"/>
                <a:gd name="connsiteY6" fmla="*/ 590533 h 775358"/>
                <a:gd name="connsiteX0" fmla="*/ 0 w 2673245"/>
                <a:gd name="connsiteY0" fmla="*/ 600391 h 785216"/>
                <a:gd name="connsiteX1" fmla="*/ 1360942 w 2673245"/>
                <a:gd name="connsiteY1" fmla="*/ 9899 h 785216"/>
                <a:gd name="connsiteX2" fmla="*/ 2673245 w 2673245"/>
                <a:gd name="connsiteY2" fmla="*/ 405837 h 785216"/>
                <a:gd name="connsiteX3" fmla="*/ 2329360 w 2673245"/>
                <a:gd name="connsiteY3" fmla="*/ 785216 h 785216"/>
                <a:gd name="connsiteX4" fmla="*/ 1351215 w 2673245"/>
                <a:gd name="connsiteY4" fmla="*/ 489970 h 785216"/>
                <a:gd name="connsiteX5" fmla="*/ 275792 w 2673245"/>
                <a:gd name="connsiteY5" fmla="*/ 649029 h 785216"/>
                <a:gd name="connsiteX6" fmla="*/ 0 w 2673245"/>
                <a:gd name="connsiteY6" fmla="*/ 600391 h 785216"/>
                <a:gd name="connsiteX0" fmla="*/ 0 w 2673245"/>
                <a:gd name="connsiteY0" fmla="*/ 593348 h 778173"/>
                <a:gd name="connsiteX1" fmla="*/ 1360942 w 2673245"/>
                <a:gd name="connsiteY1" fmla="*/ 2856 h 778173"/>
                <a:gd name="connsiteX2" fmla="*/ 2673245 w 2673245"/>
                <a:gd name="connsiteY2" fmla="*/ 398794 h 778173"/>
                <a:gd name="connsiteX3" fmla="*/ 2329360 w 2673245"/>
                <a:gd name="connsiteY3" fmla="*/ 778173 h 778173"/>
                <a:gd name="connsiteX4" fmla="*/ 1351215 w 2673245"/>
                <a:gd name="connsiteY4" fmla="*/ 482927 h 778173"/>
                <a:gd name="connsiteX5" fmla="*/ 275792 w 2673245"/>
                <a:gd name="connsiteY5" fmla="*/ 641986 h 778173"/>
                <a:gd name="connsiteX6" fmla="*/ 0 w 2673245"/>
                <a:gd name="connsiteY6" fmla="*/ 593348 h 778173"/>
                <a:gd name="connsiteX0" fmla="*/ 0 w 2478691"/>
                <a:gd name="connsiteY0" fmla="*/ 293714 h 809279"/>
                <a:gd name="connsiteX1" fmla="*/ 1166388 w 2478691"/>
                <a:gd name="connsiteY1" fmla="*/ 33962 h 809279"/>
                <a:gd name="connsiteX2" fmla="*/ 2478691 w 2478691"/>
                <a:gd name="connsiteY2" fmla="*/ 429900 h 809279"/>
                <a:gd name="connsiteX3" fmla="*/ 2134806 w 2478691"/>
                <a:gd name="connsiteY3" fmla="*/ 809279 h 809279"/>
                <a:gd name="connsiteX4" fmla="*/ 1156661 w 2478691"/>
                <a:gd name="connsiteY4" fmla="*/ 514033 h 809279"/>
                <a:gd name="connsiteX5" fmla="*/ 81238 w 2478691"/>
                <a:gd name="connsiteY5" fmla="*/ 673092 h 809279"/>
                <a:gd name="connsiteX6" fmla="*/ 0 w 2478691"/>
                <a:gd name="connsiteY6" fmla="*/ 293714 h 809279"/>
                <a:gd name="connsiteX0" fmla="*/ 0 w 2478691"/>
                <a:gd name="connsiteY0" fmla="*/ 262275 h 777840"/>
                <a:gd name="connsiteX1" fmla="*/ 1166388 w 2478691"/>
                <a:gd name="connsiteY1" fmla="*/ 2523 h 777840"/>
                <a:gd name="connsiteX2" fmla="*/ 2478691 w 2478691"/>
                <a:gd name="connsiteY2" fmla="*/ 398461 h 777840"/>
                <a:gd name="connsiteX3" fmla="*/ 2134806 w 2478691"/>
                <a:gd name="connsiteY3" fmla="*/ 777840 h 777840"/>
                <a:gd name="connsiteX4" fmla="*/ 1156661 w 2478691"/>
                <a:gd name="connsiteY4" fmla="*/ 482594 h 777840"/>
                <a:gd name="connsiteX5" fmla="*/ 81238 w 2478691"/>
                <a:gd name="connsiteY5" fmla="*/ 641653 h 777840"/>
                <a:gd name="connsiteX6" fmla="*/ 0 w 2478691"/>
                <a:gd name="connsiteY6" fmla="*/ 262275 h 777840"/>
                <a:gd name="connsiteX0" fmla="*/ 0 w 2478691"/>
                <a:gd name="connsiteY0" fmla="*/ 262275 h 777841"/>
                <a:gd name="connsiteX1" fmla="*/ 1166388 w 2478691"/>
                <a:gd name="connsiteY1" fmla="*/ 2523 h 777841"/>
                <a:gd name="connsiteX2" fmla="*/ 2478691 w 2478691"/>
                <a:gd name="connsiteY2" fmla="*/ 398461 h 777841"/>
                <a:gd name="connsiteX3" fmla="*/ 2134806 w 2478691"/>
                <a:gd name="connsiteY3" fmla="*/ 777840 h 777841"/>
                <a:gd name="connsiteX4" fmla="*/ 1156661 w 2478691"/>
                <a:gd name="connsiteY4" fmla="*/ 482594 h 777841"/>
                <a:gd name="connsiteX5" fmla="*/ 178515 w 2478691"/>
                <a:gd name="connsiteY5" fmla="*/ 777841 h 777841"/>
                <a:gd name="connsiteX6" fmla="*/ 0 w 2478691"/>
                <a:gd name="connsiteY6" fmla="*/ 262275 h 777841"/>
                <a:gd name="connsiteX0" fmla="*/ 0 w 2478691"/>
                <a:gd name="connsiteY0" fmla="*/ 262275 h 777840"/>
                <a:gd name="connsiteX1" fmla="*/ 1166388 w 2478691"/>
                <a:gd name="connsiteY1" fmla="*/ 2523 h 777840"/>
                <a:gd name="connsiteX2" fmla="*/ 2478691 w 2478691"/>
                <a:gd name="connsiteY2" fmla="*/ 398461 h 777840"/>
                <a:gd name="connsiteX3" fmla="*/ 2134806 w 2478691"/>
                <a:gd name="connsiteY3" fmla="*/ 777840 h 777840"/>
                <a:gd name="connsiteX4" fmla="*/ 1156661 w 2478691"/>
                <a:gd name="connsiteY4" fmla="*/ 482594 h 777840"/>
                <a:gd name="connsiteX5" fmla="*/ 139604 w 2478691"/>
                <a:gd name="connsiteY5" fmla="*/ 748658 h 777840"/>
                <a:gd name="connsiteX6" fmla="*/ 0 w 2478691"/>
                <a:gd name="connsiteY6" fmla="*/ 262275 h 777840"/>
                <a:gd name="connsiteX0" fmla="*/ 0 w 2478691"/>
                <a:gd name="connsiteY0" fmla="*/ 262275 h 777840"/>
                <a:gd name="connsiteX1" fmla="*/ 1166388 w 2478691"/>
                <a:gd name="connsiteY1" fmla="*/ 2523 h 777840"/>
                <a:gd name="connsiteX2" fmla="*/ 2478691 w 2478691"/>
                <a:gd name="connsiteY2" fmla="*/ 398461 h 777840"/>
                <a:gd name="connsiteX3" fmla="*/ 2134806 w 2478691"/>
                <a:gd name="connsiteY3" fmla="*/ 777840 h 777840"/>
                <a:gd name="connsiteX4" fmla="*/ 1156661 w 2478691"/>
                <a:gd name="connsiteY4" fmla="*/ 482594 h 777840"/>
                <a:gd name="connsiteX5" fmla="*/ 139604 w 2478691"/>
                <a:gd name="connsiteY5" fmla="*/ 748658 h 777840"/>
                <a:gd name="connsiteX6" fmla="*/ 0 w 2478691"/>
                <a:gd name="connsiteY6" fmla="*/ 262275 h 777840"/>
                <a:gd name="connsiteX0" fmla="*/ 0 w 2478691"/>
                <a:gd name="connsiteY0" fmla="*/ 262275 h 797295"/>
                <a:gd name="connsiteX1" fmla="*/ 1166388 w 2478691"/>
                <a:gd name="connsiteY1" fmla="*/ 2523 h 797295"/>
                <a:gd name="connsiteX2" fmla="*/ 2478691 w 2478691"/>
                <a:gd name="connsiteY2" fmla="*/ 398461 h 797295"/>
                <a:gd name="connsiteX3" fmla="*/ 2144534 w 2478691"/>
                <a:gd name="connsiteY3" fmla="*/ 797295 h 797295"/>
                <a:gd name="connsiteX4" fmla="*/ 1156661 w 2478691"/>
                <a:gd name="connsiteY4" fmla="*/ 482594 h 797295"/>
                <a:gd name="connsiteX5" fmla="*/ 139604 w 2478691"/>
                <a:gd name="connsiteY5" fmla="*/ 748658 h 797295"/>
                <a:gd name="connsiteX6" fmla="*/ 0 w 2478691"/>
                <a:gd name="connsiteY6" fmla="*/ 262275 h 797295"/>
                <a:gd name="connsiteX0" fmla="*/ 0 w 2478691"/>
                <a:gd name="connsiteY0" fmla="*/ 262275 h 797295"/>
                <a:gd name="connsiteX1" fmla="*/ 1166388 w 2478691"/>
                <a:gd name="connsiteY1" fmla="*/ 2523 h 797295"/>
                <a:gd name="connsiteX2" fmla="*/ 2478691 w 2478691"/>
                <a:gd name="connsiteY2" fmla="*/ 398461 h 797295"/>
                <a:gd name="connsiteX3" fmla="*/ 2144534 w 2478691"/>
                <a:gd name="connsiteY3" fmla="*/ 797295 h 797295"/>
                <a:gd name="connsiteX4" fmla="*/ 1156661 w 2478691"/>
                <a:gd name="connsiteY4" fmla="*/ 482594 h 797295"/>
                <a:gd name="connsiteX5" fmla="*/ 139604 w 2478691"/>
                <a:gd name="connsiteY5" fmla="*/ 748658 h 797295"/>
                <a:gd name="connsiteX6" fmla="*/ 0 w 2478691"/>
                <a:gd name="connsiteY6" fmla="*/ 262275 h 797295"/>
                <a:gd name="connsiteX0" fmla="*/ 0 w 2309168"/>
                <a:gd name="connsiteY0" fmla="*/ 259772 h 794792"/>
                <a:gd name="connsiteX1" fmla="*/ 1166388 w 2309168"/>
                <a:gd name="connsiteY1" fmla="*/ 20 h 794792"/>
                <a:gd name="connsiteX2" fmla="*/ 2309168 w 2309168"/>
                <a:gd name="connsiteY2" fmla="*/ 270099 h 794792"/>
                <a:gd name="connsiteX3" fmla="*/ 2144534 w 2309168"/>
                <a:gd name="connsiteY3" fmla="*/ 794792 h 794792"/>
                <a:gd name="connsiteX4" fmla="*/ 1156661 w 2309168"/>
                <a:gd name="connsiteY4" fmla="*/ 480091 h 794792"/>
                <a:gd name="connsiteX5" fmla="*/ 139604 w 2309168"/>
                <a:gd name="connsiteY5" fmla="*/ 746155 h 794792"/>
                <a:gd name="connsiteX6" fmla="*/ 0 w 2309168"/>
                <a:gd name="connsiteY6" fmla="*/ 259772 h 794792"/>
                <a:gd name="connsiteX0" fmla="*/ 0 w 2309168"/>
                <a:gd name="connsiteY0" fmla="*/ 259772 h 794792"/>
                <a:gd name="connsiteX1" fmla="*/ 1166388 w 2309168"/>
                <a:gd name="connsiteY1" fmla="*/ 20 h 794792"/>
                <a:gd name="connsiteX2" fmla="*/ 2309168 w 2309168"/>
                <a:gd name="connsiteY2" fmla="*/ 270099 h 794792"/>
                <a:gd name="connsiteX3" fmla="*/ 2144534 w 2309168"/>
                <a:gd name="connsiteY3" fmla="*/ 794792 h 794792"/>
                <a:gd name="connsiteX4" fmla="*/ 1156661 w 2309168"/>
                <a:gd name="connsiteY4" fmla="*/ 480091 h 794792"/>
                <a:gd name="connsiteX5" fmla="*/ 139604 w 2309168"/>
                <a:gd name="connsiteY5" fmla="*/ 746155 h 794792"/>
                <a:gd name="connsiteX6" fmla="*/ 0 w 2309168"/>
                <a:gd name="connsiteY6" fmla="*/ 259772 h 794792"/>
                <a:gd name="connsiteX0" fmla="*/ 0 w 2309168"/>
                <a:gd name="connsiteY0" fmla="*/ 259772 h 746155"/>
                <a:gd name="connsiteX1" fmla="*/ 1166388 w 2309168"/>
                <a:gd name="connsiteY1" fmla="*/ 20 h 746155"/>
                <a:gd name="connsiteX2" fmla="*/ 2309168 w 2309168"/>
                <a:gd name="connsiteY2" fmla="*/ 270099 h 746155"/>
                <a:gd name="connsiteX3" fmla="*/ 2121417 w 2309168"/>
                <a:gd name="connsiteY3" fmla="*/ 707462 h 746155"/>
                <a:gd name="connsiteX4" fmla="*/ 1156661 w 2309168"/>
                <a:gd name="connsiteY4" fmla="*/ 480091 h 746155"/>
                <a:gd name="connsiteX5" fmla="*/ 139604 w 2309168"/>
                <a:gd name="connsiteY5" fmla="*/ 746155 h 746155"/>
                <a:gd name="connsiteX6" fmla="*/ 0 w 2309168"/>
                <a:gd name="connsiteY6" fmla="*/ 259772 h 746155"/>
                <a:gd name="connsiteX0" fmla="*/ 0 w 2309168"/>
                <a:gd name="connsiteY0" fmla="*/ 259772 h 746155"/>
                <a:gd name="connsiteX1" fmla="*/ 1166388 w 2309168"/>
                <a:gd name="connsiteY1" fmla="*/ 20 h 746155"/>
                <a:gd name="connsiteX2" fmla="*/ 2309168 w 2309168"/>
                <a:gd name="connsiteY2" fmla="*/ 270099 h 746155"/>
                <a:gd name="connsiteX3" fmla="*/ 2121417 w 2309168"/>
                <a:gd name="connsiteY3" fmla="*/ 707462 h 746155"/>
                <a:gd name="connsiteX4" fmla="*/ 1156661 w 2309168"/>
                <a:gd name="connsiteY4" fmla="*/ 480091 h 746155"/>
                <a:gd name="connsiteX5" fmla="*/ 139604 w 2309168"/>
                <a:gd name="connsiteY5" fmla="*/ 746155 h 746155"/>
                <a:gd name="connsiteX6" fmla="*/ 0 w 2309168"/>
                <a:gd name="connsiteY6" fmla="*/ 259772 h 746155"/>
                <a:gd name="connsiteX0" fmla="*/ 0 w 2309168"/>
                <a:gd name="connsiteY0" fmla="*/ 226793 h 746567"/>
                <a:gd name="connsiteX1" fmla="*/ 1166388 w 2309168"/>
                <a:gd name="connsiteY1" fmla="*/ 432 h 746567"/>
                <a:gd name="connsiteX2" fmla="*/ 2309168 w 2309168"/>
                <a:gd name="connsiteY2" fmla="*/ 270511 h 746567"/>
                <a:gd name="connsiteX3" fmla="*/ 2121417 w 2309168"/>
                <a:gd name="connsiteY3" fmla="*/ 707874 h 746567"/>
                <a:gd name="connsiteX4" fmla="*/ 1156661 w 2309168"/>
                <a:gd name="connsiteY4" fmla="*/ 480503 h 746567"/>
                <a:gd name="connsiteX5" fmla="*/ 139604 w 2309168"/>
                <a:gd name="connsiteY5" fmla="*/ 746567 h 746567"/>
                <a:gd name="connsiteX6" fmla="*/ 0 w 2309168"/>
                <a:gd name="connsiteY6" fmla="*/ 226793 h 746567"/>
                <a:gd name="connsiteX0" fmla="*/ 0 w 2309168"/>
                <a:gd name="connsiteY0" fmla="*/ 226663 h 746437"/>
                <a:gd name="connsiteX1" fmla="*/ 1166388 w 2309168"/>
                <a:gd name="connsiteY1" fmla="*/ 302 h 746437"/>
                <a:gd name="connsiteX2" fmla="*/ 2309168 w 2309168"/>
                <a:gd name="connsiteY2" fmla="*/ 270381 h 746437"/>
                <a:gd name="connsiteX3" fmla="*/ 2121417 w 2309168"/>
                <a:gd name="connsiteY3" fmla="*/ 707744 h 746437"/>
                <a:gd name="connsiteX4" fmla="*/ 1156661 w 2309168"/>
                <a:gd name="connsiteY4" fmla="*/ 480373 h 746437"/>
                <a:gd name="connsiteX5" fmla="*/ 139604 w 2309168"/>
                <a:gd name="connsiteY5" fmla="*/ 746437 h 746437"/>
                <a:gd name="connsiteX6" fmla="*/ 0 w 2309168"/>
                <a:gd name="connsiteY6" fmla="*/ 226663 h 746437"/>
                <a:gd name="connsiteX0" fmla="*/ 0 w 2309168"/>
                <a:gd name="connsiteY0" fmla="*/ 226614 h 746388"/>
                <a:gd name="connsiteX1" fmla="*/ 1166388 w 2309168"/>
                <a:gd name="connsiteY1" fmla="*/ 253 h 746388"/>
                <a:gd name="connsiteX2" fmla="*/ 2309168 w 2309168"/>
                <a:gd name="connsiteY2" fmla="*/ 270332 h 746388"/>
                <a:gd name="connsiteX3" fmla="*/ 2121417 w 2309168"/>
                <a:gd name="connsiteY3" fmla="*/ 707695 h 746388"/>
                <a:gd name="connsiteX4" fmla="*/ 1156661 w 2309168"/>
                <a:gd name="connsiteY4" fmla="*/ 480324 h 746388"/>
                <a:gd name="connsiteX5" fmla="*/ 139604 w 2309168"/>
                <a:gd name="connsiteY5" fmla="*/ 746388 h 746388"/>
                <a:gd name="connsiteX6" fmla="*/ 0 w 2309168"/>
                <a:gd name="connsiteY6" fmla="*/ 226614 h 746388"/>
                <a:gd name="connsiteX0" fmla="*/ 0 w 2309168"/>
                <a:gd name="connsiteY0" fmla="*/ 231692 h 746328"/>
                <a:gd name="connsiteX1" fmla="*/ 1166388 w 2309168"/>
                <a:gd name="connsiteY1" fmla="*/ 193 h 746328"/>
                <a:gd name="connsiteX2" fmla="*/ 2309168 w 2309168"/>
                <a:gd name="connsiteY2" fmla="*/ 270272 h 746328"/>
                <a:gd name="connsiteX3" fmla="*/ 2121417 w 2309168"/>
                <a:gd name="connsiteY3" fmla="*/ 707635 h 746328"/>
                <a:gd name="connsiteX4" fmla="*/ 1156661 w 2309168"/>
                <a:gd name="connsiteY4" fmla="*/ 480264 h 746328"/>
                <a:gd name="connsiteX5" fmla="*/ 139604 w 2309168"/>
                <a:gd name="connsiteY5" fmla="*/ 746328 h 746328"/>
                <a:gd name="connsiteX6" fmla="*/ 0 w 2309168"/>
                <a:gd name="connsiteY6" fmla="*/ 231692 h 746328"/>
                <a:gd name="connsiteX0" fmla="*/ 0 w 2309168"/>
                <a:gd name="connsiteY0" fmla="*/ 231692 h 707635"/>
                <a:gd name="connsiteX1" fmla="*/ 1166388 w 2309168"/>
                <a:gd name="connsiteY1" fmla="*/ 193 h 707635"/>
                <a:gd name="connsiteX2" fmla="*/ 2309168 w 2309168"/>
                <a:gd name="connsiteY2" fmla="*/ 270272 h 707635"/>
                <a:gd name="connsiteX3" fmla="*/ 2121417 w 2309168"/>
                <a:gd name="connsiteY3" fmla="*/ 707635 h 707635"/>
                <a:gd name="connsiteX4" fmla="*/ 1156661 w 2309168"/>
                <a:gd name="connsiteY4" fmla="*/ 480264 h 707635"/>
                <a:gd name="connsiteX5" fmla="*/ 172995 w 2309168"/>
                <a:gd name="connsiteY5" fmla="*/ 684683 h 707635"/>
                <a:gd name="connsiteX6" fmla="*/ 0 w 2309168"/>
                <a:gd name="connsiteY6" fmla="*/ 231692 h 707635"/>
                <a:gd name="connsiteX0" fmla="*/ 0 w 2309168"/>
                <a:gd name="connsiteY0" fmla="*/ 231692 h 707635"/>
                <a:gd name="connsiteX1" fmla="*/ 1166388 w 2309168"/>
                <a:gd name="connsiteY1" fmla="*/ 193 h 707635"/>
                <a:gd name="connsiteX2" fmla="*/ 2309168 w 2309168"/>
                <a:gd name="connsiteY2" fmla="*/ 270272 h 707635"/>
                <a:gd name="connsiteX3" fmla="*/ 2121417 w 2309168"/>
                <a:gd name="connsiteY3" fmla="*/ 707635 h 707635"/>
                <a:gd name="connsiteX4" fmla="*/ 1156661 w 2309168"/>
                <a:gd name="connsiteY4" fmla="*/ 480264 h 707635"/>
                <a:gd name="connsiteX5" fmla="*/ 172995 w 2309168"/>
                <a:gd name="connsiteY5" fmla="*/ 684683 h 707635"/>
                <a:gd name="connsiteX6" fmla="*/ 0 w 2309168"/>
                <a:gd name="connsiteY6" fmla="*/ 231692 h 707635"/>
                <a:gd name="connsiteX0" fmla="*/ 0 w 2309168"/>
                <a:gd name="connsiteY0" fmla="*/ 231692 h 715340"/>
                <a:gd name="connsiteX1" fmla="*/ 1166388 w 2309168"/>
                <a:gd name="connsiteY1" fmla="*/ 193 h 715340"/>
                <a:gd name="connsiteX2" fmla="*/ 2309168 w 2309168"/>
                <a:gd name="connsiteY2" fmla="*/ 270272 h 715340"/>
                <a:gd name="connsiteX3" fmla="*/ 2123986 w 2309168"/>
                <a:gd name="connsiteY3" fmla="*/ 715340 h 715340"/>
                <a:gd name="connsiteX4" fmla="*/ 1156661 w 2309168"/>
                <a:gd name="connsiteY4" fmla="*/ 480264 h 715340"/>
                <a:gd name="connsiteX5" fmla="*/ 172995 w 2309168"/>
                <a:gd name="connsiteY5" fmla="*/ 684683 h 715340"/>
                <a:gd name="connsiteX6" fmla="*/ 0 w 2309168"/>
                <a:gd name="connsiteY6" fmla="*/ 231692 h 715340"/>
                <a:gd name="connsiteX0" fmla="*/ 0 w 2309168"/>
                <a:gd name="connsiteY0" fmla="*/ 231692 h 715340"/>
                <a:gd name="connsiteX1" fmla="*/ 1166388 w 2309168"/>
                <a:gd name="connsiteY1" fmla="*/ 193 h 715340"/>
                <a:gd name="connsiteX2" fmla="*/ 2309168 w 2309168"/>
                <a:gd name="connsiteY2" fmla="*/ 270272 h 715340"/>
                <a:gd name="connsiteX3" fmla="*/ 2123986 w 2309168"/>
                <a:gd name="connsiteY3" fmla="*/ 715340 h 715340"/>
                <a:gd name="connsiteX4" fmla="*/ 1156661 w 2309168"/>
                <a:gd name="connsiteY4" fmla="*/ 480264 h 715340"/>
                <a:gd name="connsiteX5" fmla="*/ 172995 w 2309168"/>
                <a:gd name="connsiteY5" fmla="*/ 684683 h 715340"/>
                <a:gd name="connsiteX6" fmla="*/ 0 w 2309168"/>
                <a:gd name="connsiteY6" fmla="*/ 231692 h 715340"/>
                <a:gd name="connsiteX0" fmla="*/ 0 w 2309168"/>
                <a:gd name="connsiteY0" fmla="*/ 231692 h 715340"/>
                <a:gd name="connsiteX1" fmla="*/ 1166388 w 2309168"/>
                <a:gd name="connsiteY1" fmla="*/ 193 h 715340"/>
                <a:gd name="connsiteX2" fmla="*/ 2309168 w 2309168"/>
                <a:gd name="connsiteY2" fmla="*/ 270272 h 715340"/>
                <a:gd name="connsiteX3" fmla="*/ 2123986 w 2309168"/>
                <a:gd name="connsiteY3" fmla="*/ 715340 h 715340"/>
                <a:gd name="connsiteX4" fmla="*/ 1156661 w 2309168"/>
                <a:gd name="connsiteY4" fmla="*/ 480264 h 715340"/>
                <a:gd name="connsiteX5" fmla="*/ 172995 w 2309168"/>
                <a:gd name="connsiteY5" fmla="*/ 684683 h 715340"/>
                <a:gd name="connsiteX6" fmla="*/ 0 w 2309168"/>
                <a:gd name="connsiteY6" fmla="*/ 231692 h 715340"/>
                <a:gd name="connsiteX0" fmla="*/ 0 w 2314305"/>
                <a:gd name="connsiteY0" fmla="*/ 231543 h 715191"/>
                <a:gd name="connsiteX1" fmla="*/ 1166388 w 2314305"/>
                <a:gd name="connsiteY1" fmla="*/ 44 h 715191"/>
                <a:gd name="connsiteX2" fmla="*/ 2314305 w 2314305"/>
                <a:gd name="connsiteY2" fmla="*/ 249575 h 715191"/>
                <a:gd name="connsiteX3" fmla="*/ 2123986 w 2314305"/>
                <a:gd name="connsiteY3" fmla="*/ 715191 h 715191"/>
                <a:gd name="connsiteX4" fmla="*/ 1156661 w 2314305"/>
                <a:gd name="connsiteY4" fmla="*/ 480115 h 715191"/>
                <a:gd name="connsiteX5" fmla="*/ 172995 w 2314305"/>
                <a:gd name="connsiteY5" fmla="*/ 684534 h 715191"/>
                <a:gd name="connsiteX6" fmla="*/ 0 w 2314305"/>
                <a:gd name="connsiteY6" fmla="*/ 231543 h 715191"/>
                <a:gd name="connsiteX0" fmla="*/ 0 w 2314305"/>
                <a:gd name="connsiteY0" fmla="*/ 231543 h 715191"/>
                <a:gd name="connsiteX1" fmla="*/ 1166388 w 2314305"/>
                <a:gd name="connsiteY1" fmla="*/ 44 h 715191"/>
                <a:gd name="connsiteX2" fmla="*/ 2314305 w 2314305"/>
                <a:gd name="connsiteY2" fmla="*/ 249575 h 715191"/>
                <a:gd name="connsiteX3" fmla="*/ 2123986 w 2314305"/>
                <a:gd name="connsiteY3" fmla="*/ 715191 h 715191"/>
                <a:gd name="connsiteX4" fmla="*/ 1156661 w 2314305"/>
                <a:gd name="connsiteY4" fmla="*/ 480115 h 715191"/>
                <a:gd name="connsiteX5" fmla="*/ 172995 w 2314305"/>
                <a:gd name="connsiteY5" fmla="*/ 684534 h 715191"/>
                <a:gd name="connsiteX6" fmla="*/ 0 w 2314305"/>
                <a:gd name="connsiteY6" fmla="*/ 231543 h 715191"/>
                <a:gd name="connsiteX0" fmla="*/ 0 w 2314305"/>
                <a:gd name="connsiteY0" fmla="*/ 231550 h 715198"/>
                <a:gd name="connsiteX1" fmla="*/ 1166388 w 2314305"/>
                <a:gd name="connsiteY1" fmla="*/ 51 h 715198"/>
                <a:gd name="connsiteX2" fmla="*/ 2314305 w 2314305"/>
                <a:gd name="connsiteY2" fmla="*/ 249582 h 715198"/>
                <a:gd name="connsiteX3" fmla="*/ 2123986 w 2314305"/>
                <a:gd name="connsiteY3" fmla="*/ 715198 h 715198"/>
                <a:gd name="connsiteX4" fmla="*/ 1156661 w 2314305"/>
                <a:gd name="connsiteY4" fmla="*/ 480122 h 715198"/>
                <a:gd name="connsiteX5" fmla="*/ 172995 w 2314305"/>
                <a:gd name="connsiteY5" fmla="*/ 684541 h 715198"/>
                <a:gd name="connsiteX6" fmla="*/ 0 w 2314305"/>
                <a:gd name="connsiteY6" fmla="*/ 231550 h 715198"/>
                <a:gd name="connsiteX0" fmla="*/ 0 w 2314305"/>
                <a:gd name="connsiteY0" fmla="*/ 233092 h 716740"/>
                <a:gd name="connsiteX1" fmla="*/ 1166388 w 2314305"/>
                <a:gd name="connsiteY1" fmla="*/ 1593 h 716740"/>
                <a:gd name="connsiteX2" fmla="*/ 2314305 w 2314305"/>
                <a:gd name="connsiteY2" fmla="*/ 251124 h 716740"/>
                <a:gd name="connsiteX3" fmla="*/ 2123986 w 2314305"/>
                <a:gd name="connsiteY3" fmla="*/ 716740 h 716740"/>
                <a:gd name="connsiteX4" fmla="*/ 1156661 w 2314305"/>
                <a:gd name="connsiteY4" fmla="*/ 481664 h 716740"/>
                <a:gd name="connsiteX5" fmla="*/ 172995 w 2314305"/>
                <a:gd name="connsiteY5" fmla="*/ 686083 h 716740"/>
                <a:gd name="connsiteX6" fmla="*/ 0 w 2314305"/>
                <a:gd name="connsiteY6" fmla="*/ 233092 h 716740"/>
                <a:gd name="connsiteX0" fmla="*/ 0 w 2314305"/>
                <a:gd name="connsiteY0" fmla="*/ 231523 h 715171"/>
                <a:gd name="connsiteX1" fmla="*/ 1166388 w 2314305"/>
                <a:gd name="connsiteY1" fmla="*/ 24 h 715171"/>
                <a:gd name="connsiteX2" fmla="*/ 2314305 w 2314305"/>
                <a:gd name="connsiteY2" fmla="*/ 249555 h 715171"/>
                <a:gd name="connsiteX3" fmla="*/ 2123986 w 2314305"/>
                <a:gd name="connsiteY3" fmla="*/ 715171 h 715171"/>
                <a:gd name="connsiteX4" fmla="*/ 1156661 w 2314305"/>
                <a:gd name="connsiteY4" fmla="*/ 480095 h 715171"/>
                <a:gd name="connsiteX5" fmla="*/ 172995 w 2314305"/>
                <a:gd name="connsiteY5" fmla="*/ 684514 h 715171"/>
                <a:gd name="connsiteX6" fmla="*/ 0 w 2314305"/>
                <a:gd name="connsiteY6" fmla="*/ 231523 h 715171"/>
                <a:gd name="connsiteX0" fmla="*/ 0 w 2314305"/>
                <a:gd name="connsiteY0" fmla="*/ 231550 h 715198"/>
                <a:gd name="connsiteX1" fmla="*/ 1166388 w 2314305"/>
                <a:gd name="connsiteY1" fmla="*/ 51 h 715198"/>
                <a:gd name="connsiteX2" fmla="*/ 2314305 w 2314305"/>
                <a:gd name="connsiteY2" fmla="*/ 249582 h 715198"/>
                <a:gd name="connsiteX3" fmla="*/ 2123986 w 2314305"/>
                <a:gd name="connsiteY3" fmla="*/ 715198 h 715198"/>
                <a:gd name="connsiteX4" fmla="*/ 1156661 w 2314305"/>
                <a:gd name="connsiteY4" fmla="*/ 480122 h 715198"/>
                <a:gd name="connsiteX5" fmla="*/ 172995 w 2314305"/>
                <a:gd name="connsiteY5" fmla="*/ 684541 h 715198"/>
                <a:gd name="connsiteX6" fmla="*/ 0 w 2314305"/>
                <a:gd name="connsiteY6" fmla="*/ 231550 h 715198"/>
                <a:gd name="connsiteX0" fmla="*/ 0 w 2314305"/>
                <a:gd name="connsiteY0" fmla="*/ 232088 h 715736"/>
                <a:gd name="connsiteX1" fmla="*/ 1166388 w 2314305"/>
                <a:gd name="connsiteY1" fmla="*/ 589 h 715736"/>
                <a:gd name="connsiteX2" fmla="*/ 2314305 w 2314305"/>
                <a:gd name="connsiteY2" fmla="*/ 250120 h 715736"/>
                <a:gd name="connsiteX3" fmla="*/ 2123986 w 2314305"/>
                <a:gd name="connsiteY3" fmla="*/ 715736 h 715736"/>
                <a:gd name="connsiteX4" fmla="*/ 1156661 w 2314305"/>
                <a:gd name="connsiteY4" fmla="*/ 480660 h 715736"/>
                <a:gd name="connsiteX5" fmla="*/ 172995 w 2314305"/>
                <a:gd name="connsiteY5" fmla="*/ 685079 h 715736"/>
                <a:gd name="connsiteX6" fmla="*/ 0 w 2314305"/>
                <a:gd name="connsiteY6" fmla="*/ 232088 h 715736"/>
                <a:gd name="connsiteX0" fmla="*/ 0 w 2314305"/>
                <a:gd name="connsiteY0" fmla="*/ 232088 h 715736"/>
                <a:gd name="connsiteX1" fmla="*/ 1166388 w 2314305"/>
                <a:gd name="connsiteY1" fmla="*/ 589 h 715736"/>
                <a:gd name="connsiteX2" fmla="*/ 2314305 w 2314305"/>
                <a:gd name="connsiteY2" fmla="*/ 250120 h 715736"/>
                <a:gd name="connsiteX3" fmla="*/ 2123986 w 2314305"/>
                <a:gd name="connsiteY3" fmla="*/ 715736 h 715736"/>
                <a:gd name="connsiteX4" fmla="*/ 1156661 w 2314305"/>
                <a:gd name="connsiteY4" fmla="*/ 480660 h 715736"/>
                <a:gd name="connsiteX5" fmla="*/ 172995 w 2314305"/>
                <a:gd name="connsiteY5" fmla="*/ 685079 h 715736"/>
                <a:gd name="connsiteX6" fmla="*/ 0 w 2314305"/>
                <a:gd name="connsiteY6" fmla="*/ 232088 h 715736"/>
                <a:gd name="connsiteX0" fmla="*/ 0 w 2314305"/>
                <a:gd name="connsiteY0" fmla="*/ 232088 h 715736"/>
                <a:gd name="connsiteX1" fmla="*/ 1166388 w 2314305"/>
                <a:gd name="connsiteY1" fmla="*/ 589 h 715736"/>
                <a:gd name="connsiteX2" fmla="*/ 2314305 w 2314305"/>
                <a:gd name="connsiteY2" fmla="*/ 250120 h 715736"/>
                <a:gd name="connsiteX3" fmla="*/ 2123986 w 2314305"/>
                <a:gd name="connsiteY3" fmla="*/ 715736 h 715736"/>
                <a:gd name="connsiteX4" fmla="*/ 1156661 w 2314305"/>
                <a:gd name="connsiteY4" fmla="*/ 480660 h 715736"/>
                <a:gd name="connsiteX5" fmla="*/ 172995 w 2314305"/>
                <a:gd name="connsiteY5" fmla="*/ 685079 h 715736"/>
                <a:gd name="connsiteX6" fmla="*/ 0 w 2314305"/>
                <a:gd name="connsiteY6" fmla="*/ 232088 h 715736"/>
                <a:gd name="connsiteX0" fmla="*/ 0 w 2314305"/>
                <a:gd name="connsiteY0" fmla="*/ 232060 h 715708"/>
                <a:gd name="connsiteX1" fmla="*/ 1166388 w 2314305"/>
                <a:gd name="connsiteY1" fmla="*/ 561 h 715708"/>
                <a:gd name="connsiteX2" fmla="*/ 2314305 w 2314305"/>
                <a:gd name="connsiteY2" fmla="*/ 250092 h 715708"/>
                <a:gd name="connsiteX3" fmla="*/ 2123986 w 2314305"/>
                <a:gd name="connsiteY3" fmla="*/ 715708 h 715708"/>
                <a:gd name="connsiteX4" fmla="*/ 1156661 w 2314305"/>
                <a:gd name="connsiteY4" fmla="*/ 480632 h 715708"/>
                <a:gd name="connsiteX5" fmla="*/ 172995 w 2314305"/>
                <a:gd name="connsiteY5" fmla="*/ 685051 h 715708"/>
                <a:gd name="connsiteX6" fmla="*/ 0 w 2314305"/>
                <a:gd name="connsiteY6" fmla="*/ 232060 h 7157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314305" h="715708">
                  <a:moveTo>
                    <a:pt x="0" y="232060"/>
                  </a:moveTo>
                  <a:cubicBezTo>
                    <a:pt x="116349" y="135016"/>
                    <a:pt x="772966" y="-10150"/>
                    <a:pt x="1166388" y="561"/>
                  </a:cubicBezTo>
                  <a:cubicBezTo>
                    <a:pt x="1559810" y="11272"/>
                    <a:pt x="1962415" y="54514"/>
                    <a:pt x="2314305" y="250092"/>
                  </a:cubicBezTo>
                  <a:cubicBezTo>
                    <a:pt x="2236857" y="411910"/>
                    <a:pt x="2305049" y="284904"/>
                    <a:pt x="2123986" y="715708"/>
                  </a:cubicBezTo>
                  <a:cubicBezTo>
                    <a:pt x="2077752" y="646036"/>
                    <a:pt x="1616289" y="480632"/>
                    <a:pt x="1156661" y="480632"/>
                  </a:cubicBezTo>
                  <a:cubicBezTo>
                    <a:pt x="697033" y="480632"/>
                    <a:pt x="257593" y="589531"/>
                    <a:pt x="172995" y="685051"/>
                  </a:cubicBezTo>
                  <a:lnTo>
                    <a:pt x="0" y="232060"/>
                  </a:lnTo>
                  <a:close/>
                </a:path>
              </a:pathLst>
            </a:custGeom>
            <a:solidFill>
              <a:srgbClr val="33CCCC"/>
            </a:solidFill>
            <a:ln>
              <a:solidFill>
                <a:srgbClr val="33CCC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8" name="Block Arc 1">
              <a:extLst>
                <a:ext uri="{FF2B5EF4-FFF2-40B4-BE49-F238E27FC236}">
                  <a16:creationId xmlns:a16="http://schemas.microsoft.com/office/drawing/2014/main" id="{EEB6683A-F906-BEBC-5893-5CB6A79F3293}"/>
                </a:ext>
              </a:extLst>
            </p:cNvPr>
            <p:cNvSpPr/>
            <p:nvPr/>
          </p:nvSpPr>
          <p:spPr>
            <a:xfrm rot="15530126">
              <a:off x="4891919" y="3623815"/>
              <a:ext cx="2314305" cy="715708"/>
            </a:xfrm>
            <a:custGeom>
              <a:avLst/>
              <a:gdLst>
                <a:gd name="connsiteX0" fmla="*/ 0 w 2391141"/>
                <a:gd name="connsiteY0" fmla="*/ 726679 h 1453358"/>
                <a:gd name="connsiteX1" fmla="*/ 1195571 w 2391141"/>
                <a:gd name="connsiteY1" fmla="*/ 0 h 1453358"/>
                <a:gd name="connsiteX2" fmla="*/ 2391142 w 2391141"/>
                <a:gd name="connsiteY2" fmla="*/ 726679 h 1453358"/>
                <a:gd name="connsiteX3" fmla="*/ 2027802 w 2391141"/>
                <a:gd name="connsiteY3" fmla="*/ 726679 h 1453358"/>
                <a:gd name="connsiteX4" fmla="*/ 1195571 w 2391141"/>
                <a:gd name="connsiteY4" fmla="*/ 363339 h 1453358"/>
                <a:gd name="connsiteX5" fmla="*/ 363340 w 2391141"/>
                <a:gd name="connsiteY5" fmla="*/ 726679 h 1453358"/>
                <a:gd name="connsiteX6" fmla="*/ 0 w 2391141"/>
                <a:gd name="connsiteY6" fmla="*/ 726679 h 1453358"/>
                <a:gd name="connsiteX0" fmla="*/ 0 w 2614878"/>
                <a:gd name="connsiteY0" fmla="*/ 727830 h 727830"/>
                <a:gd name="connsiteX1" fmla="*/ 1195571 w 2614878"/>
                <a:gd name="connsiteY1" fmla="*/ 1151 h 727830"/>
                <a:gd name="connsiteX2" fmla="*/ 2614878 w 2614878"/>
                <a:gd name="connsiteY2" fmla="*/ 611098 h 727830"/>
                <a:gd name="connsiteX3" fmla="*/ 2027802 w 2614878"/>
                <a:gd name="connsiteY3" fmla="*/ 727830 h 727830"/>
                <a:gd name="connsiteX4" fmla="*/ 1195571 w 2614878"/>
                <a:gd name="connsiteY4" fmla="*/ 364490 h 727830"/>
                <a:gd name="connsiteX5" fmla="*/ 363340 w 2614878"/>
                <a:gd name="connsiteY5" fmla="*/ 727830 h 727830"/>
                <a:gd name="connsiteX6" fmla="*/ 0 w 2614878"/>
                <a:gd name="connsiteY6" fmla="*/ 727830 h 727830"/>
                <a:gd name="connsiteX0" fmla="*/ 0 w 2614878"/>
                <a:gd name="connsiteY0" fmla="*/ 727830 h 727830"/>
                <a:gd name="connsiteX1" fmla="*/ 1195571 w 2614878"/>
                <a:gd name="connsiteY1" fmla="*/ 1151 h 727830"/>
                <a:gd name="connsiteX2" fmla="*/ 2614878 w 2614878"/>
                <a:gd name="connsiteY2" fmla="*/ 611098 h 727830"/>
                <a:gd name="connsiteX3" fmla="*/ 2251538 w 2614878"/>
                <a:gd name="connsiteY3" fmla="*/ 669464 h 727830"/>
                <a:gd name="connsiteX4" fmla="*/ 1195571 w 2614878"/>
                <a:gd name="connsiteY4" fmla="*/ 364490 h 727830"/>
                <a:gd name="connsiteX5" fmla="*/ 363340 w 2614878"/>
                <a:gd name="connsiteY5" fmla="*/ 727830 h 727830"/>
                <a:gd name="connsiteX6" fmla="*/ 0 w 2614878"/>
                <a:gd name="connsiteY6" fmla="*/ 727830 h 727830"/>
                <a:gd name="connsiteX0" fmla="*/ 0 w 2780249"/>
                <a:gd name="connsiteY0" fmla="*/ 590533 h 726720"/>
                <a:gd name="connsiteX1" fmla="*/ 1360942 w 2780249"/>
                <a:gd name="connsiteY1" fmla="*/ 41 h 726720"/>
                <a:gd name="connsiteX2" fmla="*/ 2780249 w 2780249"/>
                <a:gd name="connsiteY2" fmla="*/ 609988 h 726720"/>
                <a:gd name="connsiteX3" fmla="*/ 2416909 w 2780249"/>
                <a:gd name="connsiteY3" fmla="*/ 668354 h 726720"/>
                <a:gd name="connsiteX4" fmla="*/ 1360942 w 2780249"/>
                <a:gd name="connsiteY4" fmla="*/ 363380 h 726720"/>
                <a:gd name="connsiteX5" fmla="*/ 528711 w 2780249"/>
                <a:gd name="connsiteY5" fmla="*/ 726720 h 726720"/>
                <a:gd name="connsiteX6" fmla="*/ 0 w 2780249"/>
                <a:gd name="connsiteY6" fmla="*/ 590533 h 726720"/>
                <a:gd name="connsiteX0" fmla="*/ 0 w 2780249"/>
                <a:gd name="connsiteY0" fmla="*/ 590533 h 668354"/>
                <a:gd name="connsiteX1" fmla="*/ 1360942 w 2780249"/>
                <a:gd name="connsiteY1" fmla="*/ 41 h 668354"/>
                <a:gd name="connsiteX2" fmla="*/ 2780249 w 2780249"/>
                <a:gd name="connsiteY2" fmla="*/ 609988 h 668354"/>
                <a:gd name="connsiteX3" fmla="*/ 2416909 w 2780249"/>
                <a:gd name="connsiteY3" fmla="*/ 668354 h 668354"/>
                <a:gd name="connsiteX4" fmla="*/ 1360942 w 2780249"/>
                <a:gd name="connsiteY4" fmla="*/ 363380 h 668354"/>
                <a:gd name="connsiteX5" fmla="*/ 275792 w 2780249"/>
                <a:gd name="connsiteY5" fmla="*/ 639171 h 668354"/>
                <a:gd name="connsiteX6" fmla="*/ 0 w 2780249"/>
                <a:gd name="connsiteY6" fmla="*/ 590533 h 668354"/>
                <a:gd name="connsiteX0" fmla="*/ 0 w 2780249"/>
                <a:gd name="connsiteY0" fmla="*/ 590533 h 668354"/>
                <a:gd name="connsiteX1" fmla="*/ 1360942 w 2780249"/>
                <a:gd name="connsiteY1" fmla="*/ 41 h 668354"/>
                <a:gd name="connsiteX2" fmla="*/ 2780249 w 2780249"/>
                <a:gd name="connsiteY2" fmla="*/ 609988 h 668354"/>
                <a:gd name="connsiteX3" fmla="*/ 2416909 w 2780249"/>
                <a:gd name="connsiteY3" fmla="*/ 668354 h 668354"/>
                <a:gd name="connsiteX4" fmla="*/ 1351215 w 2780249"/>
                <a:gd name="connsiteY4" fmla="*/ 480112 h 668354"/>
                <a:gd name="connsiteX5" fmla="*/ 275792 w 2780249"/>
                <a:gd name="connsiteY5" fmla="*/ 639171 h 668354"/>
                <a:gd name="connsiteX6" fmla="*/ 0 w 2780249"/>
                <a:gd name="connsiteY6" fmla="*/ 590533 h 668354"/>
                <a:gd name="connsiteX0" fmla="*/ 0 w 2780249"/>
                <a:gd name="connsiteY0" fmla="*/ 590533 h 775358"/>
                <a:gd name="connsiteX1" fmla="*/ 1360942 w 2780249"/>
                <a:gd name="connsiteY1" fmla="*/ 41 h 775358"/>
                <a:gd name="connsiteX2" fmla="*/ 2780249 w 2780249"/>
                <a:gd name="connsiteY2" fmla="*/ 609988 h 775358"/>
                <a:gd name="connsiteX3" fmla="*/ 2329360 w 2780249"/>
                <a:gd name="connsiteY3" fmla="*/ 775358 h 775358"/>
                <a:gd name="connsiteX4" fmla="*/ 1351215 w 2780249"/>
                <a:gd name="connsiteY4" fmla="*/ 480112 h 775358"/>
                <a:gd name="connsiteX5" fmla="*/ 275792 w 2780249"/>
                <a:gd name="connsiteY5" fmla="*/ 639171 h 775358"/>
                <a:gd name="connsiteX6" fmla="*/ 0 w 2780249"/>
                <a:gd name="connsiteY6" fmla="*/ 590533 h 775358"/>
                <a:gd name="connsiteX0" fmla="*/ 0 w 2673245"/>
                <a:gd name="connsiteY0" fmla="*/ 600391 h 785216"/>
                <a:gd name="connsiteX1" fmla="*/ 1360942 w 2673245"/>
                <a:gd name="connsiteY1" fmla="*/ 9899 h 785216"/>
                <a:gd name="connsiteX2" fmla="*/ 2673245 w 2673245"/>
                <a:gd name="connsiteY2" fmla="*/ 405837 h 785216"/>
                <a:gd name="connsiteX3" fmla="*/ 2329360 w 2673245"/>
                <a:gd name="connsiteY3" fmla="*/ 785216 h 785216"/>
                <a:gd name="connsiteX4" fmla="*/ 1351215 w 2673245"/>
                <a:gd name="connsiteY4" fmla="*/ 489970 h 785216"/>
                <a:gd name="connsiteX5" fmla="*/ 275792 w 2673245"/>
                <a:gd name="connsiteY5" fmla="*/ 649029 h 785216"/>
                <a:gd name="connsiteX6" fmla="*/ 0 w 2673245"/>
                <a:gd name="connsiteY6" fmla="*/ 600391 h 785216"/>
                <a:gd name="connsiteX0" fmla="*/ 0 w 2673245"/>
                <a:gd name="connsiteY0" fmla="*/ 593348 h 778173"/>
                <a:gd name="connsiteX1" fmla="*/ 1360942 w 2673245"/>
                <a:gd name="connsiteY1" fmla="*/ 2856 h 778173"/>
                <a:gd name="connsiteX2" fmla="*/ 2673245 w 2673245"/>
                <a:gd name="connsiteY2" fmla="*/ 398794 h 778173"/>
                <a:gd name="connsiteX3" fmla="*/ 2329360 w 2673245"/>
                <a:gd name="connsiteY3" fmla="*/ 778173 h 778173"/>
                <a:gd name="connsiteX4" fmla="*/ 1351215 w 2673245"/>
                <a:gd name="connsiteY4" fmla="*/ 482927 h 778173"/>
                <a:gd name="connsiteX5" fmla="*/ 275792 w 2673245"/>
                <a:gd name="connsiteY5" fmla="*/ 641986 h 778173"/>
                <a:gd name="connsiteX6" fmla="*/ 0 w 2673245"/>
                <a:gd name="connsiteY6" fmla="*/ 593348 h 778173"/>
                <a:gd name="connsiteX0" fmla="*/ 0 w 2478691"/>
                <a:gd name="connsiteY0" fmla="*/ 293714 h 809279"/>
                <a:gd name="connsiteX1" fmla="*/ 1166388 w 2478691"/>
                <a:gd name="connsiteY1" fmla="*/ 33962 h 809279"/>
                <a:gd name="connsiteX2" fmla="*/ 2478691 w 2478691"/>
                <a:gd name="connsiteY2" fmla="*/ 429900 h 809279"/>
                <a:gd name="connsiteX3" fmla="*/ 2134806 w 2478691"/>
                <a:gd name="connsiteY3" fmla="*/ 809279 h 809279"/>
                <a:gd name="connsiteX4" fmla="*/ 1156661 w 2478691"/>
                <a:gd name="connsiteY4" fmla="*/ 514033 h 809279"/>
                <a:gd name="connsiteX5" fmla="*/ 81238 w 2478691"/>
                <a:gd name="connsiteY5" fmla="*/ 673092 h 809279"/>
                <a:gd name="connsiteX6" fmla="*/ 0 w 2478691"/>
                <a:gd name="connsiteY6" fmla="*/ 293714 h 809279"/>
                <a:gd name="connsiteX0" fmla="*/ 0 w 2478691"/>
                <a:gd name="connsiteY0" fmla="*/ 262275 h 777840"/>
                <a:gd name="connsiteX1" fmla="*/ 1166388 w 2478691"/>
                <a:gd name="connsiteY1" fmla="*/ 2523 h 777840"/>
                <a:gd name="connsiteX2" fmla="*/ 2478691 w 2478691"/>
                <a:gd name="connsiteY2" fmla="*/ 398461 h 777840"/>
                <a:gd name="connsiteX3" fmla="*/ 2134806 w 2478691"/>
                <a:gd name="connsiteY3" fmla="*/ 777840 h 777840"/>
                <a:gd name="connsiteX4" fmla="*/ 1156661 w 2478691"/>
                <a:gd name="connsiteY4" fmla="*/ 482594 h 777840"/>
                <a:gd name="connsiteX5" fmla="*/ 81238 w 2478691"/>
                <a:gd name="connsiteY5" fmla="*/ 641653 h 777840"/>
                <a:gd name="connsiteX6" fmla="*/ 0 w 2478691"/>
                <a:gd name="connsiteY6" fmla="*/ 262275 h 777840"/>
                <a:gd name="connsiteX0" fmla="*/ 0 w 2478691"/>
                <a:gd name="connsiteY0" fmla="*/ 262275 h 777841"/>
                <a:gd name="connsiteX1" fmla="*/ 1166388 w 2478691"/>
                <a:gd name="connsiteY1" fmla="*/ 2523 h 777841"/>
                <a:gd name="connsiteX2" fmla="*/ 2478691 w 2478691"/>
                <a:gd name="connsiteY2" fmla="*/ 398461 h 777841"/>
                <a:gd name="connsiteX3" fmla="*/ 2134806 w 2478691"/>
                <a:gd name="connsiteY3" fmla="*/ 777840 h 777841"/>
                <a:gd name="connsiteX4" fmla="*/ 1156661 w 2478691"/>
                <a:gd name="connsiteY4" fmla="*/ 482594 h 777841"/>
                <a:gd name="connsiteX5" fmla="*/ 178515 w 2478691"/>
                <a:gd name="connsiteY5" fmla="*/ 777841 h 777841"/>
                <a:gd name="connsiteX6" fmla="*/ 0 w 2478691"/>
                <a:gd name="connsiteY6" fmla="*/ 262275 h 777841"/>
                <a:gd name="connsiteX0" fmla="*/ 0 w 2478691"/>
                <a:gd name="connsiteY0" fmla="*/ 262275 h 777840"/>
                <a:gd name="connsiteX1" fmla="*/ 1166388 w 2478691"/>
                <a:gd name="connsiteY1" fmla="*/ 2523 h 777840"/>
                <a:gd name="connsiteX2" fmla="*/ 2478691 w 2478691"/>
                <a:gd name="connsiteY2" fmla="*/ 398461 h 777840"/>
                <a:gd name="connsiteX3" fmla="*/ 2134806 w 2478691"/>
                <a:gd name="connsiteY3" fmla="*/ 777840 h 777840"/>
                <a:gd name="connsiteX4" fmla="*/ 1156661 w 2478691"/>
                <a:gd name="connsiteY4" fmla="*/ 482594 h 777840"/>
                <a:gd name="connsiteX5" fmla="*/ 139604 w 2478691"/>
                <a:gd name="connsiteY5" fmla="*/ 748658 h 777840"/>
                <a:gd name="connsiteX6" fmla="*/ 0 w 2478691"/>
                <a:gd name="connsiteY6" fmla="*/ 262275 h 777840"/>
                <a:gd name="connsiteX0" fmla="*/ 0 w 2478691"/>
                <a:gd name="connsiteY0" fmla="*/ 262275 h 777840"/>
                <a:gd name="connsiteX1" fmla="*/ 1166388 w 2478691"/>
                <a:gd name="connsiteY1" fmla="*/ 2523 h 777840"/>
                <a:gd name="connsiteX2" fmla="*/ 2478691 w 2478691"/>
                <a:gd name="connsiteY2" fmla="*/ 398461 h 777840"/>
                <a:gd name="connsiteX3" fmla="*/ 2134806 w 2478691"/>
                <a:gd name="connsiteY3" fmla="*/ 777840 h 777840"/>
                <a:gd name="connsiteX4" fmla="*/ 1156661 w 2478691"/>
                <a:gd name="connsiteY4" fmla="*/ 482594 h 777840"/>
                <a:gd name="connsiteX5" fmla="*/ 139604 w 2478691"/>
                <a:gd name="connsiteY5" fmla="*/ 748658 h 777840"/>
                <a:gd name="connsiteX6" fmla="*/ 0 w 2478691"/>
                <a:gd name="connsiteY6" fmla="*/ 262275 h 777840"/>
                <a:gd name="connsiteX0" fmla="*/ 0 w 2478691"/>
                <a:gd name="connsiteY0" fmla="*/ 262275 h 797295"/>
                <a:gd name="connsiteX1" fmla="*/ 1166388 w 2478691"/>
                <a:gd name="connsiteY1" fmla="*/ 2523 h 797295"/>
                <a:gd name="connsiteX2" fmla="*/ 2478691 w 2478691"/>
                <a:gd name="connsiteY2" fmla="*/ 398461 h 797295"/>
                <a:gd name="connsiteX3" fmla="*/ 2144534 w 2478691"/>
                <a:gd name="connsiteY3" fmla="*/ 797295 h 797295"/>
                <a:gd name="connsiteX4" fmla="*/ 1156661 w 2478691"/>
                <a:gd name="connsiteY4" fmla="*/ 482594 h 797295"/>
                <a:gd name="connsiteX5" fmla="*/ 139604 w 2478691"/>
                <a:gd name="connsiteY5" fmla="*/ 748658 h 797295"/>
                <a:gd name="connsiteX6" fmla="*/ 0 w 2478691"/>
                <a:gd name="connsiteY6" fmla="*/ 262275 h 797295"/>
                <a:gd name="connsiteX0" fmla="*/ 0 w 2478691"/>
                <a:gd name="connsiteY0" fmla="*/ 262275 h 797295"/>
                <a:gd name="connsiteX1" fmla="*/ 1166388 w 2478691"/>
                <a:gd name="connsiteY1" fmla="*/ 2523 h 797295"/>
                <a:gd name="connsiteX2" fmla="*/ 2478691 w 2478691"/>
                <a:gd name="connsiteY2" fmla="*/ 398461 h 797295"/>
                <a:gd name="connsiteX3" fmla="*/ 2144534 w 2478691"/>
                <a:gd name="connsiteY3" fmla="*/ 797295 h 797295"/>
                <a:gd name="connsiteX4" fmla="*/ 1156661 w 2478691"/>
                <a:gd name="connsiteY4" fmla="*/ 482594 h 797295"/>
                <a:gd name="connsiteX5" fmla="*/ 139604 w 2478691"/>
                <a:gd name="connsiteY5" fmla="*/ 748658 h 797295"/>
                <a:gd name="connsiteX6" fmla="*/ 0 w 2478691"/>
                <a:gd name="connsiteY6" fmla="*/ 262275 h 797295"/>
                <a:gd name="connsiteX0" fmla="*/ 0 w 2309168"/>
                <a:gd name="connsiteY0" fmla="*/ 259772 h 794792"/>
                <a:gd name="connsiteX1" fmla="*/ 1166388 w 2309168"/>
                <a:gd name="connsiteY1" fmla="*/ 20 h 794792"/>
                <a:gd name="connsiteX2" fmla="*/ 2309168 w 2309168"/>
                <a:gd name="connsiteY2" fmla="*/ 270099 h 794792"/>
                <a:gd name="connsiteX3" fmla="*/ 2144534 w 2309168"/>
                <a:gd name="connsiteY3" fmla="*/ 794792 h 794792"/>
                <a:gd name="connsiteX4" fmla="*/ 1156661 w 2309168"/>
                <a:gd name="connsiteY4" fmla="*/ 480091 h 794792"/>
                <a:gd name="connsiteX5" fmla="*/ 139604 w 2309168"/>
                <a:gd name="connsiteY5" fmla="*/ 746155 h 794792"/>
                <a:gd name="connsiteX6" fmla="*/ 0 w 2309168"/>
                <a:gd name="connsiteY6" fmla="*/ 259772 h 794792"/>
                <a:gd name="connsiteX0" fmla="*/ 0 w 2309168"/>
                <a:gd name="connsiteY0" fmla="*/ 259772 h 794792"/>
                <a:gd name="connsiteX1" fmla="*/ 1166388 w 2309168"/>
                <a:gd name="connsiteY1" fmla="*/ 20 h 794792"/>
                <a:gd name="connsiteX2" fmla="*/ 2309168 w 2309168"/>
                <a:gd name="connsiteY2" fmla="*/ 270099 h 794792"/>
                <a:gd name="connsiteX3" fmla="*/ 2144534 w 2309168"/>
                <a:gd name="connsiteY3" fmla="*/ 794792 h 794792"/>
                <a:gd name="connsiteX4" fmla="*/ 1156661 w 2309168"/>
                <a:gd name="connsiteY4" fmla="*/ 480091 h 794792"/>
                <a:gd name="connsiteX5" fmla="*/ 139604 w 2309168"/>
                <a:gd name="connsiteY5" fmla="*/ 746155 h 794792"/>
                <a:gd name="connsiteX6" fmla="*/ 0 w 2309168"/>
                <a:gd name="connsiteY6" fmla="*/ 259772 h 794792"/>
                <a:gd name="connsiteX0" fmla="*/ 0 w 2309168"/>
                <a:gd name="connsiteY0" fmla="*/ 259772 h 746155"/>
                <a:gd name="connsiteX1" fmla="*/ 1166388 w 2309168"/>
                <a:gd name="connsiteY1" fmla="*/ 20 h 746155"/>
                <a:gd name="connsiteX2" fmla="*/ 2309168 w 2309168"/>
                <a:gd name="connsiteY2" fmla="*/ 270099 h 746155"/>
                <a:gd name="connsiteX3" fmla="*/ 2121417 w 2309168"/>
                <a:gd name="connsiteY3" fmla="*/ 707462 h 746155"/>
                <a:gd name="connsiteX4" fmla="*/ 1156661 w 2309168"/>
                <a:gd name="connsiteY4" fmla="*/ 480091 h 746155"/>
                <a:gd name="connsiteX5" fmla="*/ 139604 w 2309168"/>
                <a:gd name="connsiteY5" fmla="*/ 746155 h 746155"/>
                <a:gd name="connsiteX6" fmla="*/ 0 w 2309168"/>
                <a:gd name="connsiteY6" fmla="*/ 259772 h 746155"/>
                <a:gd name="connsiteX0" fmla="*/ 0 w 2309168"/>
                <a:gd name="connsiteY0" fmla="*/ 259772 h 746155"/>
                <a:gd name="connsiteX1" fmla="*/ 1166388 w 2309168"/>
                <a:gd name="connsiteY1" fmla="*/ 20 h 746155"/>
                <a:gd name="connsiteX2" fmla="*/ 2309168 w 2309168"/>
                <a:gd name="connsiteY2" fmla="*/ 270099 h 746155"/>
                <a:gd name="connsiteX3" fmla="*/ 2121417 w 2309168"/>
                <a:gd name="connsiteY3" fmla="*/ 707462 h 746155"/>
                <a:gd name="connsiteX4" fmla="*/ 1156661 w 2309168"/>
                <a:gd name="connsiteY4" fmla="*/ 480091 h 746155"/>
                <a:gd name="connsiteX5" fmla="*/ 139604 w 2309168"/>
                <a:gd name="connsiteY5" fmla="*/ 746155 h 746155"/>
                <a:gd name="connsiteX6" fmla="*/ 0 w 2309168"/>
                <a:gd name="connsiteY6" fmla="*/ 259772 h 746155"/>
                <a:gd name="connsiteX0" fmla="*/ 0 w 2309168"/>
                <a:gd name="connsiteY0" fmla="*/ 226793 h 746567"/>
                <a:gd name="connsiteX1" fmla="*/ 1166388 w 2309168"/>
                <a:gd name="connsiteY1" fmla="*/ 432 h 746567"/>
                <a:gd name="connsiteX2" fmla="*/ 2309168 w 2309168"/>
                <a:gd name="connsiteY2" fmla="*/ 270511 h 746567"/>
                <a:gd name="connsiteX3" fmla="*/ 2121417 w 2309168"/>
                <a:gd name="connsiteY3" fmla="*/ 707874 h 746567"/>
                <a:gd name="connsiteX4" fmla="*/ 1156661 w 2309168"/>
                <a:gd name="connsiteY4" fmla="*/ 480503 h 746567"/>
                <a:gd name="connsiteX5" fmla="*/ 139604 w 2309168"/>
                <a:gd name="connsiteY5" fmla="*/ 746567 h 746567"/>
                <a:gd name="connsiteX6" fmla="*/ 0 w 2309168"/>
                <a:gd name="connsiteY6" fmla="*/ 226793 h 746567"/>
                <a:gd name="connsiteX0" fmla="*/ 0 w 2309168"/>
                <a:gd name="connsiteY0" fmla="*/ 226663 h 746437"/>
                <a:gd name="connsiteX1" fmla="*/ 1166388 w 2309168"/>
                <a:gd name="connsiteY1" fmla="*/ 302 h 746437"/>
                <a:gd name="connsiteX2" fmla="*/ 2309168 w 2309168"/>
                <a:gd name="connsiteY2" fmla="*/ 270381 h 746437"/>
                <a:gd name="connsiteX3" fmla="*/ 2121417 w 2309168"/>
                <a:gd name="connsiteY3" fmla="*/ 707744 h 746437"/>
                <a:gd name="connsiteX4" fmla="*/ 1156661 w 2309168"/>
                <a:gd name="connsiteY4" fmla="*/ 480373 h 746437"/>
                <a:gd name="connsiteX5" fmla="*/ 139604 w 2309168"/>
                <a:gd name="connsiteY5" fmla="*/ 746437 h 746437"/>
                <a:gd name="connsiteX6" fmla="*/ 0 w 2309168"/>
                <a:gd name="connsiteY6" fmla="*/ 226663 h 746437"/>
                <a:gd name="connsiteX0" fmla="*/ 0 w 2309168"/>
                <a:gd name="connsiteY0" fmla="*/ 226614 h 746388"/>
                <a:gd name="connsiteX1" fmla="*/ 1166388 w 2309168"/>
                <a:gd name="connsiteY1" fmla="*/ 253 h 746388"/>
                <a:gd name="connsiteX2" fmla="*/ 2309168 w 2309168"/>
                <a:gd name="connsiteY2" fmla="*/ 270332 h 746388"/>
                <a:gd name="connsiteX3" fmla="*/ 2121417 w 2309168"/>
                <a:gd name="connsiteY3" fmla="*/ 707695 h 746388"/>
                <a:gd name="connsiteX4" fmla="*/ 1156661 w 2309168"/>
                <a:gd name="connsiteY4" fmla="*/ 480324 h 746388"/>
                <a:gd name="connsiteX5" fmla="*/ 139604 w 2309168"/>
                <a:gd name="connsiteY5" fmla="*/ 746388 h 746388"/>
                <a:gd name="connsiteX6" fmla="*/ 0 w 2309168"/>
                <a:gd name="connsiteY6" fmla="*/ 226614 h 746388"/>
                <a:gd name="connsiteX0" fmla="*/ 0 w 2309168"/>
                <a:gd name="connsiteY0" fmla="*/ 231692 h 746328"/>
                <a:gd name="connsiteX1" fmla="*/ 1166388 w 2309168"/>
                <a:gd name="connsiteY1" fmla="*/ 193 h 746328"/>
                <a:gd name="connsiteX2" fmla="*/ 2309168 w 2309168"/>
                <a:gd name="connsiteY2" fmla="*/ 270272 h 746328"/>
                <a:gd name="connsiteX3" fmla="*/ 2121417 w 2309168"/>
                <a:gd name="connsiteY3" fmla="*/ 707635 h 746328"/>
                <a:gd name="connsiteX4" fmla="*/ 1156661 w 2309168"/>
                <a:gd name="connsiteY4" fmla="*/ 480264 h 746328"/>
                <a:gd name="connsiteX5" fmla="*/ 139604 w 2309168"/>
                <a:gd name="connsiteY5" fmla="*/ 746328 h 746328"/>
                <a:gd name="connsiteX6" fmla="*/ 0 w 2309168"/>
                <a:gd name="connsiteY6" fmla="*/ 231692 h 746328"/>
                <a:gd name="connsiteX0" fmla="*/ 0 w 2309168"/>
                <a:gd name="connsiteY0" fmla="*/ 231692 h 707635"/>
                <a:gd name="connsiteX1" fmla="*/ 1166388 w 2309168"/>
                <a:gd name="connsiteY1" fmla="*/ 193 h 707635"/>
                <a:gd name="connsiteX2" fmla="*/ 2309168 w 2309168"/>
                <a:gd name="connsiteY2" fmla="*/ 270272 h 707635"/>
                <a:gd name="connsiteX3" fmla="*/ 2121417 w 2309168"/>
                <a:gd name="connsiteY3" fmla="*/ 707635 h 707635"/>
                <a:gd name="connsiteX4" fmla="*/ 1156661 w 2309168"/>
                <a:gd name="connsiteY4" fmla="*/ 480264 h 707635"/>
                <a:gd name="connsiteX5" fmla="*/ 172995 w 2309168"/>
                <a:gd name="connsiteY5" fmla="*/ 684683 h 707635"/>
                <a:gd name="connsiteX6" fmla="*/ 0 w 2309168"/>
                <a:gd name="connsiteY6" fmla="*/ 231692 h 707635"/>
                <a:gd name="connsiteX0" fmla="*/ 0 w 2309168"/>
                <a:gd name="connsiteY0" fmla="*/ 231692 h 707635"/>
                <a:gd name="connsiteX1" fmla="*/ 1166388 w 2309168"/>
                <a:gd name="connsiteY1" fmla="*/ 193 h 707635"/>
                <a:gd name="connsiteX2" fmla="*/ 2309168 w 2309168"/>
                <a:gd name="connsiteY2" fmla="*/ 270272 h 707635"/>
                <a:gd name="connsiteX3" fmla="*/ 2121417 w 2309168"/>
                <a:gd name="connsiteY3" fmla="*/ 707635 h 707635"/>
                <a:gd name="connsiteX4" fmla="*/ 1156661 w 2309168"/>
                <a:gd name="connsiteY4" fmla="*/ 480264 h 707635"/>
                <a:gd name="connsiteX5" fmla="*/ 172995 w 2309168"/>
                <a:gd name="connsiteY5" fmla="*/ 684683 h 707635"/>
                <a:gd name="connsiteX6" fmla="*/ 0 w 2309168"/>
                <a:gd name="connsiteY6" fmla="*/ 231692 h 707635"/>
                <a:gd name="connsiteX0" fmla="*/ 0 w 2309168"/>
                <a:gd name="connsiteY0" fmla="*/ 231692 h 715340"/>
                <a:gd name="connsiteX1" fmla="*/ 1166388 w 2309168"/>
                <a:gd name="connsiteY1" fmla="*/ 193 h 715340"/>
                <a:gd name="connsiteX2" fmla="*/ 2309168 w 2309168"/>
                <a:gd name="connsiteY2" fmla="*/ 270272 h 715340"/>
                <a:gd name="connsiteX3" fmla="*/ 2123986 w 2309168"/>
                <a:gd name="connsiteY3" fmla="*/ 715340 h 715340"/>
                <a:gd name="connsiteX4" fmla="*/ 1156661 w 2309168"/>
                <a:gd name="connsiteY4" fmla="*/ 480264 h 715340"/>
                <a:gd name="connsiteX5" fmla="*/ 172995 w 2309168"/>
                <a:gd name="connsiteY5" fmla="*/ 684683 h 715340"/>
                <a:gd name="connsiteX6" fmla="*/ 0 w 2309168"/>
                <a:gd name="connsiteY6" fmla="*/ 231692 h 715340"/>
                <a:gd name="connsiteX0" fmla="*/ 0 w 2309168"/>
                <a:gd name="connsiteY0" fmla="*/ 231692 h 715340"/>
                <a:gd name="connsiteX1" fmla="*/ 1166388 w 2309168"/>
                <a:gd name="connsiteY1" fmla="*/ 193 h 715340"/>
                <a:gd name="connsiteX2" fmla="*/ 2309168 w 2309168"/>
                <a:gd name="connsiteY2" fmla="*/ 270272 h 715340"/>
                <a:gd name="connsiteX3" fmla="*/ 2123986 w 2309168"/>
                <a:gd name="connsiteY3" fmla="*/ 715340 h 715340"/>
                <a:gd name="connsiteX4" fmla="*/ 1156661 w 2309168"/>
                <a:gd name="connsiteY4" fmla="*/ 480264 h 715340"/>
                <a:gd name="connsiteX5" fmla="*/ 172995 w 2309168"/>
                <a:gd name="connsiteY5" fmla="*/ 684683 h 715340"/>
                <a:gd name="connsiteX6" fmla="*/ 0 w 2309168"/>
                <a:gd name="connsiteY6" fmla="*/ 231692 h 715340"/>
                <a:gd name="connsiteX0" fmla="*/ 0 w 2309168"/>
                <a:gd name="connsiteY0" fmla="*/ 231692 h 715340"/>
                <a:gd name="connsiteX1" fmla="*/ 1166388 w 2309168"/>
                <a:gd name="connsiteY1" fmla="*/ 193 h 715340"/>
                <a:gd name="connsiteX2" fmla="*/ 2309168 w 2309168"/>
                <a:gd name="connsiteY2" fmla="*/ 270272 h 715340"/>
                <a:gd name="connsiteX3" fmla="*/ 2123986 w 2309168"/>
                <a:gd name="connsiteY3" fmla="*/ 715340 h 715340"/>
                <a:gd name="connsiteX4" fmla="*/ 1156661 w 2309168"/>
                <a:gd name="connsiteY4" fmla="*/ 480264 h 715340"/>
                <a:gd name="connsiteX5" fmla="*/ 172995 w 2309168"/>
                <a:gd name="connsiteY5" fmla="*/ 684683 h 715340"/>
                <a:gd name="connsiteX6" fmla="*/ 0 w 2309168"/>
                <a:gd name="connsiteY6" fmla="*/ 231692 h 715340"/>
                <a:gd name="connsiteX0" fmla="*/ 0 w 2314305"/>
                <a:gd name="connsiteY0" fmla="*/ 231543 h 715191"/>
                <a:gd name="connsiteX1" fmla="*/ 1166388 w 2314305"/>
                <a:gd name="connsiteY1" fmla="*/ 44 h 715191"/>
                <a:gd name="connsiteX2" fmla="*/ 2314305 w 2314305"/>
                <a:gd name="connsiteY2" fmla="*/ 249575 h 715191"/>
                <a:gd name="connsiteX3" fmla="*/ 2123986 w 2314305"/>
                <a:gd name="connsiteY3" fmla="*/ 715191 h 715191"/>
                <a:gd name="connsiteX4" fmla="*/ 1156661 w 2314305"/>
                <a:gd name="connsiteY4" fmla="*/ 480115 h 715191"/>
                <a:gd name="connsiteX5" fmla="*/ 172995 w 2314305"/>
                <a:gd name="connsiteY5" fmla="*/ 684534 h 715191"/>
                <a:gd name="connsiteX6" fmla="*/ 0 w 2314305"/>
                <a:gd name="connsiteY6" fmla="*/ 231543 h 715191"/>
                <a:gd name="connsiteX0" fmla="*/ 0 w 2314305"/>
                <a:gd name="connsiteY0" fmla="*/ 231543 h 715191"/>
                <a:gd name="connsiteX1" fmla="*/ 1166388 w 2314305"/>
                <a:gd name="connsiteY1" fmla="*/ 44 h 715191"/>
                <a:gd name="connsiteX2" fmla="*/ 2314305 w 2314305"/>
                <a:gd name="connsiteY2" fmla="*/ 249575 h 715191"/>
                <a:gd name="connsiteX3" fmla="*/ 2123986 w 2314305"/>
                <a:gd name="connsiteY3" fmla="*/ 715191 h 715191"/>
                <a:gd name="connsiteX4" fmla="*/ 1156661 w 2314305"/>
                <a:gd name="connsiteY4" fmla="*/ 480115 h 715191"/>
                <a:gd name="connsiteX5" fmla="*/ 172995 w 2314305"/>
                <a:gd name="connsiteY5" fmla="*/ 684534 h 715191"/>
                <a:gd name="connsiteX6" fmla="*/ 0 w 2314305"/>
                <a:gd name="connsiteY6" fmla="*/ 231543 h 715191"/>
                <a:gd name="connsiteX0" fmla="*/ 0 w 2314305"/>
                <a:gd name="connsiteY0" fmla="*/ 231550 h 715198"/>
                <a:gd name="connsiteX1" fmla="*/ 1166388 w 2314305"/>
                <a:gd name="connsiteY1" fmla="*/ 51 h 715198"/>
                <a:gd name="connsiteX2" fmla="*/ 2314305 w 2314305"/>
                <a:gd name="connsiteY2" fmla="*/ 249582 h 715198"/>
                <a:gd name="connsiteX3" fmla="*/ 2123986 w 2314305"/>
                <a:gd name="connsiteY3" fmla="*/ 715198 h 715198"/>
                <a:gd name="connsiteX4" fmla="*/ 1156661 w 2314305"/>
                <a:gd name="connsiteY4" fmla="*/ 480122 h 715198"/>
                <a:gd name="connsiteX5" fmla="*/ 172995 w 2314305"/>
                <a:gd name="connsiteY5" fmla="*/ 684541 h 715198"/>
                <a:gd name="connsiteX6" fmla="*/ 0 w 2314305"/>
                <a:gd name="connsiteY6" fmla="*/ 231550 h 715198"/>
                <a:gd name="connsiteX0" fmla="*/ 0 w 2314305"/>
                <a:gd name="connsiteY0" fmla="*/ 233092 h 716740"/>
                <a:gd name="connsiteX1" fmla="*/ 1166388 w 2314305"/>
                <a:gd name="connsiteY1" fmla="*/ 1593 h 716740"/>
                <a:gd name="connsiteX2" fmla="*/ 2314305 w 2314305"/>
                <a:gd name="connsiteY2" fmla="*/ 251124 h 716740"/>
                <a:gd name="connsiteX3" fmla="*/ 2123986 w 2314305"/>
                <a:gd name="connsiteY3" fmla="*/ 716740 h 716740"/>
                <a:gd name="connsiteX4" fmla="*/ 1156661 w 2314305"/>
                <a:gd name="connsiteY4" fmla="*/ 481664 h 716740"/>
                <a:gd name="connsiteX5" fmla="*/ 172995 w 2314305"/>
                <a:gd name="connsiteY5" fmla="*/ 686083 h 716740"/>
                <a:gd name="connsiteX6" fmla="*/ 0 w 2314305"/>
                <a:gd name="connsiteY6" fmla="*/ 233092 h 716740"/>
                <a:gd name="connsiteX0" fmla="*/ 0 w 2314305"/>
                <a:gd name="connsiteY0" fmla="*/ 231523 h 715171"/>
                <a:gd name="connsiteX1" fmla="*/ 1166388 w 2314305"/>
                <a:gd name="connsiteY1" fmla="*/ 24 h 715171"/>
                <a:gd name="connsiteX2" fmla="*/ 2314305 w 2314305"/>
                <a:gd name="connsiteY2" fmla="*/ 249555 h 715171"/>
                <a:gd name="connsiteX3" fmla="*/ 2123986 w 2314305"/>
                <a:gd name="connsiteY3" fmla="*/ 715171 h 715171"/>
                <a:gd name="connsiteX4" fmla="*/ 1156661 w 2314305"/>
                <a:gd name="connsiteY4" fmla="*/ 480095 h 715171"/>
                <a:gd name="connsiteX5" fmla="*/ 172995 w 2314305"/>
                <a:gd name="connsiteY5" fmla="*/ 684514 h 715171"/>
                <a:gd name="connsiteX6" fmla="*/ 0 w 2314305"/>
                <a:gd name="connsiteY6" fmla="*/ 231523 h 715171"/>
                <a:gd name="connsiteX0" fmla="*/ 0 w 2314305"/>
                <a:gd name="connsiteY0" fmla="*/ 231550 h 715198"/>
                <a:gd name="connsiteX1" fmla="*/ 1166388 w 2314305"/>
                <a:gd name="connsiteY1" fmla="*/ 51 h 715198"/>
                <a:gd name="connsiteX2" fmla="*/ 2314305 w 2314305"/>
                <a:gd name="connsiteY2" fmla="*/ 249582 h 715198"/>
                <a:gd name="connsiteX3" fmla="*/ 2123986 w 2314305"/>
                <a:gd name="connsiteY3" fmla="*/ 715198 h 715198"/>
                <a:gd name="connsiteX4" fmla="*/ 1156661 w 2314305"/>
                <a:gd name="connsiteY4" fmla="*/ 480122 h 715198"/>
                <a:gd name="connsiteX5" fmla="*/ 172995 w 2314305"/>
                <a:gd name="connsiteY5" fmla="*/ 684541 h 715198"/>
                <a:gd name="connsiteX6" fmla="*/ 0 w 2314305"/>
                <a:gd name="connsiteY6" fmla="*/ 231550 h 715198"/>
                <a:gd name="connsiteX0" fmla="*/ 0 w 2314305"/>
                <a:gd name="connsiteY0" fmla="*/ 232088 h 715736"/>
                <a:gd name="connsiteX1" fmla="*/ 1166388 w 2314305"/>
                <a:gd name="connsiteY1" fmla="*/ 589 h 715736"/>
                <a:gd name="connsiteX2" fmla="*/ 2314305 w 2314305"/>
                <a:gd name="connsiteY2" fmla="*/ 250120 h 715736"/>
                <a:gd name="connsiteX3" fmla="*/ 2123986 w 2314305"/>
                <a:gd name="connsiteY3" fmla="*/ 715736 h 715736"/>
                <a:gd name="connsiteX4" fmla="*/ 1156661 w 2314305"/>
                <a:gd name="connsiteY4" fmla="*/ 480660 h 715736"/>
                <a:gd name="connsiteX5" fmla="*/ 172995 w 2314305"/>
                <a:gd name="connsiteY5" fmla="*/ 685079 h 715736"/>
                <a:gd name="connsiteX6" fmla="*/ 0 w 2314305"/>
                <a:gd name="connsiteY6" fmla="*/ 232088 h 715736"/>
                <a:gd name="connsiteX0" fmla="*/ 0 w 2314305"/>
                <a:gd name="connsiteY0" fmla="*/ 232088 h 715736"/>
                <a:gd name="connsiteX1" fmla="*/ 1166388 w 2314305"/>
                <a:gd name="connsiteY1" fmla="*/ 589 h 715736"/>
                <a:gd name="connsiteX2" fmla="*/ 2314305 w 2314305"/>
                <a:gd name="connsiteY2" fmla="*/ 250120 h 715736"/>
                <a:gd name="connsiteX3" fmla="*/ 2123986 w 2314305"/>
                <a:gd name="connsiteY3" fmla="*/ 715736 h 715736"/>
                <a:gd name="connsiteX4" fmla="*/ 1156661 w 2314305"/>
                <a:gd name="connsiteY4" fmla="*/ 480660 h 715736"/>
                <a:gd name="connsiteX5" fmla="*/ 172995 w 2314305"/>
                <a:gd name="connsiteY5" fmla="*/ 685079 h 715736"/>
                <a:gd name="connsiteX6" fmla="*/ 0 w 2314305"/>
                <a:gd name="connsiteY6" fmla="*/ 232088 h 715736"/>
                <a:gd name="connsiteX0" fmla="*/ 0 w 2314305"/>
                <a:gd name="connsiteY0" fmla="*/ 232088 h 715736"/>
                <a:gd name="connsiteX1" fmla="*/ 1166388 w 2314305"/>
                <a:gd name="connsiteY1" fmla="*/ 589 h 715736"/>
                <a:gd name="connsiteX2" fmla="*/ 2314305 w 2314305"/>
                <a:gd name="connsiteY2" fmla="*/ 250120 h 715736"/>
                <a:gd name="connsiteX3" fmla="*/ 2123986 w 2314305"/>
                <a:gd name="connsiteY3" fmla="*/ 715736 h 715736"/>
                <a:gd name="connsiteX4" fmla="*/ 1156661 w 2314305"/>
                <a:gd name="connsiteY4" fmla="*/ 480660 h 715736"/>
                <a:gd name="connsiteX5" fmla="*/ 172995 w 2314305"/>
                <a:gd name="connsiteY5" fmla="*/ 685079 h 715736"/>
                <a:gd name="connsiteX6" fmla="*/ 0 w 2314305"/>
                <a:gd name="connsiteY6" fmla="*/ 232088 h 715736"/>
                <a:gd name="connsiteX0" fmla="*/ 0 w 2314305"/>
                <a:gd name="connsiteY0" fmla="*/ 232060 h 715708"/>
                <a:gd name="connsiteX1" fmla="*/ 1166388 w 2314305"/>
                <a:gd name="connsiteY1" fmla="*/ 561 h 715708"/>
                <a:gd name="connsiteX2" fmla="*/ 2314305 w 2314305"/>
                <a:gd name="connsiteY2" fmla="*/ 250092 h 715708"/>
                <a:gd name="connsiteX3" fmla="*/ 2123986 w 2314305"/>
                <a:gd name="connsiteY3" fmla="*/ 715708 h 715708"/>
                <a:gd name="connsiteX4" fmla="*/ 1156661 w 2314305"/>
                <a:gd name="connsiteY4" fmla="*/ 480632 h 715708"/>
                <a:gd name="connsiteX5" fmla="*/ 172995 w 2314305"/>
                <a:gd name="connsiteY5" fmla="*/ 685051 h 715708"/>
                <a:gd name="connsiteX6" fmla="*/ 0 w 2314305"/>
                <a:gd name="connsiteY6" fmla="*/ 232060 h 7157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314305" h="715708">
                  <a:moveTo>
                    <a:pt x="0" y="232060"/>
                  </a:moveTo>
                  <a:cubicBezTo>
                    <a:pt x="116349" y="135016"/>
                    <a:pt x="772966" y="-10150"/>
                    <a:pt x="1166388" y="561"/>
                  </a:cubicBezTo>
                  <a:cubicBezTo>
                    <a:pt x="1559810" y="11272"/>
                    <a:pt x="1962415" y="54514"/>
                    <a:pt x="2314305" y="250092"/>
                  </a:cubicBezTo>
                  <a:cubicBezTo>
                    <a:pt x="2236857" y="411910"/>
                    <a:pt x="2305049" y="284904"/>
                    <a:pt x="2123986" y="715708"/>
                  </a:cubicBezTo>
                  <a:cubicBezTo>
                    <a:pt x="2077752" y="646036"/>
                    <a:pt x="1616289" y="480632"/>
                    <a:pt x="1156661" y="480632"/>
                  </a:cubicBezTo>
                  <a:cubicBezTo>
                    <a:pt x="697033" y="480632"/>
                    <a:pt x="257593" y="589531"/>
                    <a:pt x="172995" y="685051"/>
                  </a:cubicBezTo>
                  <a:lnTo>
                    <a:pt x="0" y="232060"/>
                  </a:lnTo>
                  <a:close/>
                </a:path>
              </a:pathLst>
            </a:custGeom>
            <a:solidFill>
              <a:srgbClr val="0070C0"/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9" name="Block Arc 1">
              <a:extLst>
                <a:ext uri="{FF2B5EF4-FFF2-40B4-BE49-F238E27FC236}">
                  <a16:creationId xmlns:a16="http://schemas.microsoft.com/office/drawing/2014/main" id="{3C77D83F-254F-DBEC-51D2-87C4391EAB2C}"/>
                </a:ext>
              </a:extLst>
            </p:cNvPr>
            <p:cNvSpPr/>
            <p:nvPr/>
          </p:nvSpPr>
          <p:spPr>
            <a:xfrm rot="18602280">
              <a:off x="5465551" y="1431121"/>
              <a:ext cx="2314305" cy="715708"/>
            </a:xfrm>
            <a:custGeom>
              <a:avLst/>
              <a:gdLst>
                <a:gd name="connsiteX0" fmla="*/ 0 w 2391141"/>
                <a:gd name="connsiteY0" fmla="*/ 726679 h 1453358"/>
                <a:gd name="connsiteX1" fmla="*/ 1195571 w 2391141"/>
                <a:gd name="connsiteY1" fmla="*/ 0 h 1453358"/>
                <a:gd name="connsiteX2" fmla="*/ 2391142 w 2391141"/>
                <a:gd name="connsiteY2" fmla="*/ 726679 h 1453358"/>
                <a:gd name="connsiteX3" fmla="*/ 2027802 w 2391141"/>
                <a:gd name="connsiteY3" fmla="*/ 726679 h 1453358"/>
                <a:gd name="connsiteX4" fmla="*/ 1195571 w 2391141"/>
                <a:gd name="connsiteY4" fmla="*/ 363339 h 1453358"/>
                <a:gd name="connsiteX5" fmla="*/ 363340 w 2391141"/>
                <a:gd name="connsiteY5" fmla="*/ 726679 h 1453358"/>
                <a:gd name="connsiteX6" fmla="*/ 0 w 2391141"/>
                <a:gd name="connsiteY6" fmla="*/ 726679 h 1453358"/>
                <a:gd name="connsiteX0" fmla="*/ 0 w 2614878"/>
                <a:gd name="connsiteY0" fmla="*/ 727830 h 727830"/>
                <a:gd name="connsiteX1" fmla="*/ 1195571 w 2614878"/>
                <a:gd name="connsiteY1" fmla="*/ 1151 h 727830"/>
                <a:gd name="connsiteX2" fmla="*/ 2614878 w 2614878"/>
                <a:gd name="connsiteY2" fmla="*/ 611098 h 727830"/>
                <a:gd name="connsiteX3" fmla="*/ 2027802 w 2614878"/>
                <a:gd name="connsiteY3" fmla="*/ 727830 h 727830"/>
                <a:gd name="connsiteX4" fmla="*/ 1195571 w 2614878"/>
                <a:gd name="connsiteY4" fmla="*/ 364490 h 727830"/>
                <a:gd name="connsiteX5" fmla="*/ 363340 w 2614878"/>
                <a:gd name="connsiteY5" fmla="*/ 727830 h 727830"/>
                <a:gd name="connsiteX6" fmla="*/ 0 w 2614878"/>
                <a:gd name="connsiteY6" fmla="*/ 727830 h 727830"/>
                <a:gd name="connsiteX0" fmla="*/ 0 w 2614878"/>
                <a:gd name="connsiteY0" fmla="*/ 727830 h 727830"/>
                <a:gd name="connsiteX1" fmla="*/ 1195571 w 2614878"/>
                <a:gd name="connsiteY1" fmla="*/ 1151 h 727830"/>
                <a:gd name="connsiteX2" fmla="*/ 2614878 w 2614878"/>
                <a:gd name="connsiteY2" fmla="*/ 611098 h 727830"/>
                <a:gd name="connsiteX3" fmla="*/ 2251538 w 2614878"/>
                <a:gd name="connsiteY3" fmla="*/ 669464 h 727830"/>
                <a:gd name="connsiteX4" fmla="*/ 1195571 w 2614878"/>
                <a:gd name="connsiteY4" fmla="*/ 364490 h 727830"/>
                <a:gd name="connsiteX5" fmla="*/ 363340 w 2614878"/>
                <a:gd name="connsiteY5" fmla="*/ 727830 h 727830"/>
                <a:gd name="connsiteX6" fmla="*/ 0 w 2614878"/>
                <a:gd name="connsiteY6" fmla="*/ 727830 h 727830"/>
                <a:gd name="connsiteX0" fmla="*/ 0 w 2780249"/>
                <a:gd name="connsiteY0" fmla="*/ 590533 h 726720"/>
                <a:gd name="connsiteX1" fmla="*/ 1360942 w 2780249"/>
                <a:gd name="connsiteY1" fmla="*/ 41 h 726720"/>
                <a:gd name="connsiteX2" fmla="*/ 2780249 w 2780249"/>
                <a:gd name="connsiteY2" fmla="*/ 609988 h 726720"/>
                <a:gd name="connsiteX3" fmla="*/ 2416909 w 2780249"/>
                <a:gd name="connsiteY3" fmla="*/ 668354 h 726720"/>
                <a:gd name="connsiteX4" fmla="*/ 1360942 w 2780249"/>
                <a:gd name="connsiteY4" fmla="*/ 363380 h 726720"/>
                <a:gd name="connsiteX5" fmla="*/ 528711 w 2780249"/>
                <a:gd name="connsiteY5" fmla="*/ 726720 h 726720"/>
                <a:gd name="connsiteX6" fmla="*/ 0 w 2780249"/>
                <a:gd name="connsiteY6" fmla="*/ 590533 h 726720"/>
                <a:gd name="connsiteX0" fmla="*/ 0 w 2780249"/>
                <a:gd name="connsiteY0" fmla="*/ 590533 h 668354"/>
                <a:gd name="connsiteX1" fmla="*/ 1360942 w 2780249"/>
                <a:gd name="connsiteY1" fmla="*/ 41 h 668354"/>
                <a:gd name="connsiteX2" fmla="*/ 2780249 w 2780249"/>
                <a:gd name="connsiteY2" fmla="*/ 609988 h 668354"/>
                <a:gd name="connsiteX3" fmla="*/ 2416909 w 2780249"/>
                <a:gd name="connsiteY3" fmla="*/ 668354 h 668354"/>
                <a:gd name="connsiteX4" fmla="*/ 1360942 w 2780249"/>
                <a:gd name="connsiteY4" fmla="*/ 363380 h 668354"/>
                <a:gd name="connsiteX5" fmla="*/ 275792 w 2780249"/>
                <a:gd name="connsiteY5" fmla="*/ 639171 h 668354"/>
                <a:gd name="connsiteX6" fmla="*/ 0 w 2780249"/>
                <a:gd name="connsiteY6" fmla="*/ 590533 h 668354"/>
                <a:gd name="connsiteX0" fmla="*/ 0 w 2780249"/>
                <a:gd name="connsiteY0" fmla="*/ 590533 h 668354"/>
                <a:gd name="connsiteX1" fmla="*/ 1360942 w 2780249"/>
                <a:gd name="connsiteY1" fmla="*/ 41 h 668354"/>
                <a:gd name="connsiteX2" fmla="*/ 2780249 w 2780249"/>
                <a:gd name="connsiteY2" fmla="*/ 609988 h 668354"/>
                <a:gd name="connsiteX3" fmla="*/ 2416909 w 2780249"/>
                <a:gd name="connsiteY3" fmla="*/ 668354 h 668354"/>
                <a:gd name="connsiteX4" fmla="*/ 1351215 w 2780249"/>
                <a:gd name="connsiteY4" fmla="*/ 480112 h 668354"/>
                <a:gd name="connsiteX5" fmla="*/ 275792 w 2780249"/>
                <a:gd name="connsiteY5" fmla="*/ 639171 h 668354"/>
                <a:gd name="connsiteX6" fmla="*/ 0 w 2780249"/>
                <a:gd name="connsiteY6" fmla="*/ 590533 h 668354"/>
                <a:gd name="connsiteX0" fmla="*/ 0 w 2780249"/>
                <a:gd name="connsiteY0" fmla="*/ 590533 h 775358"/>
                <a:gd name="connsiteX1" fmla="*/ 1360942 w 2780249"/>
                <a:gd name="connsiteY1" fmla="*/ 41 h 775358"/>
                <a:gd name="connsiteX2" fmla="*/ 2780249 w 2780249"/>
                <a:gd name="connsiteY2" fmla="*/ 609988 h 775358"/>
                <a:gd name="connsiteX3" fmla="*/ 2329360 w 2780249"/>
                <a:gd name="connsiteY3" fmla="*/ 775358 h 775358"/>
                <a:gd name="connsiteX4" fmla="*/ 1351215 w 2780249"/>
                <a:gd name="connsiteY4" fmla="*/ 480112 h 775358"/>
                <a:gd name="connsiteX5" fmla="*/ 275792 w 2780249"/>
                <a:gd name="connsiteY5" fmla="*/ 639171 h 775358"/>
                <a:gd name="connsiteX6" fmla="*/ 0 w 2780249"/>
                <a:gd name="connsiteY6" fmla="*/ 590533 h 775358"/>
                <a:gd name="connsiteX0" fmla="*/ 0 w 2673245"/>
                <a:gd name="connsiteY0" fmla="*/ 600391 h 785216"/>
                <a:gd name="connsiteX1" fmla="*/ 1360942 w 2673245"/>
                <a:gd name="connsiteY1" fmla="*/ 9899 h 785216"/>
                <a:gd name="connsiteX2" fmla="*/ 2673245 w 2673245"/>
                <a:gd name="connsiteY2" fmla="*/ 405837 h 785216"/>
                <a:gd name="connsiteX3" fmla="*/ 2329360 w 2673245"/>
                <a:gd name="connsiteY3" fmla="*/ 785216 h 785216"/>
                <a:gd name="connsiteX4" fmla="*/ 1351215 w 2673245"/>
                <a:gd name="connsiteY4" fmla="*/ 489970 h 785216"/>
                <a:gd name="connsiteX5" fmla="*/ 275792 w 2673245"/>
                <a:gd name="connsiteY5" fmla="*/ 649029 h 785216"/>
                <a:gd name="connsiteX6" fmla="*/ 0 w 2673245"/>
                <a:gd name="connsiteY6" fmla="*/ 600391 h 785216"/>
                <a:gd name="connsiteX0" fmla="*/ 0 w 2673245"/>
                <a:gd name="connsiteY0" fmla="*/ 593348 h 778173"/>
                <a:gd name="connsiteX1" fmla="*/ 1360942 w 2673245"/>
                <a:gd name="connsiteY1" fmla="*/ 2856 h 778173"/>
                <a:gd name="connsiteX2" fmla="*/ 2673245 w 2673245"/>
                <a:gd name="connsiteY2" fmla="*/ 398794 h 778173"/>
                <a:gd name="connsiteX3" fmla="*/ 2329360 w 2673245"/>
                <a:gd name="connsiteY3" fmla="*/ 778173 h 778173"/>
                <a:gd name="connsiteX4" fmla="*/ 1351215 w 2673245"/>
                <a:gd name="connsiteY4" fmla="*/ 482927 h 778173"/>
                <a:gd name="connsiteX5" fmla="*/ 275792 w 2673245"/>
                <a:gd name="connsiteY5" fmla="*/ 641986 h 778173"/>
                <a:gd name="connsiteX6" fmla="*/ 0 w 2673245"/>
                <a:gd name="connsiteY6" fmla="*/ 593348 h 778173"/>
                <a:gd name="connsiteX0" fmla="*/ 0 w 2478691"/>
                <a:gd name="connsiteY0" fmla="*/ 293714 h 809279"/>
                <a:gd name="connsiteX1" fmla="*/ 1166388 w 2478691"/>
                <a:gd name="connsiteY1" fmla="*/ 33962 h 809279"/>
                <a:gd name="connsiteX2" fmla="*/ 2478691 w 2478691"/>
                <a:gd name="connsiteY2" fmla="*/ 429900 h 809279"/>
                <a:gd name="connsiteX3" fmla="*/ 2134806 w 2478691"/>
                <a:gd name="connsiteY3" fmla="*/ 809279 h 809279"/>
                <a:gd name="connsiteX4" fmla="*/ 1156661 w 2478691"/>
                <a:gd name="connsiteY4" fmla="*/ 514033 h 809279"/>
                <a:gd name="connsiteX5" fmla="*/ 81238 w 2478691"/>
                <a:gd name="connsiteY5" fmla="*/ 673092 h 809279"/>
                <a:gd name="connsiteX6" fmla="*/ 0 w 2478691"/>
                <a:gd name="connsiteY6" fmla="*/ 293714 h 809279"/>
                <a:gd name="connsiteX0" fmla="*/ 0 w 2478691"/>
                <a:gd name="connsiteY0" fmla="*/ 262275 h 777840"/>
                <a:gd name="connsiteX1" fmla="*/ 1166388 w 2478691"/>
                <a:gd name="connsiteY1" fmla="*/ 2523 h 777840"/>
                <a:gd name="connsiteX2" fmla="*/ 2478691 w 2478691"/>
                <a:gd name="connsiteY2" fmla="*/ 398461 h 777840"/>
                <a:gd name="connsiteX3" fmla="*/ 2134806 w 2478691"/>
                <a:gd name="connsiteY3" fmla="*/ 777840 h 777840"/>
                <a:gd name="connsiteX4" fmla="*/ 1156661 w 2478691"/>
                <a:gd name="connsiteY4" fmla="*/ 482594 h 777840"/>
                <a:gd name="connsiteX5" fmla="*/ 81238 w 2478691"/>
                <a:gd name="connsiteY5" fmla="*/ 641653 h 777840"/>
                <a:gd name="connsiteX6" fmla="*/ 0 w 2478691"/>
                <a:gd name="connsiteY6" fmla="*/ 262275 h 777840"/>
                <a:gd name="connsiteX0" fmla="*/ 0 w 2478691"/>
                <a:gd name="connsiteY0" fmla="*/ 262275 h 777841"/>
                <a:gd name="connsiteX1" fmla="*/ 1166388 w 2478691"/>
                <a:gd name="connsiteY1" fmla="*/ 2523 h 777841"/>
                <a:gd name="connsiteX2" fmla="*/ 2478691 w 2478691"/>
                <a:gd name="connsiteY2" fmla="*/ 398461 h 777841"/>
                <a:gd name="connsiteX3" fmla="*/ 2134806 w 2478691"/>
                <a:gd name="connsiteY3" fmla="*/ 777840 h 777841"/>
                <a:gd name="connsiteX4" fmla="*/ 1156661 w 2478691"/>
                <a:gd name="connsiteY4" fmla="*/ 482594 h 777841"/>
                <a:gd name="connsiteX5" fmla="*/ 178515 w 2478691"/>
                <a:gd name="connsiteY5" fmla="*/ 777841 h 777841"/>
                <a:gd name="connsiteX6" fmla="*/ 0 w 2478691"/>
                <a:gd name="connsiteY6" fmla="*/ 262275 h 777841"/>
                <a:gd name="connsiteX0" fmla="*/ 0 w 2478691"/>
                <a:gd name="connsiteY0" fmla="*/ 262275 h 777840"/>
                <a:gd name="connsiteX1" fmla="*/ 1166388 w 2478691"/>
                <a:gd name="connsiteY1" fmla="*/ 2523 h 777840"/>
                <a:gd name="connsiteX2" fmla="*/ 2478691 w 2478691"/>
                <a:gd name="connsiteY2" fmla="*/ 398461 h 777840"/>
                <a:gd name="connsiteX3" fmla="*/ 2134806 w 2478691"/>
                <a:gd name="connsiteY3" fmla="*/ 777840 h 777840"/>
                <a:gd name="connsiteX4" fmla="*/ 1156661 w 2478691"/>
                <a:gd name="connsiteY4" fmla="*/ 482594 h 777840"/>
                <a:gd name="connsiteX5" fmla="*/ 139604 w 2478691"/>
                <a:gd name="connsiteY5" fmla="*/ 748658 h 777840"/>
                <a:gd name="connsiteX6" fmla="*/ 0 w 2478691"/>
                <a:gd name="connsiteY6" fmla="*/ 262275 h 777840"/>
                <a:gd name="connsiteX0" fmla="*/ 0 w 2478691"/>
                <a:gd name="connsiteY0" fmla="*/ 262275 h 777840"/>
                <a:gd name="connsiteX1" fmla="*/ 1166388 w 2478691"/>
                <a:gd name="connsiteY1" fmla="*/ 2523 h 777840"/>
                <a:gd name="connsiteX2" fmla="*/ 2478691 w 2478691"/>
                <a:gd name="connsiteY2" fmla="*/ 398461 h 777840"/>
                <a:gd name="connsiteX3" fmla="*/ 2134806 w 2478691"/>
                <a:gd name="connsiteY3" fmla="*/ 777840 h 777840"/>
                <a:gd name="connsiteX4" fmla="*/ 1156661 w 2478691"/>
                <a:gd name="connsiteY4" fmla="*/ 482594 h 777840"/>
                <a:gd name="connsiteX5" fmla="*/ 139604 w 2478691"/>
                <a:gd name="connsiteY5" fmla="*/ 748658 h 777840"/>
                <a:gd name="connsiteX6" fmla="*/ 0 w 2478691"/>
                <a:gd name="connsiteY6" fmla="*/ 262275 h 777840"/>
                <a:gd name="connsiteX0" fmla="*/ 0 w 2478691"/>
                <a:gd name="connsiteY0" fmla="*/ 262275 h 797295"/>
                <a:gd name="connsiteX1" fmla="*/ 1166388 w 2478691"/>
                <a:gd name="connsiteY1" fmla="*/ 2523 h 797295"/>
                <a:gd name="connsiteX2" fmla="*/ 2478691 w 2478691"/>
                <a:gd name="connsiteY2" fmla="*/ 398461 h 797295"/>
                <a:gd name="connsiteX3" fmla="*/ 2144534 w 2478691"/>
                <a:gd name="connsiteY3" fmla="*/ 797295 h 797295"/>
                <a:gd name="connsiteX4" fmla="*/ 1156661 w 2478691"/>
                <a:gd name="connsiteY4" fmla="*/ 482594 h 797295"/>
                <a:gd name="connsiteX5" fmla="*/ 139604 w 2478691"/>
                <a:gd name="connsiteY5" fmla="*/ 748658 h 797295"/>
                <a:gd name="connsiteX6" fmla="*/ 0 w 2478691"/>
                <a:gd name="connsiteY6" fmla="*/ 262275 h 797295"/>
                <a:gd name="connsiteX0" fmla="*/ 0 w 2478691"/>
                <a:gd name="connsiteY0" fmla="*/ 262275 h 797295"/>
                <a:gd name="connsiteX1" fmla="*/ 1166388 w 2478691"/>
                <a:gd name="connsiteY1" fmla="*/ 2523 h 797295"/>
                <a:gd name="connsiteX2" fmla="*/ 2478691 w 2478691"/>
                <a:gd name="connsiteY2" fmla="*/ 398461 h 797295"/>
                <a:gd name="connsiteX3" fmla="*/ 2144534 w 2478691"/>
                <a:gd name="connsiteY3" fmla="*/ 797295 h 797295"/>
                <a:gd name="connsiteX4" fmla="*/ 1156661 w 2478691"/>
                <a:gd name="connsiteY4" fmla="*/ 482594 h 797295"/>
                <a:gd name="connsiteX5" fmla="*/ 139604 w 2478691"/>
                <a:gd name="connsiteY5" fmla="*/ 748658 h 797295"/>
                <a:gd name="connsiteX6" fmla="*/ 0 w 2478691"/>
                <a:gd name="connsiteY6" fmla="*/ 262275 h 797295"/>
                <a:gd name="connsiteX0" fmla="*/ 0 w 2309168"/>
                <a:gd name="connsiteY0" fmla="*/ 259772 h 794792"/>
                <a:gd name="connsiteX1" fmla="*/ 1166388 w 2309168"/>
                <a:gd name="connsiteY1" fmla="*/ 20 h 794792"/>
                <a:gd name="connsiteX2" fmla="*/ 2309168 w 2309168"/>
                <a:gd name="connsiteY2" fmla="*/ 270099 h 794792"/>
                <a:gd name="connsiteX3" fmla="*/ 2144534 w 2309168"/>
                <a:gd name="connsiteY3" fmla="*/ 794792 h 794792"/>
                <a:gd name="connsiteX4" fmla="*/ 1156661 w 2309168"/>
                <a:gd name="connsiteY4" fmla="*/ 480091 h 794792"/>
                <a:gd name="connsiteX5" fmla="*/ 139604 w 2309168"/>
                <a:gd name="connsiteY5" fmla="*/ 746155 h 794792"/>
                <a:gd name="connsiteX6" fmla="*/ 0 w 2309168"/>
                <a:gd name="connsiteY6" fmla="*/ 259772 h 794792"/>
                <a:gd name="connsiteX0" fmla="*/ 0 w 2309168"/>
                <a:gd name="connsiteY0" fmla="*/ 259772 h 794792"/>
                <a:gd name="connsiteX1" fmla="*/ 1166388 w 2309168"/>
                <a:gd name="connsiteY1" fmla="*/ 20 h 794792"/>
                <a:gd name="connsiteX2" fmla="*/ 2309168 w 2309168"/>
                <a:gd name="connsiteY2" fmla="*/ 270099 h 794792"/>
                <a:gd name="connsiteX3" fmla="*/ 2144534 w 2309168"/>
                <a:gd name="connsiteY3" fmla="*/ 794792 h 794792"/>
                <a:gd name="connsiteX4" fmla="*/ 1156661 w 2309168"/>
                <a:gd name="connsiteY4" fmla="*/ 480091 h 794792"/>
                <a:gd name="connsiteX5" fmla="*/ 139604 w 2309168"/>
                <a:gd name="connsiteY5" fmla="*/ 746155 h 794792"/>
                <a:gd name="connsiteX6" fmla="*/ 0 w 2309168"/>
                <a:gd name="connsiteY6" fmla="*/ 259772 h 794792"/>
                <a:gd name="connsiteX0" fmla="*/ 0 w 2309168"/>
                <a:gd name="connsiteY0" fmla="*/ 259772 h 746155"/>
                <a:gd name="connsiteX1" fmla="*/ 1166388 w 2309168"/>
                <a:gd name="connsiteY1" fmla="*/ 20 h 746155"/>
                <a:gd name="connsiteX2" fmla="*/ 2309168 w 2309168"/>
                <a:gd name="connsiteY2" fmla="*/ 270099 h 746155"/>
                <a:gd name="connsiteX3" fmla="*/ 2121417 w 2309168"/>
                <a:gd name="connsiteY3" fmla="*/ 707462 h 746155"/>
                <a:gd name="connsiteX4" fmla="*/ 1156661 w 2309168"/>
                <a:gd name="connsiteY4" fmla="*/ 480091 h 746155"/>
                <a:gd name="connsiteX5" fmla="*/ 139604 w 2309168"/>
                <a:gd name="connsiteY5" fmla="*/ 746155 h 746155"/>
                <a:gd name="connsiteX6" fmla="*/ 0 w 2309168"/>
                <a:gd name="connsiteY6" fmla="*/ 259772 h 746155"/>
                <a:gd name="connsiteX0" fmla="*/ 0 w 2309168"/>
                <a:gd name="connsiteY0" fmla="*/ 259772 h 746155"/>
                <a:gd name="connsiteX1" fmla="*/ 1166388 w 2309168"/>
                <a:gd name="connsiteY1" fmla="*/ 20 h 746155"/>
                <a:gd name="connsiteX2" fmla="*/ 2309168 w 2309168"/>
                <a:gd name="connsiteY2" fmla="*/ 270099 h 746155"/>
                <a:gd name="connsiteX3" fmla="*/ 2121417 w 2309168"/>
                <a:gd name="connsiteY3" fmla="*/ 707462 h 746155"/>
                <a:gd name="connsiteX4" fmla="*/ 1156661 w 2309168"/>
                <a:gd name="connsiteY4" fmla="*/ 480091 h 746155"/>
                <a:gd name="connsiteX5" fmla="*/ 139604 w 2309168"/>
                <a:gd name="connsiteY5" fmla="*/ 746155 h 746155"/>
                <a:gd name="connsiteX6" fmla="*/ 0 w 2309168"/>
                <a:gd name="connsiteY6" fmla="*/ 259772 h 746155"/>
                <a:gd name="connsiteX0" fmla="*/ 0 w 2309168"/>
                <a:gd name="connsiteY0" fmla="*/ 226793 h 746567"/>
                <a:gd name="connsiteX1" fmla="*/ 1166388 w 2309168"/>
                <a:gd name="connsiteY1" fmla="*/ 432 h 746567"/>
                <a:gd name="connsiteX2" fmla="*/ 2309168 w 2309168"/>
                <a:gd name="connsiteY2" fmla="*/ 270511 h 746567"/>
                <a:gd name="connsiteX3" fmla="*/ 2121417 w 2309168"/>
                <a:gd name="connsiteY3" fmla="*/ 707874 h 746567"/>
                <a:gd name="connsiteX4" fmla="*/ 1156661 w 2309168"/>
                <a:gd name="connsiteY4" fmla="*/ 480503 h 746567"/>
                <a:gd name="connsiteX5" fmla="*/ 139604 w 2309168"/>
                <a:gd name="connsiteY5" fmla="*/ 746567 h 746567"/>
                <a:gd name="connsiteX6" fmla="*/ 0 w 2309168"/>
                <a:gd name="connsiteY6" fmla="*/ 226793 h 746567"/>
                <a:gd name="connsiteX0" fmla="*/ 0 w 2309168"/>
                <a:gd name="connsiteY0" fmla="*/ 226663 h 746437"/>
                <a:gd name="connsiteX1" fmla="*/ 1166388 w 2309168"/>
                <a:gd name="connsiteY1" fmla="*/ 302 h 746437"/>
                <a:gd name="connsiteX2" fmla="*/ 2309168 w 2309168"/>
                <a:gd name="connsiteY2" fmla="*/ 270381 h 746437"/>
                <a:gd name="connsiteX3" fmla="*/ 2121417 w 2309168"/>
                <a:gd name="connsiteY3" fmla="*/ 707744 h 746437"/>
                <a:gd name="connsiteX4" fmla="*/ 1156661 w 2309168"/>
                <a:gd name="connsiteY4" fmla="*/ 480373 h 746437"/>
                <a:gd name="connsiteX5" fmla="*/ 139604 w 2309168"/>
                <a:gd name="connsiteY5" fmla="*/ 746437 h 746437"/>
                <a:gd name="connsiteX6" fmla="*/ 0 w 2309168"/>
                <a:gd name="connsiteY6" fmla="*/ 226663 h 746437"/>
                <a:gd name="connsiteX0" fmla="*/ 0 w 2309168"/>
                <a:gd name="connsiteY0" fmla="*/ 226614 h 746388"/>
                <a:gd name="connsiteX1" fmla="*/ 1166388 w 2309168"/>
                <a:gd name="connsiteY1" fmla="*/ 253 h 746388"/>
                <a:gd name="connsiteX2" fmla="*/ 2309168 w 2309168"/>
                <a:gd name="connsiteY2" fmla="*/ 270332 h 746388"/>
                <a:gd name="connsiteX3" fmla="*/ 2121417 w 2309168"/>
                <a:gd name="connsiteY3" fmla="*/ 707695 h 746388"/>
                <a:gd name="connsiteX4" fmla="*/ 1156661 w 2309168"/>
                <a:gd name="connsiteY4" fmla="*/ 480324 h 746388"/>
                <a:gd name="connsiteX5" fmla="*/ 139604 w 2309168"/>
                <a:gd name="connsiteY5" fmla="*/ 746388 h 746388"/>
                <a:gd name="connsiteX6" fmla="*/ 0 w 2309168"/>
                <a:gd name="connsiteY6" fmla="*/ 226614 h 746388"/>
                <a:gd name="connsiteX0" fmla="*/ 0 w 2309168"/>
                <a:gd name="connsiteY0" fmla="*/ 231692 h 746328"/>
                <a:gd name="connsiteX1" fmla="*/ 1166388 w 2309168"/>
                <a:gd name="connsiteY1" fmla="*/ 193 h 746328"/>
                <a:gd name="connsiteX2" fmla="*/ 2309168 w 2309168"/>
                <a:gd name="connsiteY2" fmla="*/ 270272 h 746328"/>
                <a:gd name="connsiteX3" fmla="*/ 2121417 w 2309168"/>
                <a:gd name="connsiteY3" fmla="*/ 707635 h 746328"/>
                <a:gd name="connsiteX4" fmla="*/ 1156661 w 2309168"/>
                <a:gd name="connsiteY4" fmla="*/ 480264 h 746328"/>
                <a:gd name="connsiteX5" fmla="*/ 139604 w 2309168"/>
                <a:gd name="connsiteY5" fmla="*/ 746328 h 746328"/>
                <a:gd name="connsiteX6" fmla="*/ 0 w 2309168"/>
                <a:gd name="connsiteY6" fmla="*/ 231692 h 746328"/>
                <a:gd name="connsiteX0" fmla="*/ 0 w 2309168"/>
                <a:gd name="connsiteY0" fmla="*/ 231692 h 707635"/>
                <a:gd name="connsiteX1" fmla="*/ 1166388 w 2309168"/>
                <a:gd name="connsiteY1" fmla="*/ 193 h 707635"/>
                <a:gd name="connsiteX2" fmla="*/ 2309168 w 2309168"/>
                <a:gd name="connsiteY2" fmla="*/ 270272 h 707635"/>
                <a:gd name="connsiteX3" fmla="*/ 2121417 w 2309168"/>
                <a:gd name="connsiteY3" fmla="*/ 707635 h 707635"/>
                <a:gd name="connsiteX4" fmla="*/ 1156661 w 2309168"/>
                <a:gd name="connsiteY4" fmla="*/ 480264 h 707635"/>
                <a:gd name="connsiteX5" fmla="*/ 172995 w 2309168"/>
                <a:gd name="connsiteY5" fmla="*/ 684683 h 707635"/>
                <a:gd name="connsiteX6" fmla="*/ 0 w 2309168"/>
                <a:gd name="connsiteY6" fmla="*/ 231692 h 707635"/>
                <a:gd name="connsiteX0" fmla="*/ 0 w 2309168"/>
                <a:gd name="connsiteY0" fmla="*/ 231692 h 707635"/>
                <a:gd name="connsiteX1" fmla="*/ 1166388 w 2309168"/>
                <a:gd name="connsiteY1" fmla="*/ 193 h 707635"/>
                <a:gd name="connsiteX2" fmla="*/ 2309168 w 2309168"/>
                <a:gd name="connsiteY2" fmla="*/ 270272 h 707635"/>
                <a:gd name="connsiteX3" fmla="*/ 2121417 w 2309168"/>
                <a:gd name="connsiteY3" fmla="*/ 707635 h 707635"/>
                <a:gd name="connsiteX4" fmla="*/ 1156661 w 2309168"/>
                <a:gd name="connsiteY4" fmla="*/ 480264 h 707635"/>
                <a:gd name="connsiteX5" fmla="*/ 172995 w 2309168"/>
                <a:gd name="connsiteY5" fmla="*/ 684683 h 707635"/>
                <a:gd name="connsiteX6" fmla="*/ 0 w 2309168"/>
                <a:gd name="connsiteY6" fmla="*/ 231692 h 707635"/>
                <a:gd name="connsiteX0" fmla="*/ 0 w 2309168"/>
                <a:gd name="connsiteY0" fmla="*/ 231692 h 715340"/>
                <a:gd name="connsiteX1" fmla="*/ 1166388 w 2309168"/>
                <a:gd name="connsiteY1" fmla="*/ 193 h 715340"/>
                <a:gd name="connsiteX2" fmla="*/ 2309168 w 2309168"/>
                <a:gd name="connsiteY2" fmla="*/ 270272 h 715340"/>
                <a:gd name="connsiteX3" fmla="*/ 2123986 w 2309168"/>
                <a:gd name="connsiteY3" fmla="*/ 715340 h 715340"/>
                <a:gd name="connsiteX4" fmla="*/ 1156661 w 2309168"/>
                <a:gd name="connsiteY4" fmla="*/ 480264 h 715340"/>
                <a:gd name="connsiteX5" fmla="*/ 172995 w 2309168"/>
                <a:gd name="connsiteY5" fmla="*/ 684683 h 715340"/>
                <a:gd name="connsiteX6" fmla="*/ 0 w 2309168"/>
                <a:gd name="connsiteY6" fmla="*/ 231692 h 715340"/>
                <a:gd name="connsiteX0" fmla="*/ 0 w 2309168"/>
                <a:gd name="connsiteY0" fmla="*/ 231692 h 715340"/>
                <a:gd name="connsiteX1" fmla="*/ 1166388 w 2309168"/>
                <a:gd name="connsiteY1" fmla="*/ 193 h 715340"/>
                <a:gd name="connsiteX2" fmla="*/ 2309168 w 2309168"/>
                <a:gd name="connsiteY2" fmla="*/ 270272 h 715340"/>
                <a:gd name="connsiteX3" fmla="*/ 2123986 w 2309168"/>
                <a:gd name="connsiteY3" fmla="*/ 715340 h 715340"/>
                <a:gd name="connsiteX4" fmla="*/ 1156661 w 2309168"/>
                <a:gd name="connsiteY4" fmla="*/ 480264 h 715340"/>
                <a:gd name="connsiteX5" fmla="*/ 172995 w 2309168"/>
                <a:gd name="connsiteY5" fmla="*/ 684683 h 715340"/>
                <a:gd name="connsiteX6" fmla="*/ 0 w 2309168"/>
                <a:gd name="connsiteY6" fmla="*/ 231692 h 715340"/>
                <a:gd name="connsiteX0" fmla="*/ 0 w 2309168"/>
                <a:gd name="connsiteY0" fmla="*/ 231692 h 715340"/>
                <a:gd name="connsiteX1" fmla="*/ 1166388 w 2309168"/>
                <a:gd name="connsiteY1" fmla="*/ 193 h 715340"/>
                <a:gd name="connsiteX2" fmla="*/ 2309168 w 2309168"/>
                <a:gd name="connsiteY2" fmla="*/ 270272 h 715340"/>
                <a:gd name="connsiteX3" fmla="*/ 2123986 w 2309168"/>
                <a:gd name="connsiteY3" fmla="*/ 715340 h 715340"/>
                <a:gd name="connsiteX4" fmla="*/ 1156661 w 2309168"/>
                <a:gd name="connsiteY4" fmla="*/ 480264 h 715340"/>
                <a:gd name="connsiteX5" fmla="*/ 172995 w 2309168"/>
                <a:gd name="connsiteY5" fmla="*/ 684683 h 715340"/>
                <a:gd name="connsiteX6" fmla="*/ 0 w 2309168"/>
                <a:gd name="connsiteY6" fmla="*/ 231692 h 715340"/>
                <a:gd name="connsiteX0" fmla="*/ 0 w 2314305"/>
                <a:gd name="connsiteY0" fmla="*/ 231543 h 715191"/>
                <a:gd name="connsiteX1" fmla="*/ 1166388 w 2314305"/>
                <a:gd name="connsiteY1" fmla="*/ 44 h 715191"/>
                <a:gd name="connsiteX2" fmla="*/ 2314305 w 2314305"/>
                <a:gd name="connsiteY2" fmla="*/ 249575 h 715191"/>
                <a:gd name="connsiteX3" fmla="*/ 2123986 w 2314305"/>
                <a:gd name="connsiteY3" fmla="*/ 715191 h 715191"/>
                <a:gd name="connsiteX4" fmla="*/ 1156661 w 2314305"/>
                <a:gd name="connsiteY4" fmla="*/ 480115 h 715191"/>
                <a:gd name="connsiteX5" fmla="*/ 172995 w 2314305"/>
                <a:gd name="connsiteY5" fmla="*/ 684534 h 715191"/>
                <a:gd name="connsiteX6" fmla="*/ 0 w 2314305"/>
                <a:gd name="connsiteY6" fmla="*/ 231543 h 715191"/>
                <a:gd name="connsiteX0" fmla="*/ 0 w 2314305"/>
                <a:gd name="connsiteY0" fmla="*/ 231543 h 715191"/>
                <a:gd name="connsiteX1" fmla="*/ 1166388 w 2314305"/>
                <a:gd name="connsiteY1" fmla="*/ 44 h 715191"/>
                <a:gd name="connsiteX2" fmla="*/ 2314305 w 2314305"/>
                <a:gd name="connsiteY2" fmla="*/ 249575 h 715191"/>
                <a:gd name="connsiteX3" fmla="*/ 2123986 w 2314305"/>
                <a:gd name="connsiteY3" fmla="*/ 715191 h 715191"/>
                <a:gd name="connsiteX4" fmla="*/ 1156661 w 2314305"/>
                <a:gd name="connsiteY4" fmla="*/ 480115 h 715191"/>
                <a:gd name="connsiteX5" fmla="*/ 172995 w 2314305"/>
                <a:gd name="connsiteY5" fmla="*/ 684534 h 715191"/>
                <a:gd name="connsiteX6" fmla="*/ 0 w 2314305"/>
                <a:gd name="connsiteY6" fmla="*/ 231543 h 715191"/>
                <a:gd name="connsiteX0" fmla="*/ 0 w 2314305"/>
                <a:gd name="connsiteY0" fmla="*/ 231550 h 715198"/>
                <a:gd name="connsiteX1" fmla="*/ 1166388 w 2314305"/>
                <a:gd name="connsiteY1" fmla="*/ 51 h 715198"/>
                <a:gd name="connsiteX2" fmla="*/ 2314305 w 2314305"/>
                <a:gd name="connsiteY2" fmla="*/ 249582 h 715198"/>
                <a:gd name="connsiteX3" fmla="*/ 2123986 w 2314305"/>
                <a:gd name="connsiteY3" fmla="*/ 715198 h 715198"/>
                <a:gd name="connsiteX4" fmla="*/ 1156661 w 2314305"/>
                <a:gd name="connsiteY4" fmla="*/ 480122 h 715198"/>
                <a:gd name="connsiteX5" fmla="*/ 172995 w 2314305"/>
                <a:gd name="connsiteY5" fmla="*/ 684541 h 715198"/>
                <a:gd name="connsiteX6" fmla="*/ 0 w 2314305"/>
                <a:gd name="connsiteY6" fmla="*/ 231550 h 715198"/>
                <a:gd name="connsiteX0" fmla="*/ 0 w 2314305"/>
                <a:gd name="connsiteY0" fmla="*/ 233092 h 716740"/>
                <a:gd name="connsiteX1" fmla="*/ 1166388 w 2314305"/>
                <a:gd name="connsiteY1" fmla="*/ 1593 h 716740"/>
                <a:gd name="connsiteX2" fmla="*/ 2314305 w 2314305"/>
                <a:gd name="connsiteY2" fmla="*/ 251124 h 716740"/>
                <a:gd name="connsiteX3" fmla="*/ 2123986 w 2314305"/>
                <a:gd name="connsiteY3" fmla="*/ 716740 h 716740"/>
                <a:gd name="connsiteX4" fmla="*/ 1156661 w 2314305"/>
                <a:gd name="connsiteY4" fmla="*/ 481664 h 716740"/>
                <a:gd name="connsiteX5" fmla="*/ 172995 w 2314305"/>
                <a:gd name="connsiteY5" fmla="*/ 686083 h 716740"/>
                <a:gd name="connsiteX6" fmla="*/ 0 w 2314305"/>
                <a:gd name="connsiteY6" fmla="*/ 233092 h 716740"/>
                <a:gd name="connsiteX0" fmla="*/ 0 w 2314305"/>
                <a:gd name="connsiteY0" fmla="*/ 231523 h 715171"/>
                <a:gd name="connsiteX1" fmla="*/ 1166388 w 2314305"/>
                <a:gd name="connsiteY1" fmla="*/ 24 h 715171"/>
                <a:gd name="connsiteX2" fmla="*/ 2314305 w 2314305"/>
                <a:gd name="connsiteY2" fmla="*/ 249555 h 715171"/>
                <a:gd name="connsiteX3" fmla="*/ 2123986 w 2314305"/>
                <a:gd name="connsiteY3" fmla="*/ 715171 h 715171"/>
                <a:gd name="connsiteX4" fmla="*/ 1156661 w 2314305"/>
                <a:gd name="connsiteY4" fmla="*/ 480095 h 715171"/>
                <a:gd name="connsiteX5" fmla="*/ 172995 w 2314305"/>
                <a:gd name="connsiteY5" fmla="*/ 684514 h 715171"/>
                <a:gd name="connsiteX6" fmla="*/ 0 w 2314305"/>
                <a:gd name="connsiteY6" fmla="*/ 231523 h 715171"/>
                <a:gd name="connsiteX0" fmla="*/ 0 w 2314305"/>
                <a:gd name="connsiteY0" fmla="*/ 231550 h 715198"/>
                <a:gd name="connsiteX1" fmla="*/ 1166388 w 2314305"/>
                <a:gd name="connsiteY1" fmla="*/ 51 h 715198"/>
                <a:gd name="connsiteX2" fmla="*/ 2314305 w 2314305"/>
                <a:gd name="connsiteY2" fmla="*/ 249582 h 715198"/>
                <a:gd name="connsiteX3" fmla="*/ 2123986 w 2314305"/>
                <a:gd name="connsiteY3" fmla="*/ 715198 h 715198"/>
                <a:gd name="connsiteX4" fmla="*/ 1156661 w 2314305"/>
                <a:gd name="connsiteY4" fmla="*/ 480122 h 715198"/>
                <a:gd name="connsiteX5" fmla="*/ 172995 w 2314305"/>
                <a:gd name="connsiteY5" fmla="*/ 684541 h 715198"/>
                <a:gd name="connsiteX6" fmla="*/ 0 w 2314305"/>
                <a:gd name="connsiteY6" fmla="*/ 231550 h 715198"/>
                <a:gd name="connsiteX0" fmla="*/ 0 w 2314305"/>
                <a:gd name="connsiteY0" fmla="*/ 232088 h 715736"/>
                <a:gd name="connsiteX1" fmla="*/ 1166388 w 2314305"/>
                <a:gd name="connsiteY1" fmla="*/ 589 h 715736"/>
                <a:gd name="connsiteX2" fmla="*/ 2314305 w 2314305"/>
                <a:gd name="connsiteY2" fmla="*/ 250120 h 715736"/>
                <a:gd name="connsiteX3" fmla="*/ 2123986 w 2314305"/>
                <a:gd name="connsiteY3" fmla="*/ 715736 h 715736"/>
                <a:gd name="connsiteX4" fmla="*/ 1156661 w 2314305"/>
                <a:gd name="connsiteY4" fmla="*/ 480660 h 715736"/>
                <a:gd name="connsiteX5" fmla="*/ 172995 w 2314305"/>
                <a:gd name="connsiteY5" fmla="*/ 685079 h 715736"/>
                <a:gd name="connsiteX6" fmla="*/ 0 w 2314305"/>
                <a:gd name="connsiteY6" fmla="*/ 232088 h 715736"/>
                <a:gd name="connsiteX0" fmla="*/ 0 w 2314305"/>
                <a:gd name="connsiteY0" fmla="*/ 232088 h 715736"/>
                <a:gd name="connsiteX1" fmla="*/ 1166388 w 2314305"/>
                <a:gd name="connsiteY1" fmla="*/ 589 h 715736"/>
                <a:gd name="connsiteX2" fmla="*/ 2314305 w 2314305"/>
                <a:gd name="connsiteY2" fmla="*/ 250120 h 715736"/>
                <a:gd name="connsiteX3" fmla="*/ 2123986 w 2314305"/>
                <a:gd name="connsiteY3" fmla="*/ 715736 h 715736"/>
                <a:gd name="connsiteX4" fmla="*/ 1156661 w 2314305"/>
                <a:gd name="connsiteY4" fmla="*/ 480660 h 715736"/>
                <a:gd name="connsiteX5" fmla="*/ 172995 w 2314305"/>
                <a:gd name="connsiteY5" fmla="*/ 685079 h 715736"/>
                <a:gd name="connsiteX6" fmla="*/ 0 w 2314305"/>
                <a:gd name="connsiteY6" fmla="*/ 232088 h 715736"/>
                <a:gd name="connsiteX0" fmla="*/ 0 w 2314305"/>
                <a:gd name="connsiteY0" fmla="*/ 232088 h 715736"/>
                <a:gd name="connsiteX1" fmla="*/ 1166388 w 2314305"/>
                <a:gd name="connsiteY1" fmla="*/ 589 h 715736"/>
                <a:gd name="connsiteX2" fmla="*/ 2314305 w 2314305"/>
                <a:gd name="connsiteY2" fmla="*/ 250120 h 715736"/>
                <a:gd name="connsiteX3" fmla="*/ 2123986 w 2314305"/>
                <a:gd name="connsiteY3" fmla="*/ 715736 h 715736"/>
                <a:gd name="connsiteX4" fmla="*/ 1156661 w 2314305"/>
                <a:gd name="connsiteY4" fmla="*/ 480660 h 715736"/>
                <a:gd name="connsiteX5" fmla="*/ 172995 w 2314305"/>
                <a:gd name="connsiteY5" fmla="*/ 685079 h 715736"/>
                <a:gd name="connsiteX6" fmla="*/ 0 w 2314305"/>
                <a:gd name="connsiteY6" fmla="*/ 232088 h 715736"/>
                <a:gd name="connsiteX0" fmla="*/ 0 w 2314305"/>
                <a:gd name="connsiteY0" fmla="*/ 232060 h 715708"/>
                <a:gd name="connsiteX1" fmla="*/ 1166388 w 2314305"/>
                <a:gd name="connsiteY1" fmla="*/ 561 h 715708"/>
                <a:gd name="connsiteX2" fmla="*/ 2314305 w 2314305"/>
                <a:gd name="connsiteY2" fmla="*/ 250092 h 715708"/>
                <a:gd name="connsiteX3" fmla="*/ 2123986 w 2314305"/>
                <a:gd name="connsiteY3" fmla="*/ 715708 h 715708"/>
                <a:gd name="connsiteX4" fmla="*/ 1156661 w 2314305"/>
                <a:gd name="connsiteY4" fmla="*/ 480632 h 715708"/>
                <a:gd name="connsiteX5" fmla="*/ 172995 w 2314305"/>
                <a:gd name="connsiteY5" fmla="*/ 685051 h 715708"/>
                <a:gd name="connsiteX6" fmla="*/ 0 w 2314305"/>
                <a:gd name="connsiteY6" fmla="*/ 232060 h 7157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314305" h="715708">
                  <a:moveTo>
                    <a:pt x="0" y="232060"/>
                  </a:moveTo>
                  <a:cubicBezTo>
                    <a:pt x="116349" y="135016"/>
                    <a:pt x="772966" y="-10150"/>
                    <a:pt x="1166388" y="561"/>
                  </a:cubicBezTo>
                  <a:cubicBezTo>
                    <a:pt x="1559810" y="11272"/>
                    <a:pt x="1962415" y="54514"/>
                    <a:pt x="2314305" y="250092"/>
                  </a:cubicBezTo>
                  <a:cubicBezTo>
                    <a:pt x="2236857" y="411910"/>
                    <a:pt x="2305049" y="284904"/>
                    <a:pt x="2123986" y="715708"/>
                  </a:cubicBezTo>
                  <a:cubicBezTo>
                    <a:pt x="2077752" y="646036"/>
                    <a:pt x="1616289" y="480632"/>
                    <a:pt x="1156661" y="480632"/>
                  </a:cubicBezTo>
                  <a:cubicBezTo>
                    <a:pt x="697033" y="480632"/>
                    <a:pt x="257593" y="589531"/>
                    <a:pt x="172995" y="685051"/>
                  </a:cubicBezTo>
                  <a:lnTo>
                    <a:pt x="0" y="232060"/>
                  </a:lnTo>
                  <a:close/>
                </a:path>
              </a:pathLst>
            </a:custGeom>
            <a:solidFill>
              <a:srgbClr val="252260"/>
            </a:solidFill>
            <a:ln>
              <a:solidFill>
                <a:srgbClr val="2522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5594E8DC-702B-657E-6573-5EDA963C5D49}"/>
                </a:ext>
              </a:extLst>
            </p:cNvPr>
            <p:cNvSpPr txBox="1"/>
            <p:nvPr/>
          </p:nvSpPr>
          <p:spPr>
            <a:xfrm rot="2976467">
              <a:off x="9461974" y="1744448"/>
              <a:ext cx="1841899" cy="638175"/>
            </a:xfrm>
            <a:prstGeom prst="rect">
              <a:avLst/>
            </a:prstGeom>
            <a:noFill/>
          </p:spPr>
          <p:txBody>
            <a:bodyPr wrap="square" rtlCol="0">
              <a:prstTxWarp prst="textArchUp">
                <a:avLst>
                  <a:gd name="adj" fmla="val 11053946"/>
                </a:avLst>
              </a:prstTxWarp>
              <a:spAutoFit/>
            </a:bodyPr>
            <a:lstStyle/>
            <a:p>
              <a:pPr algn="ctr"/>
              <a:r>
                <a:rPr lang="en-US" sz="2400" dirty="0">
                  <a:solidFill>
                    <a:schemeClr val="bg1"/>
                  </a:solidFill>
                </a:rPr>
                <a:t>Connect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FFB9BBDC-EF06-B1BD-E584-39C1333584CB}"/>
                </a:ext>
              </a:extLst>
            </p:cNvPr>
            <p:cNvSpPr txBox="1"/>
            <p:nvPr/>
          </p:nvSpPr>
          <p:spPr>
            <a:xfrm rot="6218390">
              <a:off x="9925946" y="3694976"/>
              <a:ext cx="1841899" cy="638175"/>
            </a:xfrm>
            <a:prstGeom prst="rect">
              <a:avLst/>
            </a:prstGeom>
            <a:noFill/>
          </p:spPr>
          <p:txBody>
            <a:bodyPr wrap="square" rtlCol="0">
              <a:prstTxWarp prst="textArchUp">
                <a:avLst/>
              </a:prstTxWarp>
              <a:spAutoFit/>
            </a:bodyPr>
            <a:lstStyle/>
            <a:p>
              <a:pPr algn="ctr"/>
              <a:r>
                <a:rPr lang="en-US" sz="2400" dirty="0">
                  <a:solidFill>
                    <a:schemeClr val="bg1"/>
                  </a:solidFill>
                </a:rPr>
                <a:t>Learn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46B6A916-EB7D-27F8-850F-E84AB6C9F665}"/>
                </a:ext>
              </a:extLst>
            </p:cNvPr>
            <p:cNvSpPr txBox="1"/>
            <p:nvPr/>
          </p:nvSpPr>
          <p:spPr>
            <a:xfrm rot="9167093">
              <a:off x="8638078" y="5306238"/>
              <a:ext cx="1841899" cy="638175"/>
            </a:xfrm>
            <a:prstGeom prst="rect">
              <a:avLst/>
            </a:prstGeom>
            <a:noFill/>
          </p:spPr>
          <p:txBody>
            <a:bodyPr wrap="square" rtlCol="0">
              <a:prstTxWarp prst="textArchUp">
                <a:avLst/>
              </a:prstTxWarp>
              <a:spAutoFit/>
            </a:bodyPr>
            <a:lstStyle/>
            <a:p>
              <a:pPr algn="ctr"/>
              <a:r>
                <a:rPr lang="en-US" sz="2400" dirty="0">
                  <a:solidFill>
                    <a:schemeClr val="bg1"/>
                  </a:solidFill>
                </a:rPr>
                <a:t>Engage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294D72F1-568A-FB7D-55EE-8AE57EF54BDB}"/>
                </a:ext>
              </a:extLst>
            </p:cNvPr>
            <p:cNvSpPr txBox="1"/>
            <p:nvPr/>
          </p:nvSpPr>
          <p:spPr>
            <a:xfrm rot="12622647">
              <a:off x="6593675" y="5243488"/>
              <a:ext cx="1841899" cy="638175"/>
            </a:xfrm>
            <a:prstGeom prst="rect">
              <a:avLst/>
            </a:prstGeom>
            <a:noFill/>
          </p:spPr>
          <p:txBody>
            <a:bodyPr wrap="square" rtlCol="0">
              <a:prstTxWarp prst="textArchUp">
                <a:avLst/>
              </a:prstTxWarp>
              <a:spAutoFit/>
            </a:bodyPr>
            <a:lstStyle/>
            <a:p>
              <a:pPr algn="ctr"/>
              <a:r>
                <a:rPr lang="en-US" sz="2400" dirty="0">
                  <a:solidFill>
                    <a:schemeClr val="bg1"/>
                  </a:solidFill>
                </a:rPr>
                <a:t>Invite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65E22830-E3EA-9BF1-2282-3C87119A7863}"/>
                </a:ext>
              </a:extLst>
            </p:cNvPr>
            <p:cNvSpPr txBox="1"/>
            <p:nvPr/>
          </p:nvSpPr>
          <p:spPr>
            <a:xfrm rot="15697400">
              <a:off x="5263361" y="3507272"/>
              <a:ext cx="2027125" cy="638175"/>
            </a:xfrm>
            <a:prstGeom prst="rect">
              <a:avLst/>
            </a:prstGeom>
            <a:noFill/>
          </p:spPr>
          <p:txBody>
            <a:bodyPr wrap="square" rtlCol="0">
              <a:prstTxWarp prst="textArchUp">
                <a:avLst>
                  <a:gd name="adj" fmla="val 10820778"/>
                </a:avLst>
              </a:prstTxWarp>
              <a:spAutoFit/>
            </a:bodyPr>
            <a:lstStyle/>
            <a:p>
              <a:pPr algn="ctr"/>
              <a:r>
                <a:rPr lang="en-US" sz="2400" dirty="0">
                  <a:solidFill>
                    <a:schemeClr val="bg1"/>
                  </a:solidFill>
                </a:rPr>
                <a:t>Appreciate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9A709A8F-2723-89DE-AEC8-2723B2BCBB5F}"/>
                </a:ext>
              </a:extLst>
            </p:cNvPr>
            <p:cNvSpPr txBox="1"/>
            <p:nvPr/>
          </p:nvSpPr>
          <p:spPr>
            <a:xfrm rot="18734748">
              <a:off x="5921532" y="1587556"/>
              <a:ext cx="1841899" cy="638175"/>
            </a:xfrm>
            <a:prstGeom prst="rect">
              <a:avLst/>
            </a:prstGeom>
            <a:noFill/>
          </p:spPr>
          <p:txBody>
            <a:bodyPr wrap="square" rtlCol="0">
              <a:prstTxWarp prst="textArchUp">
                <a:avLst/>
              </a:prstTxWarp>
              <a:spAutoFit/>
            </a:bodyPr>
            <a:lstStyle/>
            <a:p>
              <a:pPr algn="ctr"/>
              <a:r>
                <a:rPr lang="en-US" sz="2400" dirty="0">
                  <a:solidFill>
                    <a:schemeClr val="bg1"/>
                  </a:solidFill>
                </a:rPr>
                <a:t>Motivate</a:t>
              </a:r>
            </a:p>
          </p:txBody>
        </p:sp>
        <p:sp>
          <p:nvSpPr>
            <p:cNvPr id="17" name="Isosceles Triangle 16">
              <a:extLst>
                <a:ext uri="{FF2B5EF4-FFF2-40B4-BE49-F238E27FC236}">
                  <a16:creationId xmlns:a16="http://schemas.microsoft.com/office/drawing/2014/main" id="{F9DF1B25-B018-A9EF-22BA-3BD76865AEC7}"/>
                </a:ext>
              </a:extLst>
            </p:cNvPr>
            <p:cNvSpPr/>
            <p:nvPr/>
          </p:nvSpPr>
          <p:spPr>
            <a:xfrm rot="10033193">
              <a:off x="10653102" y="2772840"/>
              <a:ext cx="1097280" cy="457200"/>
            </a:xfrm>
            <a:prstGeom prst="triangle">
              <a:avLst>
                <a:gd name="adj" fmla="val 49630"/>
              </a:avLst>
            </a:prstGeom>
            <a:solidFill>
              <a:srgbClr val="F18120"/>
            </a:solidFill>
            <a:ln>
              <a:solidFill>
                <a:srgbClr val="F1812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9" name="Isosceles Triangle 18">
              <a:extLst>
                <a:ext uri="{FF2B5EF4-FFF2-40B4-BE49-F238E27FC236}">
                  <a16:creationId xmlns:a16="http://schemas.microsoft.com/office/drawing/2014/main" id="{CD0A43E9-793E-880C-D6D0-851655A059D4}"/>
                </a:ext>
              </a:extLst>
            </p:cNvPr>
            <p:cNvSpPr/>
            <p:nvPr/>
          </p:nvSpPr>
          <p:spPr>
            <a:xfrm rot="12756092">
              <a:off x="10065502" y="5009385"/>
              <a:ext cx="1097280" cy="457200"/>
            </a:xfrm>
            <a:prstGeom prst="triangle">
              <a:avLst>
                <a:gd name="adj" fmla="val 49630"/>
              </a:avLst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0" name="Isosceles Triangle 19">
              <a:extLst>
                <a:ext uri="{FF2B5EF4-FFF2-40B4-BE49-F238E27FC236}">
                  <a16:creationId xmlns:a16="http://schemas.microsoft.com/office/drawing/2014/main" id="{F8FF108A-B74F-D90C-B43B-D91FE6199E2E}"/>
                </a:ext>
              </a:extLst>
            </p:cNvPr>
            <p:cNvSpPr/>
            <p:nvPr/>
          </p:nvSpPr>
          <p:spPr>
            <a:xfrm rot="16200000">
              <a:off x="7876928" y="5958631"/>
              <a:ext cx="1097280" cy="457200"/>
            </a:xfrm>
            <a:prstGeom prst="triangle">
              <a:avLst>
                <a:gd name="adj" fmla="val 49630"/>
              </a:avLst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1" name="Isosceles Triangle 20">
              <a:extLst>
                <a:ext uri="{FF2B5EF4-FFF2-40B4-BE49-F238E27FC236}">
                  <a16:creationId xmlns:a16="http://schemas.microsoft.com/office/drawing/2014/main" id="{52810897-9865-D28A-6287-5FBB631DB130}"/>
                </a:ext>
              </a:extLst>
            </p:cNvPr>
            <p:cNvSpPr/>
            <p:nvPr/>
          </p:nvSpPr>
          <p:spPr>
            <a:xfrm rot="19068017">
              <a:off x="5803319" y="4833342"/>
              <a:ext cx="1097280" cy="457200"/>
            </a:xfrm>
            <a:prstGeom prst="triangle">
              <a:avLst>
                <a:gd name="adj" fmla="val 49630"/>
              </a:avLst>
            </a:prstGeom>
            <a:solidFill>
              <a:srgbClr val="33CCCC"/>
            </a:solidFill>
            <a:ln>
              <a:solidFill>
                <a:srgbClr val="33CCC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2" name="Isosceles Triangle 21">
              <a:extLst>
                <a:ext uri="{FF2B5EF4-FFF2-40B4-BE49-F238E27FC236}">
                  <a16:creationId xmlns:a16="http://schemas.microsoft.com/office/drawing/2014/main" id="{3425AB02-ADC9-9194-192F-DCA76A14B186}"/>
                </a:ext>
              </a:extLst>
            </p:cNvPr>
            <p:cNvSpPr/>
            <p:nvPr/>
          </p:nvSpPr>
          <p:spPr>
            <a:xfrm rot="722318">
              <a:off x="5436198" y="2460377"/>
              <a:ext cx="1097280" cy="457200"/>
            </a:xfrm>
            <a:prstGeom prst="triangle">
              <a:avLst>
                <a:gd name="adj" fmla="val 49630"/>
              </a:avLst>
            </a:prstGeom>
            <a:solidFill>
              <a:srgbClr val="0070C0"/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3" name="Isosceles Triangle 22">
              <a:extLst>
                <a:ext uri="{FF2B5EF4-FFF2-40B4-BE49-F238E27FC236}">
                  <a16:creationId xmlns:a16="http://schemas.microsoft.com/office/drawing/2014/main" id="{0BB9AB27-CC3C-33A1-D655-DCE0E149E15C}"/>
                </a:ext>
              </a:extLst>
            </p:cNvPr>
            <p:cNvSpPr/>
            <p:nvPr/>
          </p:nvSpPr>
          <p:spPr>
            <a:xfrm rot="4150195">
              <a:off x="7002567" y="831281"/>
              <a:ext cx="1097280" cy="457200"/>
            </a:xfrm>
            <a:prstGeom prst="triangle">
              <a:avLst>
                <a:gd name="adj" fmla="val 49630"/>
              </a:avLst>
            </a:prstGeom>
            <a:solidFill>
              <a:srgbClr val="252260"/>
            </a:solidFill>
            <a:ln>
              <a:solidFill>
                <a:srgbClr val="2522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795D38A8-65EA-B4BF-B7D1-A42AA86D8559}"/>
                </a:ext>
              </a:extLst>
            </p:cNvPr>
            <p:cNvSpPr txBox="1"/>
            <p:nvPr/>
          </p:nvSpPr>
          <p:spPr>
            <a:xfrm>
              <a:off x="7612778" y="888506"/>
              <a:ext cx="1841899" cy="638175"/>
            </a:xfrm>
            <a:prstGeom prst="rect">
              <a:avLst/>
            </a:prstGeom>
            <a:noFill/>
          </p:spPr>
          <p:txBody>
            <a:bodyPr wrap="square" rtlCol="0">
              <a:prstTxWarp prst="textArchUp">
                <a:avLst/>
              </a:prstTxWarp>
              <a:spAutoFit/>
            </a:bodyPr>
            <a:lstStyle/>
            <a:p>
              <a:pPr algn="ctr"/>
              <a:r>
                <a:rPr lang="en-US" sz="2400" dirty="0">
                  <a:solidFill>
                    <a:schemeClr val="bg1"/>
                  </a:solidFill>
                </a:rPr>
                <a:t>Inspire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D3DCD065-1914-E617-0C59-266BEDD5795C}"/>
                </a:ext>
              </a:extLst>
            </p:cNvPr>
            <p:cNvSpPr txBox="1"/>
            <p:nvPr/>
          </p:nvSpPr>
          <p:spPr>
            <a:xfrm rot="18835274">
              <a:off x="6475919" y="2235978"/>
              <a:ext cx="3973684" cy="212365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400" dirty="0">
                  <a:solidFill>
                    <a:srgbClr val="252260"/>
                  </a:solidFill>
                </a:rPr>
                <a:t>Donor </a:t>
              </a:r>
            </a:p>
            <a:p>
              <a:pPr algn="ctr"/>
              <a:r>
                <a:rPr lang="en-US" sz="4400" dirty="0">
                  <a:solidFill>
                    <a:srgbClr val="252260"/>
                  </a:solidFill>
                </a:rPr>
                <a:t>Engagement </a:t>
              </a:r>
            </a:p>
            <a:p>
              <a:pPr algn="ctr"/>
              <a:r>
                <a:rPr lang="en-US" sz="4400" dirty="0">
                  <a:solidFill>
                    <a:srgbClr val="252260"/>
                  </a:solidFill>
                </a:rPr>
                <a:t>Cycle</a:t>
              </a:r>
            </a:p>
          </p:txBody>
        </p:sp>
      </p:grpSp>
      <p:sp>
        <p:nvSpPr>
          <p:cNvPr id="3" name="Rectangle 2">
            <a:extLst>
              <a:ext uri="{FF2B5EF4-FFF2-40B4-BE49-F238E27FC236}">
                <a16:creationId xmlns:a16="http://schemas.microsoft.com/office/drawing/2014/main" id="{ED5C5515-93AC-28C5-DBAF-E8F0684E991E}"/>
              </a:ext>
            </a:extLst>
          </p:cNvPr>
          <p:cNvSpPr/>
          <p:nvPr/>
        </p:nvSpPr>
        <p:spPr>
          <a:xfrm>
            <a:off x="5114990" y="740838"/>
            <a:ext cx="5213448" cy="1210123"/>
          </a:xfrm>
          <a:prstGeom prst="rect">
            <a:avLst/>
          </a:prstGeom>
          <a:solidFill>
            <a:srgbClr val="EE42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Isosceles Triangle 25">
            <a:extLst>
              <a:ext uri="{FF2B5EF4-FFF2-40B4-BE49-F238E27FC236}">
                <a16:creationId xmlns:a16="http://schemas.microsoft.com/office/drawing/2014/main" id="{187A778D-2547-34D1-A5F5-97BC24E5AE17}"/>
              </a:ext>
            </a:extLst>
          </p:cNvPr>
          <p:cNvSpPr/>
          <p:nvPr/>
        </p:nvSpPr>
        <p:spPr>
          <a:xfrm rot="5400000">
            <a:off x="9752675" y="872742"/>
            <a:ext cx="1859690" cy="869879"/>
          </a:xfrm>
          <a:prstGeom prst="triangle">
            <a:avLst/>
          </a:prstGeom>
          <a:solidFill>
            <a:srgbClr val="EE42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A836DBD-B06B-C6BB-0A42-DFA3BD67A78B}"/>
              </a:ext>
            </a:extLst>
          </p:cNvPr>
          <p:cNvSpPr txBox="1"/>
          <p:nvPr/>
        </p:nvSpPr>
        <p:spPr>
          <a:xfrm>
            <a:off x="5089597" y="754683"/>
            <a:ext cx="602786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600" dirty="0">
                <a:solidFill>
                  <a:schemeClr val="bg1"/>
                </a:solidFill>
                <a:latin typeface="Century Gothic" panose="020B0502020202020204" pitchFamily="34" charset="0"/>
              </a:rPr>
              <a:t>Inspire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422F0361-7E54-5422-0DA2-E9EF5CA3F19C}"/>
              </a:ext>
            </a:extLst>
          </p:cNvPr>
          <p:cNvGrpSpPr/>
          <p:nvPr/>
        </p:nvGrpSpPr>
        <p:grpSpPr>
          <a:xfrm>
            <a:off x="0" y="6078071"/>
            <a:ext cx="12192000" cy="779929"/>
            <a:chOff x="0" y="6078071"/>
            <a:chExt cx="12192000" cy="779929"/>
          </a:xfrm>
        </p:grpSpPr>
        <p:sp>
          <p:nvSpPr>
            <p:cNvPr id="18" name="Rectangle 24">
              <a:extLst>
                <a:ext uri="{FF2B5EF4-FFF2-40B4-BE49-F238E27FC236}">
                  <a16:creationId xmlns:a16="http://schemas.microsoft.com/office/drawing/2014/main" id="{53354519-092B-5C52-B2EA-8CA5096A91A9}"/>
                </a:ext>
              </a:extLst>
            </p:cNvPr>
            <p:cNvSpPr/>
            <p:nvPr/>
          </p:nvSpPr>
          <p:spPr>
            <a:xfrm>
              <a:off x="0" y="6078071"/>
              <a:ext cx="12192000" cy="779929"/>
            </a:xfrm>
            <a:custGeom>
              <a:avLst/>
              <a:gdLst>
                <a:gd name="connsiteX0" fmla="*/ 0 w 12876028"/>
                <a:gd name="connsiteY0" fmla="*/ 0 h 1662721"/>
                <a:gd name="connsiteX1" fmla="*/ 12876028 w 12876028"/>
                <a:gd name="connsiteY1" fmla="*/ 0 h 1662721"/>
                <a:gd name="connsiteX2" fmla="*/ 12876028 w 12876028"/>
                <a:gd name="connsiteY2" fmla="*/ 1662721 h 1662721"/>
                <a:gd name="connsiteX3" fmla="*/ 0 w 12876028"/>
                <a:gd name="connsiteY3" fmla="*/ 1662721 h 1662721"/>
                <a:gd name="connsiteX4" fmla="*/ 0 w 12876028"/>
                <a:gd name="connsiteY4" fmla="*/ 0 h 1662721"/>
                <a:gd name="connsiteX0" fmla="*/ 0 w 12876028"/>
                <a:gd name="connsiteY0" fmla="*/ 893135 h 1662721"/>
                <a:gd name="connsiteX1" fmla="*/ 12876028 w 12876028"/>
                <a:gd name="connsiteY1" fmla="*/ 0 h 1662721"/>
                <a:gd name="connsiteX2" fmla="*/ 12876028 w 12876028"/>
                <a:gd name="connsiteY2" fmla="*/ 1662721 h 1662721"/>
                <a:gd name="connsiteX3" fmla="*/ 0 w 12876028"/>
                <a:gd name="connsiteY3" fmla="*/ 1662721 h 1662721"/>
                <a:gd name="connsiteX4" fmla="*/ 0 w 12876028"/>
                <a:gd name="connsiteY4" fmla="*/ 893135 h 16627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876028" h="1662721">
                  <a:moveTo>
                    <a:pt x="0" y="893135"/>
                  </a:moveTo>
                  <a:lnTo>
                    <a:pt x="12876028" y="0"/>
                  </a:lnTo>
                  <a:lnTo>
                    <a:pt x="12876028" y="1662721"/>
                  </a:lnTo>
                  <a:lnTo>
                    <a:pt x="0" y="1662721"/>
                  </a:lnTo>
                  <a:lnTo>
                    <a:pt x="0" y="893135"/>
                  </a:lnTo>
                  <a:close/>
                </a:path>
              </a:pathLst>
            </a:custGeom>
            <a:solidFill>
              <a:srgbClr val="DD403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AABAD927-0B13-A1C2-8B77-6DA799C442E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4486" b="24288"/>
            <a:stretch/>
          </p:blipFill>
          <p:spPr>
            <a:xfrm>
              <a:off x="9825318" y="6236638"/>
              <a:ext cx="2079811" cy="559334"/>
            </a:xfrm>
            <a:prstGeom prst="rect">
              <a:avLst/>
            </a:prstGeom>
          </p:spPr>
        </p:pic>
      </p:grpSp>
      <p:sp>
        <p:nvSpPr>
          <p:cNvPr id="29" name="Slide Number Placeholder 5">
            <a:extLst>
              <a:ext uri="{FF2B5EF4-FFF2-40B4-BE49-F238E27FC236}">
                <a16:creationId xmlns:a16="http://schemas.microsoft.com/office/drawing/2014/main" id="{7C2D335F-FC4A-E817-42B9-32C7309959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-1" y="6492875"/>
            <a:ext cx="528919" cy="365125"/>
          </a:xfrm>
        </p:spPr>
        <p:txBody>
          <a:bodyPr/>
          <a:lstStyle/>
          <a:p>
            <a:fld id="{0F897CD2-57D8-4610-8E64-C03C1E4E4E05}" type="slidenum">
              <a:rPr lang="en-US" sz="1600" b="1" smtClean="0">
                <a:solidFill>
                  <a:schemeClr val="bg1"/>
                </a:solidFill>
              </a:rPr>
              <a:t>9</a:t>
            </a:fld>
            <a:endParaRPr lang="en-US" sz="16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930916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D5C5515-93AC-28C5-DBAF-E8F0684E991E}"/>
              </a:ext>
            </a:extLst>
          </p:cNvPr>
          <p:cNvSpPr/>
          <p:nvPr/>
        </p:nvSpPr>
        <p:spPr>
          <a:xfrm>
            <a:off x="4932959" y="696237"/>
            <a:ext cx="5213448" cy="1210123"/>
          </a:xfrm>
          <a:prstGeom prst="rect">
            <a:avLst/>
          </a:prstGeom>
          <a:solidFill>
            <a:srgbClr val="F181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Isosceles Triangle 25">
            <a:extLst>
              <a:ext uri="{FF2B5EF4-FFF2-40B4-BE49-F238E27FC236}">
                <a16:creationId xmlns:a16="http://schemas.microsoft.com/office/drawing/2014/main" id="{187A778D-2547-34D1-A5F5-97BC24E5AE17}"/>
              </a:ext>
            </a:extLst>
          </p:cNvPr>
          <p:cNvSpPr/>
          <p:nvPr/>
        </p:nvSpPr>
        <p:spPr>
          <a:xfrm rot="5400000">
            <a:off x="9570644" y="828141"/>
            <a:ext cx="1859690" cy="869879"/>
          </a:xfrm>
          <a:prstGeom prst="triangle">
            <a:avLst/>
          </a:prstGeom>
          <a:solidFill>
            <a:srgbClr val="F181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A836DBD-B06B-C6BB-0A42-DFA3BD67A78B}"/>
              </a:ext>
            </a:extLst>
          </p:cNvPr>
          <p:cNvSpPr txBox="1"/>
          <p:nvPr/>
        </p:nvSpPr>
        <p:spPr>
          <a:xfrm>
            <a:off x="4873744" y="744290"/>
            <a:ext cx="602786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600" dirty="0">
                <a:solidFill>
                  <a:schemeClr val="bg1"/>
                </a:solidFill>
                <a:latin typeface="Century Gothic" panose="020B0502020202020204" pitchFamily="34" charset="0"/>
              </a:rPr>
              <a:t>Connect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D5BF0B0B-BDDC-9974-E4F3-08A5180576E8}"/>
              </a:ext>
            </a:extLst>
          </p:cNvPr>
          <p:cNvGrpSpPr/>
          <p:nvPr/>
        </p:nvGrpSpPr>
        <p:grpSpPr>
          <a:xfrm rot="21079364">
            <a:off x="249817" y="244289"/>
            <a:ext cx="5790419" cy="6167177"/>
            <a:chOff x="5436198" y="511241"/>
            <a:chExt cx="6019145" cy="6228727"/>
          </a:xfrm>
        </p:grpSpPr>
        <p:sp>
          <p:nvSpPr>
            <p:cNvPr id="28" name="Block Arc 1">
              <a:extLst>
                <a:ext uri="{FF2B5EF4-FFF2-40B4-BE49-F238E27FC236}">
                  <a16:creationId xmlns:a16="http://schemas.microsoft.com/office/drawing/2014/main" id="{245A5746-E494-DEAB-6883-6F53981D6449}"/>
                </a:ext>
              </a:extLst>
            </p:cNvPr>
            <p:cNvSpPr/>
            <p:nvPr/>
          </p:nvSpPr>
          <p:spPr>
            <a:xfrm rot="6099059">
              <a:off x="9940336" y="3713264"/>
              <a:ext cx="2314305" cy="715708"/>
            </a:xfrm>
            <a:custGeom>
              <a:avLst/>
              <a:gdLst>
                <a:gd name="connsiteX0" fmla="*/ 0 w 2391141"/>
                <a:gd name="connsiteY0" fmla="*/ 726679 h 1453358"/>
                <a:gd name="connsiteX1" fmla="*/ 1195571 w 2391141"/>
                <a:gd name="connsiteY1" fmla="*/ 0 h 1453358"/>
                <a:gd name="connsiteX2" fmla="*/ 2391142 w 2391141"/>
                <a:gd name="connsiteY2" fmla="*/ 726679 h 1453358"/>
                <a:gd name="connsiteX3" fmla="*/ 2027802 w 2391141"/>
                <a:gd name="connsiteY3" fmla="*/ 726679 h 1453358"/>
                <a:gd name="connsiteX4" fmla="*/ 1195571 w 2391141"/>
                <a:gd name="connsiteY4" fmla="*/ 363339 h 1453358"/>
                <a:gd name="connsiteX5" fmla="*/ 363340 w 2391141"/>
                <a:gd name="connsiteY5" fmla="*/ 726679 h 1453358"/>
                <a:gd name="connsiteX6" fmla="*/ 0 w 2391141"/>
                <a:gd name="connsiteY6" fmla="*/ 726679 h 1453358"/>
                <a:gd name="connsiteX0" fmla="*/ 0 w 2614878"/>
                <a:gd name="connsiteY0" fmla="*/ 727830 h 727830"/>
                <a:gd name="connsiteX1" fmla="*/ 1195571 w 2614878"/>
                <a:gd name="connsiteY1" fmla="*/ 1151 h 727830"/>
                <a:gd name="connsiteX2" fmla="*/ 2614878 w 2614878"/>
                <a:gd name="connsiteY2" fmla="*/ 611098 h 727830"/>
                <a:gd name="connsiteX3" fmla="*/ 2027802 w 2614878"/>
                <a:gd name="connsiteY3" fmla="*/ 727830 h 727830"/>
                <a:gd name="connsiteX4" fmla="*/ 1195571 w 2614878"/>
                <a:gd name="connsiteY4" fmla="*/ 364490 h 727830"/>
                <a:gd name="connsiteX5" fmla="*/ 363340 w 2614878"/>
                <a:gd name="connsiteY5" fmla="*/ 727830 h 727830"/>
                <a:gd name="connsiteX6" fmla="*/ 0 w 2614878"/>
                <a:gd name="connsiteY6" fmla="*/ 727830 h 727830"/>
                <a:gd name="connsiteX0" fmla="*/ 0 w 2614878"/>
                <a:gd name="connsiteY0" fmla="*/ 727830 h 727830"/>
                <a:gd name="connsiteX1" fmla="*/ 1195571 w 2614878"/>
                <a:gd name="connsiteY1" fmla="*/ 1151 h 727830"/>
                <a:gd name="connsiteX2" fmla="*/ 2614878 w 2614878"/>
                <a:gd name="connsiteY2" fmla="*/ 611098 h 727830"/>
                <a:gd name="connsiteX3" fmla="*/ 2251538 w 2614878"/>
                <a:gd name="connsiteY3" fmla="*/ 669464 h 727830"/>
                <a:gd name="connsiteX4" fmla="*/ 1195571 w 2614878"/>
                <a:gd name="connsiteY4" fmla="*/ 364490 h 727830"/>
                <a:gd name="connsiteX5" fmla="*/ 363340 w 2614878"/>
                <a:gd name="connsiteY5" fmla="*/ 727830 h 727830"/>
                <a:gd name="connsiteX6" fmla="*/ 0 w 2614878"/>
                <a:gd name="connsiteY6" fmla="*/ 727830 h 727830"/>
                <a:gd name="connsiteX0" fmla="*/ 0 w 2780249"/>
                <a:gd name="connsiteY0" fmla="*/ 590533 h 726720"/>
                <a:gd name="connsiteX1" fmla="*/ 1360942 w 2780249"/>
                <a:gd name="connsiteY1" fmla="*/ 41 h 726720"/>
                <a:gd name="connsiteX2" fmla="*/ 2780249 w 2780249"/>
                <a:gd name="connsiteY2" fmla="*/ 609988 h 726720"/>
                <a:gd name="connsiteX3" fmla="*/ 2416909 w 2780249"/>
                <a:gd name="connsiteY3" fmla="*/ 668354 h 726720"/>
                <a:gd name="connsiteX4" fmla="*/ 1360942 w 2780249"/>
                <a:gd name="connsiteY4" fmla="*/ 363380 h 726720"/>
                <a:gd name="connsiteX5" fmla="*/ 528711 w 2780249"/>
                <a:gd name="connsiteY5" fmla="*/ 726720 h 726720"/>
                <a:gd name="connsiteX6" fmla="*/ 0 w 2780249"/>
                <a:gd name="connsiteY6" fmla="*/ 590533 h 726720"/>
                <a:gd name="connsiteX0" fmla="*/ 0 w 2780249"/>
                <a:gd name="connsiteY0" fmla="*/ 590533 h 668354"/>
                <a:gd name="connsiteX1" fmla="*/ 1360942 w 2780249"/>
                <a:gd name="connsiteY1" fmla="*/ 41 h 668354"/>
                <a:gd name="connsiteX2" fmla="*/ 2780249 w 2780249"/>
                <a:gd name="connsiteY2" fmla="*/ 609988 h 668354"/>
                <a:gd name="connsiteX3" fmla="*/ 2416909 w 2780249"/>
                <a:gd name="connsiteY3" fmla="*/ 668354 h 668354"/>
                <a:gd name="connsiteX4" fmla="*/ 1360942 w 2780249"/>
                <a:gd name="connsiteY4" fmla="*/ 363380 h 668354"/>
                <a:gd name="connsiteX5" fmla="*/ 275792 w 2780249"/>
                <a:gd name="connsiteY5" fmla="*/ 639171 h 668354"/>
                <a:gd name="connsiteX6" fmla="*/ 0 w 2780249"/>
                <a:gd name="connsiteY6" fmla="*/ 590533 h 668354"/>
                <a:gd name="connsiteX0" fmla="*/ 0 w 2780249"/>
                <a:gd name="connsiteY0" fmla="*/ 590533 h 668354"/>
                <a:gd name="connsiteX1" fmla="*/ 1360942 w 2780249"/>
                <a:gd name="connsiteY1" fmla="*/ 41 h 668354"/>
                <a:gd name="connsiteX2" fmla="*/ 2780249 w 2780249"/>
                <a:gd name="connsiteY2" fmla="*/ 609988 h 668354"/>
                <a:gd name="connsiteX3" fmla="*/ 2416909 w 2780249"/>
                <a:gd name="connsiteY3" fmla="*/ 668354 h 668354"/>
                <a:gd name="connsiteX4" fmla="*/ 1351215 w 2780249"/>
                <a:gd name="connsiteY4" fmla="*/ 480112 h 668354"/>
                <a:gd name="connsiteX5" fmla="*/ 275792 w 2780249"/>
                <a:gd name="connsiteY5" fmla="*/ 639171 h 668354"/>
                <a:gd name="connsiteX6" fmla="*/ 0 w 2780249"/>
                <a:gd name="connsiteY6" fmla="*/ 590533 h 668354"/>
                <a:gd name="connsiteX0" fmla="*/ 0 w 2780249"/>
                <a:gd name="connsiteY0" fmla="*/ 590533 h 775358"/>
                <a:gd name="connsiteX1" fmla="*/ 1360942 w 2780249"/>
                <a:gd name="connsiteY1" fmla="*/ 41 h 775358"/>
                <a:gd name="connsiteX2" fmla="*/ 2780249 w 2780249"/>
                <a:gd name="connsiteY2" fmla="*/ 609988 h 775358"/>
                <a:gd name="connsiteX3" fmla="*/ 2329360 w 2780249"/>
                <a:gd name="connsiteY3" fmla="*/ 775358 h 775358"/>
                <a:gd name="connsiteX4" fmla="*/ 1351215 w 2780249"/>
                <a:gd name="connsiteY4" fmla="*/ 480112 h 775358"/>
                <a:gd name="connsiteX5" fmla="*/ 275792 w 2780249"/>
                <a:gd name="connsiteY5" fmla="*/ 639171 h 775358"/>
                <a:gd name="connsiteX6" fmla="*/ 0 w 2780249"/>
                <a:gd name="connsiteY6" fmla="*/ 590533 h 775358"/>
                <a:gd name="connsiteX0" fmla="*/ 0 w 2673245"/>
                <a:gd name="connsiteY0" fmla="*/ 600391 h 785216"/>
                <a:gd name="connsiteX1" fmla="*/ 1360942 w 2673245"/>
                <a:gd name="connsiteY1" fmla="*/ 9899 h 785216"/>
                <a:gd name="connsiteX2" fmla="*/ 2673245 w 2673245"/>
                <a:gd name="connsiteY2" fmla="*/ 405837 h 785216"/>
                <a:gd name="connsiteX3" fmla="*/ 2329360 w 2673245"/>
                <a:gd name="connsiteY3" fmla="*/ 785216 h 785216"/>
                <a:gd name="connsiteX4" fmla="*/ 1351215 w 2673245"/>
                <a:gd name="connsiteY4" fmla="*/ 489970 h 785216"/>
                <a:gd name="connsiteX5" fmla="*/ 275792 w 2673245"/>
                <a:gd name="connsiteY5" fmla="*/ 649029 h 785216"/>
                <a:gd name="connsiteX6" fmla="*/ 0 w 2673245"/>
                <a:gd name="connsiteY6" fmla="*/ 600391 h 785216"/>
                <a:gd name="connsiteX0" fmla="*/ 0 w 2673245"/>
                <a:gd name="connsiteY0" fmla="*/ 593348 h 778173"/>
                <a:gd name="connsiteX1" fmla="*/ 1360942 w 2673245"/>
                <a:gd name="connsiteY1" fmla="*/ 2856 h 778173"/>
                <a:gd name="connsiteX2" fmla="*/ 2673245 w 2673245"/>
                <a:gd name="connsiteY2" fmla="*/ 398794 h 778173"/>
                <a:gd name="connsiteX3" fmla="*/ 2329360 w 2673245"/>
                <a:gd name="connsiteY3" fmla="*/ 778173 h 778173"/>
                <a:gd name="connsiteX4" fmla="*/ 1351215 w 2673245"/>
                <a:gd name="connsiteY4" fmla="*/ 482927 h 778173"/>
                <a:gd name="connsiteX5" fmla="*/ 275792 w 2673245"/>
                <a:gd name="connsiteY5" fmla="*/ 641986 h 778173"/>
                <a:gd name="connsiteX6" fmla="*/ 0 w 2673245"/>
                <a:gd name="connsiteY6" fmla="*/ 593348 h 778173"/>
                <a:gd name="connsiteX0" fmla="*/ 0 w 2478691"/>
                <a:gd name="connsiteY0" fmla="*/ 293714 h 809279"/>
                <a:gd name="connsiteX1" fmla="*/ 1166388 w 2478691"/>
                <a:gd name="connsiteY1" fmla="*/ 33962 h 809279"/>
                <a:gd name="connsiteX2" fmla="*/ 2478691 w 2478691"/>
                <a:gd name="connsiteY2" fmla="*/ 429900 h 809279"/>
                <a:gd name="connsiteX3" fmla="*/ 2134806 w 2478691"/>
                <a:gd name="connsiteY3" fmla="*/ 809279 h 809279"/>
                <a:gd name="connsiteX4" fmla="*/ 1156661 w 2478691"/>
                <a:gd name="connsiteY4" fmla="*/ 514033 h 809279"/>
                <a:gd name="connsiteX5" fmla="*/ 81238 w 2478691"/>
                <a:gd name="connsiteY5" fmla="*/ 673092 h 809279"/>
                <a:gd name="connsiteX6" fmla="*/ 0 w 2478691"/>
                <a:gd name="connsiteY6" fmla="*/ 293714 h 809279"/>
                <a:gd name="connsiteX0" fmla="*/ 0 w 2478691"/>
                <a:gd name="connsiteY0" fmla="*/ 262275 h 777840"/>
                <a:gd name="connsiteX1" fmla="*/ 1166388 w 2478691"/>
                <a:gd name="connsiteY1" fmla="*/ 2523 h 777840"/>
                <a:gd name="connsiteX2" fmla="*/ 2478691 w 2478691"/>
                <a:gd name="connsiteY2" fmla="*/ 398461 h 777840"/>
                <a:gd name="connsiteX3" fmla="*/ 2134806 w 2478691"/>
                <a:gd name="connsiteY3" fmla="*/ 777840 h 777840"/>
                <a:gd name="connsiteX4" fmla="*/ 1156661 w 2478691"/>
                <a:gd name="connsiteY4" fmla="*/ 482594 h 777840"/>
                <a:gd name="connsiteX5" fmla="*/ 81238 w 2478691"/>
                <a:gd name="connsiteY5" fmla="*/ 641653 h 777840"/>
                <a:gd name="connsiteX6" fmla="*/ 0 w 2478691"/>
                <a:gd name="connsiteY6" fmla="*/ 262275 h 777840"/>
                <a:gd name="connsiteX0" fmla="*/ 0 w 2478691"/>
                <a:gd name="connsiteY0" fmla="*/ 262275 h 777841"/>
                <a:gd name="connsiteX1" fmla="*/ 1166388 w 2478691"/>
                <a:gd name="connsiteY1" fmla="*/ 2523 h 777841"/>
                <a:gd name="connsiteX2" fmla="*/ 2478691 w 2478691"/>
                <a:gd name="connsiteY2" fmla="*/ 398461 h 777841"/>
                <a:gd name="connsiteX3" fmla="*/ 2134806 w 2478691"/>
                <a:gd name="connsiteY3" fmla="*/ 777840 h 777841"/>
                <a:gd name="connsiteX4" fmla="*/ 1156661 w 2478691"/>
                <a:gd name="connsiteY4" fmla="*/ 482594 h 777841"/>
                <a:gd name="connsiteX5" fmla="*/ 178515 w 2478691"/>
                <a:gd name="connsiteY5" fmla="*/ 777841 h 777841"/>
                <a:gd name="connsiteX6" fmla="*/ 0 w 2478691"/>
                <a:gd name="connsiteY6" fmla="*/ 262275 h 777841"/>
                <a:gd name="connsiteX0" fmla="*/ 0 w 2478691"/>
                <a:gd name="connsiteY0" fmla="*/ 262275 h 777840"/>
                <a:gd name="connsiteX1" fmla="*/ 1166388 w 2478691"/>
                <a:gd name="connsiteY1" fmla="*/ 2523 h 777840"/>
                <a:gd name="connsiteX2" fmla="*/ 2478691 w 2478691"/>
                <a:gd name="connsiteY2" fmla="*/ 398461 h 777840"/>
                <a:gd name="connsiteX3" fmla="*/ 2134806 w 2478691"/>
                <a:gd name="connsiteY3" fmla="*/ 777840 h 777840"/>
                <a:gd name="connsiteX4" fmla="*/ 1156661 w 2478691"/>
                <a:gd name="connsiteY4" fmla="*/ 482594 h 777840"/>
                <a:gd name="connsiteX5" fmla="*/ 139604 w 2478691"/>
                <a:gd name="connsiteY5" fmla="*/ 748658 h 777840"/>
                <a:gd name="connsiteX6" fmla="*/ 0 w 2478691"/>
                <a:gd name="connsiteY6" fmla="*/ 262275 h 777840"/>
                <a:gd name="connsiteX0" fmla="*/ 0 w 2478691"/>
                <a:gd name="connsiteY0" fmla="*/ 262275 h 777840"/>
                <a:gd name="connsiteX1" fmla="*/ 1166388 w 2478691"/>
                <a:gd name="connsiteY1" fmla="*/ 2523 h 777840"/>
                <a:gd name="connsiteX2" fmla="*/ 2478691 w 2478691"/>
                <a:gd name="connsiteY2" fmla="*/ 398461 h 777840"/>
                <a:gd name="connsiteX3" fmla="*/ 2134806 w 2478691"/>
                <a:gd name="connsiteY3" fmla="*/ 777840 h 777840"/>
                <a:gd name="connsiteX4" fmla="*/ 1156661 w 2478691"/>
                <a:gd name="connsiteY4" fmla="*/ 482594 h 777840"/>
                <a:gd name="connsiteX5" fmla="*/ 139604 w 2478691"/>
                <a:gd name="connsiteY5" fmla="*/ 748658 h 777840"/>
                <a:gd name="connsiteX6" fmla="*/ 0 w 2478691"/>
                <a:gd name="connsiteY6" fmla="*/ 262275 h 777840"/>
                <a:gd name="connsiteX0" fmla="*/ 0 w 2478691"/>
                <a:gd name="connsiteY0" fmla="*/ 262275 h 797295"/>
                <a:gd name="connsiteX1" fmla="*/ 1166388 w 2478691"/>
                <a:gd name="connsiteY1" fmla="*/ 2523 h 797295"/>
                <a:gd name="connsiteX2" fmla="*/ 2478691 w 2478691"/>
                <a:gd name="connsiteY2" fmla="*/ 398461 h 797295"/>
                <a:gd name="connsiteX3" fmla="*/ 2144534 w 2478691"/>
                <a:gd name="connsiteY3" fmla="*/ 797295 h 797295"/>
                <a:gd name="connsiteX4" fmla="*/ 1156661 w 2478691"/>
                <a:gd name="connsiteY4" fmla="*/ 482594 h 797295"/>
                <a:gd name="connsiteX5" fmla="*/ 139604 w 2478691"/>
                <a:gd name="connsiteY5" fmla="*/ 748658 h 797295"/>
                <a:gd name="connsiteX6" fmla="*/ 0 w 2478691"/>
                <a:gd name="connsiteY6" fmla="*/ 262275 h 797295"/>
                <a:gd name="connsiteX0" fmla="*/ 0 w 2478691"/>
                <a:gd name="connsiteY0" fmla="*/ 262275 h 797295"/>
                <a:gd name="connsiteX1" fmla="*/ 1166388 w 2478691"/>
                <a:gd name="connsiteY1" fmla="*/ 2523 h 797295"/>
                <a:gd name="connsiteX2" fmla="*/ 2478691 w 2478691"/>
                <a:gd name="connsiteY2" fmla="*/ 398461 h 797295"/>
                <a:gd name="connsiteX3" fmla="*/ 2144534 w 2478691"/>
                <a:gd name="connsiteY3" fmla="*/ 797295 h 797295"/>
                <a:gd name="connsiteX4" fmla="*/ 1156661 w 2478691"/>
                <a:gd name="connsiteY4" fmla="*/ 482594 h 797295"/>
                <a:gd name="connsiteX5" fmla="*/ 139604 w 2478691"/>
                <a:gd name="connsiteY5" fmla="*/ 748658 h 797295"/>
                <a:gd name="connsiteX6" fmla="*/ 0 w 2478691"/>
                <a:gd name="connsiteY6" fmla="*/ 262275 h 797295"/>
                <a:gd name="connsiteX0" fmla="*/ 0 w 2309168"/>
                <a:gd name="connsiteY0" fmla="*/ 259772 h 794792"/>
                <a:gd name="connsiteX1" fmla="*/ 1166388 w 2309168"/>
                <a:gd name="connsiteY1" fmla="*/ 20 h 794792"/>
                <a:gd name="connsiteX2" fmla="*/ 2309168 w 2309168"/>
                <a:gd name="connsiteY2" fmla="*/ 270099 h 794792"/>
                <a:gd name="connsiteX3" fmla="*/ 2144534 w 2309168"/>
                <a:gd name="connsiteY3" fmla="*/ 794792 h 794792"/>
                <a:gd name="connsiteX4" fmla="*/ 1156661 w 2309168"/>
                <a:gd name="connsiteY4" fmla="*/ 480091 h 794792"/>
                <a:gd name="connsiteX5" fmla="*/ 139604 w 2309168"/>
                <a:gd name="connsiteY5" fmla="*/ 746155 h 794792"/>
                <a:gd name="connsiteX6" fmla="*/ 0 w 2309168"/>
                <a:gd name="connsiteY6" fmla="*/ 259772 h 794792"/>
                <a:gd name="connsiteX0" fmla="*/ 0 w 2309168"/>
                <a:gd name="connsiteY0" fmla="*/ 259772 h 794792"/>
                <a:gd name="connsiteX1" fmla="*/ 1166388 w 2309168"/>
                <a:gd name="connsiteY1" fmla="*/ 20 h 794792"/>
                <a:gd name="connsiteX2" fmla="*/ 2309168 w 2309168"/>
                <a:gd name="connsiteY2" fmla="*/ 270099 h 794792"/>
                <a:gd name="connsiteX3" fmla="*/ 2144534 w 2309168"/>
                <a:gd name="connsiteY3" fmla="*/ 794792 h 794792"/>
                <a:gd name="connsiteX4" fmla="*/ 1156661 w 2309168"/>
                <a:gd name="connsiteY4" fmla="*/ 480091 h 794792"/>
                <a:gd name="connsiteX5" fmla="*/ 139604 w 2309168"/>
                <a:gd name="connsiteY5" fmla="*/ 746155 h 794792"/>
                <a:gd name="connsiteX6" fmla="*/ 0 w 2309168"/>
                <a:gd name="connsiteY6" fmla="*/ 259772 h 794792"/>
                <a:gd name="connsiteX0" fmla="*/ 0 w 2309168"/>
                <a:gd name="connsiteY0" fmla="*/ 259772 h 746155"/>
                <a:gd name="connsiteX1" fmla="*/ 1166388 w 2309168"/>
                <a:gd name="connsiteY1" fmla="*/ 20 h 746155"/>
                <a:gd name="connsiteX2" fmla="*/ 2309168 w 2309168"/>
                <a:gd name="connsiteY2" fmla="*/ 270099 h 746155"/>
                <a:gd name="connsiteX3" fmla="*/ 2121417 w 2309168"/>
                <a:gd name="connsiteY3" fmla="*/ 707462 h 746155"/>
                <a:gd name="connsiteX4" fmla="*/ 1156661 w 2309168"/>
                <a:gd name="connsiteY4" fmla="*/ 480091 h 746155"/>
                <a:gd name="connsiteX5" fmla="*/ 139604 w 2309168"/>
                <a:gd name="connsiteY5" fmla="*/ 746155 h 746155"/>
                <a:gd name="connsiteX6" fmla="*/ 0 w 2309168"/>
                <a:gd name="connsiteY6" fmla="*/ 259772 h 746155"/>
                <a:gd name="connsiteX0" fmla="*/ 0 w 2309168"/>
                <a:gd name="connsiteY0" fmla="*/ 259772 h 746155"/>
                <a:gd name="connsiteX1" fmla="*/ 1166388 w 2309168"/>
                <a:gd name="connsiteY1" fmla="*/ 20 h 746155"/>
                <a:gd name="connsiteX2" fmla="*/ 2309168 w 2309168"/>
                <a:gd name="connsiteY2" fmla="*/ 270099 h 746155"/>
                <a:gd name="connsiteX3" fmla="*/ 2121417 w 2309168"/>
                <a:gd name="connsiteY3" fmla="*/ 707462 h 746155"/>
                <a:gd name="connsiteX4" fmla="*/ 1156661 w 2309168"/>
                <a:gd name="connsiteY4" fmla="*/ 480091 h 746155"/>
                <a:gd name="connsiteX5" fmla="*/ 139604 w 2309168"/>
                <a:gd name="connsiteY5" fmla="*/ 746155 h 746155"/>
                <a:gd name="connsiteX6" fmla="*/ 0 w 2309168"/>
                <a:gd name="connsiteY6" fmla="*/ 259772 h 746155"/>
                <a:gd name="connsiteX0" fmla="*/ 0 w 2309168"/>
                <a:gd name="connsiteY0" fmla="*/ 226793 h 746567"/>
                <a:gd name="connsiteX1" fmla="*/ 1166388 w 2309168"/>
                <a:gd name="connsiteY1" fmla="*/ 432 h 746567"/>
                <a:gd name="connsiteX2" fmla="*/ 2309168 w 2309168"/>
                <a:gd name="connsiteY2" fmla="*/ 270511 h 746567"/>
                <a:gd name="connsiteX3" fmla="*/ 2121417 w 2309168"/>
                <a:gd name="connsiteY3" fmla="*/ 707874 h 746567"/>
                <a:gd name="connsiteX4" fmla="*/ 1156661 w 2309168"/>
                <a:gd name="connsiteY4" fmla="*/ 480503 h 746567"/>
                <a:gd name="connsiteX5" fmla="*/ 139604 w 2309168"/>
                <a:gd name="connsiteY5" fmla="*/ 746567 h 746567"/>
                <a:gd name="connsiteX6" fmla="*/ 0 w 2309168"/>
                <a:gd name="connsiteY6" fmla="*/ 226793 h 746567"/>
                <a:gd name="connsiteX0" fmla="*/ 0 w 2309168"/>
                <a:gd name="connsiteY0" fmla="*/ 226663 h 746437"/>
                <a:gd name="connsiteX1" fmla="*/ 1166388 w 2309168"/>
                <a:gd name="connsiteY1" fmla="*/ 302 h 746437"/>
                <a:gd name="connsiteX2" fmla="*/ 2309168 w 2309168"/>
                <a:gd name="connsiteY2" fmla="*/ 270381 h 746437"/>
                <a:gd name="connsiteX3" fmla="*/ 2121417 w 2309168"/>
                <a:gd name="connsiteY3" fmla="*/ 707744 h 746437"/>
                <a:gd name="connsiteX4" fmla="*/ 1156661 w 2309168"/>
                <a:gd name="connsiteY4" fmla="*/ 480373 h 746437"/>
                <a:gd name="connsiteX5" fmla="*/ 139604 w 2309168"/>
                <a:gd name="connsiteY5" fmla="*/ 746437 h 746437"/>
                <a:gd name="connsiteX6" fmla="*/ 0 w 2309168"/>
                <a:gd name="connsiteY6" fmla="*/ 226663 h 746437"/>
                <a:gd name="connsiteX0" fmla="*/ 0 w 2309168"/>
                <a:gd name="connsiteY0" fmla="*/ 226614 h 746388"/>
                <a:gd name="connsiteX1" fmla="*/ 1166388 w 2309168"/>
                <a:gd name="connsiteY1" fmla="*/ 253 h 746388"/>
                <a:gd name="connsiteX2" fmla="*/ 2309168 w 2309168"/>
                <a:gd name="connsiteY2" fmla="*/ 270332 h 746388"/>
                <a:gd name="connsiteX3" fmla="*/ 2121417 w 2309168"/>
                <a:gd name="connsiteY3" fmla="*/ 707695 h 746388"/>
                <a:gd name="connsiteX4" fmla="*/ 1156661 w 2309168"/>
                <a:gd name="connsiteY4" fmla="*/ 480324 h 746388"/>
                <a:gd name="connsiteX5" fmla="*/ 139604 w 2309168"/>
                <a:gd name="connsiteY5" fmla="*/ 746388 h 746388"/>
                <a:gd name="connsiteX6" fmla="*/ 0 w 2309168"/>
                <a:gd name="connsiteY6" fmla="*/ 226614 h 746388"/>
                <a:gd name="connsiteX0" fmla="*/ 0 w 2309168"/>
                <a:gd name="connsiteY0" fmla="*/ 231692 h 746328"/>
                <a:gd name="connsiteX1" fmla="*/ 1166388 w 2309168"/>
                <a:gd name="connsiteY1" fmla="*/ 193 h 746328"/>
                <a:gd name="connsiteX2" fmla="*/ 2309168 w 2309168"/>
                <a:gd name="connsiteY2" fmla="*/ 270272 h 746328"/>
                <a:gd name="connsiteX3" fmla="*/ 2121417 w 2309168"/>
                <a:gd name="connsiteY3" fmla="*/ 707635 h 746328"/>
                <a:gd name="connsiteX4" fmla="*/ 1156661 w 2309168"/>
                <a:gd name="connsiteY4" fmla="*/ 480264 h 746328"/>
                <a:gd name="connsiteX5" fmla="*/ 139604 w 2309168"/>
                <a:gd name="connsiteY5" fmla="*/ 746328 h 746328"/>
                <a:gd name="connsiteX6" fmla="*/ 0 w 2309168"/>
                <a:gd name="connsiteY6" fmla="*/ 231692 h 746328"/>
                <a:gd name="connsiteX0" fmla="*/ 0 w 2309168"/>
                <a:gd name="connsiteY0" fmla="*/ 231692 h 707635"/>
                <a:gd name="connsiteX1" fmla="*/ 1166388 w 2309168"/>
                <a:gd name="connsiteY1" fmla="*/ 193 h 707635"/>
                <a:gd name="connsiteX2" fmla="*/ 2309168 w 2309168"/>
                <a:gd name="connsiteY2" fmla="*/ 270272 h 707635"/>
                <a:gd name="connsiteX3" fmla="*/ 2121417 w 2309168"/>
                <a:gd name="connsiteY3" fmla="*/ 707635 h 707635"/>
                <a:gd name="connsiteX4" fmla="*/ 1156661 w 2309168"/>
                <a:gd name="connsiteY4" fmla="*/ 480264 h 707635"/>
                <a:gd name="connsiteX5" fmla="*/ 172995 w 2309168"/>
                <a:gd name="connsiteY5" fmla="*/ 684683 h 707635"/>
                <a:gd name="connsiteX6" fmla="*/ 0 w 2309168"/>
                <a:gd name="connsiteY6" fmla="*/ 231692 h 707635"/>
                <a:gd name="connsiteX0" fmla="*/ 0 w 2309168"/>
                <a:gd name="connsiteY0" fmla="*/ 231692 h 707635"/>
                <a:gd name="connsiteX1" fmla="*/ 1166388 w 2309168"/>
                <a:gd name="connsiteY1" fmla="*/ 193 h 707635"/>
                <a:gd name="connsiteX2" fmla="*/ 2309168 w 2309168"/>
                <a:gd name="connsiteY2" fmla="*/ 270272 h 707635"/>
                <a:gd name="connsiteX3" fmla="*/ 2121417 w 2309168"/>
                <a:gd name="connsiteY3" fmla="*/ 707635 h 707635"/>
                <a:gd name="connsiteX4" fmla="*/ 1156661 w 2309168"/>
                <a:gd name="connsiteY4" fmla="*/ 480264 h 707635"/>
                <a:gd name="connsiteX5" fmla="*/ 172995 w 2309168"/>
                <a:gd name="connsiteY5" fmla="*/ 684683 h 707635"/>
                <a:gd name="connsiteX6" fmla="*/ 0 w 2309168"/>
                <a:gd name="connsiteY6" fmla="*/ 231692 h 707635"/>
                <a:gd name="connsiteX0" fmla="*/ 0 w 2309168"/>
                <a:gd name="connsiteY0" fmla="*/ 231692 h 715340"/>
                <a:gd name="connsiteX1" fmla="*/ 1166388 w 2309168"/>
                <a:gd name="connsiteY1" fmla="*/ 193 h 715340"/>
                <a:gd name="connsiteX2" fmla="*/ 2309168 w 2309168"/>
                <a:gd name="connsiteY2" fmla="*/ 270272 h 715340"/>
                <a:gd name="connsiteX3" fmla="*/ 2123986 w 2309168"/>
                <a:gd name="connsiteY3" fmla="*/ 715340 h 715340"/>
                <a:gd name="connsiteX4" fmla="*/ 1156661 w 2309168"/>
                <a:gd name="connsiteY4" fmla="*/ 480264 h 715340"/>
                <a:gd name="connsiteX5" fmla="*/ 172995 w 2309168"/>
                <a:gd name="connsiteY5" fmla="*/ 684683 h 715340"/>
                <a:gd name="connsiteX6" fmla="*/ 0 w 2309168"/>
                <a:gd name="connsiteY6" fmla="*/ 231692 h 715340"/>
                <a:gd name="connsiteX0" fmla="*/ 0 w 2309168"/>
                <a:gd name="connsiteY0" fmla="*/ 231692 h 715340"/>
                <a:gd name="connsiteX1" fmla="*/ 1166388 w 2309168"/>
                <a:gd name="connsiteY1" fmla="*/ 193 h 715340"/>
                <a:gd name="connsiteX2" fmla="*/ 2309168 w 2309168"/>
                <a:gd name="connsiteY2" fmla="*/ 270272 h 715340"/>
                <a:gd name="connsiteX3" fmla="*/ 2123986 w 2309168"/>
                <a:gd name="connsiteY3" fmla="*/ 715340 h 715340"/>
                <a:gd name="connsiteX4" fmla="*/ 1156661 w 2309168"/>
                <a:gd name="connsiteY4" fmla="*/ 480264 h 715340"/>
                <a:gd name="connsiteX5" fmla="*/ 172995 w 2309168"/>
                <a:gd name="connsiteY5" fmla="*/ 684683 h 715340"/>
                <a:gd name="connsiteX6" fmla="*/ 0 w 2309168"/>
                <a:gd name="connsiteY6" fmla="*/ 231692 h 715340"/>
                <a:gd name="connsiteX0" fmla="*/ 0 w 2309168"/>
                <a:gd name="connsiteY0" fmla="*/ 231692 h 715340"/>
                <a:gd name="connsiteX1" fmla="*/ 1166388 w 2309168"/>
                <a:gd name="connsiteY1" fmla="*/ 193 h 715340"/>
                <a:gd name="connsiteX2" fmla="*/ 2309168 w 2309168"/>
                <a:gd name="connsiteY2" fmla="*/ 270272 h 715340"/>
                <a:gd name="connsiteX3" fmla="*/ 2123986 w 2309168"/>
                <a:gd name="connsiteY3" fmla="*/ 715340 h 715340"/>
                <a:gd name="connsiteX4" fmla="*/ 1156661 w 2309168"/>
                <a:gd name="connsiteY4" fmla="*/ 480264 h 715340"/>
                <a:gd name="connsiteX5" fmla="*/ 172995 w 2309168"/>
                <a:gd name="connsiteY5" fmla="*/ 684683 h 715340"/>
                <a:gd name="connsiteX6" fmla="*/ 0 w 2309168"/>
                <a:gd name="connsiteY6" fmla="*/ 231692 h 715340"/>
                <a:gd name="connsiteX0" fmla="*/ 0 w 2314305"/>
                <a:gd name="connsiteY0" fmla="*/ 231543 h 715191"/>
                <a:gd name="connsiteX1" fmla="*/ 1166388 w 2314305"/>
                <a:gd name="connsiteY1" fmla="*/ 44 h 715191"/>
                <a:gd name="connsiteX2" fmla="*/ 2314305 w 2314305"/>
                <a:gd name="connsiteY2" fmla="*/ 249575 h 715191"/>
                <a:gd name="connsiteX3" fmla="*/ 2123986 w 2314305"/>
                <a:gd name="connsiteY3" fmla="*/ 715191 h 715191"/>
                <a:gd name="connsiteX4" fmla="*/ 1156661 w 2314305"/>
                <a:gd name="connsiteY4" fmla="*/ 480115 h 715191"/>
                <a:gd name="connsiteX5" fmla="*/ 172995 w 2314305"/>
                <a:gd name="connsiteY5" fmla="*/ 684534 h 715191"/>
                <a:gd name="connsiteX6" fmla="*/ 0 w 2314305"/>
                <a:gd name="connsiteY6" fmla="*/ 231543 h 715191"/>
                <a:gd name="connsiteX0" fmla="*/ 0 w 2314305"/>
                <a:gd name="connsiteY0" fmla="*/ 231543 h 715191"/>
                <a:gd name="connsiteX1" fmla="*/ 1166388 w 2314305"/>
                <a:gd name="connsiteY1" fmla="*/ 44 h 715191"/>
                <a:gd name="connsiteX2" fmla="*/ 2314305 w 2314305"/>
                <a:gd name="connsiteY2" fmla="*/ 249575 h 715191"/>
                <a:gd name="connsiteX3" fmla="*/ 2123986 w 2314305"/>
                <a:gd name="connsiteY3" fmla="*/ 715191 h 715191"/>
                <a:gd name="connsiteX4" fmla="*/ 1156661 w 2314305"/>
                <a:gd name="connsiteY4" fmla="*/ 480115 h 715191"/>
                <a:gd name="connsiteX5" fmla="*/ 172995 w 2314305"/>
                <a:gd name="connsiteY5" fmla="*/ 684534 h 715191"/>
                <a:gd name="connsiteX6" fmla="*/ 0 w 2314305"/>
                <a:gd name="connsiteY6" fmla="*/ 231543 h 715191"/>
                <a:gd name="connsiteX0" fmla="*/ 0 w 2314305"/>
                <a:gd name="connsiteY0" fmla="*/ 231550 h 715198"/>
                <a:gd name="connsiteX1" fmla="*/ 1166388 w 2314305"/>
                <a:gd name="connsiteY1" fmla="*/ 51 h 715198"/>
                <a:gd name="connsiteX2" fmla="*/ 2314305 w 2314305"/>
                <a:gd name="connsiteY2" fmla="*/ 249582 h 715198"/>
                <a:gd name="connsiteX3" fmla="*/ 2123986 w 2314305"/>
                <a:gd name="connsiteY3" fmla="*/ 715198 h 715198"/>
                <a:gd name="connsiteX4" fmla="*/ 1156661 w 2314305"/>
                <a:gd name="connsiteY4" fmla="*/ 480122 h 715198"/>
                <a:gd name="connsiteX5" fmla="*/ 172995 w 2314305"/>
                <a:gd name="connsiteY5" fmla="*/ 684541 h 715198"/>
                <a:gd name="connsiteX6" fmla="*/ 0 w 2314305"/>
                <a:gd name="connsiteY6" fmla="*/ 231550 h 715198"/>
                <a:gd name="connsiteX0" fmla="*/ 0 w 2314305"/>
                <a:gd name="connsiteY0" fmla="*/ 233092 h 716740"/>
                <a:gd name="connsiteX1" fmla="*/ 1166388 w 2314305"/>
                <a:gd name="connsiteY1" fmla="*/ 1593 h 716740"/>
                <a:gd name="connsiteX2" fmla="*/ 2314305 w 2314305"/>
                <a:gd name="connsiteY2" fmla="*/ 251124 h 716740"/>
                <a:gd name="connsiteX3" fmla="*/ 2123986 w 2314305"/>
                <a:gd name="connsiteY3" fmla="*/ 716740 h 716740"/>
                <a:gd name="connsiteX4" fmla="*/ 1156661 w 2314305"/>
                <a:gd name="connsiteY4" fmla="*/ 481664 h 716740"/>
                <a:gd name="connsiteX5" fmla="*/ 172995 w 2314305"/>
                <a:gd name="connsiteY5" fmla="*/ 686083 h 716740"/>
                <a:gd name="connsiteX6" fmla="*/ 0 w 2314305"/>
                <a:gd name="connsiteY6" fmla="*/ 233092 h 716740"/>
                <a:gd name="connsiteX0" fmla="*/ 0 w 2314305"/>
                <a:gd name="connsiteY0" fmla="*/ 231523 h 715171"/>
                <a:gd name="connsiteX1" fmla="*/ 1166388 w 2314305"/>
                <a:gd name="connsiteY1" fmla="*/ 24 h 715171"/>
                <a:gd name="connsiteX2" fmla="*/ 2314305 w 2314305"/>
                <a:gd name="connsiteY2" fmla="*/ 249555 h 715171"/>
                <a:gd name="connsiteX3" fmla="*/ 2123986 w 2314305"/>
                <a:gd name="connsiteY3" fmla="*/ 715171 h 715171"/>
                <a:gd name="connsiteX4" fmla="*/ 1156661 w 2314305"/>
                <a:gd name="connsiteY4" fmla="*/ 480095 h 715171"/>
                <a:gd name="connsiteX5" fmla="*/ 172995 w 2314305"/>
                <a:gd name="connsiteY5" fmla="*/ 684514 h 715171"/>
                <a:gd name="connsiteX6" fmla="*/ 0 w 2314305"/>
                <a:gd name="connsiteY6" fmla="*/ 231523 h 715171"/>
                <a:gd name="connsiteX0" fmla="*/ 0 w 2314305"/>
                <a:gd name="connsiteY0" fmla="*/ 231550 h 715198"/>
                <a:gd name="connsiteX1" fmla="*/ 1166388 w 2314305"/>
                <a:gd name="connsiteY1" fmla="*/ 51 h 715198"/>
                <a:gd name="connsiteX2" fmla="*/ 2314305 w 2314305"/>
                <a:gd name="connsiteY2" fmla="*/ 249582 h 715198"/>
                <a:gd name="connsiteX3" fmla="*/ 2123986 w 2314305"/>
                <a:gd name="connsiteY3" fmla="*/ 715198 h 715198"/>
                <a:gd name="connsiteX4" fmla="*/ 1156661 w 2314305"/>
                <a:gd name="connsiteY4" fmla="*/ 480122 h 715198"/>
                <a:gd name="connsiteX5" fmla="*/ 172995 w 2314305"/>
                <a:gd name="connsiteY5" fmla="*/ 684541 h 715198"/>
                <a:gd name="connsiteX6" fmla="*/ 0 w 2314305"/>
                <a:gd name="connsiteY6" fmla="*/ 231550 h 715198"/>
                <a:gd name="connsiteX0" fmla="*/ 0 w 2314305"/>
                <a:gd name="connsiteY0" fmla="*/ 232088 h 715736"/>
                <a:gd name="connsiteX1" fmla="*/ 1166388 w 2314305"/>
                <a:gd name="connsiteY1" fmla="*/ 589 h 715736"/>
                <a:gd name="connsiteX2" fmla="*/ 2314305 w 2314305"/>
                <a:gd name="connsiteY2" fmla="*/ 250120 h 715736"/>
                <a:gd name="connsiteX3" fmla="*/ 2123986 w 2314305"/>
                <a:gd name="connsiteY3" fmla="*/ 715736 h 715736"/>
                <a:gd name="connsiteX4" fmla="*/ 1156661 w 2314305"/>
                <a:gd name="connsiteY4" fmla="*/ 480660 h 715736"/>
                <a:gd name="connsiteX5" fmla="*/ 172995 w 2314305"/>
                <a:gd name="connsiteY5" fmla="*/ 685079 h 715736"/>
                <a:gd name="connsiteX6" fmla="*/ 0 w 2314305"/>
                <a:gd name="connsiteY6" fmla="*/ 232088 h 715736"/>
                <a:gd name="connsiteX0" fmla="*/ 0 w 2314305"/>
                <a:gd name="connsiteY0" fmla="*/ 232088 h 715736"/>
                <a:gd name="connsiteX1" fmla="*/ 1166388 w 2314305"/>
                <a:gd name="connsiteY1" fmla="*/ 589 h 715736"/>
                <a:gd name="connsiteX2" fmla="*/ 2314305 w 2314305"/>
                <a:gd name="connsiteY2" fmla="*/ 250120 h 715736"/>
                <a:gd name="connsiteX3" fmla="*/ 2123986 w 2314305"/>
                <a:gd name="connsiteY3" fmla="*/ 715736 h 715736"/>
                <a:gd name="connsiteX4" fmla="*/ 1156661 w 2314305"/>
                <a:gd name="connsiteY4" fmla="*/ 480660 h 715736"/>
                <a:gd name="connsiteX5" fmla="*/ 172995 w 2314305"/>
                <a:gd name="connsiteY5" fmla="*/ 685079 h 715736"/>
                <a:gd name="connsiteX6" fmla="*/ 0 w 2314305"/>
                <a:gd name="connsiteY6" fmla="*/ 232088 h 715736"/>
                <a:gd name="connsiteX0" fmla="*/ 0 w 2314305"/>
                <a:gd name="connsiteY0" fmla="*/ 232088 h 715736"/>
                <a:gd name="connsiteX1" fmla="*/ 1166388 w 2314305"/>
                <a:gd name="connsiteY1" fmla="*/ 589 h 715736"/>
                <a:gd name="connsiteX2" fmla="*/ 2314305 w 2314305"/>
                <a:gd name="connsiteY2" fmla="*/ 250120 h 715736"/>
                <a:gd name="connsiteX3" fmla="*/ 2123986 w 2314305"/>
                <a:gd name="connsiteY3" fmla="*/ 715736 h 715736"/>
                <a:gd name="connsiteX4" fmla="*/ 1156661 w 2314305"/>
                <a:gd name="connsiteY4" fmla="*/ 480660 h 715736"/>
                <a:gd name="connsiteX5" fmla="*/ 172995 w 2314305"/>
                <a:gd name="connsiteY5" fmla="*/ 685079 h 715736"/>
                <a:gd name="connsiteX6" fmla="*/ 0 w 2314305"/>
                <a:gd name="connsiteY6" fmla="*/ 232088 h 715736"/>
                <a:gd name="connsiteX0" fmla="*/ 0 w 2314305"/>
                <a:gd name="connsiteY0" fmla="*/ 232060 h 715708"/>
                <a:gd name="connsiteX1" fmla="*/ 1166388 w 2314305"/>
                <a:gd name="connsiteY1" fmla="*/ 561 h 715708"/>
                <a:gd name="connsiteX2" fmla="*/ 2314305 w 2314305"/>
                <a:gd name="connsiteY2" fmla="*/ 250092 h 715708"/>
                <a:gd name="connsiteX3" fmla="*/ 2123986 w 2314305"/>
                <a:gd name="connsiteY3" fmla="*/ 715708 h 715708"/>
                <a:gd name="connsiteX4" fmla="*/ 1156661 w 2314305"/>
                <a:gd name="connsiteY4" fmla="*/ 480632 h 715708"/>
                <a:gd name="connsiteX5" fmla="*/ 172995 w 2314305"/>
                <a:gd name="connsiteY5" fmla="*/ 685051 h 715708"/>
                <a:gd name="connsiteX6" fmla="*/ 0 w 2314305"/>
                <a:gd name="connsiteY6" fmla="*/ 232060 h 7157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314305" h="715708">
                  <a:moveTo>
                    <a:pt x="0" y="232060"/>
                  </a:moveTo>
                  <a:cubicBezTo>
                    <a:pt x="116349" y="135016"/>
                    <a:pt x="772966" y="-10150"/>
                    <a:pt x="1166388" y="561"/>
                  </a:cubicBezTo>
                  <a:cubicBezTo>
                    <a:pt x="1559810" y="11272"/>
                    <a:pt x="1962415" y="54514"/>
                    <a:pt x="2314305" y="250092"/>
                  </a:cubicBezTo>
                  <a:cubicBezTo>
                    <a:pt x="2236857" y="411910"/>
                    <a:pt x="2305049" y="284904"/>
                    <a:pt x="2123986" y="715708"/>
                  </a:cubicBezTo>
                  <a:cubicBezTo>
                    <a:pt x="2077752" y="646036"/>
                    <a:pt x="1616289" y="480632"/>
                    <a:pt x="1156661" y="480632"/>
                  </a:cubicBezTo>
                  <a:cubicBezTo>
                    <a:pt x="697033" y="480632"/>
                    <a:pt x="257593" y="589531"/>
                    <a:pt x="172995" y="685051"/>
                  </a:cubicBezTo>
                  <a:lnTo>
                    <a:pt x="0" y="232060"/>
                  </a:lnTo>
                  <a:close/>
                </a:path>
              </a:pathLst>
            </a:cu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9" name="Block Arc 1">
              <a:extLst>
                <a:ext uri="{FF2B5EF4-FFF2-40B4-BE49-F238E27FC236}">
                  <a16:creationId xmlns:a16="http://schemas.microsoft.com/office/drawing/2014/main" id="{E6E7C8DB-DAAD-7826-7935-42FF79735541}"/>
                </a:ext>
              </a:extLst>
            </p:cNvPr>
            <p:cNvSpPr/>
            <p:nvPr/>
          </p:nvSpPr>
          <p:spPr>
            <a:xfrm rot="9231251">
              <a:off x="8493305" y="5452344"/>
              <a:ext cx="2314305" cy="715708"/>
            </a:xfrm>
            <a:custGeom>
              <a:avLst/>
              <a:gdLst>
                <a:gd name="connsiteX0" fmla="*/ 0 w 2391141"/>
                <a:gd name="connsiteY0" fmla="*/ 726679 h 1453358"/>
                <a:gd name="connsiteX1" fmla="*/ 1195571 w 2391141"/>
                <a:gd name="connsiteY1" fmla="*/ 0 h 1453358"/>
                <a:gd name="connsiteX2" fmla="*/ 2391142 w 2391141"/>
                <a:gd name="connsiteY2" fmla="*/ 726679 h 1453358"/>
                <a:gd name="connsiteX3" fmla="*/ 2027802 w 2391141"/>
                <a:gd name="connsiteY3" fmla="*/ 726679 h 1453358"/>
                <a:gd name="connsiteX4" fmla="*/ 1195571 w 2391141"/>
                <a:gd name="connsiteY4" fmla="*/ 363339 h 1453358"/>
                <a:gd name="connsiteX5" fmla="*/ 363340 w 2391141"/>
                <a:gd name="connsiteY5" fmla="*/ 726679 h 1453358"/>
                <a:gd name="connsiteX6" fmla="*/ 0 w 2391141"/>
                <a:gd name="connsiteY6" fmla="*/ 726679 h 1453358"/>
                <a:gd name="connsiteX0" fmla="*/ 0 w 2614878"/>
                <a:gd name="connsiteY0" fmla="*/ 727830 h 727830"/>
                <a:gd name="connsiteX1" fmla="*/ 1195571 w 2614878"/>
                <a:gd name="connsiteY1" fmla="*/ 1151 h 727830"/>
                <a:gd name="connsiteX2" fmla="*/ 2614878 w 2614878"/>
                <a:gd name="connsiteY2" fmla="*/ 611098 h 727830"/>
                <a:gd name="connsiteX3" fmla="*/ 2027802 w 2614878"/>
                <a:gd name="connsiteY3" fmla="*/ 727830 h 727830"/>
                <a:gd name="connsiteX4" fmla="*/ 1195571 w 2614878"/>
                <a:gd name="connsiteY4" fmla="*/ 364490 h 727830"/>
                <a:gd name="connsiteX5" fmla="*/ 363340 w 2614878"/>
                <a:gd name="connsiteY5" fmla="*/ 727830 h 727830"/>
                <a:gd name="connsiteX6" fmla="*/ 0 w 2614878"/>
                <a:gd name="connsiteY6" fmla="*/ 727830 h 727830"/>
                <a:gd name="connsiteX0" fmla="*/ 0 w 2614878"/>
                <a:gd name="connsiteY0" fmla="*/ 727830 h 727830"/>
                <a:gd name="connsiteX1" fmla="*/ 1195571 w 2614878"/>
                <a:gd name="connsiteY1" fmla="*/ 1151 h 727830"/>
                <a:gd name="connsiteX2" fmla="*/ 2614878 w 2614878"/>
                <a:gd name="connsiteY2" fmla="*/ 611098 h 727830"/>
                <a:gd name="connsiteX3" fmla="*/ 2251538 w 2614878"/>
                <a:gd name="connsiteY3" fmla="*/ 669464 h 727830"/>
                <a:gd name="connsiteX4" fmla="*/ 1195571 w 2614878"/>
                <a:gd name="connsiteY4" fmla="*/ 364490 h 727830"/>
                <a:gd name="connsiteX5" fmla="*/ 363340 w 2614878"/>
                <a:gd name="connsiteY5" fmla="*/ 727830 h 727830"/>
                <a:gd name="connsiteX6" fmla="*/ 0 w 2614878"/>
                <a:gd name="connsiteY6" fmla="*/ 727830 h 727830"/>
                <a:gd name="connsiteX0" fmla="*/ 0 w 2780249"/>
                <a:gd name="connsiteY0" fmla="*/ 590533 h 726720"/>
                <a:gd name="connsiteX1" fmla="*/ 1360942 w 2780249"/>
                <a:gd name="connsiteY1" fmla="*/ 41 h 726720"/>
                <a:gd name="connsiteX2" fmla="*/ 2780249 w 2780249"/>
                <a:gd name="connsiteY2" fmla="*/ 609988 h 726720"/>
                <a:gd name="connsiteX3" fmla="*/ 2416909 w 2780249"/>
                <a:gd name="connsiteY3" fmla="*/ 668354 h 726720"/>
                <a:gd name="connsiteX4" fmla="*/ 1360942 w 2780249"/>
                <a:gd name="connsiteY4" fmla="*/ 363380 h 726720"/>
                <a:gd name="connsiteX5" fmla="*/ 528711 w 2780249"/>
                <a:gd name="connsiteY5" fmla="*/ 726720 h 726720"/>
                <a:gd name="connsiteX6" fmla="*/ 0 w 2780249"/>
                <a:gd name="connsiteY6" fmla="*/ 590533 h 726720"/>
                <a:gd name="connsiteX0" fmla="*/ 0 w 2780249"/>
                <a:gd name="connsiteY0" fmla="*/ 590533 h 668354"/>
                <a:gd name="connsiteX1" fmla="*/ 1360942 w 2780249"/>
                <a:gd name="connsiteY1" fmla="*/ 41 h 668354"/>
                <a:gd name="connsiteX2" fmla="*/ 2780249 w 2780249"/>
                <a:gd name="connsiteY2" fmla="*/ 609988 h 668354"/>
                <a:gd name="connsiteX3" fmla="*/ 2416909 w 2780249"/>
                <a:gd name="connsiteY3" fmla="*/ 668354 h 668354"/>
                <a:gd name="connsiteX4" fmla="*/ 1360942 w 2780249"/>
                <a:gd name="connsiteY4" fmla="*/ 363380 h 668354"/>
                <a:gd name="connsiteX5" fmla="*/ 275792 w 2780249"/>
                <a:gd name="connsiteY5" fmla="*/ 639171 h 668354"/>
                <a:gd name="connsiteX6" fmla="*/ 0 w 2780249"/>
                <a:gd name="connsiteY6" fmla="*/ 590533 h 668354"/>
                <a:gd name="connsiteX0" fmla="*/ 0 w 2780249"/>
                <a:gd name="connsiteY0" fmla="*/ 590533 h 668354"/>
                <a:gd name="connsiteX1" fmla="*/ 1360942 w 2780249"/>
                <a:gd name="connsiteY1" fmla="*/ 41 h 668354"/>
                <a:gd name="connsiteX2" fmla="*/ 2780249 w 2780249"/>
                <a:gd name="connsiteY2" fmla="*/ 609988 h 668354"/>
                <a:gd name="connsiteX3" fmla="*/ 2416909 w 2780249"/>
                <a:gd name="connsiteY3" fmla="*/ 668354 h 668354"/>
                <a:gd name="connsiteX4" fmla="*/ 1351215 w 2780249"/>
                <a:gd name="connsiteY4" fmla="*/ 480112 h 668354"/>
                <a:gd name="connsiteX5" fmla="*/ 275792 w 2780249"/>
                <a:gd name="connsiteY5" fmla="*/ 639171 h 668354"/>
                <a:gd name="connsiteX6" fmla="*/ 0 w 2780249"/>
                <a:gd name="connsiteY6" fmla="*/ 590533 h 668354"/>
                <a:gd name="connsiteX0" fmla="*/ 0 w 2780249"/>
                <a:gd name="connsiteY0" fmla="*/ 590533 h 775358"/>
                <a:gd name="connsiteX1" fmla="*/ 1360942 w 2780249"/>
                <a:gd name="connsiteY1" fmla="*/ 41 h 775358"/>
                <a:gd name="connsiteX2" fmla="*/ 2780249 w 2780249"/>
                <a:gd name="connsiteY2" fmla="*/ 609988 h 775358"/>
                <a:gd name="connsiteX3" fmla="*/ 2329360 w 2780249"/>
                <a:gd name="connsiteY3" fmla="*/ 775358 h 775358"/>
                <a:gd name="connsiteX4" fmla="*/ 1351215 w 2780249"/>
                <a:gd name="connsiteY4" fmla="*/ 480112 h 775358"/>
                <a:gd name="connsiteX5" fmla="*/ 275792 w 2780249"/>
                <a:gd name="connsiteY5" fmla="*/ 639171 h 775358"/>
                <a:gd name="connsiteX6" fmla="*/ 0 w 2780249"/>
                <a:gd name="connsiteY6" fmla="*/ 590533 h 775358"/>
                <a:gd name="connsiteX0" fmla="*/ 0 w 2673245"/>
                <a:gd name="connsiteY0" fmla="*/ 600391 h 785216"/>
                <a:gd name="connsiteX1" fmla="*/ 1360942 w 2673245"/>
                <a:gd name="connsiteY1" fmla="*/ 9899 h 785216"/>
                <a:gd name="connsiteX2" fmla="*/ 2673245 w 2673245"/>
                <a:gd name="connsiteY2" fmla="*/ 405837 h 785216"/>
                <a:gd name="connsiteX3" fmla="*/ 2329360 w 2673245"/>
                <a:gd name="connsiteY3" fmla="*/ 785216 h 785216"/>
                <a:gd name="connsiteX4" fmla="*/ 1351215 w 2673245"/>
                <a:gd name="connsiteY4" fmla="*/ 489970 h 785216"/>
                <a:gd name="connsiteX5" fmla="*/ 275792 w 2673245"/>
                <a:gd name="connsiteY5" fmla="*/ 649029 h 785216"/>
                <a:gd name="connsiteX6" fmla="*/ 0 w 2673245"/>
                <a:gd name="connsiteY6" fmla="*/ 600391 h 785216"/>
                <a:gd name="connsiteX0" fmla="*/ 0 w 2673245"/>
                <a:gd name="connsiteY0" fmla="*/ 593348 h 778173"/>
                <a:gd name="connsiteX1" fmla="*/ 1360942 w 2673245"/>
                <a:gd name="connsiteY1" fmla="*/ 2856 h 778173"/>
                <a:gd name="connsiteX2" fmla="*/ 2673245 w 2673245"/>
                <a:gd name="connsiteY2" fmla="*/ 398794 h 778173"/>
                <a:gd name="connsiteX3" fmla="*/ 2329360 w 2673245"/>
                <a:gd name="connsiteY3" fmla="*/ 778173 h 778173"/>
                <a:gd name="connsiteX4" fmla="*/ 1351215 w 2673245"/>
                <a:gd name="connsiteY4" fmla="*/ 482927 h 778173"/>
                <a:gd name="connsiteX5" fmla="*/ 275792 w 2673245"/>
                <a:gd name="connsiteY5" fmla="*/ 641986 h 778173"/>
                <a:gd name="connsiteX6" fmla="*/ 0 w 2673245"/>
                <a:gd name="connsiteY6" fmla="*/ 593348 h 778173"/>
                <a:gd name="connsiteX0" fmla="*/ 0 w 2478691"/>
                <a:gd name="connsiteY0" fmla="*/ 293714 h 809279"/>
                <a:gd name="connsiteX1" fmla="*/ 1166388 w 2478691"/>
                <a:gd name="connsiteY1" fmla="*/ 33962 h 809279"/>
                <a:gd name="connsiteX2" fmla="*/ 2478691 w 2478691"/>
                <a:gd name="connsiteY2" fmla="*/ 429900 h 809279"/>
                <a:gd name="connsiteX3" fmla="*/ 2134806 w 2478691"/>
                <a:gd name="connsiteY3" fmla="*/ 809279 h 809279"/>
                <a:gd name="connsiteX4" fmla="*/ 1156661 w 2478691"/>
                <a:gd name="connsiteY4" fmla="*/ 514033 h 809279"/>
                <a:gd name="connsiteX5" fmla="*/ 81238 w 2478691"/>
                <a:gd name="connsiteY5" fmla="*/ 673092 h 809279"/>
                <a:gd name="connsiteX6" fmla="*/ 0 w 2478691"/>
                <a:gd name="connsiteY6" fmla="*/ 293714 h 809279"/>
                <a:gd name="connsiteX0" fmla="*/ 0 w 2478691"/>
                <a:gd name="connsiteY0" fmla="*/ 262275 h 777840"/>
                <a:gd name="connsiteX1" fmla="*/ 1166388 w 2478691"/>
                <a:gd name="connsiteY1" fmla="*/ 2523 h 777840"/>
                <a:gd name="connsiteX2" fmla="*/ 2478691 w 2478691"/>
                <a:gd name="connsiteY2" fmla="*/ 398461 h 777840"/>
                <a:gd name="connsiteX3" fmla="*/ 2134806 w 2478691"/>
                <a:gd name="connsiteY3" fmla="*/ 777840 h 777840"/>
                <a:gd name="connsiteX4" fmla="*/ 1156661 w 2478691"/>
                <a:gd name="connsiteY4" fmla="*/ 482594 h 777840"/>
                <a:gd name="connsiteX5" fmla="*/ 81238 w 2478691"/>
                <a:gd name="connsiteY5" fmla="*/ 641653 h 777840"/>
                <a:gd name="connsiteX6" fmla="*/ 0 w 2478691"/>
                <a:gd name="connsiteY6" fmla="*/ 262275 h 777840"/>
                <a:gd name="connsiteX0" fmla="*/ 0 w 2478691"/>
                <a:gd name="connsiteY0" fmla="*/ 262275 h 777841"/>
                <a:gd name="connsiteX1" fmla="*/ 1166388 w 2478691"/>
                <a:gd name="connsiteY1" fmla="*/ 2523 h 777841"/>
                <a:gd name="connsiteX2" fmla="*/ 2478691 w 2478691"/>
                <a:gd name="connsiteY2" fmla="*/ 398461 h 777841"/>
                <a:gd name="connsiteX3" fmla="*/ 2134806 w 2478691"/>
                <a:gd name="connsiteY3" fmla="*/ 777840 h 777841"/>
                <a:gd name="connsiteX4" fmla="*/ 1156661 w 2478691"/>
                <a:gd name="connsiteY4" fmla="*/ 482594 h 777841"/>
                <a:gd name="connsiteX5" fmla="*/ 178515 w 2478691"/>
                <a:gd name="connsiteY5" fmla="*/ 777841 h 777841"/>
                <a:gd name="connsiteX6" fmla="*/ 0 w 2478691"/>
                <a:gd name="connsiteY6" fmla="*/ 262275 h 777841"/>
                <a:gd name="connsiteX0" fmla="*/ 0 w 2478691"/>
                <a:gd name="connsiteY0" fmla="*/ 262275 h 777840"/>
                <a:gd name="connsiteX1" fmla="*/ 1166388 w 2478691"/>
                <a:gd name="connsiteY1" fmla="*/ 2523 h 777840"/>
                <a:gd name="connsiteX2" fmla="*/ 2478691 w 2478691"/>
                <a:gd name="connsiteY2" fmla="*/ 398461 h 777840"/>
                <a:gd name="connsiteX3" fmla="*/ 2134806 w 2478691"/>
                <a:gd name="connsiteY3" fmla="*/ 777840 h 777840"/>
                <a:gd name="connsiteX4" fmla="*/ 1156661 w 2478691"/>
                <a:gd name="connsiteY4" fmla="*/ 482594 h 777840"/>
                <a:gd name="connsiteX5" fmla="*/ 139604 w 2478691"/>
                <a:gd name="connsiteY5" fmla="*/ 748658 h 777840"/>
                <a:gd name="connsiteX6" fmla="*/ 0 w 2478691"/>
                <a:gd name="connsiteY6" fmla="*/ 262275 h 777840"/>
                <a:gd name="connsiteX0" fmla="*/ 0 w 2478691"/>
                <a:gd name="connsiteY0" fmla="*/ 262275 h 777840"/>
                <a:gd name="connsiteX1" fmla="*/ 1166388 w 2478691"/>
                <a:gd name="connsiteY1" fmla="*/ 2523 h 777840"/>
                <a:gd name="connsiteX2" fmla="*/ 2478691 w 2478691"/>
                <a:gd name="connsiteY2" fmla="*/ 398461 h 777840"/>
                <a:gd name="connsiteX3" fmla="*/ 2134806 w 2478691"/>
                <a:gd name="connsiteY3" fmla="*/ 777840 h 777840"/>
                <a:gd name="connsiteX4" fmla="*/ 1156661 w 2478691"/>
                <a:gd name="connsiteY4" fmla="*/ 482594 h 777840"/>
                <a:gd name="connsiteX5" fmla="*/ 139604 w 2478691"/>
                <a:gd name="connsiteY5" fmla="*/ 748658 h 777840"/>
                <a:gd name="connsiteX6" fmla="*/ 0 w 2478691"/>
                <a:gd name="connsiteY6" fmla="*/ 262275 h 777840"/>
                <a:gd name="connsiteX0" fmla="*/ 0 w 2478691"/>
                <a:gd name="connsiteY0" fmla="*/ 262275 h 797295"/>
                <a:gd name="connsiteX1" fmla="*/ 1166388 w 2478691"/>
                <a:gd name="connsiteY1" fmla="*/ 2523 h 797295"/>
                <a:gd name="connsiteX2" fmla="*/ 2478691 w 2478691"/>
                <a:gd name="connsiteY2" fmla="*/ 398461 h 797295"/>
                <a:gd name="connsiteX3" fmla="*/ 2144534 w 2478691"/>
                <a:gd name="connsiteY3" fmla="*/ 797295 h 797295"/>
                <a:gd name="connsiteX4" fmla="*/ 1156661 w 2478691"/>
                <a:gd name="connsiteY4" fmla="*/ 482594 h 797295"/>
                <a:gd name="connsiteX5" fmla="*/ 139604 w 2478691"/>
                <a:gd name="connsiteY5" fmla="*/ 748658 h 797295"/>
                <a:gd name="connsiteX6" fmla="*/ 0 w 2478691"/>
                <a:gd name="connsiteY6" fmla="*/ 262275 h 797295"/>
                <a:gd name="connsiteX0" fmla="*/ 0 w 2478691"/>
                <a:gd name="connsiteY0" fmla="*/ 262275 h 797295"/>
                <a:gd name="connsiteX1" fmla="*/ 1166388 w 2478691"/>
                <a:gd name="connsiteY1" fmla="*/ 2523 h 797295"/>
                <a:gd name="connsiteX2" fmla="*/ 2478691 w 2478691"/>
                <a:gd name="connsiteY2" fmla="*/ 398461 h 797295"/>
                <a:gd name="connsiteX3" fmla="*/ 2144534 w 2478691"/>
                <a:gd name="connsiteY3" fmla="*/ 797295 h 797295"/>
                <a:gd name="connsiteX4" fmla="*/ 1156661 w 2478691"/>
                <a:gd name="connsiteY4" fmla="*/ 482594 h 797295"/>
                <a:gd name="connsiteX5" fmla="*/ 139604 w 2478691"/>
                <a:gd name="connsiteY5" fmla="*/ 748658 h 797295"/>
                <a:gd name="connsiteX6" fmla="*/ 0 w 2478691"/>
                <a:gd name="connsiteY6" fmla="*/ 262275 h 797295"/>
                <a:gd name="connsiteX0" fmla="*/ 0 w 2309168"/>
                <a:gd name="connsiteY0" fmla="*/ 259772 h 794792"/>
                <a:gd name="connsiteX1" fmla="*/ 1166388 w 2309168"/>
                <a:gd name="connsiteY1" fmla="*/ 20 h 794792"/>
                <a:gd name="connsiteX2" fmla="*/ 2309168 w 2309168"/>
                <a:gd name="connsiteY2" fmla="*/ 270099 h 794792"/>
                <a:gd name="connsiteX3" fmla="*/ 2144534 w 2309168"/>
                <a:gd name="connsiteY3" fmla="*/ 794792 h 794792"/>
                <a:gd name="connsiteX4" fmla="*/ 1156661 w 2309168"/>
                <a:gd name="connsiteY4" fmla="*/ 480091 h 794792"/>
                <a:gd name="connsiteX5" fmla="*/ 139604 w 2309168"/>
                <a:gd name="connsiteY5" fmla="*/ 746155 h 794792"/>
                <a:gd name="connsiteX6" fmla="*/ 0 w 2309168"/>
                <a:gd name="connsiteY6" fmla="*/ 259772 h 794792"/>
                <a:gd name="connsiteX0" fmla="*/ 0 w 2309168"/>
                <a:gd name="connsiteY0" fmla="*/ 259772 h 794792"/>
                <a:gd name="connsiteX1" fmla="*/ 1166388 w 2309168"/>
                <a:gd name="connsiteY1" fmla="*/ 20 h 794792"/>
                <a:gd name="connsiteX2" fmla="*/ 2309168 w 2309168"/>
                <a:gd name="connsiteY2" fmla="*/ 270099 h 794792"/>
                <a:gd name="connsiteX3" fmla="*/ 2144534 w 2309168"/>
                <a:gd name="connsiteY3" fmla="*/ 794792 h 794792"/>
                <a:gd name="connsiteX4" fmla="*/ 1156661 w 2309168"/>
                <a:gd name="connsiteY4" fmla="*/ 480091 h 794792"/>
                <a:gd name="connsiteX5" fmla="*/ 139604 w 2309168"/>
                <a:gd name="connsiteY5" fmla="*/ 746155 h 794792"/>
                <a:gd name="connsiteX6" fmla="*/ 0 w 2309168"/>
                <a:gd name="connsiteY6" fmla="*/ 259772 h 794792"/>
                <a:gd name="connsiteX0" fmla="*/ 0 w 2309168"/>
                <a:gd name="connsiteY0" fmla="*/ 259772 h 746155"/>
                <a:gd name="connsiteX1" fmla="*/ 1166388 w 2309168"/>
                <a:gd name="connsiteY1" fmla="*/ 20 h 746155"/>
                <a:gd name="connsiteX2" fmla="*/ 2309168 w 2309168"/>
                <a:gd name="connsiteY2" fmla="*/ 270099 h 746155"/>
                <a:gd name="connsiteX3" fmla="*/ 2121417 w 2309168"/>
                <a:gd name="connsiteY3" fmla="*/ 707462 h 746155"/>
                <a:gd name="connsiteX4" fmla="*/ 1156661 w 2309168"/>
                <a:gd name="connsiteY4" fmla="*/ 480091 h 746155"/>
                <a:gd name="connsiteX5" fmla="*/ 139604 w 2309168"/>
                <a:gd name="connsiteY5" fmla="*/ 746155 h 746155"/>
                <a:gd name="connsiteX6" fmla="*/ 0 w 2309168"/>
                <a:gd name="connsiteY6" fmla="*/ 259772 h 746155"/>
                <a:gd name="connsiteX0" fmla="*/ 0 w 2309168"/>
                <a:gd name="connsiteY0" fmla="*/ 259772 h 746155"/>
                <a:gd name="connsiteX1" fmla="*/ 1166388 w 2309168"/>
                <a:gd name="connsiteY1" fmla="*/ 20 h 746155"/>
                <a:gd name="connsiteX2" fmla="*/ 2309168 w 2309168"/>
                <a:gd name="connsiteY2" fmla="*/ 270099 h 746155"/>
                <a:gd name="connsiteX3" fmla="*/ 2121417 w 2309168"/>
                <a:gd name="connsiteY3" fmla="*/ 707462 h 746155"/>
                <a:gd name="connsiteX4" fmla="*/ 1156661 w 2309168"/>
                <a:gd name="connsiteY4" fmla="*/ 480091 h 746155"/>
                <a:gd name="connsiteX5" fmla="*/ 139604 w 2309168"/>
                <a:gd name="connsiteY5" fmla="*/ 746155 h 746155"/>
                <a:gd name="connsiteX6" fmla="*/ 0 w 2309168"/>
                <a:gd name="connsiteY6" fmla="*/ 259772 h 746155"/>
                <a:gd name="connsiteX0" fmla="*/ 0 w 2309168"/>
                <a:gd name="connsiteY0" fmla="*/ 226793 h 746567"/>
                <a:gd name="connsiteX1" fmla="*/ 1166388 w 2309168"/>
                <a:gd name="connsiteY1" fmla="*/ 432 h 746567"/>
                <a:gd name="connsiteX2" fmla="*/ 2309168 w 2309168"/>
                <a:gd name="connsiteY2" fmla="*/ 270511 h 746567"/>
                <a:gd name="connsiteX3" fmla="*/ 2121417 w 2309168"/>
                <a:gd name="connsiteY3" fmla="*/ 707874 h 746567"/>
                <a:gd name="connsiteX4" fmla="*/ 1156661 w 2309168"/>
                <a:gd name="connsiteY4" fmla="*/ 480503 h 746567"/>
                <a:gd name="connsiteX5" fmla="*/ 139604 w 2309168"/>
                <a:gd name="connsiteY5" fmla="*/ 746567 h 746567"/>
                <a:gd name="connsiteX6" fmla="*/ 0 w 2309168"/>
                <a:gd name="connsiteY6" fmla="*/ 226793 h 746567"/>
                <a:gd name="connsiteX0" fmla="*/ 0 w 2309168"/>
                <a:gd name="connsiteY0" fmla="*/ 226663 h 746437"/>
                <a:gd name="connsiteX1" fmla="*/ 1166388 w 2309168"/>
                <a:gd name="connsiteY1" fmla="*/ 302 h 746437"/>
                <a:gd name="connsiteX2" fmla="*/ 2309168 w 2309168"/>
                <a:gd name="connsiteY2" fmla="*/ 270381 h 746437"/>
                <a:gd name="connsiteX3" fmla="*/ 2121417 w 2309168"/>
                <a:gd name="connsiteY3" fmla="*/ 707744 h 746437"/>
                <a:gd name="connsiteX4" fmla="*/ 1156661 w 2309168"/>
                <a:gd name="connsiteY4" fmla="*/ 480373 h 746437"/>
                <a:gd name="connsiteX5" fmla="*/ 139604 w 2309168"/>
                <a:gd name="connsiteY5" fmla="*/ 746437 h 746437"/>
                <a:gd name="connsiteX6" fmla="*/ 0 w 2309168"/>
                <a:gd name="connsiteY6" fmla="*/ 226663 h 746437"/>
                <a:gd name="connsiteX0" fmla="*/ 0 w 2309168"/>
                <a:gd name="connsiteY0" fmla="*/ 226614 h 746388"/>
                <a:gd name="connsiteX1" fmla="*/ 1166388 w 2309168"/>
                <a:gd name="connsiteY1" fmla="*/ 253 h 746388"/>
                <a:gd name="connsiteX2" fmla="*/ 2309168 w 2309168"/>
                <a:gd name="connsiteY2" fmla="*/ 270332 h 746388"/>
                <a:gd name="connsiteX3" fmla="*/ 2121417 w 2309168"/>
                <a:gd name="connsiteY3" fmla="*/ 707695 h 746388"/>
                <a:gd name="connsiteX4" fmla="*/ 1156661 w 2309168"/>
                <a:gd name="connsiteY4" fmla="*/ 480324 h 746388"/>
                <a:gd name="connsiteX5" fmla="*/ 139604 w 2309168"/>
                <a:gd name="connsiteY5" fmla="*/ 746388 h 746388"/>
                <a:gd name="connsiteX6" fmla="*/ 0 w 2309168"/>
                <a:gd name="connsiteY6" fmla="*/ 226614 h 746388"/>
                <a:gd name="connsiteX0" fmla="*/ 0 w 2309168"/>
                <a:gd name="connsiteY0" fmla="*/ 231692 h 746328"/>
                <a:gd name="connsiteX1" fmla="*/ 1166388 w 2309168"/>
                <a:gd name="connsiteY1" fmla="*/ 193 h 746328"/>
                <a:gd name="connsiteX2" fmla="*/ 2309168 w 2309168"/>
                <a:gd name="connsiteY2" fmla="*/ 270272 h 746328"/>
                <a:gd name="connsiteX3" fmla="*/ 2121417 w 2309168"/>
                <a:gd name="connsiteY3" fmla="*/ 707635 h 746328"/>
                <a:gd name="connsiteX4" fmla="*/ 1156661 w 2309168"/>
                <a:gd name="connsiteY4" fmla="*/ 480264 h 746328"/>
                <a:gd name="connsiteX5" fmla="*/ 139604 w 2309168"/>
                <a:gd name="connsiteY5" fmla="*/ 746328 h 746328"/>
                <a:gd name="connsiteX6" fmla="*/ 0 w 2309168"/>
                <a:gd name="connsiteY6" fmla="*/ 231692 h 746328"/>
                <a:gd name="connsiteX0" fmla="*/ 0 w 2309168"/>
                <a:gd name="connsiteY0" fmla="*/ 231692 h 707635"/>
                <a:gd name="connsiteX1" fmla="*/ 1166388 w 2309168"/>
                <a:gd name="connsiteY1" fmla="*/ 193 h 707635"/>
                <a:gd name="connsiteX2" fmla="*/ 2309168 w 2309168"/>
                <a:gd name="connsiteY2" fmla="*/ 270272 h 707635"/>
                <a:gd name="connsiteX3" fmla="*/ 2121417 w 2309168"/>
                <a:gd name="connsiteY3" fmla="*/ 707635 h 707635"/>
                <a:gd name="connsiteX4" fmla="*/ 1156661 w 2309168"/>
                <a:gd name="connsiteY4" fmla="*/ 480264 h 707635"/>
                <a:gd name="connsiteX5" fmla="*/ 172995 w 2309168"/>
                <a:gd name="connsiteY5" fmla="*/ 684683 h 707635"/>
                <a:gd name="connsiteX6" fmla="*/ 0 w 2309168"/>
                <a:gd name="connsiteY6" fmla="*/ 231692 h 707635"/>
                <a:gd name="connsiteX0" fmla="*/ 0 w 2309168"/>
                <a:gd name="connsiteY0" fmla="*/ 231692 h 707635"/>
                <a:gd name="connsiteX1" fmla="*/ 1166388 w 2309168"/>
                <a:gd name="connsiteY1" fmla="*/ 193 h 707635"/>
                <a:gd name="connsiteX2" fmla="*/ 2309168 w 2309168"/>
                <a:gd name="connsiteY2" fmla="*/ 270272 h 707635"/>
                <a:gd name="connsiteX3" fmla="*/ 2121417 w 2309168"/>
                <a:gd name="connsiteY3" fmla="*/ 707635 h 707635"/>
                <a:gd name="connsiteX4" fmla="*/ 1156661 w 2309168"/>
                <a:gd name="connsiteY4" fmla="*/ 480264 h 707635"/>
                <a:gd name="connsiteX5" fmla="*/ 172995 w 2309168"/>
                <a:gd name="connsiteY5" fmla="*/ 684683 h 707635"/>
                <a:gd name="connsiteX6" fmla="*/ 0 w 2309168"/>
                <a:gd name="connsiteY6" fmla="*/ 231692 h 707635"/>
                <a:gd name="connsiteX0" fmla="*/ 0 w 2309168"/>
                <a:gd name="connsiteY0" fmla="*/ 231692 h 715340"/>
                <a:gd name="connsiteX1" fmla="*/ 1166388 w 2309168"/>
                <a:gd name="connsiteY1" fmla="*/ 193 h 715340"/>
                <a:gd name="connsiteX2" fmla="*/ 2309168 w 2309168"/>
                <a:gd name="connsiteY2" fmla="*/ 270272 h 715340"/>
                <a:gd name="connsiteX3" fmla="*/ 2123986 w 2309168"/>
                <a:gd name="connsiteY3" fmla="*/ 715340 h 715340"/>
                <a:gd name="connsiteX4" fmla="*/ 1156661 w 2309168"/>
                <a:gd name="connsiteY4" fmla="*/ 480264 h 715340"/>
                <a:gd name="connsiteX5" fmla="*/ 172995 w 2309168"/>
                <a:gd name="connsiteY5" fmla="*/ 684683 h 715340"/>
                <a:gd name="connsiteX6" fmla="*/ 0 w 2309168"/>
                <a:gd name="connsiteY6" fmla="*/ 231692 h 715340"/>
                <a:gd name="connsiteX0" fmla="*/ 0 w 2309168"/>
                <a:gd name="connsiteY0" fmla="*/ 231692 h 715340"/>
                <a:gd name="connsiteX1" fmla="*/ 1166388 w 2309168"/>
                <a:gd name="connsiteY1" fmla="*/ 193 h 715340"/>
                <a:gd name="connsiteX2" fmla="*/ 2309168 w 2309168"/>
                <a:gd name="connsiteY2" fmla="*/ 270272 h 715340"/>
                <a:gd name="connsiteX3" fmla="*/ 2123986 w 2309168"/>
                <a:gd name="connsiteY3" fmla="*/ 715340 h 715340"/>
                <a:gd name="connsiteX4" fmla="*/ 1156661 w 2309168"/>
                <a:gd name="connsiteY4" fmla="*/ 480264 h 715340"/>
                <a:gd name="connsiteX5" fmla="*/ 172995 w 2309168"/>
                <a:gd name="connsiteY5" fmla="*/ 684683 h 715340"/>
                <a:gd name="connsiteX6" fmla="*/ 0 w 2309168"/>
                <a:gd name="connsiteY6" fmla="*/ 231692 h 715340"/>
                <a:gd name="connsiteX0" fmla="*/ 0 w 2309168"/>
                <a:gd name="connsiteY0" fmla="*/ 231692 h 715340"/>
                <a:gd name="connsiteX1" fmla="*/ 1166388 w 2309168"/>
                <a:gd name="connsiteY1" fmla="*/ 193 h 715340"/>
                <a:gd name="connsiteX2" fmla="*/ 2309168 w 2309168"/>
                <a:gd name="connsiteY2" fmla="*/ 270272 h 715340"/>
                <a:gd name="connsiteX3" fmla="*/ 2123986 w 2309168"/>
                <a:gd name="connsiteY3" fmla="*/ 715340 h 715340"/>
                <a:gd name="connsiteX4" fmla="*/ 1156661 w 2309168"/>
                <a:gd name="connsiteY4" fmla="*/ 480264 h 715340"/>
                <a:gd name="connsiteX5" fmla="*/ 172995 w 2309168"/>
                <a:gd name="connsiteY5" fmla="*/ 684683 h 715340"/>
                <a:gd name="connsiteX6" fmla="*/ 0 w 2309168"/>
                <a:gd name="connsiteY6" fmla="*/ 231692 h 715340"/>
                <a:gd name="connsiteX0" fmla="*/ 0 w 2314305"/>
                <a:gd name="connsiteY0" fmla="*/ 231543 h 715191"/>
                <a:gd name="connsiteX1" fmla="*/ 1166388 w 2314305"/>
                <a:gd name="connsiteY1" fmla="*/ 44 h 715191"/>
                <a:gd name="connsiteX2" fmla="*/ 2314305 w 2314305"/>
                <a:gd name="connsiteY2" fmla="*/ 249575 h 715191"/>
                <a:gd name="connsiteX3" fmla="*/ 2123986 w 2314305"/>
                <a:gd name="connsiteY3" fmla="*/ 715191 h 715191"/>
                <a:gd name="connsiteX4" fmla="*/ 1156661 w 2314305"/>
                <a:gd name="connsiteY4" fmla="*/ 480115 h 715191"/>
                <a:gd name="connsiteX5" fmla="*/ 172995 w 2314305"/>
                <a:gd name="connsiteY5" fmla="*/ 684534 h 715191"/>
                <a:gd name="connsiteX6" fmla="*/ 0 w 2314305"/>
                <a:gd name="connsiteY6" fmla="*/ 231543 h 715191"/>
                <a:gd name="connsiteX0" fmla="*/ 0 w 2314305"/>
                <a:gd name="connsiteY0" fmla="*/ 231543 h 715191"/>
                <a:gd name="connsiteX1" fmla="*/ 1166388 w 2314305"/>
                <a:gd name="connsiteY1" fmla="*/ 44 h 715191"/>
                <a:gd name="connsiteX2" fmla="*/ 2314305 w 2314305"/>
                <a:gd name="connsiteY2" fmla="*/ 249575 h 715191"/>
                <a:gd name="connsiteX3" fmla="*/ 2123986 w 2314305"/>
                <a:gd name="connsiteY3" fmla="*/ 715191 h 715191"/>
                <a:gd name="connsiteX4" fmla="*/ 1156661 w 2314305"/>
                <a:gd name="connsiteY4" fmla="*/ 480115 h 715191"/>
                <a:gd name="connsiteX5" fmla="*/ 172995 w 2314305"/>
                <a:gd name="connsiteY5" fmla="*/ 684534 h 715191"/>
                <a:gd name="connsiteX6" fmla="*/ 0 w 2314305"/>
                <a:gd name="connsiteY6" fmla="*/ 231543 h 715191"/>
                <a:gd name="connsiteX0" fmla="*/ 0 w 2314305"/>
                <a:gd name="connsiteY0" fmla="*/ 231550 h 715198"/>
                <a:gd name="connsiteX1" fmla="*/ 1166388 w 2314305"/>
                <a:gd name="connsiteY1" fmla="*/ 51 h 715198"/>
                <a:gd name="connsiteX2" fmla="*/ 2314305 w 2314305"/>
                <a:gd name="connsiteY2" fmla="*/ 249582 h 715198"/>
                <a:gd name="connsiteX3" fmla="*/ 2123986 w 2314305"/>
                <a:gd name="connsiteY3" fmla="*/ 715198 h 715198"/>
                <a:gd name="connsiteX4" fmla="*/ 1156661 w 2314305"/>
                <a:gd name="connsiteY4" fmla="*/ 480122 h 715198"/>
                <a:gd name="connsiteX5" fmla="*/ 172995 w 2314305"/>
                <a:gd name="connsiteY5" fmla="*/ 684541 h 715198"/>
                <a:gd name="connsiteX6" fmla="*/ 0 w 2314305"/>
                <a:gd name="connsiteY6" fmla="*/ 231550 h 715198"/>
                <a:gd name="connsiteX0" fmla="*/ 0 w 2314305"/>
                <a:gd name="connsiteY0" fmla="*/ 233092 h 716740"/>
                <a:gd name="connsiteX1" fmla="*/ 1166388 w 2314305"/>
                <a:gd name="connsiteY1" fmla="*/ 1593 h 716740"/>
                <a:gd name="connsiteX2" fmla="*/ 2314305 w 2314305"/>
                <a:gd name="connsiteY2" fmla="*/ 251124 h 716740"/>
                <a:gd name="connsiteX3" fmla="*/ 2123986 w 2314305"/>
                <a:gd name="connsiteY3" fmla="*/ 716740 h 716740"/>
                <a:gd name="connsiteX4" fmla="*/ 1156661 w 2314305"/>
                <a:gd name="connsiteY4" fmla="*/ 481664 h 716740"/>
                <a:gd name="connsiteX5" fmla="*/ 172995 w 2314305"/>
                <a:gd name="connsiteY5" fmla="*/ 686083 h 716740"/>
                <a:gd name="connsiteX6" fmla="*/ 0 w 2314305"/>
                <a:gd name="connsiteY6" fmla="*/ 233092 h 716740"/>
                <a:gd name="connsiteX0" fmla="*/ 0 w 2314305"/>
                <a:gd name="connsiteY0" fmla="*/ 231523 h 715171"/>
                <a:gd name="connsiteX1" fmla="*/ 1166388 w 2314305"/>
                <a:gd name="connsiteY1" fmla="*/ 24 h 715171"/>
                <a:gd name="connsiteX2" fmla="*/ 2314305 w 2314305"/>
                <a:gd name="connsiteY2" fmla="*/ 249555 h 715171"/>
                <a:gd name="connsiteX3" fmla="*/ 2123986 w 2314305"/>
                <a:gd name="connsiteY3" fmla="*/ 715171 h 715171"/>
                <a:gd name="connsiteX4" fmla="*/ 1156661 w 2314305"/>
                <a:gd name="connsiteY4" fmla="*/ 480095 h 715171"/>
                <a:gd name="connsiteX5" fmla="*/ 172995 w 2314305"/>
                <a:gd name="connsiteY5" fmla="*/ 684514 h 715171"/>
                <a:gd name="connsiteX6" fmla="*/ 0 w 2314305"/>
                <a:gd name="connsiteY6" fmla="*/ 231523 h 715171"/>
                <a:gd name="connsiteX0" fmla="*/ 0 w 2314305"/>
                <a:gd name="connsiteY0" fmla="*/ 231550 h 715198"/>
                <a:gd name="connsiteX1" fmla="*/ 1166388 w 2314305"/>
                <a:gd name="connsiteY1" fmla="*/ 51 h 715198"/>
                <a:gd name="connsiteX2" fmla="*/ 2314305 w 2314305"/>
                <a:gd name="connsiteY2" fmla="*/ 249582 h 715198"/>
                <a:gd name="connsiteX3" fmla="*/ 2123986 w 2314305"/>
                <a:gd name="connsiteY3" fmla="*/ 715198 h 715198"/>
                <a:gd name="connsiteX4" fmla="*/ 1156661 w 2314305"/>
                <a:gd name="connsiteY4" fmla="*/ 480122 h 715198"/>
                <a:gd name="connsiteX5" fmla="*/ 172995 w 2314305"/>
                <a:gd name="connsiteY5" fmla="*/ 684541 h 715198"/>
                <a:gd name="connsiteX6" fmla="*/ 0 w 2314305"/>
                <a:gd name="connsiteY6" fmla="*/ 231550 h 715198"/>
                <a:gd name="connsiteX0" fmla="*/ 0 w 2314305"/>
                <a:gd name="connsiteY0" fmla="*/ 232088 h 715736"/>
                <a:gd name="connsiteX1" fmla="*/ 1166388 w 2314305"/>
                <a:gd name="connsiteY1" fmla="*/ 589 h 715736"/>
                <a:gd name="connsiteX2" fmla="*/ 2314305 w 2314305"/>
                <a:gd name="connsiteY2" fmla="*/ 250120 h 715736"/>
                <a:gd name="connsiteX3" fmla="*/ 2123986 w 2314305"/>
                <a:gd name="connsiteY3" fmla="*/ 715736 h 715736"/>
                <a:gd name="connsiteX4" fmla="*/ 1156661 w 2314305"/>
                <a:gd name="connsiteY4" fmla="*/ 480660 h 715736"/>
                <a:gd name="connsiteX5" fmla="*/ 172995 w 2314305"/>
                <a:gd name="connsiteY5" fmla="*/ 685079 h 715736"/>
                <a:gd name="connsiteX6" fmla="*/ 0 w 2314305"/>
                <a:gd name="connsiteY6" fmla="*/ 232088 h 715736"/>
                <a:gd name="connsiteX0" fmla="*/ 0 w 2314305"/>
                <a:gd name="connsiteY0" fmla="*/ 232088 h 715736"/>
                <a:gd name="connsiteX1" fmla="*/ 1166388 w 2314305"/>
                <a:gd name="connsiteY1" fmla="*/ 589 h 715736"/>
                <a:gd name="connsiteX2" fmla="*/ 2314305 w 2314305"/>
                <a:gd name="connsiteY2" fmla="*/ 250120 h 715736"/>
                <a:gd name="connsiteX3" fmla="*/ 2123986 w 2314305"/>
                <a:gd name="connsiteY3" fmla="*/ 715736 h 715736"/>
                <a:gd name="connsiteX4" fmla="*/ 1156661 w 2314305"/>
                <a:gd name="connsiteY4" fmla="*/ 480660 h 715736"/>
                <a:gd name="connsiteX5" fmla="*/ 172995 w 2314305"/>
                <a:gd name="connsiteY5" fmla="*/ 685079 h 715736"/>
                <a:gd name="connsiteX6" fmla="*/ 0 w 2314305"/>
                <a:gd name="connsiteY6" fmla="*/ 232088 h 715736"/>
                <a:gd name="connsiteX0" fmla="*/ 0 w 2314305"/>
                <a:gd name="connsiteY0" fmla="*/ 232088 h 715736"/>
                <a:gd name="connsiteX1" fmla="*/ 1166388 w 2314305"/>
                <a:gd name="connsiteY1" fmla="*/ 589 h 715736"/>
                <a:gd name="connsiteX2" fmla="*/ 2314305 w 2314305"/>
                <a:gd name="connsiteY2" fmla="*/ 250120 h 715736"/>
                <a:gd name="connsiteX3" fmla="*/ 2123986 w 2314305"/>
                <a:gd name="connsiteY3" fmla="*/ 715736 h 715736"/>
                <a:gd name="connsiteX4" fmla="*/ 1156661 w 2314305"/>
                <a:gd name="connsiteY4" fmla="*/ 480660 h 715736"/>
                <a:gd name="connsiteX5" fmla="*/ 172995 w 2314305"/>
                <a:gd name="connsiteY5" fmla="*/ 685079 h 715736"/>
                <a:gd name="connsiteX6" fmla="*/ 0 w 2314305"/>
                <a:gd name="connsiteY6" fmla="*/ 232088 h 715736"/>
                <a:gd name="connsiteX0" fmla="*/ 0 w 2314305"/>
                <a:gd name="connsiteY0" fmla="*/ 232060 h 715708"/>
                <a:gd name="connsiteX1" fmla="*/ 1166388 w 2314305"/>
                <a:gd name="connsiteY1" fmla="*/ 561 h 715708"/>
                <a:gd name="connsiteX2" fmla="*/ 2314305 w 2314305"/>
                <a:gd name="connsiteY2" fmla="*/ 250092 h 715708"/>
                <a:gd name="connsiteX3" fmla="*/ 2123986 w 2314305"/>
                <a:gd name="connsiteY3" fmla="*/ 715708 h 715708"/>
                <a:gd name="connsiteX4" fmla="*/ 1156661 w 2314305"/>
                <a:gd name="connsiteY4" fmla="*/ 480632 h 715708"/>
                <a:gd name="connsiteX5" fmla="*/ 172995 w 2314305"/>
                <a:gd name="connsiteY5" fmla="*/ 685051 h 715708"/>
                <a:gd name="connsiteX6" fmla="*/ 0 w 2314305"/>
                <a:gd name="connsiteY6" fmla="*/ 232060 h 7157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314305" h="715708">
                  <a:moveTo>
                    <a:pt x="0" y="232060"/>
                  </a:moveTo>
                  <a:cubicBezTo>
                    <a:pt x="116349" y="135016"/>
                    <a:pt x="772966" y="-10150"/>
                    <a:pt x="1166388" y="561"/>
                  </a:cubicBezTo>
                  <a:cubicBezTo>
                    <a:pt x="1559810" y="11272"/>
                    <a:pt x="1962415" y="54514"/>
                    <a:pt x="2314305" y="250092"/>
                  </a:cubicBezTo>
                  <a:cubicBezTo>
                    <a:pt x="2236857" y="411910"/>
                    <a:pt x="2305049" y="284904"/>
                    <a:pt x="2123986" y="715708"/>
                  </a:cubicBezTo>
                  <a:cubicBezTo>
                    <a:pt x="2077752" y="646036"/>
                    <a:pt x="1616289" y="480632"/>
                    <a:pt x="1156661" y="480632"/>
                  </a:cubicBezTo>
                  <a:cubicBezTo>
                    <a:pt x="697033" y="480632"/>
                    <a:pt x="257593" y="589531"/>
                    <a:pt x="172995" y="685051"/>
                  </a:cubicBezTo>
                  <a:lnTo>
                    <a:pt x="0" y="232060"/>
                  </a:lnTo>
                  <a:close/>
                </a:path>
              </a:pathLst>
            </a:cu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30" name="Block Arc 1">
              <a:extLst>
                <a:ext uri="{FF2B5EF4-FFF2-40B4-BE49-F238E27FC236}">
                  <a16:creationId xmlns:a16="http://schemas.microsoft.com/office/drawing/2014/main" id="{7068298C-99D1-5BA0-F85F-4BC19E40A4D6}"/>
                </a:ext>
              </a:extLst>
            </p:cNvPr>
            <p:cNvSpPr/>
            <p:nvPr/>
          </p:nvSpPr>
          <p:spPr>
            <a:xfrm rot="12383279">
              <a:off x="6255443" y="5432031"/>
              <a:ext cx="2314305" cy="715708"/>
            </a:xfrm>
            <a:custGeom>
              <a:avLst/>
              <a:gdLst>
                <a:gd name="connsiteX0" fmla="*/ 0 w 2391141"/>
                <a:gd name="connsiteY0" fmla="*/ 726679 h 1453358"/>
                <a:gd name="connsiteX1" fmla="*/ 1195571 w 2391141"/>
                <a:gd name="connsiteY1" fmla="*/ 0 h 1453358"/>
                <a:gd name="connsiteX2" fmla="*/ 2391142 w 2391141"/>
                <a:gd name="connsiteY2" fmla="*/ 726679 h 1453358"/>
                <a:gd name="connsiteX3" fmla="*/ 2027802 w 2391141"/>
                <a:gd name="connsiteY3" fmla="*/ 726679 h 1453358"/>
                <a:gd name="connsiteX4" fmla="*/ 1195571 w 2391141"/>
                <a:gd name="connsiteY4" fmla="*/ 363339 h 1453358"/>
                <a:gd name="connsiteX5" fmla="*/ 363340 w 2391141"/>
                <a:gd name="connsiteY5" fmla="*/ 726679 h 1453358"/>
                <a:gd name="connsiteX6" fmla="*/ 0 w 2391141"/>
                <a:gd name="connsiteY6" fmla="*/ 726679 h 1453358"/>
                <a:gd name="connsiteX0" fmla="*/ 0 w 2614878"/>
                <a:gd name="connsiteY0" fmla="*/ 727830 h 727830"/>
                <a:gd name="connsiteX1" fmla="*/ 1195571 w 2614878"/>
                <a:gd name="connsiteY1" fmla="*/ 1151 h 727830"/>
                <a:gd name="connsiteX2" fmla="*/ 2614878 w 2614878"/>
                <a:gd name="connsiteY2" fmla="*/ 611098 h 727830"/>
                <a:gd name="connsiteX3" fmla="*/ 2027802 w 2614878"/>
                <a:gd name="connsiteY3" fmla="*/ 727830 h 727830"/>
                <a:gd name="connsiteX4" fmla="*/ 1195571 w 2614878"/>
                <a:gd name="connsiteY4" fmla="*/ 364490 h 727830"/>
                <a:gd name="connsiteX5" fmla="*/ 363340 w 2614878"/>
                <a:gd name="connsiteY5" fmla="*/ 727830 h 727830"/>
                <a:gd name="connsiteX6" fmla="*/ 0 w 2614878"/>
                <a:gd name="connsiteY6" fmla="*/ 727830 h 727830"/>
                <a:gd name="connsiteX0" fmla="*/ 0 w 2614878"/>
                <a:gd name="connsiteY0" fmla="*/ 727830 h 727830"/>
                <a:gd name="connsiteX1" fmla="*/ 1195571 w 2614878"/>
                <a:gd name="connsiteY1" fmla="*/ 1151 h 727830"/>
                <a:gd name="connsiteX2" fmla="*/ 2614878 w 2614878"/>
                <a:gd name="connsiteY2" fmla="*/ 611098 h 727830"/>
                <a:gd name="connsiteX3" fmla="*/ 2251538 w 2614878"/>
                <a:gd name="connsiteY3" fmla="*/ 669464 h 727830"/>
                <a:gd name="connsiteX4" fmla="*/ 1195571 w 2614878"/>
                <a:gd name="connsiteY4" fmla="*/ 364490 h 727830"/>
                <a:gd name="connsiteX5" fmla="*/ 363340 w 2614878"/>
                <a:gd name="connsiteY5" fmla="*/ 727830 h 727830"/>
                <a:gd name="connsiteX6" fmla="*/ 0 w 2614878"/>
                <a:gd name="connsiteY6" fmla="*/ 727830 h 727830"/>
                <a:gd name="connsiteX0" fmla="*/ 0 w 2780249"/>
                <a:gd name="connsiteY0" fmla="*/ 590533 h 726720"/>
                <a:gd name="connsiteX1" fmla="*/ 1360942 w 2780249"/>
                <a:gd name="connsiteY1" fmla="*/ 41 h 726720"/>
                <a:gd name="connsiteX2" fmla="*/ 2780249 w 2780249"/>
                <a:gd name="connsiteY2" fmla="*/ 609988 h 726720"/>
                <a:gd name="connsiteX3" fmla="*/ 2416909 w 2780249"/>
                <a:gd name="connsiteY3" fmla="*/ 668354 h 726720"/>
                <a:gd name="connsiteX4" fmla="*/ 1360942 w 2780249"/>
                <a:gd name="connsiteY4" fmla="*/ 363380 h 726720"/>
                <a:gd name="connsiteX5" fmla="*/ 528711 w 2780249"/>
                <a:gd name="connsiteY5" fmla="*/ 726720 h 726720"/>
                <a:gd name="connsiteX6" fmla="*/ 0 w 2780249"/>
                <a:gd name="connsiteY6" fmla="*/ 590533 h 726720"/>
                <a:gd name="connsiteX0" fmla="*/ 0 w 2780249"/>
                <a:gd name="connsiteY0" fmla="*/ 590533 h 668354"/>
                <a:gd name="connsiteX1" fmla="*/ 1360942 w 2780249"/>
                <a:gd name="connsiteY1" fmla="*/ 41 h 668354"/>
                <a:gd name="connsiteX2" fmla="*/ 2780249 w 2780249"/>
                <a:gd name="connsiteY2" fmla="*/ 609988 h 668354"/>
                <a:gd name="connsiteX3" fmla="*/ 2416909 w 2780249"/>
                <a:gd name="connsiteY3" fmla="*/ 668354 h 668354"/>
                <a:gd name="connsiteX4" fmla="*/ 1360942 w 2780249"/>
                <a:gd name="connsiteY4" fmla="*/ 363380 h 668354"/>
                <a:gd name="connsiteX5" fmla="*/ 275792 w 2780249"/>
                <a:gd name="connsiteY5" fmla="*/ 639171 h 668354"/>
                <a:gd name="connsiteX6" fmla="*/ 0 w 2780249"/>
                <a:gd name="connsiteY6" fmla="*/ 590533 h 668354"/>
                <a:gd name="connsiteX0" fmla="*/ 0 w 2780249"/>
                <a:gd name="connsiteY0" fmla="*/ 590533 h 668354"/>
                <a:gd name="connsiteX1" fmla="*/ 1360942 w 2780249"/>
                <a:gd name="connsiteY1" fmla="*/ 41 h 668354"/>
                <a:gd name="connsiteX2" fmla="*/ 2780249 w 2780249"/>
                <a:gd name="connsiteY2" fmla="*/ 609988 h 668354"/>
                <a:gd name="connsiteX3" fmla="*/ 2416909 w 2780249"/>
                <a:gd name="connsiteY3" fmla="*/ 668354 h 668354"/>
                <a:gd name="connsiteX4" fmla="*/ 1351215 w 2780249"/>
                <a:gd name="connsiteY4" fmla="*/ 480112 h 668354"/>
                <a:gd name="connsiteX5" fmla="*/ 275792 w 2780249"/>
                <a:gd name="connsiteY5" fmla="*/ 639171 h 668354"/>
                <a:gd name="connsiteX6" fmla="*/ 0 w 2780249"/>
                <a:gd name="connsiteY6" fmla="*/ 590533 h 668354"/>
                <a:gd name="connsiteX0" fmla="*/ 0 w 2780249"/>
                <a:gd name="connsiteY0" fmla="*/ 590533 h 775358"/>
                <a:gd name="connsiteX1" fmla="*/ 1360942 w 2780249"/>
                <a:gd name="connsiteY1" fmla="*/ 41 h 775358"/>
                <a:gd name="connsiteX2" fmla="*/ 2780249 w 2780249"/>
                <a:gd name="connsiteY2" fmla="*/ 609988 h 775358"/>
                <a:gd name="connsiteX3" fmla="*/ 2329360 w 2780249"/>
                <a:gd name="connsiteY3" fmla="*/ 775358 h 775358"/>
                <a:gd name="connsiteX4" fmla="*/ 1351215 w 2780249"/>
                <a:gd name="connsiteY4" fmla="*/ 480112 h 775358"/>
                <a:gd name="connsiteX5" fmla="*/ 275792 w 2780249"/>
                <a:gd name="connsiteY5" fmla="*/ 639171 h 775358"/>
                <a:gd name="connsiteX6" fmla="*/ 0 w 2780249"/>
                <a:gd name="connsiteY6" fmla="*/ 590533 h 775358"/>
                <a:gd name="connsiteX0" fmla="*/ 0 w 2673245"/>
                <a:gd name="connsiteY0" fmla="*/ 600391 h 785216"/>
                <a:gd name="connsiteX1" fmla="*/ 1360942 w 2673245"/>
                <a:gd name="connsiteY1" fmla="*/ 9899 h 785216"/>
                <a:gd name="connsiteX2" fmla="*/ 2673245 w 2673245"/>
                <a:gd name="connsiteY2" fmla="*/ 405837 h 785216"/>
                <a:gd name="connsiteX3" fmla="*/ 2329360 w 2673245"/>
                <a:gd name="connsiteY3" fmla="*/ 785216 h 785216"/>
                <a:gd name="connsiteX4" fmla="*/ 1351215 w 2673245"/>
                <a:gd name="connsiteY4" fmla="*/ 489970 h 785216"/>
                <a:gd name="connsiteX5" fmla="*/ 275792 w 2673245"/>
                <a:gd name="connsiteY5" fmla="*/ 649029 h 785216"/>
                <a:gd name="connsiteX6" fmla="*/ 0 w 2673245"/>
                <a:gd name="connsiteY6" fmla="*/ 600391 h 785216"/>
                <a:gd name="connsiteX0" fmla="*/ 0 w 2673245"/>
                <a:gd name="connsiteY0" fmla="*/ 593348 h 778173"/>
                <a:gd name="connsiteX1" fmla="*/ 1360942 w 2673245"/>
                <a:gd name="connsiteY1" fmla="*/ 2856 h 778173"/>
                <a:gd name="connsiteX2" fmla="*/ 2673245 w 2673245"/>
                <a:gd name="connsiteY2" fmla="*/ 398794 h 778173"/>
                <a:gd name="connsiteX3" fmla="*/ 2329360 w 2673245"/>
                <a:gd name="connsiteY3" fmla="*/ 778173 h 778173"/>
                <a:gd name="connsiteX4" fmla="*/ 1351215 w 2673245"/>
                <a:gd name="connsiteY4" fmla="*/ 482927 h 778173"/>
                <a:gd name="connsiteX5" fmla="*/ 275792 w 2673245"/>
                <a:gd name="connsiteY5" fmla="*/ 641986 h 778173"/>
                <a:gd name="connsiteX6" fmla="*/ 0 w 2673245"/>
                <a:gd name="connsiteY6" fmla="*/ 593348 h 778173"/>
                <a:gd name="connsiteX0" fmla="*/ 0 w 2478691"/>
                <a:gd name="connsiteY0" fmla="*/ 293714 h 809279"/>
                <a:gd name="connsiteX1" fmla="*/ 1166388 w 2478691"/>
                <a:gd name="connsiteY1" fmla="*/ 33962 h 809279"/>
                <a:gd name="connsiteX2" fmla="*/ 2478691 w 2478691"/>
                <a:gd name="connsiteY2" fmla="*/ 429900 h 809279"/>
                <a:gd name="connsiteX3" fmla="*/ 2134806 w 2478691"/>
                <a:gd name="connsiteY3" fmla="*/ 809279 h 809279"/>
                <a:gd name="connsiteX4" fmla="*/ 1156661 w 2478691"/>
                <a:gd name="connsiteY4" fmla="*/ 514033 h 809279"/>
                <a:gd name="connsiteX5" fmla="*/ 81238 w 2478691"/>
                <a:gd name="connsiteY5" fmla="*/ 673092 h 809279"/>
                <a:gd name="connsiteX6" fmla="*/ 0 w 2478691"/>
                <a:gd name="connsiteY6" fmla="*/ 293714 h 809279"/>
                <a:gd name="connsiteX0" fmla="*/ 0 w 2478691"/>
                <a:gd name="connsiteY0" fmla="*/ 262275 h 777840"/>
                <a:gd name="connsiteX1" fmla="*/ 1166388 w 2478691"/>
                <a:gd name="connsiteY1" fmla="*/ 2523 h 777840"/>
                <a:gd name="connsiteX2" fmla="*/ 2478691 w 2478691"/>
                <a:gd name="connsiteY2" fmla="*/ 398461 h 777840"/>
                <a:gd name="connsiteX3" fmla="*/ 2134806 w 2478691"/>
                <a:gd name="connsiteY3" fmla="*/ 777840 h 777840"/>
                <a:gd name="connsiteX4" fmla="*/ 1156661 w 2478691"/>
                <a:gd name="connsiteY4" fmla="*/ 482594 h 777840"/>
                <a:gd name="connsiteX5" fmla="*/ 81238 w 2478691"/>
                <a:gd name="connsiteY5" fmla="*/ 641653 h 777840"/>
                <a:gd name="connsiteX6" fmla="*/ 0 w 2478691"/>
                <a:gd name="connsiteY6" fmla="*/ 262275 h 777840"/>
                <a:gd name="connsiteX0" fmla="*/ 0 w 2478691"/>
                <a:gd name="connsiteY0" fmla="*/ 262275 h 777841"/>
                <a:gd name="connsiteX1" fmla="*/ 1166388 w 2478691"/>
                <a:gd name="connsiteY1" fmla="*/ 2523 h 777841"/>
                <a:gd name="connsiteX2" fmla="*/ 2478691 w 2478691"/>
                <a:gd name="connsiteY2" fmla="*/ 398461 h 777841"/>
                <a:gd name="connsiteX3" fmla="*/ 2134806 w 2478691"/>
                <a:gd name="connsiteY3" fmla="*/ 777840 h 777841"/>
                <a:gd name="connsiteX4" fmla="*/ 1156661 w 2478691"/>
                <a:gd name="connsiteY4" fmla="*/ 482594 h 777841"/>
                <a:gd name="connsiteX5" fmla="*/ 178515 w 2478691"/>
                <a:gd name="connsiteY5" fmla="*/ 777841 h 777841"/>
                <a:gd name="connsiteX6" fmla="*/ 0 w 2478691"/>
                <a:gd name="connsiteY6" fmla="*/ 262275 h 777841"/>
                <a:gd name="connsiteX0" fmla="*/ 0 w 2478691"/>
                <a:gd name="connsiteY0" fmla="*/ 262275 h 777840"/>
                <a:gd name="connsiteX1" fmla="*/ 1166388 w 2478691"/>
                <a:gd name="connsiteY1" fmla="*/ 2523 h 777840"/>
                <a:gd name="connsiteX2" fmla="*/ 2478691 w 2478691"/>
                <a:gd name="connsiteY2" fmla="*/ 398461 h 777840"/>
                <a:gd name="connsiteX3" fmla="*/ 2134806 w 2478691"/>
                <a:gd name="connsiteY3" fmla="*/ 777840 h 777840"/>
                <a:gd name="connsiteX4" fmla="*/ 1156661 w 2478691"/>
                <a:gd name="connsiteY4" fmla="*/ 482594 h 777840"/>
                <a:gd name="connsiteX5" fmla="*/ 139604 w 2478691"/>
                <a:gd name="connsiteY5" fmla="*/ 748658 h 777840"/>
                <a:gd name="connsiteX6" fmla="*/ 0 w 2478691"/>
                <a:gd name="connsiteY6" fmla="*/ 262275 h 777840"/>
                <a:gd name="connsiteX0" fmla="*/ 0 w 2478691"/>
                <a:gd name="connsiteY0" fmla="*/ 262275 h 777840"/>
                <a:gd name="connsiteX1" fmla="*/ 1166388 w 2478691"/>
                <a:gd name="connsiteY1" fmla="*/ 2523 h 777840"/>
                <a:gd name="connsiteX2" fmla="*/ 2478691 w 2478691"/>
                <a:gd name="connsiteY2" fmla="*/ 398461 h 777840"/>
                <a:gd name="connsiteX3" fmla="*/ 2134806 w 2478691"/>
                <a:gd name="connsiteY3" fmla="*/ 777840 h 777840"/>
                <a:gd name="connsiteX4" fmla="*/ 1156661 w 2478691"/>
                <a:gd name="connsiteY4" fmla="*/ 482594 h 777840"/>
                <a:gd name="connsiteX5" fmla="*/ 139604 w 2478691"/>
                <a:gd name="connsiteY5" fmla="*/ 748658 h 777840"/>
                <a:gd name="connsiteX6" fmla="*/ 0 w 2478691"/>
                <a:gd name="connsiteY6" fmla="*/ 262275 h 777840"/>
                <a:gd name="connsiteX0" fmla="*/ 0 w 2478691"/>
                <a:gd name="connsiteY0" fmla="*/ 262275 h 797295"/>
                <a:gd name="connsiteX1" fmla="*/ 1166388 w 2478691"/>
                <a:gd name="connsiteY1" fmla="*/ 2523 h 797295"/>
                <a:gd name="connsiteX2" fmla="*/ 2478691 w 2478691"/>
                <a:gd name="connsiteY2" fmla="*/ 398461 h 797295"/>
                <a:gd name="connsiteX3" fmla="*/ 2144534 w 2478691"/>
                <a:gd name="connsiteY3" fmla="*/ 797295 h 797295"/>
                <a:gd name="connsiteX4" fmla="*/ 1156661 w 2478691"/>
                <a:gd name="connsiteY4" fmla="*/ 482594 h 797295"/>
                <a:gd name="connsiteX5" fmla="*/ 139604 w 2478691"/>
                <a:gd name="connsiteY5" fmla="*/ 748658 h 797295"/>
                <a:gd name="connsiteX6" fmla="*/ 0 w 2478691"/>
                <a:gd name="connsiteY6" fmla="*/ 262275 h 797295"/>
                <a:gd name="connsiteX0" fmla="*/ 0 w 2478691"/>
                <a:gd name="connsiteY0" fmla="*/ 262275 h 797295"/>
                <a:gd name="connsiteX1" fmla="*/ 1166388 w 2478691"/>
                <a:gd name="connsiteY1" fmla="*/ 2523 h 797295"/>
                <a:gd name="connsiteX2" fmla="*/ 2478691 w 2478691"/>
                <a:gd name="connsiteY2" fmla="*/ 398461 h 797295"/>
                <a:gd name="connsiteX3" fmla="*/ 2144534 w 2478691"/>
                <a:gd name="connsiteY3" fmla="*/ 797295 h 797295"/>
                <a:gd name="connsiteX4" fmla="*/ 1156661 w 2478691"/>
                <a:gd name="connsiteY4" fmla="*/ 482594 h 797295"/>
                <a:gd name="connsiteX5" fmla="*/ 139604 w 2478691"/>
                <a:gd name="connsiteY5" fmla="*/ 748658 h 797295"/>
                <a:gd name="connsiteX6" fmla="*/ 0 w 2478691"/>
                <a:gd name="connsiteY6" fmla="*/ 262275 h 797295"/>
                <a:gd name="connsiteX0" fmla="*/ 0 w 2309168"/>
                <a:gd name="connsiteY0" fmla="*/ 259772 h 794792"/>
                <a:gd name="connsiteX1" fmla="*/ 1166388 w 2309168"/>
                <a:gd name="connsiteY1" fmla="*/ 20 h 794792"/>
                <a:gd name="connsiteX2" fmla="*/ 2309168 w 2309168"/>
                <a:gd name="connsiteY2" fmla="*/ 270099 h 794792"/>
                <a:gd name="connsiteX3" fmla="*/ 2144534 w 2309168"/>
                <a:gd name="connsiteY3" fmla="*/ 794792 h 794792"/>
                <a:gd name="connsiteX4" fmla="*/ 1156661 w 2309168"/>
                <a:gd name="connsiteY4" fmla="*/ 480091 h 794792"/>
                <a:gd name="connsiteX5" fmla="*/ 139604 w 2309168"/>
                <a:gd name="connsiteY5" fmla="*/ 746155 h 794792"/>
                <a:gd name="connsiteX6" fmla="*/ 0 w 2309168"/>
                <a:gd name="connsiteY6" fmla="*/ 259772 h 794792"/>
                <a:gd name="connsiteX0" fmla="*/ 0 w 2309168"/>
                <a:gd name="connsiteY0" fmla="*/ 259772 h 794792"/>
                <a:gd name="connsiteX1" fmla="*/ 1166388 w 2309168"/>
                <a:gd name="connsiteY1" fmla="*/ 20 h 794792"/>
                <a:gd name="connsiteX2" fmla="*/ 2309168 w 2309168"/>
                <a:gd name="connsiteY2" fmla="*/ 270099 h 794792"/>
                <a:gd name="connsiteX3" fmla="*/ 2144534 w 2309168"/>
                <a:gd name="connsiteY3" fmla="*/ 794792 h 794792"/>
                <a:gd name="connsiteX4" fmla="*/ 1156661 w 2309168"/>
                <a:gd name="connsiteY4" fmla="*/ 480091 h 794792"/>
                <a:gd name="connsiteX5" fmla="*/ 139604 w 2309168"/>
                <a:gd name="connsiteY5" fmla="*/ 746155 h 794792"/>
                <a:gd name="connsiteX6" fmla="*/ 0 w 2309168"/>
                <a:gd name="connsiteY6" fmla="*/ 259772 h 794792"/>
                <a:gd name="connsiteX0" fmla="*/ 0 w 2309168"/>
                <a:gd name="connsiteY0" fmla="*/ 259772 h 746155"/>
                <a:gd name="connsiteX1" fmla="*/ 1166388 w 2309168"/>
                <a:gd name="connsiteY1" fmla="*/ 20 h 746155"/>
                <a:gd name="connsiteX2" fmla="*/ 2309168 w 2309168"/>
                <a:gd name="connsiteY2" fmla="*/ 270099 h 746155"/>
                <a:gd name="connsiteX3" fmla="*/ 2121417 w 2309168"/>
                <a:gd name="connsiteY3" fmla="*/ 707462 h 746155"/>
                <a:gd name="connsiteX4" fmla="*/ 1156661 w 2309168"/>
                <a:gd name="connsiteY4" fmla="*/ 480091 h 746155"/>
                <a:gd name="connsiteX5" fmla="*/ 139604 w 2309168"/>
                <a:gd name="connsiteY5" fmla="*/ 746155 h 746155"/>
                <a:gd name="connsiteX6" fmla="*/ 0 w 2309168"/>
                <a:gd name="connsiteY6" fmla="*/ 259772 h 746155"/>
                <a:gd name="connsiteX0" fmla="*/ 0 w 2309168"/>
                <a:gd name="connsiteY0" fmla="*/ 259772 h 746155"/>
                <a:gd name="connsiteX1" fmla="*/ 1166388 w 2309168"/>
                <a:gd name="connsiteY1" fmla="*/ 20 h 746155"/>
                <a:gd name="connsiteX2" fmla="*/ 2309168 w 2309168"/>
                <a:gd name="connsiteY2" fmla="*/ 270099 h 746155"/>
                <a:gd name="connsiteX3" fmla="*/ 2121417 w 2309168"/>
                <a:gd name="connsiteY3" fmla="*/ 707462 h 746155"/>
                <a:gd name="connsiteX4" fmla="*/ 1156661 w 2309168"/>
                <a:gd name="connsiteY4" fmla="*/ 480091 h 746155"/>
                <a:gd name="connsiteX5" fmla="*/ 139604 w 2309168"/>
                <a:gd name="connsiteY5" fmla="*/ 746155 h 746155"/>
                <a:gd name="connsiteX6" fmla="*/ 0 w 2309168"/>
                <a:gd name="connsiteY6" fmla="*/ 259772 h 746155"/>
                <a:gd name="connsiteX0" fmla="*/ 0 w 2309168"/>
                <a:gd name="connsiteY0" fmla="*/ 226793 h 746567"/>
                <a:gd name="connsiteX1" fmla="*/ 1166388 w 2309168"/>
                <a:gd name="connsiteY1" fmla="*/ 432 h 746567"/>
                <a:gd name="connsiteX2" fmla="*/ 2309168 w 2309168"/>
                <a:gd name="connsiteY2" fmla="*/ 270511 h 746567"/>
                <a:gd name="connsiteX3" fmla="*/ 2121417 w 2309168"/>
                <a:gd name="connsiteY3" fmla="*/ 707874 h 746567"/>
                <a:gd name="connsiteX4" fmla="*/ 1156661 w 2309168"/>
                <a:gd name="connsiteY4" fmla="*/ 480503 h 746567"/>
                <a:gd name="connsiteX5" fmla="*/ 139604 w 2309168"/>
                <a:gd name="connsiteY5" fmla="*/ 746567 h 746567"/>
                <a:gd name="connsiteX6" fmla="*/ 0 w 2309168"/>
                <a:gd name="connsiteY6" fmla="*/ 226793 h 746567"/>
                <a:gd name="connsiteX0" fmla="*/ 0 w 2309168"/>
                <a:gd name="connsiteY0" fmla="*/ 226663 h 746437"/>
                <a:gd name="connsiteX1" fmla="*/ 1166388 w 2309168"/>
                <a:gd name="connsiteY1" fmla="*/ 302 h 746437"/>
                <a:gd name="connsiteX2" fmla="*/ 2309168 w 2309168"/>
                <a:gd name="connsiteY2" fmla="*/ 270381 h 746437"/>
                <a:gd name="connsiteX3" fmla="*/ 2121417 w 2309168"/>
                <a:gd name="connsiteY3" fmla="*/ 707744 h 746437"/>
                <a:gd name="connsiteX4" fmla="*/ 1156661 w 2309168"/>
                <a:gd name="connsiteY4" fmla="*/ 480373 h 746437"/>
                <a:gd name="connsiteX5" fmla="*/ 139604 w 2309168"/>
                <a:gd name="connsiteY5" fmla="*/ 746437 h 746437"/>
                <a:gd name="connsiteX6" fmla="*/ 0 w 2309168"/>
                <a:gd name="connsiteY6" fmla="*/ 226663 h 746437"/>
                <a:gd name="connsiteX0" fmla="*/ 0 w 2309168"/>
                <a:gd name="connsiteY0" fmla="*/ 226614 h 746388"/>
                <a:gd name="connsiteX1" fmla="*/ 1166388 w 2309168"/>
                <a:gd name="connsiteY1" fmla="*/ 253 h 746388"/>
                <a:gd name="connsiteX2" fmla="*/ 2309168 w 2309168"/>
                <a:gd name="connsiteY2" fmla="*/ 270332 h 746388"/>
                <a:gd name="connsiteX3" fmla="*/ 2121417 w 2309168"/>
                <a:gd name="connsiteY3" fmla="*/ 707695 h 746388"/>
                <a:gd name="connsiteX4" fmla="*/ 1156661 w 2309168"/>
                <a:gd name="connsiteY4" fmla="*/ 480324 h 746388"/>
                <a:gd name="connsiteX5" fmla="*/ 139604 w 2309168"/>
                <a:gd name="connsiteY5" fmla="*/ 746388 h 746388"/>
                <a:gd name="connsiteX6" fmla="*/ 0 w 2309168"/>
                <a:gd name="connsiteY6" fmla="*/ 226614 h 746388"/>
                <a:gd name="connsiteX0" fmla="*/ 0 w 2309168"/>
                <a:gd name="connsiteY0" fmla="*/ 231692 h 746328"/>
                <a:gd name="connsiteX1" fmla="*/ 1166388 w 2309168"/>
                <a:gd name="connsiteY1" fmla="*/ 193 h 746328"/>
                <a:gd name="connsiteX2" fmla="*/ 2309168 w 2309168"/>
                <a:gd name="connsiteY2" fmla="*/ 270272 h 746328"/>
                <a:gd name="connsiteX3" fmla="*/ 2121417 w 2309168"/>
                <a:gd name="connsiteY3" fmla="*/ 707635 h 746328"/>
                <a:gd name="connsiteX4" fmla="*/ 1156661 w 2309168"/>
                <a:gd name="connsiteY4" fmla="*/ 480264 h 746328"/>
                <a:gd name="connsiteX5" fmla="*/ 139604 w 2309168"/>
                <a:gd name="connsiteY5" fmla="*/ 746328 h 746328"/>
                <a:gd name="connsiteX6" fmla="*/ 0 w 2309168"/>
                <a:gd name="connsiteY6" fmla="*/ 231692 h 746328"/>
                <a:gd name="connsiteX0" fmla="*/ 0 w 2309168"/>
                <a:gd name="connsiteY0" fmla="*/ 231692 h 707635"/>
                <a:gd name="connsiteX1" fmla="*/ 1166388 w 2309168"/>
                <a:gd name="connsiteY1" fmla="*/ 193 h 707635"/>
                <a:gd name="connsiteX2" fmla="*/ 2309168 w 2309168"/>
                <a:gd name="connsiteY2" fmla="*/ 270272 h 707635"/>
                <a:gd name="connsiteX3" fmla="*/ 2121417 w 2309168"/>
                <a:gd name="connsiteY3" fmla="*/ 707635 h 707635"/>
                <a:gd name="connsiteX4" fmla="*/ 1156661 w 2309168"/>
                <a:gd name="connsiteY4" fmla="*/ 480264 h 707635"/>
                <a:gd name="connsiteX5" fmla="*/ 172995 w 2309168"/>
                <a:gd name="connsiteY5" fmla="*/ 684683 h 707635"/>
                <a:gd name="connsiteX6" fmla="*/ 0 w 2309168"/>
                <a:gd name="connsiteY6" fmla="*/ 231692 h 707635"/>
                <a:gd name="connsiteX0" fmla="*/ 0 w 2309168"/>
                <a:gd name="connsiteY0" fmla="*/ 231692 h 707635"/>
                <a:gd name="connsiteX1" fmla="*/ 1166388 w 2309168"/>
                <a:gd name="connsiteY1" fmla="*/ 193 h 707635"/>
                <a:gd name="connsiteX2" fmla="*/ 2309168 w 2309168"/>
                <a:gd name="connsiteY2" fmla="*/ 270272 h 707635"/>
                <a:gd name="connsiteX3" fmla="*/ 2121417 w 2309168"/>
                <a:gd name="connsiteY3" fmla="*/ 707635 h 707635"/>
                <a:gd name="connsiteX4" fmla="*/ 1156661 w 2309168"/>
                <a:gd name="connsiteY4" fmla="*/ 480264 h 707635"/>
                <a:gd name="connsiteX5" fmla="*/ 172995 w 2309168"/>
                <a:gd name="connsiteY5" fmla="*/ 684683 h 707635"/>
                <a:gd name="connsiteX6" fmla="*/ 0 w 2309168"/>
                <a:gd name="connsiteY6" fmla="*/ 231692 h 707635"/>
                <a:gd name="connsiteX0" fmla="*/ 0 w 2309168"/>
                <a:gd name="connsiteY0" fmla="*/ 231692 h 715340"/>
                <a:gd name="connsiteX1" fmla="*/ 1166388 w 2309168"/>
                <a:gd name="connsiteY1" fmla="*/ 193 h 715340"/>
                <a:gd name="connsiteX2" fmla="*/ 2309168 w 2309168"/>
                <a:gd name="connsiteY2" fmla="*/ 270272 h 715340"/>
                <a:gd name="connsiteX3" fmla="*/ 2123986 w 2309168"/>
                <a:gd name="connsiteY3" fmla="*/ 715340 h 715340"/>
                <a:gd name="connsiteX4" fmla="*/ 1156661 w 2309168"/>
                <a:gd name="connsiteY4" fmla="*/ 480264 h 715340"/>
                <a:gd name="connsiteX5" fmla="*/ 172995 w 2309168"/>
                <a:gd name="connsiteY5" fmla="*/ 684683 h 715340"/>
                <a:gd name="connsiteX6" fmla="*/ 0 w 2309168"/>
                <a:gd name="connsiteY6" fmla="*/ 231692 h 715340"/>
                <a:gd name="connsiteX0" fmla="*/ 0 w 2309168"/>
                <a:gd name="connsiteY0" fmla="*/ 231692 h 715340"/>
                <a:gd name="connsiteX1" fmla="*/ 1166388 w 2309168"/>
                <a:gd name="connsiteY1" fmla="*/ 193 h 715340"/>
                <a:gd name="connsiteX2" fmla="*/ 2309168 w 2309168"/>
                <a:gd name="connsiteY2" fmla="*/ 270272 h 715340"/>
                <a:gd name="connsiteX3" fmla="*/ 2123986 w 2309168"/>
                <a:gd name="connsiteY3" fmla="*/ 715340 h 715340"/>
                <a:gd name="connsiteX4" fmla="*/ 1156661 w 2309168"/>
                <a:gd name="connsiteY4" fmla="*/ 480264 h 715340"/>
                <a:gd name="connsiteX5" fmla="*/ 172995 w 2309168"/>
                <a:gd name="connsiteY5" fmla="*/ 684683 h 715340"/>
                <a:gd name="connsiteX6" fmla="*/ 0 w 2309168"/>
                <a:gd name="connsiteY6" fmla="*/ 231692 h 715340"/>
                <a:gd name="connsiteX0" fmla="*/ 0 w 2309168"/>
                <a:gd name="connsiteY0" fmla="*/ 231692 h 715340"/>
                <a:gd name="connsiteX1" fmla="*/ 1166388 w 2309168"/>
                <a:gd name="connsiteY1" fmla="*/ 193 h 715340"/>
                <a:gd name="connsiteX2" fmla="*/ 2309168 w 2309168"/>
                <a:gd name="connsiteY2" fmla="*/ 270272 h 715340"/>
                <a:gd name="connsiteX3" fmla="*/ 2123986 w 2309168"/>
                <a:gd name="connsiteY3" fmla="*/ 715340 h 715340"/>
                <a:gd name="connsiteX4" fmla="*/ 1156661 w 2309168"/>
                <a:gd name="connsiteY4" fmla="*/ 480264 h 715340"/>
                <a:gd name="connsiteX5" fmla="*/ 172995 w 2309168"/>
                <a:gd name="connsiteY5" fmla="*/ 684683 h 715340"/>
                <a:gd name="connsiteX6" fmla="*/ 0 w 2309168"/>
                <a:gd name="connsiteY6" fmla="*/ 231692 h 715340"/>
                <a:gd name="connsiteX0" fmla="*/ 0 w 2314305"/>
                <a:gd name="connsiteY0" fmla="*/ 231543 h 715191"/>
                <a:gd name="connsiteX1" fmla="*/ 1166388 w 2314305"/>
                <a:gd name="connsiteY1" fmla="*/ 44 h 715191"/>
                <a:gd name="connsiteX2" fmla="*/ 2314305 w 2314305"/>
                <a:gd name="connsiteY2" fmla="*/ 249575 h 715191"/>
                <a:gd name="connsiteX3" fmla="*/ 2123986 w 2314305"/>
                <a:gd name="connsiteY3" fmla="*/ 715191 h 715191"/>
                <a:gd name="connsiteX4" fmla="*/ 1156661 w 2314305"/>
                <a:gd name="connsiteY4" fmla="*/ 480115 h 715191"/>
                <a:gd name="connsiteX5" fmla="*/ 172995 w 2314305"/>
                <a:gd name="connsiteY5" fmla="*/ 684534 h 715191"/>
                <a:gd name="connsiteX6" fmla="*/ 0 w 2314305"/>
                <a:gd name="connsiteY6" fmla="*/ 231543 h 715191"/>
                <a:gd name="connsiteX0" fmla="*/ 0 w 2314305"/>
                <a:gd name="connsiteY0" fmla="*/ 231543 h 715191"/>
                <a:gd name="connsiteX1" fmla="*/ 1166388 w 2314305"/>
                <a:gd name="connsiteY1" fmla="*/ 44 h 715191"/>
                <a:gd name="connsiteX2" fmla="*/ 2314305 w 2314305"/>
                <a:gd name="connsiteY2" fmla="*/ 249575 h 715191"/>
                <a:gd name="connsiteX3" fmla="*/ 2123986 w 2314305"/>
                <a:gd name="connsiteY3" fmla="*/ 715191 h 715191"/>
                <a:gd name="connsiteX4" fmla="*/ 1156661 w 2314305"/>
                <a:gd name="connsiteY4" fmla="*/ 480115 h 715191"/>
                <a:gd name="connsiteX5" fmla="*/ 172995 w 2314305"/>
                <a:gd name="connsiteY5" fmla="*/ 684534 h 715191"/>
                <a:gd name="connsiteX6" fmla="*/ 0 w 2314305"/>
                <a:gd name="connsiteY6" fmla="*/ 231543 h 715191"/>
                <a:gd name="connsiteX0" fmla="*/ 0 w 2314305"/>
                <a:gd name="connsiteY0" fmla="*/ 231550 h 715198"/>
                <a:gd name="connsiteX1" fmla="*/ 1166388 w 2314305"/>
                <a:gd name="connsiteY1" fmla="*/ 51 h 715198"/>
                <a:gd name="connsiteX2" fmla="*/ 2314305 w 2314305"/>
                <a:gd name="connsiteY2" fmla="*/ 249582 h 715198"/>
                <a:gd name="connsiteX3" fmla="*/ 2123986 w 2314305"/>
                <a:gd name="connsiteY3" fmla="*/ 715198 h 715198"/>
                <a:gd name="connsiteX4" fmla="*/ 1156661 w 2314305"/>
                <a:gd name="connsiteY4" fmla="*/ 480122 h 715198"/>
                <a:gd name="connsiteX5" fmla="*/ 172995 w 2314305"/>
                <a:gd name="connsiteY5" fmla="*/ 684541 h 715198"/>
                <a:gd name="connsiteX6" fmla="*/ 0 w 2314305"/>
                <a:gd name="connsiteY6" fmla="*/ 231550 h 715198"/>
                <a:gd name="connsiteX0" fmla="*/ 0 w 2314305"/>
                <a:gd name="connsiteY0" fmla="*/ 233092 h 716740"/>
                <a:gd name="connsiteX1" fmla="*/ 1166388 w 2314305"/>
                <a:gd name="connsiteY1" fmla="*/ 1593 h 716740"/>
                <a:gd name="connsiteX2" fmla="*/ 2314305 w 2314305"/>
                <a:gd name="connsiteY2" fmla="*/ 251124 h 716740"/>
                <a:gd name="connsiteX3" fmla="*/ 2123986 w 2314305"/>
                <a:gd name="connsiteY3" fmla="*/ 716740 h 716740"/>
                <a:gd name="connsiteX4" fmla="*/ 1156661 w 2314305"/>
                <a:gd name="connsiteY4" fmla="*/ 481664 h 716740"/>
                <a:gd name="connsiteX5" fmla="*/ 172995 w 2314305"/>
                <a:gd name="connsiteY5" fmla="*/ 686083 h 716740"/>
                <a:gd name="connsiteX6" fmla="*/ 0 w 2314305"/>
                <a:gd name="connsiteY6" fmla="*/ 233092 h 716740"/>
                <a:gd name="connsiteX0" fmla="*/ 0 w 2314305"/>
                <a:gd name="connsiteY0" fmla="*/ 231523 h 715171"/>
                <a:gd name="connsiteX1" fmla="*/ 1166388 w 2314305"/>
                <a:gd name="connsiteY1" fmla="*/ 24 h 715171"/>
                <a:gd name="connsiteX2" fmla="*/ 2314305 w 2314305"/>
                <a:gd name="connsiteY2" fmla="*/ 249555 h 715171"/>
                <a:gd name="connsiteX3" fmla="*/ 2123986 w 2314305"/>
                <a:gd name="connsiteY3" fmla="*/ 715171 h 715171"/>
                <a:gd name="connsiteX4" fmla="*/ 1156661 w 2314305"/>
                <a:gd name="connsiteY4" fmla="*/ 480095 h 715171"/>
                <a:gd name="connsiteX5" fmla="*/ 172995 w 2314305"/>
                <a:gd name="connsiteY5" fmla="*/ 684514 h 715171"/>
                <a:gd name="connsiteX6" fmla="*/ 0 w 2314305"/>
                <a:gd name="connsiteY6" fmla="*/ 231523 h 715171"/>
                <a:gd name="connsiteX0" fmla="*/ 0 w 2314305"/>
                <a:gd name="connsiteY0" fmla="*/ 231550 h 715198"/>
                <a:gd name="connsiteX1" fmla="*/ 1166388 w 2314305"/>
                <a:gd name="connsiteY1" fmla="*/ 51 h 715198"/>
                <a:gd name="connsiteX2" fmla="*/ 2314305 w 2314305"/>
                <a:gd name="connsiteY2" fmla="*/ 249582 h 715198"/>
                <a:gd name="connsiteX3" fmla="*/ 2123986 w 2314305"/>
                <a:gd name="connsiteY3" fmla="*/ 715198 h 715198"/>
                <a:gd name="connsiteX4" fmla="*/ 1156661 w 2314305"/>
                <a:gd name="connsiteY4" fmla="*/ 480122 h 715198"/>
                <a:gd name="connsiteX5" fmla="*/ 172995 w 2314305"/>
                <a:gd name="connsiteY5" fmla="*/ 684541 h 715198"/>
                <a:gd name="connsiteX6" fmla="*/ 0 w 2314305"/>
                <a:gd name="connsiteY6" fmla="*/ 231550 h 715198"/>
                <a:gd name="connsiteX0" fmla="*/ 0 w 2314305"/>
                <a:gd name="connsiteY0" fmla="*/ 232088 h 715736"/>
                <a:gd name="connsiteX1" fmla="*/ 1166388 w 2314305"/>
                <a:gd name="connsiteY1" fmla="*/ 589 h 715736"/>
                <a:gd name="connsiteX2" fmla="*/ 2314305 w 2314305"/>
                <a:gd name="connsiteY2" fmla="*/ 250120 h 715736"/>
                <a:gd name="connsiteX3" fmla="*/ 2123986 w 2314305"/>
                <a:gd name="connsiteY3" fmla="*/ 715736 h 715736"/>
                <a:gd name="connsiteX4" fmla="*/ 1156661 w 2314305"/>
                <a:gd name="connsiteY4" fmla="*/ 480660 h 715736"/>
                <a:gd name="connsiteX5" fmla="*/ 172995 w 2314305"/>
                <a:gd name="connsiteY5" fmla="*/ 685079 h 715736"/>
                <a:gd name="connsiteX6" fmla="*/ 0 w 2314305"/>
                <a:gd name="connsiteY6" fmla="*/ 232088 h 715736"/>
                <a:gd name="connsiteX0" fmla="*/ 0 w 2314305"/>
                <a:gd name="connsiteY0" fmla="*/ 232088 h 715736"/>
                <a:gd name="connsiteX1" fmla="*/ 1166388 w 2314305"/>
                <a:gd name="connsiteY1" fmla="*/ 589 h 715736"/>
                <a:gd name="connsiteX2" fmla="*/ 2314305 w 2314305"/>
                <a:gd name="connsiteY2" fmla="*/ 250120 h 715736"/>
                <a:gd name="connsiteX3" fmla="*/ 2123986 w 2314305"/>
                <a:gd name="connsiteY3" fmla="*/ 715736 h 715736"/>
                <a:gd name="connsiteX4" fmla="*/ 1156661 w 2314305"/>
                <a:gd name="connsiteY4" fmla="*/ 480660 h 715736"/>
                <a:gd name="connsiteX5" fmla="*/ 172995 w 2314305"/>
                <a:gd name="connsiteY5" fmla="*/ 685079 h 715736"/>
                <a:gd name="connsiteX6" fmla="*/ 0 w 2314305"/>
                <a:gd name="connsiteY6" fmla="*/ 232088 h 715736"/>
                <a:gd name="connsiteX0" fmla="*/ 0 w 2314305"/>
                <a:gd name="connsiteY0" fmla="*/ 232088 h 715736"/>
                <a:gd name="connsiteX1" fmla="*/ 1166388 w 2314305"/>
                <a:gd name="connsiteY1" fmla="*/ 589 h 715736"/>
                <a:gd name="connsiteX2" fmla="*/ 2314305 w 2314305"/>
                <a:gd name="connsiteY2" fmla="*/ 250120 h 715736"/>
                <a:gd name="connsiteX3" fmla="*/ 2123986 w 2314305"/>
                <a:gd name="connsiteY3" fmla="*/ 715736 h 715736"/>
                <a:gd name="connsiteX4" fmla="*/ 1156661 w 2314305"/>
                <a:gd name="connsiteY4" fmla="*/ 480660 h 715736"/>
                <a:gd name="connsiteX5" fmla="*/ 172995 w 2314305"/>
                <a:gd name="connsiteY5" fmla="*/ 685079 h 715736"/>
                <a:gd name="connsiteX6" fmla="*/ 0 w 2314305"/>
                <a:gd name="connsiteY6" fmla="*/ 232088 h 715736"/>
                <a:gd name="connsiteX0" fmla="*/ 0 w 2314305"/>
                <a:gd name="connsiteY0" fmla="*/ 232060 h 715708"/>
                <a:gd name="connsiteX1" fmla="*/ 1166388 w 2314305"/>
                <a:gd name="connsiteY1" fmla="*/ 561 h 715708"/>
                <a:gd name="connsiteX2" fmla="*/ 2314305 w 2314305"/>
                <a:gd name="connsiteY2" fmla="*/ 250092 h 715708"/>
                <a:gd name="connsiteX3" fmla="*/ 2123986 w 2314305"/>
                <a:gd name="connsiteY3" fmla="*/ 715708 h 715708"/>
                <a:gd name="connsiteX4" fmla="*/ 1156661 w 2314305"/>
                <a:gd name="connsiteY4" fmla="*/ 480632 h 715708"/>
                <a:gd name="connsiteX5" fmla="*/ 172995 w 2314305"/>
                <a:gd name="connsiteY5" fmla="*/ 685051 h 715708"/>
                <a:gd name="connsiteX6" fmla="*/ 0 w 2314305"/>
                <a:gd name="connsiteY6" fmla="*/ 232060 h 7157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314305" h="715708">
                  <a:moveTo>
                    <a:pt x="0" y="232060"/>
                  </a:moveTo>
                  <a:cubicBezTo>
                    <a:pt x="116349" y="135016"/>
                    <a:pt x="772966" y="-10150"/>
                    <a:pt x="1166388" y="561"/>
                  </a:cubicBezTo>
                  <a:cubicBezTo>
                    <a:pt x="1559810" y="11272"/>
                    <a:pt x="1962415" y="54514"/>
                    <a:pt x="2314305" y="250092"/>
                  </a:cubicBezTo>
                  <a:cubicBezTo>
                    <a:pt x="2236857" y="411910"/>
                    <a:pt x="2305049" y="284904"/>
                    <a:pt x="2123986" y="715708"/>
                  </a:cubicBezTo>
                  <a:cubicBezTo>
                    <a:pt x="2077752" y="646036"/>
                    <a:pt x="1616289" y="480632"/>
                    <a:pt x="1156661" y="480632"/>
                  </a:cubicBezTo>
                  <a:cubicBezTo>
                    <a:pt x="697033" y="480632"/>
                    <a:pt x="257593" y="589531"/>
                    <a:pt x="172995" y="685051"/>
                  </a:cubicBezTo>
                  <a:lnTo>
                    <a:pt x="0" y="232060"/>
                  </a:lnTo>
                  <a:close/>
                </a:path>
              </a:pathLst>
            </a:custGeom>
            <a:solidFill>
              <a:srgbClr val="33CCCC"/>
            </a:solidFill>
            <a:ln>
              <a:solidFill>
                <a:srgbClr val="33CCC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31" name="Block Arc 1">
              <a:extLst>
                <a:ext uri="{FF2B5EF4-FFF2-40B4-BE49-F238E27FC236}">
                  <a16:creationId xmlns:a16="http://schemas.microsoft.com/office/drawing/2014/main" id="{0528DACC-3CE5-789E-16D7-1D556828D5A9}"/>
                </a:ext>
              </a:extLst>
            </p:cNvPr>
            <p:cNvSpPr/>
            <p:nvPr/>
          </p:nvSpPr>
          <p:spPr>
            <a:xfrm rot="15530126">
              <a:off x="4891919" y="3623815"/>
              <a:ext cx="2314305" cy="715708"/>
            </a:xfrm>
            <a:custGeom>
              <a:avLst/>
              <a:gdLst>
                <a:gd name="connsiteX0" fmla="*/ 0 w 2391141"/>
                <a:gd name="connsiteY0" fmla="*/ 726679 h 1453358"/>
                <a:gd name="connsiteX1" fmla="*/ 1195571 w 2391141"/>
                <a:gd name="connsiteY1" fmla="*/ 0 h 1453358"/>
                <a:gd name="connsiteX2" fmla="*/ 2391142 w 2391141"/>
                <a:gd name="connsiteY2" fmla="*/ 726679 h 1453358"/>
                <a:gd name="connsiteX3" fmla="*/ 2027802 w 2391141"/>
                <a:gd name="connsiteY3" fmla="*/ 726679 h 1453358"/>
                <a:gd name="connsiteX4" fmla="*/ 1195571 w 2391141"/>
                <a:gd name="connsiteY4" fmla="*/ 363339 h 1453358"/>
                <a:gd name="connsiteX5" fmla="*/ 363340 w 2391141"/>
                <a:gd name="connsiteY5" fmla="*/ 726679 h 1453358"/>
                <a:gd name="connsiteX6" fmla="*/ 0 w 2391141"/>
                <a:gd name="connsiteY6" fmla="*/ 726679 h 1453358"/>
                <a:gd name="connsiteX0" fmla="*/ 0 w 2614878"/>
                <a:gd name="connsiteY0" fmla="*/ 727830 h 727830"/>
                <a:gd name="connsiteX1" fmla="*/ 1195571 w 2614878"/>
                <a:gd name="connsiteY1" fmla="*/ 1151 h 727830"/>
                <a:gd name="connsiteX2" fmla="*/ 2614878 w 2614878"/>
                <a:gd name="connsiteY2" fmla="*/ 611098 h 727830"/>
                <a:gd name="connsiteX3" fmla="*/ 2027802 w 2614878"/>
                <a:gd name="connsiteY3" fmla="*/ 727830 h 727830"/>
                <a:gd name="connsiteX4" fmla="*/ 1195571 w 2614878"/>
                <a:gd name="connsiteY4" fmla="*/ 364490 h 727830"/>
                <a:gd name="connsiteX5" fmla="*/ 363340 w 2614878"/>
                <a:gd name="connsiteY5" fmla="*/ 727830 h 727830"/>
                <a:gd name="connsiteX6" fmla="*/ 0 w 2614878"/>
                <a:gd name="connsiteY6" fmla="*/ 727830 h 727830"/>
                <a:gd name="connsiteX0" fmla="*/ 0 w 2614878"/>
                <a:gd name="connsiteY0" fmla="*/ 727830 h 727830"/>
                <a:gd name="connsiteX1" fmla="*/ 1195571 w 2614878"/>
                <a:gd name="connsiteY1" fmla="*/ 1151 h 727830"/>
                <a:gd name="connsiteX2" fmla="*/ 2614878 w 2614878"/>
                <a:gd name="connsiteY2" fmla="*/ 611098 h 727830"/>
                <a:gd name="connsiteX3" fmla="*/ 2251538 w 2614878"/>
                <a:gd name="connsiteY3" fmla="*/ 669464 h 727830"/>
                <a:gd name="connsiteX4" fmla="*/ 1195571 w 2614878"/>
                <a:gd name="connsiteY4" fmla="*/ 364490 h 727830"/>
                <a:gd name="connsiteX5" fmla="*/ 363340 w 2614878"/>
                <a:gd name="connsiteY5" fmla="*/ 727830 h 727830"/>
                <a:gd name="connsiteX6" fmla="*/ 0 w 2614878"/>
                <a:gd name="connsiteY6" fmla="*/ 727830 h 727830"/>
                <a:gd name="connsiteX0" fmla="*/ 0 w 2780249"/>
                <a:gd name="connsiteY0" fmla="*/ 590533 h 726720"/>
                <a:gd name="connsiteX1" fmla="*/ 1360942 w 2780249"/>
                <a:gd name="connsiteY1" fmla="*/ 41 h 726720"/>
                <a:gd name="connsiteX2" fmla="*/ 2780249 w 2780249"/>
                <a:gd name="connsiteY2" fmla="*/ 609988 h 726720"/>
                <a:gd name="connsiteX3" fmla="*/ 2416909 w 2780249"/>
                <a:gd name="connsiteY3" fmla="*/ 668354 h 726720"/>
                <a:gd name="connsiteX4" fmla="*/ 1360942 w 2780249"/>
                <a:gd name="connsiteY4" fmla="*/ 363380 h 726720"/>
                <a:gd name="connsiteX5" fmla="*/ 528711 w 2780249"/>
                <a:gd name="connsiteY5" fmla="*/ 726720 h 726720"/>
                <a:gd name="connsiteX6" fmla="*/ 0 w 2780249"/>
                <a:gd name="connsiteY6" fmla="*/ 590533 h 726720"/>
                <a:gd name="connsiteX0" fmla="*/ 0 w 2780249"/>
                <a:gd name="connsiteY0" fmla="*/ 590533 h 668354"/>
                <a:gd name="connsiteX1" fmla="*/ 1360942 w 2780249"/>
                <a:gd name="connsiteY1" fmla="*/ 41 h 668354"/>
                <a:gd name="connsiteX2" fmla="*/ 2780249 w 2780249"/>
                <a:gd name="connsiteY2" fmla="*/ 609988 h 668354"/>
                <a:gd name="connsiteX3" fmla="*/ 2416909 w 2780249"/>
                <a:gd name="connsiteY3" fmla="*/ 668354 h 668354"/>
                <a:gd name="connsiteX4" fmla="*/ 1360942 w 2780249"/>
                <a:gd name="connsiteY4" fmla="*/ 363380 h 668354"/>
                <a:gd name="connsiteX5" fmla="*/ 275792 w 2780249"/>
                <a:gd name="connsiteY5" fmla="*/ 639171 h 668354"/>
                <a:gd name="connsiteX6" fmla="*/ 0 w 2780249"/>
                <a:gd name="connsiteY6" fmla="*/ 590533 h 668354"/>
                <a:gd name="connsiteX0" fmla="*/ 0 w 2780249"/>
                <a:gd name="connsiteY0" fmla="*/ 590533 h 668354"/>
                <a:gd name="connsiteX1" fmla="*/ 1360942 w 2780249"/>
                <a:gd name="connsiteY1" fmla="*/ 41 h 668354"/>
                <a:gd name="connsiteX2" fmla="*/ 2780249 w 2780249"/>
                <a:gd name="connsiteY2" fmla="*/ 609988 h 668354"/>
                <a:gd name="connsiteX3" fmla="*/ 2416909 w 2780249"/>
                <a:gd name="connsiteY3" fmla="*/ 668354 h 668354"/>
                <a:gd name="connsiteX4" fmla="*/ 1351215 w 2780249"/>
                <a:gd name="connsiteY4" fmla="*/ 480112 h 668354"/>
                <a:gd name="connsiteX5" fmla="*/ 275792 w 2780249"/>
                <a:gd name="connsiteY5" fmla="*/ 639171 h 668354"/>
                <a:gd name="connsiteX6" fmla="*/ 0 w 2780249"/>
                <a:gd name="connsiteY6" fmla="*/ 590533 h 668354"/>
                <a:gd name="connsiteX0" fmla="*/ 0 w 2780249"/>
                <a:gd name="connsiteY0" fmla="*/ 590533 h 775358"/>
                <a:gd name="connsiteX1" fmla="*/ 1360942 w 2780249"/>
                <a:gd name="connsiteY1" fmla="*/ 41 h 775358"/>
                <a:gd name="connsiteX2" fmla="*/ 2780249 w 2780249"/>
                <a:gd name="connsiteY2" fmla="*/ 609988 h 775358"/>
                <a:gd name="connsiteX3" fmla="*/ 2329360 w 2780249"/>
                <a:gd name="connsiteY3" fmla="*/ 775358 h 775358"/>
                <a:gd name="connsiteX4" fmla="*/ 1351215 w 2780249"/>
                <a:gd name="connsiteY4" fmla="*/ 480112 h 775358"/>
                <a:gd name="connsiteX5" fmla="*/ 275792 w 2780249"/>
                <a:gd name="connsiteY5" fmla="*/ 639171 h 775358"/>
                <a:gd name="connsiteX6" fmla="*/ 0 w 2780249"/>
                <a:gd name="connsiteY6" fmla="*/ 590533 h 775358"/>
                <a:gd name="connsiteX0" fmla="*/ 0 w 2673245"/>
                <a:gd name="connsiteY0" fmla="*/ 600391 h 785216"/>
                <a:gd name="connsiteX1" fmla="*/ 1360942 w 2673245"/>
                <a:gd name="connsiteY1" fmla="*/ 9899 h 785216"/>
                <a:gd name="connsiteX2" fmla="*/ 2673245 w 2673245"/>
                <a:gd name="connsiteY2" fmla="*/ 405837 h 785216"/>
                <a:gd name="connsiteX3" fmla="*/ 2329360 w 2673245"/>
                <a:gd name="connsiteY3" fmla="*/ 785216 h 785216"/>
                <a:gd name="connsiteX4" fmla="*/ 1351215 w 2673245"/>
                <a:gd name="connsiteY4" fmla="*/ 489970 h 785216"/>
                <a:gd name="connsiteX5" fmla="*/ 275792 w 2673245"/>
                <a:gd name="connsiteY5" fmla="*/ 649029 h 785216"/>
                <a:gd name="connsiteX6" fmla="*/ 0 w 2673245"/>
                <a:gd name="connsiteY6" fmla="*/ 600391 h 785216"/>
                <a:gd name="connsiteX0" fmla="*/ 0 w 2673245"/>
                <a:gd name="connsiteY0" fmla="*/ 593348 h 778173"/>
                <a:gd name="connsiteX1" fmla="*/ 1360942 w 2673245"/>
                <a:gd name="connsiteY1" fmla="*/ 2856 h 778173"/>
                <a:gd name="connsiteX2" fmla="*/ 2673245 w 2673245"/>
                <a:gd name="connsiteY2" fmla="*/ 398794 h 778173"/>
                <a:gd name="connsiteX3" fmla="*/ 2329360 w 2673245"/>
                <a:gd name="connsiteY3" fmla="*/ 778173 h 778173"/>
                <a:gd name="connsiteX4" fmla="*/ 1351215 w 2673245"/>
                <a:gd name="connsiteY4" fmla="*/ 482927 h 778173"/>
                <a:gd name="connsiteX5" fmla="*/ 275792 w 2673245"/>
                <a:gd name="connsiteY5" fmla="*/ 641986 h 778173"/>
                <a:gd name="connsiteX6" fmla="*/ 0 w 2673245"/>
                <a:gd name="connsiteY6" fmla="*/ 593348 h 778173"/>
                <a:gd name="connsiteX0" fmla="*/ 0 w 2478691"/>
                <a:gd name="connsiteY0" fmla="*/ 293714 h 809279"/>
                <a:gd name="connsiteX1" fmla="*/ 1166388 w 2478691"/>
                <a:gd name="connsiteY1" fmla="*/ 33962 h 809279"/>
                <a:gd name="connsiteX2" fmla="*/ 2478691 w 2478691"/>
                <a:gd name="connsiteY2" fmla="*/ 429900 h 809279"/>
                <a:gd name="connsiteX3" fmla="*/ 2134806 w 2478691"/>
                <a:gd name="connsiteY3" fmla="*/ 809279 h 809279"/>
                <a:gd name="connsiteX4" fmla="*/ 1156661 w 2478691"/>
                <a:gd name="connsiteY4" fmla="*/ 514033 h 809279"/>
                <a:gd name="connsiteX5" fmla="*/ 81238 w 2478691"/>
                <a:gd name="connsiteY5" fmla="*/ 673092 h 809279"/>
                <a:gd name="connsiteX6" fmla="*/ 0 w 2478691"/>
                <a:gd name="connsiteY6" fmla="*/ 293714 h 809279"/>
                <a:gd name="connsiteX0" fmla="*/ 0 w 2478691"/>
                <a:gd name="connsiteY0" fmla="*/ 262275 h 777840"/>
                <a:gd name="connsiteX1" fmla="*/ 1166388 w 2478691"/>
                <a:gd name="connsiteY1" fmla="*/ 2523 h 777840"/>
                <a:gd name="connsiteX2" fmla="*/ 2478691 w 2478691"/>
                <a:gd name="connsiteY2" fmla="*/ 398461 h 777840"/>
                <a:gd name="connsiteX3" fmla="*/ 2134806 w 2478691"/>
                <a:gd name="connsiteY3" fmla="*/ 777840 h 777840"/>
                <a:gd name="connsiteX4" fmla="*/ 1156661 w 2478691"/>
                <a:gd name="connsiteY4" fmla="*/ 482594 h 777840"/>
                <a:gd name="connsiteX5" fmla="*/ 81238 w 2478691"/>
                <a:gd name="connsiteY5" fmla="*/ 641653 h 777840"/>
                <a:gd name="connsiteX6" fmla="*/ 0 w 2478691"/>
                <a:gd name="connsiteY6" fmla="*/ 262275 h 777840"/>
                <a:gd name="connsiteX0" fmla="*/ 0 w 2478691"/>
                <a:gd name="connsiteY0" fmla="*/ 262275 h 777841"/>
                <a:gd name="connsiteX1" fmla="*/ 1166388 w 2478691"/>
                <a:gd name="connsiteY1" fmla="*/ 2523 h 777841"/>
                <a:gd name="connsiteX2" fmla="*/ 2478691 w 2478691"/>
                <a:gd name="connsiteY2" fmla="*/ 398461 h 777841"/>
                <a:gd name="connsiteX3" fmla="*/ 2134806 w 2478691"/>
                <a:gd name="connsiteY3" fmla="*/ 777840 h 777841"/>
                <a:gd name="connsiteX4" fmla="*/ 1156661 w 2478691"/>
                <a:gd name="connsiteY4" fmla="*/ 482594 h 777841"/>
                <a:gd name="connsiteX5" fmla="*/ 178515 w 2478691"/>
                <a:gd name="connsiteY5" fmla="*/ 777841 h 777841"/>
                <a:gd name="connsiteX6" fmla="*/ 0 w 2478691"/>
                <a:gd name="connsiteY6" fmla="*/ 262275 h 777841"/>
                <a:gd name="connsiteX0" fmla="*/ 0 w 2478691"/>
                <a:gd name="connsiteY0" fmla="*/ 262275 h 777840"/>
                <a:gd name="connsiteX1" fmla="*/ 1166388 w 2478691"/>
                <a:gd name="connsiteY1" fmla="*/ 2523 h 777840"/>
                <a:gd name="connsiteX2" fmla="*/ 2478691 w 2478691"/>
                <a:gd name="connsiteY2" fmla="*/ 398461 h 777840"/>
                <a:gd name="connsiteX3" fmla="*/ 2134806 w 2478691"/>
                <a:gd name="connsiteY3" fmla="*/ 777840 h 777840"/>
                <a:gd name="connsiteX4" fmla="*/ 1156661 w 2478691"/>
                <a:gd name="connsiteY4" fmla="*/ 482594 h 777840"/>
                <a:gd name="connsiteX5" fmla="*/ 139604 w 2478691"/>
                <a:gd name="connsiteY5" fmla="*/ 748658 h 777840"/>
                <a:gd name="connsiteX6" fmla="*/ 0 w 2478691"/>
                <a:gd name="connsiteY6" fmla="*/ 262275 h 777840"/>
                <a:gd name="connsiteX0" fmla="*/ 0 w 2478691"/>
                <a:gd name="connsiteY0" fmla="*/ 262275 h 777840"/>
                <a:gd name="connsiteX1" fmla="*/ 1166388 w 2478691"/>
                <a:gd name="connsiteY1" fmla="*/ 2523 h 777840"/>
                <a:gd name="connsiteX2" fmla="*/ 2478691 w 2478691"/>
                <a:gd name="connsiteY2" fmla="*/ 398461 h 777840"/>
                <a:gd name="connsiteX3" fmla="*/ 2134806 w 2478691"/>
                <a:gd name="connsiteY3" fmla="*/ 777840 h 777840"/>
                <a:gd name="connsiteX4" fmla="*/ 1156661 w 2478691"/>
                <a:gd name="connsiteY4" fmla="*/ 482594 h 777840"/>
                <a:gd name="connsiteX5" fmla="*/ 139604 w 2478691"/>
                <a:gd name="connsiteY5" fmla="*/ 748658 h 777840"/>
                <a:gd name="connsiteX6" fmla="*/ 0 w 2478691"/>
                <a:gd name="connsiteY6" fmla="*/ 262275 h 777840"/>
                <a:gd name="connsiteX0" fmla="*/ 0 w 2478691"/>
                <a:gd name="connsiteY0" fmla="*/ 262275 h 797295"/>
                <a:gd name="connsiteX1" fmla="*/ 1166388 w 2478691"/>
                <a:gd name="connsiteY1" fmla="*/ 2523 h 797295"/>
                <a:gd name="connsiteX2" fmla="*/ 2478691 w 2478691"/>
                <a:gd name="connsiteY2" fmla="*/ 398461 h 797295"/>
                <a:gd name="connsiteX3" fmla="*/ 2144534 w 2478691"/>
                <a:gd name="connsiteY3" fmla="*/ 797295 h 797295"/>
                <a:gd name="connsiteX4" fmla="*/ 1156661 w 2478691"/>
                <a:gd name="connsiteY4" fmla="*/ 482594 h 797295"/>
                <a:gd name="connsiteX5" fmla="*/ 139604 w 2478691"/>
                <a:gd name="connsiteY5" fmla="*/ 748658 h 797295"/>
                <a:gd name="connsiteX6" fmla="*/ 0 w 2478691"/>
                <a:gd name="connsiteY6" fmla="*/ 262275 h 797295"/>
                <a:gd name="connsiteX0" fmla="*/ 0 w 2478691"/>
                <a:gd name="connsiteY0" fmla="*/ 262275 h 797295"/>
                <a:gd name="connsiteX1" fmla="*/ 1166388 w 2478691"/>
                <a:gd name="connsiteY1" fmla="*/ 2523 h 797295"/>
                <a:gd name="connsiteX2" fmla="*/ 2478691 w 2478691"/>
                <a:gd name="connsiteY2" fmla="*/ 398461 h 797295"/>
                <a:gd name="connsiteX3" fmla="*/ 2144534 w 2478691"/>
                <a:gd name="connsiteY3" fmla="*/ 797295 h 797295"/>
                <a:gd name="connsiteX4" fmla="*/ 1156661 w 2478691"/>
                <a:gd name="connsiteY4" fmla="*/ 482594 h 797295"/>
                <a:gd name="connsiteX5" fmla="*/ 139604 w 2478691"/>
                <a:gd name="connsiteY5" fmla="*/ 748658 h 797295"/>
                <a:gd name="connsiteX6" fmla="*/ 0 w 2478691"/>
                <a:gd name="connsiteY6" fmla="*/ 262275 h 797295"/>
                <a:gd name="connsiteX0" fmla="*/ 0 w 2309168"/>
                <a:gd name="connsiteY0" fmla="*/ 259772 h 794792"/>
                <a:gd name="connsiteX1" fmla="*/ 1166388 w 2309168"/>
                <a:gd name="connsiteY1" fmla="*/ 20 h 794792"/>
                <a:gd name="connsiteX2" fmla="*/ 2309168 w 2309168"/>
                <a:gd name="connsiteY2" fmla="*/ 270099 h 794792"/>
                <a:gd name="connsiteX3" fmla="*/ 2144534 w 2309168"/>
                <a:gd name="connsiteY3" fmla="*/ 794792 h 794792"/>
                <a:gd name="connsiteX4" fmla="*/ 1156661 w 2309168"/>
                <a:gd name="connsiteY4" fmla="*/ 480091 h 794792"/>
                <a:gd name="connsiteX5" fmla="*/ 139604 w 2309168"/>
                <a:gd name="connsiteY5" fmla="*/ 746155 h 794792"/>
                <a:gd name="connsiteX6" fmla="*/ 0 w 2309168"/>
                <a:gd name="connsiteY6" fmla="*/ 259772 h 794792"/>
                <a:gd name="connsiteX0" fmla="*/ 0 w 2309168"/>
                <a:gd name="connsiteY0" fmla="*/ 259772 h 794792"/>
                <a:gd name="connsiteX1" fmla="*/ 1166388 w 2309168"/>
                <a:gd name="connsiteY1" fmla="*/ 20 h 794792"/>
                <a:gd name="connsiteX2" fmla="*/ 2309168 w 2309168"/>
                <a:gd name="connsiteY2" fmla="*/ 270099 h 794792"/>
                <a:gd name="connsiteX3" fmla="*/ 2144534 w 2309168"/>
                <a:gd name="connsiteY3" fmla="*/ 794792 h 794792"/>
                <a:gd name="connsiteX4" fmla="*/ 1156661 w 2309168"/>
                <a:gd name="connsiteY4" fmla="*/ 480091 h 794792"/>
                <a:gd name="connsiteX5" fmla="*/ 139604 w 2309168"/>
                <a:gd name="connsiteY5" fmla="*/ 746155 h 794792"/>
                <a:gd name="connsiteX6" fmla="*/ 0 w 2309168"/>
                <a:gd name="connsiteY6" fmla="*/ 259772 h 794792"/>
                <a:gd name="connsiteX0" fmla="*/ 0 w 2309168"/>
                <a:gd name="connsiteY0" fmla="*/ 259772 h 746155"/>
                <a:gd name="connsiteX1" fmla="*/ 1166388 w 2309168"/>
                <a:gd name="connsiteY1" fmla="*/ 20 h 746155"/>
                <a:gd name="connsiteX2" fmla="*/ 2309168 w 2309168"/>
                <a:gd name="connsiteY2" fmla="*/ 270099 h 746155"/>
                <a:gd name="connsiteX3" fmla="*/ 2121417 w 2309168"/>
                <a:gd name="connsiteY3" fmla="*/ 707462 h 746155"/>
                <a:gd name="connsiteX4" fmla="*/ 1156661 w 2309168"/>
                <a:gd name="connsiteY4" fmla="*/ 480091 h 746155"/>
                <a:gd name="connsiteX5" fmla="*/ 139604 w 2309168"/>
                <a:gd name="connsiteY5" fmla="*/ 746155 h 746155"/>
                <a:gd name="connsiteX6" fmla="*/ 0 w 2309168"/>
                <a:gd name="connsiteY6" fmla="*/ 259772 h 746155"/>
                <a:gd name="connsiteX0" fmla="*/ 0 w 2309168"/>
                <a:gd name="connsiteY0" fmla="*/ 259772 h 746155"/>
                <a:gd name="connsiteX1" fmla="*/ 1166388 w 2309168"/>
                <a:gd name="connsiteY1" fmla="*/ 20 h 746155"/>
                <a:gd name="connsiteX2" fmla="*/ 2309168 w 2309168"/>
                <a:gd name="connsiteY2" fmla="*/ 270099 h 746155"/>
                <a:gd name="connsiteX3" fmla="*/ 2121417 w 2309168"/>
                <a:gd name="connsiteY3" fmla="*/ 707462 h 746155"/>
                <a:gd name="connsiteX4" fmla="*/ 1156661 w 2309168"/>
                <a:gd name="connsiteY4" fmla="*/ 480091 h 746155"/>
                <a:gd name="connsiteX5" fmla="*/ 139604 w 2309168"/>
                <a:gd name="connsiteY5" fmla="*/ 746155 h 746155"/>
                <a:gd name="connsiteX6" fmla="*/ 0 w 2309168"/>
                <a:gd name="connsiteY6" fmla="*/ 259772 h 746155"/>
                <a:gd name="connsiteX0" fmla="*/ 0 w 2309168"/>
                <a:gd name="connsiteY0" fmla="*/ 226793 h 746567"/>
                <a:gd name="connsiteX1" fmla="*/ 1166388 w 2309168"/>
                <a:gd name="connsiteY1" fmla="*/ 432 h 746567"/>
                <a:gd name="connsiteX2" fmla="*/ 2309168 w 2309168"/>
                <a:gd name="connsiteY2" fmla="*/ 270511 h 746567"/>
                <a:gd name="connsiteX3" fmla="*/ 2121417 w 2309168"/>
                <a:gd name="connsiteY3" fmla="*/ 707874 h 746567"/>
                <a:gd name="connsiteX4" fmla="*/ 1156661 w 2309168"/>
                <a:gd name="connsiteY4" fmla="*/ 480503 h 746567"/>
                <a:gd name="connsiteX5" fmla="*/ 139604 w 2309168"/>
                <a:gd name="connsiteY5" fmla="*/ 746567 h 746567"/>
                <a:gd name="connsiteX6" fmla="*/ 0 w 2309168"/>
                <a:gd name="connsiteY6" fmla="*/ 226793 h 746567"/>
                <a:gd name="connsiteX0" fmla="*/ 0 w 2309168"/>
                <a:gd name="connsiteY0" fmla="*/ 226663 h 746437"/>
                <a:gd name="connsiteX1" fmla="*/ 1166388 w 2309168"/>
                <a:gd name="connsiteY1" fmla="*/ 302 h 746437"/>
                <a:gd name="connsiteX2" fmla="*/ 2309168 w 2309168"/>
                <a:gd name="connsiteY2" fmla="*/ 270381 h 746437"/>
                <a:gd name="connsiteX3" fmla="*/ 2121417 w 2309168"/>
                <a:gd name="connsiteY3" fmla="*/ 707744 h 746437"/>
                <a:gd name="connsiteX4" fmla="*/ 1156661 w 2309168"/>
                <a:gd name="connsiteY4" fmla="*/ 480373 h 746437"/>
                <a:gd name="connsiteX5" fmla="*/ 139604 w 2309168"/>
                <a:gd name="connsiteY5" fmla="*/ 746437 h 746437"/>
                <a:gd name="connsiteX6" fmla="*/ 0 w 2309168"/>
                <a:gd name="connsiteY6" fmla="*/ 226663 h 746437"/>
                <a:gd name="connsiteX0" fmla="*/ 0 w 2309168"/>
                <a:gd name="connsiteY0" fmla="*/ 226614 h 746388"/>
                <a:gd name="connsiteX1" fmla="*/ 1166388 w 2309168"/>
                <a:gd name="connsiteY1" fmla="*/ 253 h 746388"/>
                <a:gd name="connsiteX2" fmla="*/ 2309168 w 2309168"/>
                <a:gd name="connsiteY2" fmla="*/ 270332 h 746388"/>
                <a:gd name="connsiteX3" fmla="*/ 2121417 w 2309168"/>
                <a:gd name="connsiteY3" fmla="*/ 707695 h 746388"/>
                <a:gd name="connsiteX4" fmla="*/ 1156661 w 2309168"/>
                <a:gd name="connsiteY4" fmla="*/ 480324 h 746388"/>
                <a:gd name="connsiteX5" fmla="*/ 139604 w 2309168"/>
                <a:gd name="connsiteY5" fmla="*/ 746388 h 746388"/>
                <a:gd name="connsiteX6" fmla="*/ 0 w 2309168"/>
                <a:gd name="connsiteY6" fmla="*/ 226614 h 746388"/>
                <a:gd name="connsiteX0" fmla="*/ 0 w 2309168"/>
                <a:gd name="connsiteY0" fmla="*/ 231692 h 746328"/>
                <a:gd name="connsiteX1" fmla="*/ 1166388 w 2309168"/>
                <a:gd name="connsiteY1" fmla="*/ 193 h 746328"/>
                <a:gd name="connsiteX2" fmla="*/ 2309168 w 2309168"/>
                <a:gd name="connsiteY2" fmla="*/ 270272 h 746328"/>
                <a:gd name="connsiteX3" fmla="*/ 2121417 w 2309168"/>
                <a:gd name="connsiteY3" fmla="*/ 707635 h 746328"/>
                <a:gd name="connsiteX4" fmla="*/ 1156661 w 2309168"/>
                <a:gd name="connsiteY4" fmla="*/ 480264 h 746328"/>
                <a:gd name="connsiteX5" fmla="*/ 139604 w 2309168"/>
                <a:gd name="connsiteY5" fmla="*/ 746328 h 746328"/>
                <a:gd name="connsiteX6" fmla="*/ 0 w 2309168"/>
                <a:gd name="connsiteY6" fmla="*/ 231692 h 746328"/>
                <a:gd name="connsiteX0" fmla="*/ 0 w 2309168"/>
                <a:gd name="connsiteY0" fmla="*/ 231692 h 707635"/>
                <a:gd name="connsiteX1" fmla="*/ 1166388 w 2309168"/>
                <a:gd name="connsiteY1" fmla="*/ 193 h 707635"/>
                <a:gd name="connsiteX2" fmla="*/ 2309168 w 2309168"/>
                <a:gd name="connsiteY2" fmla="*/ 270272 h 707635"/>
                <a:gd name="connsiteX3" fmla="*/ 2121417 w 2309168"/>
                <a:gd name="connsiteY3" fmla="*/ 707635 h 707635"/>
                <a:gd name="connsiteX4" fmla="*/ 1156661 w 2309168"/>
                <a:gd name="connsiteY4" fmla="*/ 480264 h 707635"/>
                <a:gd name="connsiteX5" fmla="*/ 172995 w 2309168"/>
                <a:gd name="connsiteY5" fmla="*/ 684683 h 707635"/>
                <a:gd name="connsiteX6" fmla="*/ 0 w 2309168"/>
                <a:gd name="connsiteY6" fmla="*/ 231692 h 707635"/>
                <a:gd name="connsiteX0" fmla="*/ 0 w 2309168"/>
                <a:gd name="connsiteY0" fmla="*/ 231692 h 707635"/>
                <a:gd name="connsiteX1" fmla="*/ 1166388 w 2309168"/>
                <a:gd name="connsiteY1" fmla="*/ 193 h 707635"/>
                <a:gd name="connsiteX2" fmla="*/ 2309168 w 2309168"/>
                <a:gd name="connsiteY2" fmla="*/ 270272 h 707635"/>
                <a:gd name="connsiteX3" fmla="*/ 2121417 w 2309168"/>
                <a:gd name="connsiteY3" fmla="*/ 707635 h 707635"/>
                <a:gd name="connsiteX4" fmla="*/ 1156661 w 2309168"/>
                <a:gd name="connsiteY4" fmla="*/ 480264 h 707635"/>
                <a:gd name="connsiteX5" fmla="*/ 172995 w 2309168"/>
                <a:gd name="connsiteY5" fmla="*/ 684683 h 707635"/>
                <a:gd name="connsiteX6" fmla="*/ 0 w 2309168"/>
                <a:gd name="connsiteY6" fmla="*/ 231692 h 707635"/>
                <a:gd name="connsiteX0" fmla="*/ 0 w 2309168"/>
                <a:gd name="connsiteY0" fmla="*/ 231692 h 715340"/>
                <a:gd name="connsiteX1" fmla="*/ 1166388 w 2309168"/>
                <a:gd name="connsiteY1" fmla="*/ 193 h 715340"/>
                <a:gd name="connsiteX2" fmla="*/ 2309168 w 2309168"/>
                <a:gd name="connsiteY2" fmla="*/ 270272 h 715340"/>
                <a:gd name="connsiteX3" fmla="*/ 2123986 w 2309168"/>
                <a:gd name="connsiteY3" fmla="*/ 715340 h 715340"/>
                <a:gd name="connsiteX4" fmla="*/ 1156661 w 2309168"/>
                <a:gd name="connsiteY4" fmla="*/ 480264 h 715340"/>
                <a:gd name="connsiteX5" fmla="*/ 172995 w 2309168"/>
                <a:gd name="connsiteY5" fmla="*/ 684683 h 715340"/>
                <a:gd name="connsiteX6" fmla="*/ 0 w 2309168"/>
                <a:gd name="connsiteY6" fmla="*/ 231692 h 715340"/>
                <a:gd name="connsiteX0" fmla="*/ 0 w 2309168"/>
                <a:gd name="connsiteY0" fmla="*/ 231692 h 715340"/>
                <a:gd name="connsiteX1" fmla="*/ 1166388 w 2309168"/>
                <a:gd name="connsiteY1" fmla="*/ 193 h 715340"/>
                <a:gd name="connsiteX2" fmla="*/ 2309168 w 2309168"/>
                <a:gd name="connsiteY2" fmla="*/ 270272 h 715340"/>
                <a:gd name="connsiteX3" fmla="*/ 2123986 w 2309168"/>
                <a:gd name="connsiteY3" fmla="*/ 715340 h 715340"/>
                <a:gd name="connsiteX4" fmla="*/ 1156661 w 2309168"/>
                <a:gd name="connsiteY4" fmla="*/ 480264 h 715340"/>
                <a:gd name="connsiteX5" fmla="*/ 172995 w 2309168"/>
                <a:gd name="connsiteY5" fmla="*/ 684683 h 715340"/>
                <a:gd name="connsiteX6" fmla="*/ 0 w 2309168"/>
                <a:gd name="connsiteY6" fmla="*/ 231692 h 715340"/>
                <a:gd name="connsiteX0" fmla="*/ 0 w 2309168"/>
                <a:gd name="connsiteY0" fmla="*/ 231692 h 715340"/>
                <a:gd name="connsiteX1" fmla="*/ 1166388 w 2309168"/>
                <a:gd name="connsiteY1" fmla="*/ 193 h 715340"/>
                <a:gd name="connsiteX2" fmla="*/ 2309168 w 2309168"/>
                <a:gd name="connsiteY2" fmla="*/ 270272 h 715340"/>
                <a:gd name="connsiteX3" fmla="*/ 2123986 w 2309168"/>
                <a:gd name="connsiteY3" fmla="*/ 715340 h 715340"/>
                <a:gd name="connsiteX4" fmla="*/ 1156661 w 2309168"/>
                <a:gd name="connsiteY4" fmla="*/ 480264 h 715340"/>
                <a:gd name="connsiteX5" fmla="*/ 172995 w 2309168"/>
                <a:gd name="connsiteY5" fmla="*/ 684683 h 715340"/>
                <a:gd name="connsiteX6" fmla="*/ 0 w 2309168"/>
                <a:gd name="connsiteY6" fmla="*/ 231692 h 715340"/>
                <a:gd name="connsiteX0" fmla="*/ 0 w 2314305"/>
                <a:gd name="connsiteY0" fmla="*/ 231543 h 715191"/>
                <a:gd name="connsiteX1" fmla="*/ 1166388 w 2314305"/>
                <a:gd name="connsiteY1" fmla="*/ 44 h 715191"/>
                <a:gd name="connsiteX2" fmla="*/ 2314305 w 2314305"/>
                <a:gd name="connsiteY2" fmla="*/ 249575 h 715191"/>
                <a:gd name="connsiteX3" fmla="*/ 2123986 w 2314305"/>
                <a:gd name="connsiteY3" fmla="*/ 715191 h 715191"/>
                <a:gd name="connsiteX4" fmla="*/ 1156661 w 2314305"/>
                <a:gd name="connsiteY4" fmla="*/ 480115 h 715191"/>
                <a:gd name="connsiteX5" fmla="*/ 172995 w 2314305"/>
                <a:gd name="connsiteY5" fmla="*/ 684534 h 715191"/>
                <a:gd name="connsiteX6" fmla="*/ 0 w 2314305"/>
                <a:gd name="connsiteY6" fmla="*/ 231543 h 715191"/>
                <a:gd name="connsiteX0" fmla="*/ 0 w 2314305"/>
                <a:gd name="connsiteY0" fmla="*/ 231543 h 715191"/>
                <a:gd name="connsiteX1" fmla="*/ 1166388 w 2314305"/>
                <a:gd name="connsiteY1" fmla="*/ 44 h 715191"/>
                <a:gd name="connsiteX2" fmla="*/ 2314305 w 2314305"/>
                <a:gd name="connsiteY2" fmla="*/ 249575 h 715191"/>
                <a:gd name="connsiteX3" fmla="*/ 2123986 w 2314305"/>
                <a:gd name="connsiteY3" fmla="*/ 715191 h 715191"/>
                <a:gd name="connsiteX4" fmla="*/ 1156661 w 2314305"/>
                <a:gd name="connsiteY4" fmla="*/ 480115 h 715191"/>
                <a:gd name="connsiteX5" fmla="*/ 172995 w 2314305"/>
                <a:gd name="connsiteY5" fmla="*/ 684534 h 715191"/>
                <a:gd name="connsiteX6" fmla="*/ 0 w 2314305"/>
                <a:gd name="connsiteY6" fmla="*/ 231543 h 715191"/>
                <a:gd name="connsiteX0" fmla="*/ 0 w 2314305"/>
                <a:gd name="connsiteY0" fmla="*/ 231550 h 715198"/>
                <a:gd name="connsiteX1" fmla="*/ 1166388 w 2314305"/>
                <a:gd name="connsiteY1" fmla="*/ 51 h 715198"/>
                <a:gd name="connsiteX2" fmla="*/ 2314305 w 2314305"/>
                <a:gd name="connsiteY2" fmla="*/ 249582 h 715198"/>
                <a:gd name="connsiteX3" fmla="*/ 2123986 w 2314305"/>
                <a:gd name="connsiteY3" fmla="*/ 715198 h 715198"/>
                <a:gd name="connsiteX4" fmla="*/ 1156661 w 2314305"/>
                <a:gd name="connsiteY4" fmla="*/ 480122 h 715198"/>
                <a:gd name="connsiteX5" fmla="*/ 172995 w 2314305"/>
                <a:gd name="connsiteY5" fmla="*/ 684541 h 715198"/>
                <a:gd name="connsiteX6" fmla="*/ 0 w 2314305"/>
                <a:gd name="connsiteY6" fmla="*/ 231550 h 715198"/>
                <a:gd name="connsiteX0" fmla="*/ 0 w 2314305"/>
                <a:gd name="connsiteY0" fmla="*/ 233092 h 716740"/>
                <a:gd name="connsiteX1" fmla="*/ 1166388 w 2314305"/>
                <a:gd name="connsiteY1" fmla="*/ 1593 h 716740"/>
                <a:gd name="connsiteX2" fmla="*/ 2314305 w 2314305"/>
                <a:gd name="connsiteY2" fmla="*/ 251124 h 716740"/>
                <a:gd name="connsiteX3" fmla="*/ 2123986 w 2314305"/>
                <a:gd name="connsiteY3" fmla="*/ 716740 h 716740"/>
                <a:gd name="connsiteX4" fmla="*/ 1156661 w 2314305"/>
                <a:gd name="connsiteY4" fmla="*/ 481664 h 716740"/>
                <a:gd name="connsiteX5" fmla="*/ 172995 w 2314305"/>
                <a:gd name="connsiteY5" fmla="*/ 686083 h 716740"/>
                <a:gd name="connsiteX6" fmla="*/ 0 w 2314305"/>
                <a:gd name="connsiteY6" fmla="*/ 233092 h 716740"/>
                <a:gd name="connsiteX0" fmla="*/ 0 w 2314305"/>
                <a:gd name="connsiteY0" fmla="*/ 231523 h 715171"/>
                <a:gd name="connsiteX1" fmla="*/ 1166388 w 2314305"/>
                <a:gd name="connsiteY1" fmla="*/ 24 h 715171"/>
                <a:gd name="connsiteX2" fmla="*/ 2314305 w 2314305"/>
                <a:gd name="connsiteY2" fmla="*/ 249555 h 715171"/>
                <a:gd name="connsiteX3" fmla="*/ 2123986 w 2314305"/>
                <a:gd name="connsiteY3" fmla="*/ 715171 h 715171"/>
                <a:gd name="connsiteX4" fmla="*/ 1156661 w 2314305"/>
                <a:gd name="connsiteY4" fmla="*/ 480095 h 715171"/>
                <a:gd name="connsiteX5" fmla="*/ 172995 w 2314305"/>
                <a:gd name="connsiteY5" fmla="*/ 684514 h 715171"/>
                <a:gd name="connsiteX6" fmla="*/ 0 w 2314305"/>
                <a:gd name="connsiteY6" fmla="*/ 231523 h 715171"/>
                <a:gd name="connsiteX0" fmla="*/ 0 w 2314305"/>
                <a:gd name="connsiteY0" fmla="*/ 231550 h 715198"/>
                <a:gd name="connsiteX1" fmla="*/ 1166388 w 2314305"/>
                <a:gd name="connsiteY1" fmla="*/ 51 h 715198"/>
                <a:gd name="connsiteX2" fmla="*/ 2314305 w 2314305"/>
                <a:gd name="connsiteY2" fmla="*/ 249582 h 715198"/>
                <a:gd name="connsiteX3" fmla="*/ 2123986 w 2314305"/>
                <a:gd name="connsiteY3" fmla="*/ 715198 h 715198"/>
                <a:gd name="connsiteX4" fmla="*/ 1156661 w 2314305"/>
                <a:gd name="connsiteY4" fmla="*/ 480122 h 715198"/>
                <a:gd name="connsiteX5" fmla="*/ 172995 w 2314305"/>
                <a:gd name="connsiteY5" fmla="*/ 684541 h 715198"/>
                <a:gd name="connsiteX6" fmla="*/ 0 w 2314305"/>
                <a:gd name="connsiteY6" fmla="*/ 231550 h 715198"/>
                <a:gd name="connsiteX0" fmla="*/ 0 w 2314305"/>
                <a:gd name="connsiteY0" fmla="*/ 232088 h 715736"/>
                <a:gd name="connsiteX1" fmla="*/ 1166388 w 2314305"/>
                <a:gd name="connsiteY1" fmla="*/ 589 h 715736"/>
                <a:gd name="connsiteX2" fmla="*/ 2314305 w 2314305"/>
                <a:gd name="connsiteY2" fmla="*/ 250120 h 715736"/>
                <a:gd name="connsiteX3" fmla="*/ 2123986 w 2314305"/>
                <a:gd name="connsiteY3" fmla="*/ 715736 h 715736"/>
                <a:gd name="connsiteX4" fmla="*/ 1156661 w 2314305"/>
                <a:gd name="connsiteY4" fmla="*/ 480660 h 715736"/>
                <a:gd name="connsiteX5" fmla="*/ 172995 w 2314305"/>
                <a:gd name="connsiteY5" fmla="*/ 685079 h 715736"/>
                <a:gd name="connsiteX6" fmla="*/ 0 w 2314305"/>
                <a:gd name="connsiteY6" fmla="*/ 232088 h 715736"/>
                <a:gd name="connsiteX0" fmla="*/ 0 w 2314305"/>
                <a:gd name="connsiteY0" fmla="*/ 232088 h 715736"/>
                <a:gd name="connsiteX1" fmla="*/ 1166388 w 2314305"/>
                <a:gd name="connsiteY1" fmla="*/ 589 h 715736"/>
                <a:gd name="connsiteX2" fmla="*/ 2314305 w 2314305"/>
                <a:gd name="connsiteY2" fmla="*/ 250120 h 715736"/>
                <a:gd name="connsiteX3" fmla="*/ 2123986 w 2314305"/>
                <a:gd name="connsiteY3" fmla="*/ 715736 h 715736"/>
                <a:gd name="connsiteX4" fmla="*/ 1156661 w 2314305"/>
                <a:gd name="connsiteY4" fmla="*/ 480660 h 715736"/>
                <a:gd name="connsiteX5" fmla="*/ 172995 w 2314305"/>
                <a:gd name="connsiteY5" fmla="*/ 685079 h 715736"/>
                <a:gd name="connsiteX6" fmla="*/ 0 w 2314305"/>
                <a:gd name="connsiteY6" fmla="*/ 232088 h 715736"/>
                <a:gd name="connsiteX0" fmla="*/ 0 w 2314305"/>
                <a:gd name="connsiteY0" fmla="*/ 232088 h 715736"/>
                <a:gd name="connsiteX1" fmla="*/ 1166388 w 2314305"/>
                <a:gd name="connsiteY1" fmla="*/ 589 h 715736"/>
                <a:gd name="connsiteX2" fmla="*/ 2314305 w 2314305"/>
                <a:gd name="connsiteY2" fmla="*/ 250120 h 715736"/>
                <a:gd name="connsiteX3" fmla="*/ 2123986 w 2314305"/>
                <a:gd name="connsiteY3" fmla="*/ 715736 h 715736"/>
                <a:gd name="connsiteX4" fmla="*/ 1156661 w 2314305"/>
                <a:gd name="connsiteY4" fmla="*/ 480660 h 715736"/>
                <a:gd name="connsiteX5" fmla="*/ 172995 w 2314305"/>
                <a:gd name="connsiteY5" fmla="*/ 685079 h 715736"/>
                <a:gd name="connsiteX6" fmla="*/ 0 w 2314305"/>
                <a:gd name="connsiteY6" fmla="*/ 232088 h 715736"/>
                <a:gd name="connsiteX0" fmla="*/ 0 w 2314305"/>
                <a:gd name="connsiteY0" fmla="*/ 232060 h 715708"/>
                <a:gd name="connsiteX1" fmla="*/ 1166388 w 2314305"/>
                <a:gd name="connsiteY1" fmla="*/ 561 h 715708"/>
                <a:gd name="connsiteX2" fmla="*/ 2314305 w 2314305"/>
                <a:gd name="connsiteY2" fmla="*/ 250092 h 715708"/>
                <a:gd name="connsiteX3" fmla="*/ 2123986 w 2314305"/>
                <a:gd name="connsiteY3" fmla="*/ 715708 h 715708"/>
                <a:gd name="connsiteX4" fmla="*/ 1156661 w 2314305"/>
                <a:gd name="connsiteY4" fmla="*/ 480632 h 715708"/>
                <a:gd name="connsiteX5" fmla="*/ 172995 w 2314305"/>
                <a:gd name="connsiteY5" fmla="*/ 685051 h 715708"/>
                <a:gd name="connsiteX6" fmla="*/ 0 w 2314305"/>
                <a:gd name="connsiteY6" fmla="*/ 232060 h 7157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314305" h="715708">
                  <a:moveTo>
                    <a:pt x="0" y="232060"/>
                  </a:moveTo>
                  <a:cubicBezTo>
                    <a:pt x="116349" y="135016"/>
                    <a:pt x="772966" y="-10150"/>
                    <a:pt x="1166388" y="561"/>
                  </a:cubicBezTo>
                  <a:cubicBezTo>
                    <a:pt x="1559810" y="11272"/>
                    <a:pt x="1962415" y="54514"/>
                    <a:pt x="2314305" y="250092"/>
                  </a:cubicBezTo>
                  <a:cubicBezTo>
                    <a:pt x="2236857" y="411910"/>
                    <a:pt x="2305049" y="284904"/>
                    <a:pt x="2123986" y="715708"/>
                  </a:cubicBezTo>
                  <a:cubicBezTo>
                    <a:pt x="2077752" y="646036"/>
                    <a:pt x="1616289" y="480632"/>
                    <a:pt x="1156661" y="480632"/>
                  </a:cubicBezTo>
                  <a:cubicBezTo>
                    <a:pt x="697033" y="480632"/>
                    <a:pt x="257593" y="589531"/>
                    <a:pt x="172995" y="685051"/>
                  </a:cubicBezTo>
                  <a:lnTo>
                    <a:pt x="0" y="232060"/>
                  </a:lnTo>
                  <a:close/>
                </a:path>
              </a:pathLst>
            </a:custGeom>
            <a:solidFill>
              <a:srgbClr val="0070C0"/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32" name="Block Arc 1">
              <a:extLst>
                <a:ext uri="{FF2B5EF4-FFF2-40B4-BE49-F238E27FC236}">
                  <a16:creationId xmlns:a16="http://schemas.microsoft.com/office/drawing/2014/main" id="{B4F8E2D6-18EA-98C6-BFEB-64A67E8236C4}"/>
                </a:ext>
              </a:extLst>
            </p:cNvPr>
            <p:cNvSpPr/>
            <p:nvPr/>
          </p:nvSpPr>
          <p:spPr>
            <a:xfrm rot="18602280">
              <a:off x="5465551" y="1431121"/>
              <a:ext cx="2314305" cy="715708"/>
            </a:xfrm>
            <a:custGeom>
              <a:avLst/>
              <a:gdLst>
                <a:gd name="connsiteX0" fmla="*/ 0 w 2391141"/>
                <a:gd name="connsiteY0" fmla="*/ 726679 h 1453358"/>
                <a:gd name="connsiteX1" fmla="*/ 1195571 w 2391141"/>
                <a:gd name="connsiteY1" fmla="*/ 0 h 1453358"/>
                <a:gd name="connsiteX2" fmla="*/ 2391142 w 2391141"/>
                <a:gd name="connsiteY2" fmla="*/ 726679 h 1453358"/>
                <a:gd name="connsiteX3" fmla="*/ 2027802 w 2391141"/>
                <a:gd name="connsiteY3" fmla="*/ 726679 h 1453358"/>
                <a:gd name="connsiteX4" fmla="*/ 1195571 w 2391141"/>
                <a:gd name="connsiteY4" fmla="*/ 363339 h 1453358"/>
                <a:gd name="connsiteX5" fmla="*/ 363340 w 2391141"/>
                <a:gd name="connsiteY5" fmla="*/ 726679 h 1453358"/>
                <a:gd name="connsiteX6" fmla="*/ 0 w 2391141"/>
                <a:gd name="connsiteY6" fmla="*/ 726679 h 1453358"/>
                <a:gd name="connsiteX0" fmla="*/ 0 w 2614878"/>
                <a:gd name="connsiteY0" fmla="*/ 727830 h 727830"/>
                <a:gd name="connsiteX1" fmla="*/ 1195571 w 2614878"/>
                <a:gd name="connsiteY1" fmla="*/ 1151 h 727830"/>
                <a:gd name="connsiteX2" fmla="*/ 2614878 w 2614878"/>
                <a:gd name="connsiteY2" fmla="*/ 611098 h 727830"/>
                <a:gd name="connsiteX3" fmla="*/ 2027802 w 2614878"/>
                <a:gd name="connsiteY3" fmla="*/ 727830 h 727830"/>
                <a:gd name="connsiteX4" fmla="*/ 1195571 w 2614878"/>
                <a:gd name="connsiteY4" fmla="*/ 364490 h 727830"/>
                <a:gd name="connsiteX5" fmla="*/ 363340 w 2614878"/>
                <a:gd name="connsiteY5" fmla="*/ 727830 h 727830"/>
                <a:gd name="connsiteX6" fmla="*/ 0 w 2614878"/>
                <a:gd name="connsiteY6" fmla="*/ 727830 h 727830"/>
                <a:gd name="connsiteX0" fmla="*/ 0 w 2614878"/>
                <a:gd name="connsiteY0" fmla="*/ 727830 h 727830"/>
                <a:gd name="connsiteX1" fmla="*/ 1195571 w 2614878"/>
                <a:gd name="connsiteY1" fmla="*/ 1151 h 727830"/>
                <a:gd name="connsiteX2" fmla="*/ 2614878 w 2614878"/>
                <a:gd name="connsiteY2" fmla="*/ 611098 h 727830"/>
                <a:gd name="connsiteX3" fmla="*/ 2251538 w 2614878"/>
                <a:gd name="connsiteY3" fmla="*/ 669464 h 727830"/>
                <a:gd name="connsiteX4" fmla="*/ 1195571 w 2614878"/>
                <a:gd name="connsiteY4" fmla="*/ 364490 h 727830"/>
                <a:gd name="connsiteX5" fmla="*/ 363340 w 2614878"/>
                <a:gd name="connsiteY5" fmla="*/ 727830 h 727830"/>
                <a:gd name="connsiteX6" fmla="*/ 0 w 2614878"/>
                <a:gd name="connsiteY6" fmla="*/ 727830 h 727830"/>
                <a:gd name="connsiteX0" fmla="*/ 0 w 2780249"/>
                <a:gd name="connsiteY0" fmla="*/ 590533 h 726720"/>
                <a:gd name="connsiteX1" fmla="*/ 1360942 w 2780249"/>
                <a:gd name="connsiteY1" fmla="*/ 41 h 726720"/>
                <a:gd name="connsiteX2" fmla="*/ 2780249 w 2780249"/>
                <a:gd name="connsiteY2" fmla="*/ 609988 h 726720"/>
                <a:gd name="connsiteX3" fmla="*/ 2416909 w 2780249"/>
                <a:gd name="connsiteY3" fmla="*/ 668354 h 726720"/>
                <a:gd name="connsiteX4" fmla="*/ 1360942 w 2780249"/>
                <a:gd name="connsiteY4" fmla="*/ 363380 h 726720"/>
                <a:gd name="connsiteX5" fmla="*/ 528711 w 2780249"/>
                <a:gd name="connsiteY5" fmla="*/ 726720 h 726720"/>
                <a:gd name="connsiteX6" fmla="*/ 0 w 2780249"/>
                <a:gd name="connsiteY6" fmla="*/ 590533 h 726720"/>
                <a:gd name="connsiteX0" fmla="*/ 0 w 2780249"/>
                <a:gd name="connsiteY0" fmla="*/ 590533 h 668354"/>
                <a:gd name="connsiteX1" fmla="*/ 1360942 w 2780249"/>
                <a:gd name="connsiteY1" fmla="*/ 41 h 668354"/>
                <a:gd name="connsiteX2" fmla="*/ 2780249 w 2780249"/>
                <a:gd name="connsiteY2" fmla="*/ 609988 h 668354"/>
                <a:gd name="connsiteX3" fmla="*/ 2416909 w 2780249"/>
                <a:gd name="connsiteY3" fmla="*/ 668354 h 668354"/>
                <a:gd name="connsiteX4" fmla="*/ 1360942 w 2780249"/>
                <a:gd name="connsiteY4" fmla="*/ 363380 h 668354"/>
                <a:gd name="connsiteX5" fmla="*/ 275792 w 2780249"/>
                <a:gd name="connsiteY5" fmla="*/ 639171 h 668354"/>
                <a:gd name="connsiteX6" fmla="*/ 0 w 2780249"/>
                <a:gd name="connsiteY6" fmla="*/ 590533 h 668354"/>
                <a:gd name="connsiteX0" fmla="*/ 0 w 2780249"/>
                <a:gd name="connsiteY0" fmla="*/ 590533 h 668354"/>
                <a:gd name="connsiteX1" fmla="*/ 1360942 w 2780249"/>
                <a:gd name="connsiteY1" fmla="*/ 41 h 668354"/>
                <a:gd name="connsiteX2" fmla="*/ 2780249 w 2780249"/>
                <a:gd name="connsiteY2" fmla="*/ 609988 h 668354"/>
                <a:gd name="connsiteX3" fmla="*/ 2416909 w 2780249"/>
                <a:gd name="connsiteY3" fmla="*/ 668354 h 668354"/>
                <a:gd name="connsiteX4" fmla="*/ 1351215 w 2780249"/>
                <a:gd name="connsiteY4" fmla="*/ 480112 h 668354"/>
                <a:gd name="connsiteX5" fmla="*/ 275792 w 2780249"/>
                <a:gd name="connsiteY5" fmla="*/ 639171 h 668354"/>
                <a:gd name="connsiteX6" fmla="*/ 0 w 2780249"/>
                <a:gd name="connsiteY6" fmla="*/ 590533 h 668354"/>
                <a:gd name="connsiteX0" fmla="*/ 0 w 2780249"/>
                <a:gd name="connsiteY0" fmla="*/ 590533 h 775358"/>
                <a:gd name="connsiteX1" fmla="*/ 1360942 w 2780249"/>
                <a:gd name="connsiteY1" fmla="*/ 41 h 775358"/>
                <a:gd name="connsiteX2" fmla="*/ 2780249 w 2780249"/>
                <a:gd name="connsiteY2" fmla="*/ 609988 h 775358"/>
                <a:gd name="connsiteX3" fmla="*/ 2329360 w 2780249"/>
                <a:gd name="connsiteY3" fmla="*/ 775358 h 775358"/>
                <a:gd name="connsiteX4" fmla="*/ 1351215 w 2780249"/>
                <a:gd name="connsiteY4" fmla="*/ 480112 h 775358"/>
                <a:gd name="connsiteX5" fmla="*/ 275792 w 2780249"/>
                <a:gd name="connsiteY5" fmla="*/ 639171 h 775358"/>
                <a:gd name="connsiteX6" fmla="*/ 0 w 2780249"/>
                <a:gd name="connsiteY6" fmla="*/ 590533 h 775358"/>
                <a:gd name="connsiteX0" fmla="*/ 0 w 2673245"/>
                <a:gd name="connsiteY0" fmla="*/ 600391 h 785216"/>
                <a:gd name="connsiteX1" fmla="*/ 1360942 w 2673245"/>
                <a:gd name="connsiteY1" fmla="*/ 9899 h 785216"/>
                <a:gd name="connsiteX2" fmla="*/ 2673245 w 2673245"/>
                <a:gd name="connsiteY2" fmla="*/ 405837 h 785216"/>
                <a:gd name="connsiteX3" fmla="*/ 2329360 w 2673245"/>
                <a:gd name="connsiteY3" fmla="*/ 785216 h 785216"/>
                <a:gd name="connsiteX4" fmla="*/ 1351215 w 2673245"/>
                <a:gd name="connsiteY4" fmla="*/ 489970 h 785216"/>
                <a:gd name="connsiteX5" fmla="*/ 275792 w 2673245"/>
                <a:gd name="connsiteY5" fmla="*/ 649029 h 785216"/>
                <a:gd name="connsiteX6" fmla="*/ 0 w 2673245"/>
                <a:gd name="connsiteY6" fmla="*/ 600391 h 785216"/>
                <a:gd name="connsiteX0" fmla="*/ 0 w 2673245"/>
                <a:gd name="connsiteY0" fmla="*/ 593348 h 778173"/>
                <a:gd name="connsiteX1" fmla="*/ 1360942 w 2673245"/>
                <a:gd name="connsiteY1" fmla="*/ 2856 h 778173"/>
                <a:gd name="connsiteX2" fmla="*/ 2673245 w 2673245"/>
                <a:gd name="connsiteY2" fmla="*/ 398794 h 778173"/>
                <a:gd name="connsiteX3" fmla="*/ 2329360 w 2673245"/>
                <a:gd name="connsiteY3" fmla="*/ 778173 h 778173"/>
                <a:gd name="connsiteX4" fmla="*/ 1351215 w 2673245"/>
                <a:gd name="connsiteY4" fmla="*/ 482927 h 778173"/>
                <a:gd name="connsiteX5" fmla="*/ 275792 w 2673245"/>
                <a:gd name="connsiteY5" fmla="*/ 641986 h 778173"/>
                <a:gd name="connsiteX6" fmla="*/ 0 w 2673245"/>
                <a:gd name="connsiteY6" fmla="*/ 593348 h 778173"/>
                <a:gd name="connsiteX0" fmla="*/ 0 w 2478691"/>
                <a:gd name="connsiteY0" fmla="*/ 293714 h 809279"/>
                <a:gd name="connsiteX1" fmla="*/ 1166388 w 2478691"/>
                <a:gd name="connsiteY1" fmla="*/ 33962 h 809279"/>
                <a:gd name="connsiteX2" fmla="*/ 2478691 w 2478691"/>
                <a:gd name="connsiteY2" fmla="*/ 429900 h 809279"/>
                <a:gd name="connsiteX3" fmla="*/ 2134806 w 2478691"/>
                <a:gd name="connsiteY3" fmla="*/ 809279 h 809279"/>
                <a:gd name="connsiteX4" fmla="*/ 1156661 w 2478691"/>
                <a:gd name="connsiteY4" fmla="*/ 514033 h 809279"/>
                <a:gd name="connsiteX5" fmla="*/ 81238 w 2478691"/>
                <a:gd name="connsiteY5" fmla="*/ 673092 h 809279"/>
                <a:gd name="connsiteX6" fmla="*/ 0 w 2478691"/>
                <a:gd name="connsiteY6" fmla="*/ 293714 h 809279"/>
                <a:gd name="connsiteX0" fmla="*/ 0 w 2478691"/>
                <a:gd name="connsiteY0" fmla="*/ 262275 h 777840"/>
                <a:gd name="connsiteX1" fmla="*/ 1166388 w 2478691"/>
                <a:gd name="connsiteY1" fmla="*/ 2523 h 777840"/>
                <a:gd name="connsiteX2" fmla="*/ 2478691 w 2478691"/>
                <a:gd name="connsiteY2" fmla="*/ 398461 h 777840"/>
                <a:gd name="connsiteX3" fmla="*/ 2134806 w 2478691"/>
                <a:gd name="connsiteY3" fmla="*/ 777840 h 777840"/>
                <a:gd name="connsiteX4" fmla="*/ 1156661 w 2478691"/>
                <a:gd name="connsiteY4" fmla="*/ 482594 h 777840"/>
                <a:gd name="connsiteX5" fmla="*/ 81238 w 2478691"/>
                <a:gd name="connsiteY5" fmla="*/ 641653 h 777840"/>
                <a:gd name="connsiteX6" fmla="*/ 0 w 2478691"/>
                <a:gd name="connsiteY6" fmla="*/ 262275 h 777840"/>
                <a:gd name="connsiteX0" fmla="*/ 0 w 2478691"/>
                <a:gd name="connsiteY0" fmla="*/ 262275 h 777841"/>
                <a:gd name="connsiteX1" fmla="*/ 1166388 w 2478691"/>
                <a:gd name="connsiteY1" fmla="*/ 2523 h 777841"/>
                <a:gd name="connsiteX2" fmla="*/ 2478691 w 2478691"/>
                <a:gd name="connsiteY2" fmla="*/ 398461 h 777841"/>
                <a:gd name="connsiteX3" fmla="*/ 2134806 w 2478691"/>
                <a:gd name="connsiteY3" fmla="*/ 777840 h 777841"/>
                <a:gd name="connsiteX4" fmla="*/ 1156661 w 2478691"/>
                <a:gd name="connsiteY4" fmla="*/ 482594 h 777841"/>
                <a:gd name="connsiteX5" fmla="*/ 178515 w 2478691"/>
                <a:gd name="connsiteY5" fmla="*/ 777841 h 777841"/>
                <a:gd name="connsiteX6" fmla="*/ 0 w 2478691"/>
                <a:gd name="connsiteY6" fmla="*/ 262275 h 777841"/>
                <a:gd name="connsiteX0" fmla="*/ 0 w 2478691"/>
                <a:gd name="connsiteY0" fmla="*/ 262275 h 777840"/>
                <a:gd name="connsiteX1" fmla="*/ 1166388 w 2478691"/>
                <a:gd name="connsiteY1" fmla="*/ 2523 h 777840"/>
                <a:gd name="connsiteX2" fmla="*/ 2478691 w 2478691"/>
                <a:gd name="connsiteY2" fmla="*/ 398461 h 777840"/>
                <a:gd name="connsiteX3" fmla="*/ 2134806 w 2478691"/>
                <a:gd name="connsiteY3" fmla="*/ 777840 h 777840"/>
                <a:gd name="connsiteX4" fmla="*/ 1156661 w 2478691"/>
                <a:gd name="connsiteY4" fmla="*/ 482594 h 777840"/>
                <a:gd name="connsiteX5" fmla="*/ 139604 w 2478691"/>
                <a:gd name="connsiteY5" fmla="*/ 748658 h 777840"/>
                <a:gd name="connsiteX6" fmla="*/ 0 w 2478691"/>
                <a:gd name="connsiteY6" fmla="*/ 262275 h 777840"/>
                <a:gd name="connsiteX0" fmla="*/ 0 w 2478691"/>
                <a:gd name="connsiteY0" fmla="*/ 262275 h 777840"/>
                <a:gd name="connsiteX1" fmla="*/ 1166388 w 2478691"/>
                <a:gd name="connsiteY1" fmla="*/ 2523 h 777840"/>
                <a:gd name="connsiteX2" fmla="*/ 2478691 w 2478691"/>
                <a:gd name="connsiteY2" fmla="*/ 398461 h 777840"/>
                <a:gd name="connsiteX3" fmla="*/ 2134806 w 2478691"/>
                <a:gd name="connsiteY3" fmla="*/ 777840 h 777840"/>
                <a:gd name="connsiteX4" fmla="*/ 1156661 w 2478691"/>
                <a:gd name="connsiteY4" fmla="*/ 482594 h 777840"/>
                <a:gd name="connsiteX5" fmla="*/ 139604 w 2478691"/>
                <a:gd name="connsiteY5" fmla="*/ 748658 h 777840"/>
                <a:gd name="connsiteX6" fmla="*/ 0 w 2478691"/>
                <a:gd name="connsiteY6" fmla="*/ 262275 h 777840"/>
                <a:gd name="connsiteX0" fmla="*/ 0 w 2478691"/>
                <a:gd name="connsiteY0" fmla="*/ 262275 h 797295"/>
                <a:gd name="connsiteX1" fmla="*/ 1166388 w 2478691"/>
                <a:gd name="connsiteY1" fmla="*/ 2523 h 797295"/>
                <a:gd name="connsiteX2" fmla="*/ 2478691 w 2478691"/>
                <a:gd name="connsiteY2" fmla="*/ 398461 h 797295"/>
                <a:gd name="connsiteX3" fmla="*/ 2144534 w 2478691"/>
                <a:gd name="connsiteY3" fmla="*/ 797295 h 797295"/>
                <a:gd name="connsiteX4" fmla="*/ 1156661 w 2478691"/>
                <a:gd name="connsiteY4" fmla="*/ 482594 h 797295"/>
                <a:gd name="connsiteX5" fmla="*/ 139604 w 2478691"/>
                <a:gd name="connsiteY5" fmla="*/ 748658 h 797295"/>
                <a:gd name="connsiteX6" fmla="*/ 0 w 2478691"/>
                <a:gd name="connsiteY6" fmla="*/ 262275 h 797295"/>
                <a:gd name="connsiteX0" fmla="*/ 0 w 2478691"/>
                <a:gd name="connsiteY0" fmla="*/ 262275 h 797295"/>
                <a:gd name="connsiteX1" fmla="*/ 1166388 w 2478691"/>
                <a:gd name="connsiteY1" fmla="*/ 2523 h 797295"/>
                <a:gd name="connsiteX2" fmla="*/ 2478691 w 2478691"/>
                <a:gd name="connsiteY2" fmla="*/ 398461 h 797295"/>
                <a:gd name="connsiteX3" fmla="*/ 2144534 w 2478691"/>
                <a:gd name="connsiteY3" fmla="*/ 797295 h 797295"/>
                <a:gd name="connsiteX4" fmla="*/ 1156661 w 2478691"/>
                <a:gd name="connsiteY4" fmla="*/ 482594 h 797295"/>
                <a:gd name="connsiteX5" fmla="*/ 139604 w 2478691"/>
                <a:gd name="connsiteY5" fmla="*/ 748658 h 797295"/>
                <a:gd name="connsiteX6" fmla="*/ 0 w 2478691"/>
                <a:gd name="connsiteY6" fmla="*/ 262275 h 797295"/>
                <a:gd name="connsiteX0" fmla="*/ 0 w 2309168"/>
                <a:gd name="connsiteY0" fmla="*/ 259772 h 794792"/>
                <a:gd name="connsiteX1" fmla="*/ 1166388 w 2309168"/>
                <a:gd name="connsiteY1" fmla="*/ 20 h 794792"/>
                <a:gd name="connsiteX2" fmla="*/ 2309168 w 2309168"/>
                <a:gd name="connsiteY2" fmla="*/ 270099 h 794792"/>
                <a:gd name="connsiteX3" fmla="*/ 2144534 w 2309168"/>
                <a:gd name="connsiteY3" fmla="*/ 794792 h 794792"/>
                <a:gd name="connsiteX4" fmla="*/ 1156661 w 2309168"/>
                <a:gd name="connsiteY4" fmla="*/ 480091 h 794792"/>
                <a:gd name="connsiteX5" fmla="*/ 139604 w 2309168"/>
                <a:gd name="connsiteY5" fmla="*/ 746155 h 794792"/>
                <a:gd name="connsiteX6" fmla="*/ 0 w 2309168"/>
                <a:gd name="connsiteY6" fmla="*/ 259772 h 794792"/>
                <a:gd name="connsiteX0" fmla="*/ 0 w 2309168"/>
                <a:gd name="connsiteY0" fmla="*/ 259772 h 794792"/>
                <a:gd name="connsiteX1" fmla="*/ 1166388 w 2309168"/>
                <a:gd name="connsiteY1" fmla="*/ 20 h 794792"/>
                <a:gd name="connsiteX2" fmla="*/ 2309168 w 2309168"/>
                <a:gd name="connsiteY2" fmla="*/ 270099 h 794792"/>
                <a:gd name="connsiteX3" fmla="*/ 2144534 w 2309168"/>
                <a:gd name="connsiteY3" fmla="*/ 794792 h 794792"/>
                <a:gd name="connsiteX4" fmla="*/ 1156661 w 2309168"/>
                <a:gd name="connsiteY4" fmla="*/ 480091 h 794792"/>
                <a:gd name="connsiteX5" fmla="*/ 139604 w 2309168"/>
                <a:gd name="connsiteY5" fmla="*/ 746155 h 794792"/>
                <a:gd name="connsiteX6" fmla="*/ 0 w 2309168"/>
                <a:gd name="connsiteY6" fmla="*/ 259772 h 794792"/>
                <a:gd name="connsiteX0" fmla="*/ 0 w 2309168"/>
                <a:gd name="connsiteY0" fmla="*/ 259772 h 746155"/>
                <a:gd name="connsiteX1" fmla="*/ 1166388 w 2309168"/>
                <a:gd name="connsiteY1" fmla="*/ 20 h 746155"/>
                <a:gd name="connsiteX2" fmla="*/ 2309168 w 2309168"/>
                <a:gd name="connsiteY2" fmla="*/ 270099 h 746155"/>
                <a:gd name="connsiteX3" fmla="*/ 2121417 w 2309168"/>
                <a:gd name="connsiteY3" fmla="*/ 707462 h 746155"/>
                <a:gd name="connsiteX4" fmla="*/ 1156661 w 2309168"/>
                <a:gd name="connsiteY4" fmla="*/ 480091 h 746155"/>
                <a:gd name="connsiteX5" fmla="*/ 139604 w 2309168"/>
                <a:gd name="connsiteY5" fmla="*/ 746155 h 746155"/>
                <a:gd name="connsiteX6" fmla="*/ 0 w 2309168"/>
                <a:gd name="connsiteY6" fmla="*/ 259772 h 746155"/>
                <a:gd name="connsiteX0" fmla="*/ 0 w 2309168"/>
                <a:gd name="connsiteY0" fmla="*/ 259772 h 746155"/>
                <a:gd name="connsiteX1" fmla="*/ 1166388 w 2309168"/>
                <a:gd name="connsiteY1" fmla="*/ 20 h 746155"/>
                <a:gd name="connsiteX2" fmla="*/ 2309168 w 2309168"/>
                <a:gd name="connsiteY2" fmla="*/ 270099 h 746155"/>
                <a:gd name="connsiteX3" fmla="*/ 2121417 w 2309168"/>
                <a:gd name="connsiteY3" fmla="*/ 707462 h 746155"/>
                <a:gd name="connsiteX4" fmla="*/ 1156661 w 2309168"/>
                <a:gd name="connsiteY4" fmla="*/ 480091 h 746155"/>
                <a:gd name="connsiteX5" fmla="*/ 139604 w 2309168"/>
                <a:gd name="connsiteY5" fmla="*/ 746155 h 746155"/>
                <a:gd name="connsiteX6" fmla="*/ 0 w 2309168"/>
                <a:gd name="connsiteY6" fmla="*/ 259772 h 746155"/>
                <a:gd name="connsiteX0" fmla="*/ 0 w 2309168"/>
                <a:gd name="connsiteY0" fmla="*/ 226793 h 746567"/>
                <a:gd name="connsiteX1" fmla="*/ 1166388 w 2309168"/>
                <a:gd name="connsiteY1" fmla="*/ 432 h 746567"/>
                <a:gd name="connsiteX2" fmla="*/ 2309168 w 2309168"/>
                <a:gd name="connsiteY2" fmla="*/ 270511 h 746567"/>
                <a:gd name="connsiteX3" fmla="*/ 2121417 w 2309168"/>
                <a:gd name="connsiteY3" fmla="*/ 707874 h 746567"/>
                <a:gd name="connsiteX4" fmla="*/ 1156661 w 2309168"/>
                <a:gd name="connsiteY4" fmla="*/ 480503 h 746567"/>
                <a:gd name="connsiteX5" fmla="*/ 139604 w 2309168"/>
                <a:gd name="connsiteY5" fmla="*/ 746567 h 746567"/>
                <a:gd name="connsiteX6" fmla="*/ 0 w 2309168"/>
                <a:gd name="connsiteY6" fmla="*/ 226793 h 746567"/>
                <a:gd name="connsiteX0" fmla="*/ 0 w 2309168"/>
                <a:gd name="connsiteY0" fmla="*/ 226663 h 746437"/>
                <a:gd name="connsiteX1" fmla="*/ 1166388 w 2309168"/>
                <a:gd name="connsiteY1" fmla="*/ 302 h 746437"/>
                <a:gd name="connsiteX2" fmla="*/ 2309168 w 2309168"/>
                <a:gd name="connsiteY2" fmla="*/ 270381 h 746437"/>
                <a:gd name="connsiteX3" fmla="*/ 2121417 w 2309168"/>
                <a:gd name="connsiteY3" fmla="*/ 707744 h 746437"/>
                <a:gd name="connsiteX4" fmla="*/ 1156661 w 2309168"/>
                <a:gd name="connsiteY4" fmla="*/ 480373 h 746437"/>
                <a:gd name="connsiteX5" fmla="*/ 139604 w 2309168"/>
                <a:gd name="connsiteY5" fmla="*/ 746437 h 746437"/>
                <a:gd name="connsiteX6" fmla="*/ 0 w 2309168"/>
                <a:gd name="connsiteY6" fmla="*/ 226663 h 746437"/>
                <a:gd name="connsiteX0" fmla="*/ 0 w 2309168"/>
                <a:gd name="connsiteY0" fmla="*/ 226614 h 746388"/>
                <a:gd name="connsiteX1" fmla="*/ 1166388 w 2309168"/>
                <a:gd name="connsiteY1" fmla="*/ 253 h 746388"/>
                <a:gd name="connsiteX2" fmla="*/ 2309168 w 2309168"/>
                <a:gd name="connsiteY2" fmla="*/ 270332 h 746388"/>
                <a:gd name="connsiteX3" fmla="*/ 2121417 w 2309168"/>
                <a:gd name="connsiteY3" fmla="*/ 707695 h 746388"/>
                <a:gd name="connsiteX4" fmla="*/ 1156661 w 2309168"/>
                <a:gd name="connsiteY4" fmla="*/ 480324 h 746388"/>
                <a:gd name="connsiteX5" fmla="*/ 139604 w 2309168"/>
                <a:gd name="connsiteY5" fmla="*/ 746388 h 746388"/>
                <a:gd name="connsiteX6" fmla="*/ 0 w 2309168"/>
                <a:gd name="connsiteY6" fmla="*/ 226614 h 746388"/>
                <a:gd name="connsiteX0" fmla="*/ 0 w 2309168"/>
                <a:gd name="connsiteY0" fmla="*/ 231692 h 746328"/>
                <a:gd name="connsiteX1" fmla="*/ 1166388 w 2309168"/>
                <a:gd name="connsiteY1" fmla="*/ 193 h 746328"/>
                <a:gd name="connsiteX2" fmla="*/ 2309168 w 2309168"/>
                <a:gd name="connsiteY2" fmla="*/ 270272 h 746328"/>
                <a:gd name="connsiteX3" fmla="*/ 2121417 w 2309168"/>
                <a:gd name="connsiteY3" fmla="*/ 707635 h 746328"/>
                <a:gd name="connsiteX4" fmla="*/ 1156661 w 2309168"/>
                <a:gd name="connsiteY4" fmla="*/ 480264 h 746328"/>
                <a:gd name="connsiteX5" fmla="*/ 139604 w 2309168"/>
                <a:gd name="connsiteY5" fmla="*/ 746328 h 746328"/>
                <a:gd name="connsiteX6" fmla="*/ 0 w 2309168"/>
                <a:gd name="connsiteY6" fmla="*/ 231692 h 746328"/>
                <a:gd name="connsiteX0" fmla="*/ 0 w 2309168"/>
                <a:gd name="connsiteY0" fmla="*/ 231692 h 707635"/>
                <a:gd name="connsiteX1" fmla="*/ 1166388 w 2309168"/>
                <a:gd name="connsiteY1" fmla="*/ 193 h 707635"/>
                <a:gd name="connsiteX2" fmla="*/ 2309168 w 2309168"/>
                <a:gd name="connsiteY2" fmla="*/ 270272 h 707635"/>
                <a:gd name="connsiteX3" fmla="*/ 2121417 w 2309168"/>
                <a:gd name="connsiteY3" fmla="*/ 707635 h 707635"/>
                <a:gd name="connsiteX4" fmla="*/ 1156661 w 2309168"/>
                <a:gd name="connsiteY4" fmla="*/ 480264 h 707635"/>
                <a:gd name="connsiteX5" fmla="*/ 172995 w 2309168"/>
                <a:gd name="connsiteY5" fmla="*/ 684683 h 707635"/>
                <a:gd name="connsiteX6" fmla="*/ 0 w 2309168"/>
                <a:gd name="connsiteY6" fmla="*/ 231692 h 707635"/>
                <a:gd name="connsiteX0" fmla="*/ 0 w 2309168"/>
                <a:gd name="connsiteY0" fmla="*/ 231692 h 707635"/>
                <a:gd name="connsiteX1" fmla="*/ 1166388 w 2309168"/>
                <a:gd name="connsiteY1" fmla="*/ 193 h 707635"/>
                <a:gd name="connsiteX2" fmla="*/ 2309168 w 2309168"/>
                <a:gd name="connsiteY2" fmla="*/ 270272 h 707635"/>
                <a:gd name="connsiteX3" fmla="*/ 2121417 w 2309168"/>
                <a:gd name="connsiteY3" fmla="*/ 707635 h 707635"/>
                <a:gd name="connsiteX4" fmla="*/ 1156661 w 2309168"/>
                <a:gd name="connsiteY4" fmla="*/ 480264 h 707635"/>
                <a:gd name="connsiteX5" fmla="*/ 172995 w 2309168"/>
                <a:gd name="connsiteY5" fmla="*/ 684683 h 707635"/>
                <a:gd name="connsiteX6" fmla="*/ 0 w 2309168"/>
                <a:gd name="connsiteY6" fmla="*/ 231692 h 707635"/>
                <a:gd name="connsiteX0" fmla="*/ 0 w 2309168"/>
                <a:gd name="connsiteY0" fmla="*/ 231692 h 715340"/>
                <a:gd name="connsiteX1" fmla="*/ 1166388 w 2309168"/>
                <a:gd name="connsiteY1" fmla="*/ 193 h 715340"/>
                <a:gd name="connsiteX2" fmla="*/ 2309168 w 2309168"/>
                <a:gd name="connsiteY2" fmla="*/ 270272 h 715340"/>
                <a:gd name="connsiteX3" fmla="*/ 2123986 w 2309168"/>
                <a:gd name="connsiteY3" fmla="*/ 715340 h 715340"/>
                <a:gd name="connsiteX4" fmla="*/ 1156661 w 2309168"/>
                <a:gd name="connsiteY4" fmla="*/ 480264 h 715340"/>
                <a:gd name="connsiteX5" fmla="*/ 172995 w 2309168"/>
                <a:gd name="connsiteY5" fmla="*/ 684683 h 715340"/>
                <a:gd name="connsiteX6" fmla="*/ 0 w 2309168"/>
                <a:gd name="connsiteY6" fmla="*/ 231692 h 715340"/>
                <a:gd name="connsiteX0" fmla="*/ 0 w 2309168"/>
                <a:gd name="connsiteY0" fmla="*/ 231692 h 715340"/>
                <a:gd name="connsiteX1" fmla="*/ 1166388 w 2309168"/>
                <a:gd name="connsiteY1" fmla="*/ 193 h 715340"/>
                <a:gd name="connsiteX2" fmla="*/ 2309168 w 2309168"/>
                <a:gd name="connsiteY2" fmla="*/ 270272 h 715340"/>
                <a:gd name="connsiteX3" fmla="*/ 2123986 w 2309168"/>
                <a:gd name="connsiteY3" fmla="*/ 715340 h 715340"/>
                <a:gd name="connsiteX4" fmla="*/ 1156661 w 2309168"/>
                <a:gd name="connsiteY4" fmla="*/ 480264 h 715340"/>
                <a:gd name="connsiteX5" fmla="*/ 172995 w 2309168"/>
                <a:gd name="connsiteY5" fmla="*/ 684683 h 715340"/>
                <a:gd name="connsiteX6" fmla="*/ 0 w 2309168"/>
                <a:gd name="connsiteY6" fmla="*/ 231692 h 715340"/>
                <a:gd name="connsiteX0" fmla="*/ 0 w 2309168"/>
                <a:gd name="connsiteY0" fmla="*/ 231692 h 715340"/>
                <a:gd name="connsiteX1" fmla="*/ 1166388 w 2309168"/>
                <a:gd name="connsiteY1" fmla="*/ 193 h 715340"/>
                <a:gd name="connsiteX2" fmla="*/ 2309168 w 2309168"/>
                <a:gd name="connsiteY2" fmla="*/ 270272 h 715340"/>
                <a:gd name="connsiteX3" fmla="*/ 2123986 w 2309168"/>
                <a:gd name="connsiteY3" fmla="*/ 715340 h 715340"/>
                <a:gd name="connsiteX4" fmla="*/ 1156661 w 2309168"/>
                <a:gd name="connsiteY4" fmla="*/ 480264 h 715340"/>
                <a:gd name="connsiteX5" fmla="*/ 172995 w 2309168"/>
                <a:gd name="connsiteY5" fmla="*/ 684683 h 715340"/>
                <a:gd name="connsiteX6" fmla="*/ 0 w 2309168"/>
                <a:gd name="connsiteY6" fmla="*/ 231692 h 715340"/>
                <a:gd name="connsiteX0" fmla="*/ 0 w 2314305"/>
                <a:gd name="connsiteY0" fmla="*/ 231543 h 715191"/>
                <a:gd name="connsiteX1" fmla="*/ 1166388 w 2314305"/>
                <a:gd name="connsiteY1" fmla="*/ 44 h 715191"/>
                <a:gd name="connsiteX2" fmla="*/ 2314305 w 2314305"/>
                <a:gd name="connsiteY2" fmla="*/ 249575 h 715191"/>
                <a:gd name="connsiteX3" fmla="*/ 2123986 w 2314305"/>
                <a:gd name="connsiteY3" fmla="*/ 715191 h 715191"/>
                <a:gd name="connsiteX4" fmla="*/ 1156661 w 2314305"/>
                <a:gd name="connsiteY4" fmla="*/ 480115 h 715191"/>
                <a:gd name="connsiteX5" fmla="*/ 172995 w 2314305"/>
                <a:gd name="connsiteY5" fmla="*/ 684534 h 715191"/>
                <a:gd name="connsiteX6" fmla="*/ 0 w 2314305"/>
                <a:gd name="connsiteY6" fmla="*/ 231543 h 715191"/>
                <a:gd name="connsiteX0" fmla="*/ 0 w 2314305"/>
                <a:gd name="connsiteY0" fmla="*/ 231543 h 715191"/>
                <a:gd name="connsiteX1" fmla="*/ 1166388 w 2314305"/>
                <a:gd name="connsiteY1" fmla="*/ 44 h 715191"/>
                <a:gd name="connsiteX2" fmla="*/ 2314305 w 2314305"/>
                <a:gd name="connsiteY2" fmla="*/ 249575 h 715191"/>
                <a:gd name="connsiteX3" fmla="*/ 2123986 w 2314305"/>
                <a:gd name="connsiteY3" fmla="*/ 715191 h 715191"/>
                <a:gd name="connsiteX4" fmla="*/ 1156661 w 2314305"/>
                <a:gd name="connsiteY4" fmla="*/ 480115 h 715191"/>
                <a:gd name="connsiteX5" fmla="*/ 172995 w 2314305"/>
                <a:gd name="connsiteY5" fmla="*/ 684534 h 715191"/>
                <a:gd name="connsiteX6" fmla="*/ 0 w 2314305"/>
                <a:gd name="connsiteY6" fmla="*/ 231543 h 715191"/>
                <a:gd name="connsiteX0" fmla="*/ 0 w 2314305"/>
                <a:gd name="connsiteY0" fmla="*/ 231550 h 715198"/>
                <a:gd name="connsiteX1" fmla="*/ 1166388 w 2314305"/>
                <a:gd name="connsiteY1" fmla="*/ 51 h 715198"/>
                <a:gd name="connsiteX2" fmla="*/ 2314305 w 2314305"/>
                <a:gd name="connsiteY2" fmla="*/ 249582 h 715198"/>
                <a:gd name="connsiteX3" fmla="*/ 2123986 w 2314305"/>
                <a:gd name="connsiteY3" fmla="*/ 715198 h 715198"/>
                <a:gd name="connsiteX4" fmla="*/ 1156661 w 2314305"/>
                <a:gd name="connsiteY4" fmla="*/ 480122 h 715198"/>
                <a:gd name="connsiteX5" fmla="*/ 172995 w 2314305"/>
                <a:gd name="connsiteY5" fmla="*/ 684541 h 715198"/>
                <a:gd name="connsiteX6" fmla="*/ 0 w 2314305"/>
                <a:gd name="connsiteY6" fmla="*/ 231550 h 715198"/>
                <a:gd name="connsiteX0" fmla="*/ 0 w 2314305"/>
                <a:gd name="connsiteY0" fmla="*/ 233092 h 716740"/>
                <a:gd name="connsiteX1" fmla="*/ 1166388 w 2314305"/>
                <a:gd name="connsiteY1" fmla="*/ 1593 h 716740"/>
                <a:gd name="connsiteX2" fmla="*/ 2314305 w 2314305"/>
                <a:gd name="connsiteY2" fmla="*/ 251124 h 716740"/>
                <a:gd name="connsiteX3" fmla="*/ 2123986 w 2314305"/>
                <a:gd name="connsiteY3" fmla="*/ 716740 h 716740"/>
                <a:gd name="connsiteX4" fmla="*/ 1156661 w 2314305"/>
                <a:gd name="connsiteY4" fmla="*/ 481664 h 716740"/>
                <a:gd name="connsiteX5" fmla="*/ 172995 w 2314305"/>
                <a:gd name="connsiteY5" fmla="*/ 686083 h 716740"/>
                <a:gd name="connsiteX6" fmla="*/ 0 w 2314305"/>
                <a:gd name="connsiteY6" fmla="*/ 233092 h 716740"/>
                <a:gd name="connsiteX0" fmla="*/ 0 w 2314305"/>
                <a:gd name="connsiteY0" fmla="*/ 231523 h 715171"/>
                <a:gd name="connsiteX1" fmla="*/ 1166388 w 2314305"/>
                <a:gd name="connsiteY1" fmla="*/ 24 h 715171"/>
                <a:gd name="connsiteX2" fmla="*/ 2314305 w 2314305"/>
                <a:gd name="connsiteY2" fmla="*/ 249555 h 715171"/>
                <a:gd name="connsiteX3" fmla="*/ 2123986 w 2314305"/>
                <a:gd name="connsiteY3" fmla="*/ 715171 h 715171"/>
                <a:gd name="connsiteX4" fmla="*/ 1156661 w 2314305"/>
                <a:gd name="connsiteY4" fmla="*/ 480095 h 715171"/>
                <a:gd name="connsiteX5" fmla="*/ 172995 w 2314305"/>
                <a:gd name="connsiteY5" fmla="*/ 684514 h 715171"/>
                <a:gd name="connsiteX6" fmla="*/ 0 w 2314305"/>
                <a:gd name="connsiteY6" fmla="*/ 231523 h 715171"/>
                <a:gd name="connsiteX0" fmla="*/ 0 w 2314305"/>
                <a:gd name="connsiteY0" fmla="*/ 231550 h 715198"/>
                <a:gd name="connsiteX1" fmla="*/ 1166388 w 2314305"/>
                <a:gd name="connsiteY1" fmla="*/ 51 h 715198"/>
                <a:gd name="connsiteX2" fmla="*/ 2314305 w 2314305"/>
                <a:gd name="connsiteY2" fmla="*/ 249582 h 715198"/>
                <a:gd name="connsiteX3" fmla="*/ 2123986 w 2314305"/>
                <a:gd name="connsiteY3" fmla="*/ 715198 h 715198"/>
                <a:gd name="connsiteX4" fmla="*/ 1156661 w 2314305"/>
                <a:gd name="connsiteY4" fmla="*/ 480122 h 715198"/>
                <a:gd name="connsiteX5" fmla="*/ 172995 w 2314305"/>
                <a:gd name="connsiteY5" fmla="*/ 684541 h 715198"/>
                <a:gd name="connsiteX6" fmla="*/ 0 w 2314305"/>
                <a:gd name="connsiteY6" fmla="*/ 231550 h 715198"/>
                <a:gd name="connsiteX0" fmla="*/ 0 w 2314305"/>
                <a:gd name="connsiteY0" fmla="*/ 232088 h 715736"/>
                <a:gd name="connsiteX1" fmla="*/ 1166388 w 2314305"/>
                <a:gd name="connsiteY1" fmla="*/ 589 h 715736"/>
                <a:gd name="connsiteX2" fmla="*/ 2314305 w 2314305"/>
                <a:gd name="connsiteY2" fmla="*/ 250120 h 715736"/>
                <a:gd name="connsiteX3" fmla="*/ 2123986 w 2314305"/>
                <a:gd name="connsiteY3" fmla="*/ 715736 h 715736"/>
                <a:gd name="connsiteX4" fmla="*/ 1156661 w 2314305"/>
                <a:gd name="connsiteY4" fmla="*/ 480660 h 715736"/>
                <a:gd name="connsiteX5" fmla="*/ 172995 w 2314305"/>
                <a:gd name="connsiteY5" fmla="*/ 685079 h 715736"/>
                <a:gd name="connsiteX6" fmla="*/ 0 w 2314305"/>
                <a:gd name="connsiteY6" fmla="*/ 232088 h 715736"/>
                <a:gd name="connsiteX0" fmla="*/ 0 w 2314305"/>
                <a:gd name="connsiteY0" fmla="*/ 232088 h 715736"/>
                <a:gd name="connsiteX1" fmla="*/ 1166388 w 2314305"/>
                <a:gd name="connsiteY1" fmla="*/ 589 h 715736"/>
                <a:gd name="connsiteX2" fmla="*/ 2314305 w 2314305"/>
                <a:gd name="connsiteY2" fmla="*/ 250120 h 715736"/>
                <a:gd name="connsiteX3" fmla="*/ 2123986 w 2314305"/>
                <a:gd name="connsiteY3" fmla="*/ 715736 h 715736"/>
                <a:gd name="connsiteX4" fmla="*/ 1156661 w 2314305"/>
                <a:gd name="connsiteY4" fmla="*/ 480660 h 715736"/>
                <a:gd name="connsiteX5" fmla="*/ 172995 w 2314305"/>
                <a:gd name="connsiteY5" fmla="*/ 685079 h 715736"/>
                <a:gd name="connsiteX6" fmla="*/ 0 w 2314305"/>
                <a:gd name="connsiteY6" fmla="*/ 232088 h 715736"/>
                <a:gd name="connsiteX0" fmla="*/ 0 w 2314305"/>
                <a:gd name="connsiteY0" fmla="*/ 232088 h 715736"/>
                <a:gd name="connsiteX1" fmla="*/ 1166388 w 2314305"/>
                <a:gd name="connsiteY1" fmla="*/ 589 h 715736"/>
                <a:gd name="connsiteX2" fmla="*/ 2314305 w 2314305"/>
                <a:gd name="connsiteY2" fmla="*/ 250120 h 715736"/>
                <a:gd name="connsiteX3" fmla="*/ 2123986 w 2314305"/>
                <a:gd name="connsiteY3" fmla="*/ 715736 h 715736"/>
                <a:gd name="connsiteX4" fmla="*/ 1156661 w 2314305"/>
                <a:gd name="connsiteY4" fmla="*/ 480660 h 715736"/>
                <a:gd name="connsiteX5" fmla="*/ 172995 w 2314305"/>
                <a:gd name="connsiteY5" fmla="*/ 685079 h 715736"/>
                <a:gd name="connsiteX6" fmla="*/ 0 w 2314305"/>
                <a:gd name="connsiteY6" fmla="*/ 232088 h 715736"/>
                <a:gd name="connsiteX0" fmla="*/ 0 w 2314305"/>
                <a:gd name="connsiteY0" fmla="*/ 232060 h 715708"/>
                <a:gd name="connsiteX1" fmla="*/ 1166388 w 2314305"/>
                <a:gd name="connsiteY1" fmla="*/ 561 h 715708"/>
                <a:gd name="connsiteX2" fmla="*/ 2314305 w 2314305"/>
                <a:gd name="connsiteY2" fmla="*/ 250092 h 715708"/>
                <a:gd name="connsiteX3" fmla="*/ 2123986 w 2314305"/>
                <a:gd name="connsiteY3" fmla="*/ 715708 h 715708"/>
                <a:gd name="connsiteX4" fmla="*/ 1156661 w 2314305"/>
                <a:gd name="connsiteY4" fmla="*/ 480632 h 715708"/>
                <a:gd name="connsiteX5" fmla="*/ 172995 w 2314305"/>
                <a:gd name="connsiteY5" fmla="*/ 685051 h 715708"/>
                <a:gd name="connsiteX6" fmla="*/ 0 w 2314305"/>
                <a:gd name="connsiteY6" fmla="*/ 232060 h 7157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314305" h="715708">
                  <a:moveTo>
                    <a:pt x="0" y="232060"/>
                  </a:moveTo>
                  <a:cubicBezTo>
                    <a:pt x="116349" y="135016"/>
                    <a:pt x="772966" y="-10150"/>
                    <a:pt x="1166388" y="561"/>
                  </a:cubicBezTo>
                  <a:cubicBezTo>
                    <a:pt x="1559810" y="11272"/>
                    <a:pt x="1962415" y="54514"/>
                    <a:pt x="2314305" y="250092"/>
                  </a:cubicBezTo>
                  <a:cubicBezTo>
                    <a:pt x="2236857" y="411910"/>
                    <a:pt x="2305049" y="284904"/>
                    <a:pt x="2123986" y="715708"/>
                  </a:cubicBezTo>
                  <a:cubicBezTo>
                    <a:pt x="2077752" y="646036"/>
                    <a:pt x="1616289" y="480632"/>
                    <a:pt x="1156661" y="480632"/>
                  </a:cubicBezTo>
                  <a:cubicBezTo>
                    <a:pt x="697033" y="480632"/>
                    <a:pt x="257593" y="589531"/>
                    <a:pt x="172995" y="685051"/>
                  </a:cubicBezTo>
                  <a:lnTo>
                    <a:pt x="0" y="232060"/>
                  </a:lnTo>
                  <a:close/>
                </a:path>
              </a:pathLst>
            </a:custGeom>
            <a:solidFill>
              <a:srgbClr val="252260"/>
            </a:solidFill>
            <a:ln>
              <a:solidFill>
                <a:srgbClr val="2522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231557ED-A284-9D82-8F50-FACE480B5960}"/>
                </a:ext>
              </a:extLst>
            </p:cNvPr>
            <p:cNvSpPr txBox="1"/>
            <p:nvPr/>
          </p:nvSpPr>
          <p:spPr>
            <a:xfrm rot="6218390">
              <a:off x="9925946" y="3694976"/>
              <a:ext cx="1841899" cy="638175"/>
            </a:xfrm>
            <a:prstGeom prst="rect">
              <a:avLst/>
            </a:prstGeom>
            <a:noFill/>
          </p:spPr>
          <p:txBody>
            <a:bodyPr wrap="square" rtlCol="0">
              <a:prstTxWarp prst="textArchUp">
                <a:avLst/>
              </a:prstTxWarp>
              <a:spAutoFit/>
            </a:bodyPr>
            <a:lstStyle/>
            <a:p>
              <a:pPr algn="ctr"/>
              <a:r>
                <a:rPr lang="en-US" sz="2400" dirty="0">
                  <a:solidFill>
                    <a:schemeClr val="bg1"/>
                  </a:solidFill>
                </a:rPr>
                <a:t>Learn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63F64FA1-4BBC-DC51-2D35-E45F43C26CDF}"/>
                </a:ext>
              </a:extLst>
            </p:cNvPr>
            <p:cNvSpPr txBox="1"/>
            <p:nvPr/>
          </p:nvSpPr>
          <p:spPr>
            <a:xfrm rot="9167093">
              <a:off x="8638078" y="5306238"/>
              <a:ext cx="1841899" cy="638175"/>
            </a:xfrm>
            <a:prstGeom prst="rect">
              <a:avLst/>
            </a:prstGeom>
            <a:noFill/>
          </p:spPr>
          <p:txBody>
            <a:bodyPr wrap="square" rtlCol="0">
              <a:prstTxWarp prst="textArchUp">
                <a:avLst/>
              </a:prstTxWarp>
              <a:spAutoFit/>
            </a:bodyPr>
            <a:lstStyle/>
            <a:p>
              <a:pPr algn="ctr"/>
              <a:r>
                <a:rPr lang="en-US" sz="2400" dirty="0">
                  <a:solidFill>
                    <a:schemeClr val="bg1"/>
                  </a:solidFill>
                </a:rPr>
                <a:t>Engage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0FD5E362-163B-5154-5195-399652C77B82}"/>
                </a:ext>
              </a:extLst>
            </p:cNvPr>
            <p:cNvSpPr txBox="1"/>
            <p:nvPr/>
          </p:nvSpPr>
          <p:spPr>
            <a:xfrm rot="12622647">
              <a:off x="6593675" y="5243488"/>
              <a:ext cx="1841899" cy="638175"/>
            </a:xfrm>
            <a:prstGeom prst="rect">
              <a:avLst/>
            </a:prstGeom>
            <a:noFill/>
          </p:spPr>
          <p:txBody>
            <a:bodyPr wrap="square" rtlCol="0">
              <a:prstTxWarp prst="textArchUp">
                <a:avLst/>
              </a:prstTxWarp>
              <a:spAutoFit/>
            </a:bodyPr>
            <a:lstStyle/>
            <a:p>
              <a:pPr algn="ctr"/>
              <a:r>
                <a:rPr lang="en-US" sz="2400" dirty="0">
                  <a:solidFill>
                    <a:schemeClr val="bg1"/>
                  </a:solidFill>
                </a:rPr>
                <a:t>Invite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C27CA2F5-BDEC-5785-A20B-D32512751740}"/>
                </a:ext>
              </a:extLst>
            </p:cNvPr>
            <p:cNvSpPr txBox="1"/>
            <p:nvPr/>
          </p:nvSpPr>
          <p:spPr>
            <a:xfrm rot="15697400">
              <a:off x="5263361" y="3507272"/>
              <a:ext cx="2027125" cy="638175"/>
            </a:xfrm>
            <a:prstGeom prst="rect">
              <a:avLst/>
            </a:prstGeom>
            <a:noFill/>
          </p:spPr>
          <p:txBody>
            <a:bodyPr wrap="square" rtlCol="0">
              <a:prstTxWarp prst="textArchUp">
                <a:avLst>
                  <a:gd name="adj" fmla="val 10820778"/>
                </a:avLst>
              </a:prstTxWarp>
              <a:spAutoFit/>
            </a:bodyPr>
            <a:lstStyle/>
            <a:p>
              <a:pPr algn="ctr"/>
              <a:r>
                <a:rPr lang="en-US" sz="2400" dirty="0">
                  <a:solidFill>
                    <a:schemeClr val="bg1"/>
                  </a:solidFill>
                </a:rPr>
                <a:t>Appreciate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F911F9D9-BA73-36C1-78DB-DA3637C70A50}"/>
                </a:ext>
              </a:extLst>
            </p:cNvPr>
            <p:cNvSpPr txBox="1"/>
            <p:nvPr/>
          </p:nvSpPr>
          <p:spPr>
            <a:xfrm rot="18734748">
              <a:off x="5921532" y="1587556"/>
              <a:ext cx="1841899" cy="638175"/>
            </a:xfrm>
            <a:prstGeom prst="rect">
              <a:avLst/>
            </a:prstGeom>
            <a:noFill/>
          </p:spPr>
          <p:txBody>
            <a:bodyPr wrap="square" rtlCol="0">
              <a:prstTxWarp prst="textArchUp">
                <a:avLst/>
              </a:prstTxWarp>
              <a:spAutoFit/>
            </a:bodyPr>
            <a:lstStyle/>
            <a:p>
              <a:pPr algn="ctr"/>
              <a:r>
                <a:rPr lang="en-US" sz="2400" dirty="0">
                  <a:solidFill>
                    <a:schemeClr val="bg1"/>
                  </a:solidFill>
                </a:rPr>
                <a:t>Motivate</a:t>
              </a:r>
            </a:p>
          </p:txBody>
        </p:sp>
        <p:sp>
          <p:nvSpPr>
            <p:cNvPr id="39" name="Isosceles Triangle 38">
              <a:extLst>
                <a:ext uri="{FF2B5EF4-FFF2-40B4-BE49-F238E27FC236}">
                  <a16:creationId xmlns:a16="http://schemas.microsoft.com/office/drawing/2014/main" id="{25465B30-316D-CC23-242B-0DEB9ED23094}"/>
                </a:ext>
              </a:extLst>
            </p:cNvPr>
            <p:cNvSpPr/>
            <p:nvPr/>
          </p:nvSpPr>
          <p:spPr>
            <a:xfrm rot="6649031">
              <a:off x="9283774" y="854270"/>
              <a:ext cx="1097280" cy="457200"/>
            </a:xfrm>
            <a:prstGeom prst="triangle">
              <a:avLst>
                <a:gd name="adj" fmla="val 49630"/>
              </a:avLst>
            </a:prstGeom>
            <a:solidFill>
              <a:srgbClr val="EE4238"/>
            </a:solidFill>
            <a:ln>
              <a:solidFill>
                <a:srgbClr val="EE423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1" name="Block Arc 1">
              <a:extLst>
                <a:ext uri="{FF2B5EF4-FFF2-40B4-BE49-F238E27FC236}">
                  <a16:creationId xmlns:a16="http://schemas.microsoft.com/office/drawing/2014/main" id="{3529E33E-5241-CD2F-CFB8-447E540A987C}"/>
                </a:ext>
              </a:extLst>
            </p:cNvPr>
            <p:cNvSpPr/>
            <p:nvPr/>
          </p:nvSpPr>
          <p:spPr>
            <a:xfrm>
              <a:off x="7436948" y="567120"/>
              <a:ext cx="2314305" cy="715708"/>
            </a:xfrm>
            <a:custGeom>
              <a:avLst/>
              <a:gdLst>
                <a:gd name="connsiteX0" fmla="*/ 0 w 2391141"/>
                <a:gd name="connsiteY0" fmla="*/ 726679 h 1453358"/>
                <a:gd name="connsiteX1" fmla="*/ 1195571 w 2391141"/>
                <a:gd name="connsiteY1" fmla="*/ 0 h 1453358"/>
                <a:gd name="connsiteX2" fmla="*/ 2391142 w 2391141"/>
                <a:gd name="connsiteY2" fmla="*/ 726679 h 1453358"/>
                <a:gd name="connsiteX3" fmla="*/ 2027802 w 2391141"/>
                <a:gd name="connsiteY3" fmla="*/ 726679 h 1453358"/>
                <a:gd name="connsiteX4" fmla="*/ 1195571 w 2391141"/>
                <a:gd name="connsiteY4" fmla="*/ 363339 h 1453358"/>
                <a:gd name="connsiteX5" fmla="*/ 363340 w 2391141"/>
                <a:gd name="connsiteY5" fmla="*/ 726679 h 1453358"/>
                <a:gd name="connsiteX6" fmla="*/ 0 w 2391141"/>
                <a:gd name="connsiteY6" fmla="*/ 726679 h 1453358"/>
                <a:gd name="connsiteX0" fmla="*/ 0 w 2614878"/>
                <a:gd name="connsiteY0" fmla="*/ 727830 h 727830"/>
                <a:gd name="connsiteX1" fmla="*/ 1195571 w 2614878"/>
                <a:gd name="connsiteY1" fmla="*/ 1151 h 727830"/>
                <a:gd name="connsiteX2" fmla="*/ 2614878 w 2614878"/>
                <a:gd name="connsiteY2" fmla="*/ 611098 h 727830"/>
                <a:gd name="connsiteX3" fmla="*/ 2027802 w 2614878"/>
                <a:gd name="connsiteY3" fmla="*/ 727830 h 727830"/>
                <a:gd name="connsiteX4" fmla="*/ 1195571 w 2614878"/>
                <a:gd name="connsiteY4" fmla="*/ 364490 h 727830"/>
                <a:gd name="connsiteX5" fmla="*/ 363340 w 2614878"/>
                <a:gd name="connsiteY5" fmla="*/ 727830 h 727830"/>
                <a:gd name="connsiteX6" fmla="*/ 0 w 2614878"/>
                <a:gd name="connsiteY6" fmla="*/ 727830 h 727830"/>
                <a:gd name="connsiteX0" fmla="*/ 0 w 2614878"/>
                <a:gd name="connsiteY0" fmla="*/ 727830 h 727830"/>
                <a:gd name="connsiteX1" fmla="*/ 1195571 w 2614878"/>
                <a:gd name="connsiteY1" fmla="*/ 1151 h 727830"/>
                <a:gd name="connsiteX2" fmla="*/ 2614878 w 2614878"/>
                <a:gd name="connsiteY2" fmla="*/ 611098 h 727830"/>
                <a:gd name="connsiteX3" fmla="*/ 2251538 w 2614878"/>
                <a:gd name="connsiteY3" fmla="*/ 669464 h 727830"/>
                <a:gd name="connsiteX4" fmla="*/ 1195571 w 2614878"/>
                <a:gd name="connsiteY4" fmla="*/ 364490 h 727830"/>
                <a:gd name="connsiteX5" fmla="*/ 363340 w 2614878"/>
                <a:gd name="connsiteY5" fmla="*/ 727830 h 727830"/>
                <a:gd name="connsiteX6" fmla="*/ 0 w 2614878"/>
                <a:gd name="connsiteY6" fmla="*/ 727830 h 727830"/>
                <a:gd name="connsiteX0" fmla="*/ 0 w 2780249"/>
                <a:gd name="connsiteY0" fmla="*/ 590533 h 726720"/>
                <a:gd name="connsiteX1" fmla="*/ 1360942 w 2780249"/>
                <a:gd name="connsiteY1" fmla="*/ 41 h 726720"/>
                <a:gd name="connsiteX2" fmla="*/ 2780249 w 2780249"/>
                <a:gd name="connsiteY2" fmla="*/ 609988 h 726720"/>
                <a:gd name="connsiteX3" fmla="*/ 2416909 w 2780249"/>
                <a:gd name="connsiteY3" fmla="*/ 668354 h 726720"/>
                <a:gd name="connsiteX4" fmla="*/ 1360942 w 2780249"/>
                <a:gd name="connsiteY4" fmla="*/ 363380 h 726720"/>
                <a:gd name="connsiteX5" fmla="*/ 528711 w 2780249"/>
                <a:gd name="connsiteY5" fmla="*/ 726720 h 726720"/>
                <a:gd name="connsiteX6" fmla="*/ 0 w 2780249"/>
                <a:gd name="connsiteY6" fmla="*/ 590533 h 726720"/>
                <a:gd name="connsiteX0" fmla="*/ 0 w 2780249"/>
                <a:gd name="connsiteY0" fmla="*/ 590533 h 668354"/>
                <a:gd name="connsiteX1" fmla="*/ 1360942 w 2780249"/>
                <a:gd name="connsiteY1" fmla="*/ 41 h 668354"/>
                <a:gd name="connsiteX2" fmla="*/ 2780249 w 2780249"/>
                <a:gd name="connsiteY2" fmla="*/ 609988 h 668354"/>
                <a:gd name="connsiteX3" fmla="*/ 2416909 w 2780249"/>
                <a:gd name="connsiteY3" fmla="*/ 668354 h 668354"/>
                <a:gd name="connsiteX4" fmla="*/ 1360942 w 2780249"/>
                <a:gd name="connsiteY4" fmla="*/ 363380 h 668354"/>
                <a:gd name="connsiteX5" fmla="*/ 275792 w 2780249"/>
                <a:gd name="connsiteY5" fmla="*/ 639171 h 668354"/>
                <a:gd name="connsiteX6" fmla="*/ 0 w 2780249"/>
                <a:gd name="connsiteY6" fmla="*/ 590533 h 668354"/>
                <a:gd name="connsiteX0" fmla="*/ 0 w 2780249"/>
                <a:gd name="connsiteY0" fmla="*/ 590533 h 668354"/>
                <a:gd name="connsiteX1" fmla="*/ 1360942 w 2780249"/>
                <a:gd name="connsiteY1" fmla="*/ 41 h 668354"/>
                <a:gd name="connsiteX2" fmla="*/ 2780249 w 2780249"/>
                <a:gd name="connsiteY2" fmla="*/ 609988 h 668354"/>
                <a:gd name="connsiteX3" fmla="*/ 2416909 w 2780249"/>
                <a:gd name="connsiteY3" fmla="*/ 668354 h 668354"/>
                <a:gd name="connsiteX4" fmla="*/ 1351215 w 2780249"/>
                <a:gd name="connsiteY4" fmla="*/ 480112 h 668354"/>
                <a:gd name="connsiteX5" fmla="*/ 275792 w 2780249"/>
                <a:gd name="connsiteY5" fmla="*/ 639171 h 668354"/>
                <a:gd name="connsiteX6" fmla="*/ 0 w 2780249"/>
                <a:gd name="connsiteY6" fmla="*/ 590533 h 668354"/>
                <a:gd name="connsiteX0" fmla="*/ 0 w 2780249"/>
                <a:gd name="connsiteY0" fmla="*/ 590533 h 775358"/>
                <a:gd name="connsiteX1" fmla="*/ 1360942 w 2780249"/>
                <a:gd name="connsiteY1" fmla="*/ 41 h 775358"/>
                <a:gd name="connsiteX2" fmla="*/ 2780249 w 2780249"/>
                <a:gd name="connsiteY2" fmla="*/ 609988 h 775358"/>
                <a:gd name="connsiteX3" fmla="*/ 2329360 w 2780249"/>
                <a:gd name="connsiteY3" fmla="*/ 775358 h 775358"/>
                <a:gd name="connsiteX4" fmla="*/ 1351215 w 2780249"/>
                <a:gd name="connsiteY4" fmla="*/ 480112 h 775358"/>
                <a:gd name="connsiteX5" fmla="*/ 275792 w 2780249"/>
                <a:gd name="connsiteY5" fmla="*/ 639171 h 775358"/>
                <a:gd name="connsiteX6" fmla="*/ 0 w 2780249"/>
                <a:gd name="connsiteY6" fmla="*/ 590533 h 775358"/>
                <a:gd name="connsiteX0" fmla="*/ 0 w 2673245"/>
                <a:gd name="connsiteY0" fmla="*/ 600391 h 785216"/>
                <a:gd name="connsiteX1" fmla="*/ 1360942 w 2673245"/>
                <a:gd name="connsiteY1" fmla="*/ 9899 h 785216"/>
                <a:gd name="connsiteX2" fmla="*/ 2673245 w 2673245"/>
                <a:gd name="connsiteY2" fmla="*/ 405837 h 785216"/>
                <a:gd name="connsiteX3" fmla="*/ 2329360 w 2673245"/>
                <a:gd name="connsiteY3" fmla="*/ 785216 h 785216"/>
                <a:gd name="connsiteX4" fmla="*/ 1351215 w 2673245"/>
                <a:gd name="connsiteY4" fmla="*/ 489970 h 785216"/>
                <a:gd name="connsiteX5" fmla="*/ 275792 w 2673245"/>
                <a:gd name="connsiteY5" fmla="*/ 649029 h 785216"/>
                <a:gd name="connsiteX6" fmla="*/ 0 w 2673245"/>
                <a:gd name="connsiteY6" fmla="*/ 600391 h 785216"/>
                <a:gd name="connsiteX0" fmla="*/ 0 w 2673245"/>
                <a:gd name="connsiteY0" fmla="*/ 593348 h 778173"/>
                <a:gd name="connsiteX1" fmla="*/ 1360942 w 2673245"/>
                <a:gd name="connsiteY1" fmla="*/ 2856 h 778173"/>
                <a:gd name="connsiteX2" fmla="*/ 2673245 w 2673245"/>
                <a:gd name="connsiteY2" fmla="*/ 398794 h 778173"/>
                <a:gd name="connsiteX3" fmla="*/ 2329360 w 2673245"/>
                <a:gd name="connsiteY3" fmla="*/ 778173 h 778173"/>
                <a:gd name="connsiteX4" fmla="*/ 1351215 w 2673245"/>
                <a:gd name="connsiteY4" fmla="*/ 482927 h 778173"/>
                <a:gd name="connsiteX5" fmla="*/ 275792 w 2673245"/>
                <a:gd name="connsiteY5" fmla="*/ 641986 h 778173"/>
                <a:gd name="connsiteX6" fmla="*/ 0 w 2673245"/>
                <a:gd name="connsiteY6" fmla="*/ 593348 h 778173"/>
                <a:gd name="connsiteX0" fmla="*/ 0 w 2478691"/>
                <a:gd name="connsiteY0" fmla="*/ 293714 h 809279"/>
                <a:gd name="connsiteX1" fmla="*/ 1166388 w 2478691"/>
                <a:gd name="connsiteY1" fmla="*/ 33962 h 809279"/>
                <a:gd name="connsiteX2" fmla="*/ 2478691 w 2478691"/>
                <a:gd name="connsiteY2" fmla="*/ 429900 h 809279"/>
                <a:gd name="connsiteX3" fmla="*/ 2134806 w 2478691"/>
                <a:gd name="connsiteY3" fmla="*/ 809279 h 809279"/>
                <a:gd name="connsiteX4" fmla="*/ 1156661 w 2478691"/>
                <a:gd name="connsiteY4" fmla="*/ 514033 h 809279"/>
                <a:gd name="connsiteX5" fmla="*/ 81238 w 2478691"/>
                <a:gd name="connsiteY5" fmla="*/ 673092 h 809279"/>
                <a:gd name="connsiteX6" fmla="*/ 0 w 2478691"/>
                <a:gd name="connsiteY6" fmla="*/ 293714 h 809279"/>
                <a:gd name="connsiteX0" fmla="*/ 0 w 2478691"/>
                <a:gd name="connsiteY0" fmla="*/ 262275 h 777840"/>
                <a:gd name="connsiteX1" fmla="*/ 1166388 w 2478691"/>
                <a:gd name="connsiteY1" fmla="*/ 2523 h 777840"/>
                <a:gd name="connsiteX2" fmla="*/ 2478691 w 2478691"/>
                <a:gd name="connsiteY2" fmla="*/ 398461 h 777840"/>
                <a:gd name="connsiteX3" fmla="*/ 2134806 w 2478691"/>
                <a:gd name="connsiteY3" fmla="*/ 777840 h 777840"/>
                <a:gd name="connsiteX4" fmla="*/ 1156661 w 2478691"/>
                <a:gd name="connsiteY4" fmla="*/ 482594 h 777840"/>
                <a:gd name="connsiteX5" fmla="*/ 81238 w 2478691"/>
                <a:gd name="connsiteY5" fmla="*/ 641653 h 777840"/>
                <a:gd name="connsiteX6" fmla="*/ 0 w 2478691"/>
                <a:gd name="connsiteY6" fmla="*/ 262275 h 777840"/>
                <a:gd name="connsiteX0" fmla="*/ 0 w 2478691"/>
                <a:gd name="connsiteY0" fmla="*/ 262275 h 777841"/>
                <a:gd name="connsiteX1" fmla="*/ 1166388 w 2478691"/>
                <a:gd name="connsiteY1" fmla="*/ 2523 h 777841"/>
                <a:gd name="connsiteX2" fmla="*/ 2478691 w 2478691"/>
                <a:gd name="connsiteY2" fmla="*/ 398461 h 777841"/>
                <a:gd name="connsiteX3" fmla="*/ 2134806 w 2478691"/>
                <a:gd name="connsiteY3" fmla="*/ 777840 h 777841"/>
                <a:gd name="connsiteX4" fmla="*/ 1156661 w 2478691"/>
                <a:gd name="connsiteY4" fmla="*/ 482594 h 777841"/>
                <a:gd name="connsiteX5" fmla="*/ 178515 w 2478691"/>
                <a:gd name="connsiteY5" fmla="*/ 777841 h 777841"/>
                <a:gd name="connsiteX6" fmla="*/ 0 w 2478691"/>
                <a:gd name="connsiteY6" fmla="*/ 262275 h 777841"/>
                <a:gd name="connsiteX0" fmla="*/ 0 w 2478691"/>
                <a:gd name="connsiteY0" fmla="*/ 262275 h 777840"/>
                <a:gd name="connsiteX1" fmla="*/ 1166388 w 2478691"/>
                <a:gd name="connsiteY1" fmla="*/ 2523 h 777840"/>
                <a:gd name="connsiteX2" fmla="*/ 2478691 w 2478691"/>
                <a:gd name="connsiteY2" fmla="*/ 398461 h 777840"/>
                <a:gd name="connsiteX3" fmla="*/ 2134806 w 2478691"/>
                <a:gd name="connsiteY3" fmla="*/ 777840 h 777840"/>
                <a:gd name="connsiteX4" fmla="*/ 1156661 w 2478691"/>
                <a:gd name="connsiteY4" fmla="*/ 482594 h 777840"/>
                <a:gd name="connsiteX5" fmla="*/ 139604 w 2478691"/>
                <a:gd name="connsiteY5" fmla="*/ 748658 h 777840"/>
                <a:gd name="connsiteX6" fmla="*/ 0 w 2478691"/>
                <a:gd name="connsiteY6" fmla="*/ 262275 h 777840"/>
                <a:gd name="connsiteX0" fmla="*/ 0 w 2478691"/>
                <a:gd name="connsiteY0" fmla="*/ 262275 h 777840"/>
                <a:gd name="connsiteX1" fmla="*/ 1166388 w 2478691"/>
                <a:gd name="connsiteY1" fmla="*/ 2523 h 777840"/>
                <a:gd name="connsiteX2" fmla="*/ 2478691 w 2478691"/>
                <a:gd name="connsiteY2" fmla="*/ 398461 h 777840"/>
                <a:gd name="connsiteX3" fmla="*/ 2134806 w 2478691"/>
                <a:gd name="connsiteY3" fmla="*/ 777840 h 777840"/>
                <a:gd name="connsiteX4" fmla="*/ 1156661 w 2478691"/>
                <a:gd name="connsiteY4" fmla="*/ 482594 h 777840"/>
                <a:gd name="connsiteX5" fmla="*/ 139604 w 2478691"/>
                <a:gd name="connsiteY5" fmla="*/ 748658 h 777840"/>
                <a:gd name="connsiteX6" fmla="*/ 0 w 2478691"/>
                <a:gd name="connsiteY6" fmla="*/ 262275 h 777840"/>
                <a:gd name="connsiteX0" fmla="*/ 0 w 2478691"/>
                <a:gd name="connsiteY0" fmla="*/ 262275 h 797295"/>
                <a:gd name="connsiteX1" fmla="*/ 1166388 w 2478691"/>
                <a:gd name="connsiteY1" fmla="*/ 2523 h 797295"/>
                <a:gd name="connsiteX2" fmla="*/ 2478691 w 2478691"/>
                <a:gd name="connsiteY2" fmla="*/ 398461 h 797295"/>
                <a:gd name="connsiteX3" fmla="*/ 2144534 w 2478691"/>
                <a:gd name="connsiteY3" fmla="*/ 797295 h 797295"/>
                <a:gd name="connsiteX4" fmla="*/ 1156661 w 2478691"/>
                <a:gd name="connsiteY4" fmla="*/ 482594 h 797295"/>
                <a:gd name="connsiteX5" fmla="*/ 139604 w 2478691"/>
                <a:gd name="connsiteY5" fmla="*/ 748658 h 797295"/>
                <a:gd name="connsiteX6" fmla="*/ 0 w 2478691"/>
                <a:gd name="connsiteY6" fmla="*/ 262275 h 797295"/>
                <a:gd name="connsiteX0" fmla="*/ 0 w 2478691"/>
                <a:gd name="connsiteY0" fmla="*/ 262275 h 797295"/>
                <a:gd name="connsiteX1" fmla="*/ 1166388 w 2478691"/>
                <a:gd name="connsiteY1" fmla="*/ 2523 h 797295"/>
                <a:gd name="connsiteX2" fmla="*/ 2478691 w 2478691"/>
                <a:gd name="connsiteY2" fmla="*/ 398461 h 797295"/>
                <a:gd name="connsiteX3" fmla="*/ 2144534 w 2478691"/>
                <a:gd name="connsiteY3" fmla="*/ 797295 h 797295"/>
                <a:gd name="connsiteX4" fmla="*/ 1156661 w 2478691"/>
                <a:gd name="connsiteY4" fmla="*/ 482594 h 797295"/>
                <a:gd name="connsiteX5" fmla="*/ 139604 w 2478691"/>
                <a:gd name="connsiteY5" fmla="*/ 748658 h 797295"/>
                <a:gd name="connsiteX6" fmla="*/ 0 w 2478691"/>
                <a:gd name="connsiteY6" fmla="*/ 262275 h 797295"/>
                <a:gd name="connsiteX0" fmla="*/ 0 w 2309168"/>
                <a:gd name="connsiteY0" fmla="*/ 259772 h 794792"/>
                <a:gd name="connsiteX1" fmla="*/ 1166388 w 2309168"/>
                <a:gd name="connsiteY1" fmla="*/ 20 h 794792"/>
                <a:gd name="connsiteX2" fmla="*/ 2309168 w 2309168"/>
                <a:gd name="connsiteY2" fmla="*/ 270099 h 794792"/>
                <a:gd name="connsiteX3" fmla="*/ 2144534 w 2309168"/>
                <a:gd name="connsiteY3" fmla="*/ 794792 h 794792"/>
                <a:gd name="connsiteX4" fmla="*/ 1156661 w 2309168"/>
                <a:gd name="connsiteY4" fmla="*/ 480091 h 794792"/>
                <a:gd name="connsiteX5" fmla="*/ 139604 w 2309168"/>
                <a:gd name="connsiteY5" fmla="*/ 746155 h 794792"/>
                <a:gd name="connsiteX6" fmla="*/ 0 w 2309168"/>
                <a:gd name="connsiteY6" fmla="*/ 259772 h 794792"/>
                <a:gd name="connsiteX0" fmla="*/ 0 w 2309168"/>
                <a:gd name="connsiteY0" fmla="*/ 259772 h 794792"/>
                <a:gd name="connsiteX1" fmla="*/ 1166388 w 2309168"/>
                <a:gd name="connsiteY1" fmla="*/ 20 h 794792"/>
                <a:gd name="connsiteX2" fmla="*/ 2309168 w 2309168"/>
                <a:gd name="connsiteY2" fmla="*/ 270099 h 794792"/>
                <a:gd name="connsiteX3" fmla="*/ 2144534 w 2309168"/>
                <a:gd name="connsiteY3" fmla="*/ 794792 h 794792"/>
                <a:gd name="connsiteX4" fmla="*/ 1156661 w 2309168"/>
                <a:gd name="connsiteY4" fmla="*/ 480091 h 794792"/>
                <a:gd name="connsiteX5" fmla="*/ 139604 w 2309168"/>
                <a:gd name="connsiteY5" fmla="*/ 746155 h 794792"/>
                <a:gd name="connsiteX6" fmla="*/ 0 w 2309168"/>
                <a:gd name="connsiteY6" fmla="*/ 259772 h 794792"/>
                <a:gd name="connsiteX0" fmla="*/ 0 w 2309168"/>
                <a:gd name="connsiteY0" fmla="*/ 259772 h 746155"/>
                <a:gd name="connsiteX1" fmla="*/ 1166388 w 2309168"/>
                <a:gd name="connsiteY1" fmla="*/ 20 h 746155"/>
                <a:gd name="connsiteX2" fmla="*/ 2309168 w 2309168"/>
                <a:gd name="connsiteY2" fmla="*/ 270099 h 746155"/>
                <a:gd name="connsiteX3" fmla="*/ 2121417 w 2309168"/>
                <a:gd name="connsiteY3" fmla="*/ 707462 h 746155"/>
                <a:gd name="connsiteX4" fmla="*/ 1156661 w 2309168"/>
                <a:gd name="connsiteY4" fmla="*/ 480091 h 746155"/>
                <a:gd name="connsiteX5" fmla="*/ 139604 w 2309168"/>
                <a:gd name="connsiteY5" fmla="*/ 746155 h 746155"/>
                <a:gd name="connsiteX6" fmla="*/ 0 w 2309168"/>
                <a:gd name="connsiteY6" fmla="*/ 259772 h 746155"/>
                <a:gd name="connsiteX0" fmla="*/ 0 w 2309168"/>
                <a:gd name="connsiteY0" fmla="*/ 259772 h 746155"/>
                <a:gd name="connsiteX1" fmla="*/ 1166388 w 2309168"/>
                <a:gd name="connsiteY1" fmla="*/ 20 h 746155"/>
                <a:gd name="connsiteX2" fmla="*/ 2309168 w 2309168"/>
                <a:gd name="connsiteY2" fmla="*/ 270099 h 746155"/>
                <a:gd name="connsiteX3" fmla="*/ 2121417 w 2309168"/>
                <a:gd name="connsiteY3" fmla="*/ 707462 h 746155"/>
                <a:gd name="connsiteX4" fmla="*/ 1156661 w 2309168"/>
                <a:gd name="connsiteY4" fmla="*/ 480091 h 746155"/>
                <a:gd name="connsiteX5" fmla="*/ 139604 w 2309168"/>
                <a:gd name="connsiteY5" fmla="*/ 746155 h 746155"/>
                <a:gd name="connsiteX6" fmla="*/ 0 w 2309168"/>
                <a:gd name="connsiteY6" fmla="*/ 259772 h 746155"/>
                <a:gd name="connsiteX0" fmla="*/ 0 w 2309168"/>
                <a:gd name="connsiteY0" fmla="*/ 226793 h 746567"/>
                <a:gd name="connsiteX1" fmla="*/ 1166388 w 2309168"/>
                <a:gd name="connsiteY1" fmla="*/ 432 h 746567"/>
                <a:gd name="connsiteX2" fmla="*/ 2309168 w 2309168"/>
                <a:gd name="connsiteY2" fmla="*/ 270511 h 746567"/>
                <a:gd name="connsiteX3" fmla="*/ 2121417 w 2309168"/>
                <a:gd name="connsiteY3" fmla="*/ 707874 h 746567"/>
                <a:gd name="connsiteX4" fmla="*/ 1156661 w 2309168"/>
                <a:gd name="connsiteY4" fmla="*/ 480503 h 746567"/>
                <a:gd name="connsiteX5" fmla="*/ 139604 w 2309168"/>
                <a:gd name="connsiteY5" fmla="*/ 746567 h 746567"/>
                <a:gd name="connsiteX6" fmla="*/ 0 w 2309168"/>
                <a:gd name="connsiteY6" fmla="*/ 226793 h 746567"/>
                <a:gd name="connsiteX0" fmla="*/ 0 w 2309168"/>
                <a:gd name="connsiteY0" fmla="*/ 226663 h 746437"/>
                <a:gd name="connsiteX1" fmla="*/ 1166388 w 2309168"/>
                <a:gd name="connsiteY1" fmla="*/ 302 h 746437"/>
                <a:gd name="connsiteX2" fmla="*/ 2309168 w 2309168"/>
                <a:gd name="connsiteY2" fmla="*/ 270381 h 746437"/>
                <a:gd name="connsiteX3" fmla="*/ 2121417 w 2309168"/>
                <a:gd name="connsiteY3" fmla="*/ 707744 h 746437"/>
                <a:gd name="connsiteX4" fmla="*/ 1156661 w 2309168"/>
                <a:gd name="connsiteY4" fmla="*/ 480373 h 746437"/>
                <a:gd name="connsiteX5" fmla="*/ 139604 w 2309168"/>
                <a:gd name="connsiteY5" fmla="*/ 746437 h 746437"/>
                <a:gd name="connsiteX6" fmla="*/ 0 w 2309168"/>
                <a:gd name="connsiteY6" fmla="*/ 226663 h 746437"/>
                <a:gd name="connsiteX0" fmla="*/ 0 w 2309168"/>
                <a:gd name="connsiteY0" fmla="*/ 226614 h 746388"/>
                <a:gd name="connsiteX1" fmla="*/ 1166388 w 2309168"/>
                <a:gd name="connsiteY1" fmla="*/ 253 h 746388"/>
                <a:gd name="connsiteX2" fmla="*/ 2309168 w 2309168"/>
                <a:gd name="connsiteY2" fmla="*/ 270332 h 746388"/>
                <a:gd name="connsiteX3" fmla="*/ 2121417 w 2309168"/>
                <a:gd name="connsiteY3" fmla="*/ 707695 h 746388"/>
                <a:gd name="connsiteX4" fmla="*/ 1156661 w 2309168"/>
                <a:gd name="connsiteY4" fmla="*/ 480324 h 746388"/>
                <a:gd name="connsiteX5" fmla="*/ 139604 w 2309168"/>
                <a:gd name="connsiteY5" fmla="*/ 746388 h 746388"/>
                <a:gd name="connsiteX6" fmla="*/ 0 w 2309168"/>
                <a:gd name="connsiteY6" fmla="*/ 226614 h 746388"/>
                <a:gd name="connsiteX0" fmla="*/ 0 w 2309168"/>
                <a:gd name="connsiteY0" fmla="*/ 231692 h 746328"/>
                <a:gd name="connsiteX1" fmla="*/ 1166388 w 2309168"/>
                <a:gd name="connsiteY1" fmla="*/ 193 h 746328"/>
                <a:gd name="connsiteX2" fmla="*/ 2309168 w 2309168"/>
                <a:gd name="connsiteY2" fmla="*/ 270272 h 746328"/>
                <a:gd name="connsiteX3" fmla="*/ 2121417 w 2309168"/>
                <a:gd name="connsiteY3" fmla="*/ 707635 h 746328"/>
                <a:gd name="connsiteX4" fmla="*/ 1156661 w 2309168"/>
                <a:gd name="connsiteY4" fmla="*/ 480264 h 746328"/>
                <a:gd name="connsiteX5" fmla="*/ 139604 w 2309168"/>
                <a:gd name="connsiteY5" fmla="*/ 746328 h 746328"/>
                <a:gd name="connsiteX6" fmla="*/ 0 w 2309168"/>
                <a:gd name="connsiteY6" fmla="*/ 231692 h 746328"/>
                <a:gd name="connsiteX0" fmla="*/ 0 w 2309168"/>
                <a:gd name="connsiteY0" fmla="*/ 231692 h 707635"/>
                <a:gd name="connsiteX1" fmla="*/ 1166388 w 2309168"/>
                <a:gd name="connsiteY1" fmla="*/ 193 h 707635"/>
                <a:gd name="connsiteX2" fmla="*/ 2309168 w 2309168"/>
                <a:gd name="connsiteY2" fmla="*/ 270272 h 707635"/>
                <a:gd name="connsiteX3" fmla="*/ 2121417 w 2309168"/>
                <a:gd name="connsiteY3" fmla="*/ 707635 h 707635"/>
                <a:gd name="connsiteX4" fmla="*/ 1156661 w 2309168"/>
                <a:gd name="connsiteY4" fmla="*/ 480264 h 707635"/>
                <a:gd name="connsiteX5" fmla="*/ 172995 w 2309168"/>
                <a:gd name="connsiteY5" fmla="*/ 684683 h 707635"/>
                <a:gd name="connsiteX6" fmla="*/ 0 w 2309168"/>
                <a:gd name="connsiteY6" fmla="*/ 231692 h 707635"/>
                <a:gd name="connsiteX0" fmla="*/ 0 w 2309168"/>
                <a:gd name="connsiteY0" fmla="*/ 231692 h 707635"/>
                <a:gd name="connsiteX1" fmla="*/ 1166388 w 2309168"/>
                <a:gd name="connsiteY1" fmla="*/ 193 h 707635"/>
                <a:gd name="connsiteX2" fmla="*/ 2309168 w 2309168"/>
                <a:gd name="connsiteY2" fmla="*/ 270272 h 707635"/>
                <a:gd name="connsiteX3" fmla="*/ 2121417 w 2309168"/>
                <a:gd name="connsiteY3" fmla="*/ 707635 h 707635"/>
                <a:gd name="connsiteX4" fmla="*/ 1156661 w 2309168"/>
                <a:gd name="connsiteY4" fmla="*/ 480264 h 707635"/>
                <a:gd name="connsiteX5" fmla="*/ 172995 w 2309168"/>
                <a:gd name="connsiteY5" fmla="*/ 684683 h 707635"/>
                <a:gd name="connsiteX6" fmla="*/ 0 w 2309168"/>
                <a:gd name="connsiteY6" fmla="*/ 231692 h 707635"/>
                <a:gd name="connsiteX0" fmla="*/ 0 w 2309168"/>
                <a:gd name="connsiteY0" fmla="*/ 231692 h 715340"/>
                <a:gd name="connsiteX1" fmla="*/ 1166388 w 2309168"/>
                <a:gd name="connsiteY1" fmla="*/ 193 h 715340"/>
                <a:gd name="connsiteX2" fmla="*/ 2309168 w 2309168"/>
                <a:gd name="connsiteY2" fmla="*/ 270272 h 715340"/>
                <a:gd name="connsiteX3" fmla="*/ 2123986 w 2309168"/>
                <a:gd name="connsiteY3" fmla="*/ 715340 h 715340"/>
                <a:gd name="connsiteX4" fmla="*/ 1156661 w 2309168"/>
                <a:gd name="connsiteY4" fmla="*/ 480264 h 715340"/>
                <a:gd name="connsiteX5" fmla="*/ 172995 w 2309168"/>
                <a:gd name="connsiteY5" fmla="*/ 684683 h 715340"/>
                <a:gd name="connsiteX6" fmla="*/ 0 w 2309168"/>
                <a:gd name="connsiteY6" fmla="*/ 231692 h 715340"/>
                <a:gd name="connsiteX0" fmla="*/ 0 w 2309168"/>
                <a:gd name="connsiteY0" fmla="*/ 231692 h 715340"/>
                <a:gd name="connsiteX1" fmla="*/ 1166388 w 2309168"/>
                <a:gd name="connsiteY1" fmla="*/ 193 h 715340"/>
                <a:gd name="connsiteX2" fmla="*/ 2309168 w 2309168"/>
                <a:gd name="connsiteY2" fmla="*/ 270272 h 715340"/>
                <a:gd name="connsiteX3" fmla="*/ 2123986 w 2309168"/>
                <a:gd name="connsiteY3" fmla="*/ 715340 h 715340"/>
                <a:gd name="connsiteX4" fmla="*/ 1156661 w 2309168"/>
                <a:gd name="connsiteY4" fmla="*/ 480264 h 715340"/>
                <a:gd name="connsiteX5" fmla="*/ 172995 w 2309168"/>
                <a:gd name="connsiteY5" fmla="*/ 684683 h 715340"/>
                <a:gd name="connsiteX6" fmla="*/ 0 w 2309168"/>
                <a:gd name="connsiteY6" fmla="*/ 231692 h 715340"/>
                <a:gd name="connsiteX0" fmla="*/ 0 w 2309168"/>
                <a:gd name="connsiteY0" fmla="*/ 231692 h 715340"/>
                <a:gd name="connsiteX1" fmla="*/ 1166388 w 2309168"/>
                <a:gd name="connsiteY1" fmla="*/ 193 h 715340"/>
                <a:gd name="connsiteX2" fmla="*/ 2309168 w 2309168"/>
                <a:gd name="connsiteY2" fmla="*/ 270272 h 715340"/>
                <a:gd name="connsiteX3" fmla="*/ 2123986 w 2309168"/>
                <a:gd name="connsiteY3" fmla="*/ 715340 h 715340"/>
                <a:gd name="connsiteX4" fmla="*/ 1156661 w 2309168"/>
                <a:gd name="connsiteY4" fmla="*/ 480264 h 715340"/>
                <a:gd name="connsiteX5" fmla="*/ 172995 w 2309168"/>
                <a:gd name="connsiteY5" fmla="*/ 684683 h 715340"/>
                <a:gd name="connsiteX6" fmla="*/ 0 w 2309168"/>
                <a:gd name="connsiteY6" fmla="*/ 231692 h 715340"/>
                <a:gd name="connsiteX0" fmla="*/ 0 w 2314305"/>
                <a:gd name="connsiteY0" fmla="*/ 231543 h 715191"/>
                <a:gd name="connsiteX1" fmla="*/ 1166388 w 2314305"/>
                <a:gd name="connsiteY1" fmla="*/ 44 h 715191"/>
                <a:gd name="connsiteX2" fmla="*/ 2314305 w 2314305"/>
                <a:gd name="connsiteY2" fmla="*/ 249575 h 715191"/>
                <a:gd name="connsiteX3" fmla="*/ 2123986 w 2314305"/>
                <a:gd name="connsiteY3" fmla="*/ 715191 h 715191"/>
                <a:gd name="connsiteX4" fmla="*/ 1156661 w 2314305"/>
                <a:gd name="connsiteY4" fmla="*/ 480115 h 715191"/>
                <a:gd name="connsiteX5" fmla="*/ 172995 w 2314305"/>
                <a:gd name="connsiteY5" fmla="*/ 684534 h 715191"/>
                <a:gd name="connsiteX6" fmla="*/ 0 w 2314305"/>
                <a:gd name="connsiteY6" fmla="*/ 231543 h 715191"/>
                <a:gd name="connsiteX0" fmla="*/ 0 w 2314305"/>
                <a:gd name="connsiteY0" fmla="*/ 231543 h 715191"/>
                <a:gd name="connsiteX1" fmla="*/ 1166388 w 2314305"/>
                <a:gd name="connsiteY1" fmla="*/ 44 h 715191"/>
                <a:gd name="connsiteX2" fmla="*/ 2314305 w 2314305"/>
                <a:gd name="connsiteY2" fmla="*/ 249575 h 715191"/>
                <a:gd name="connsiteX3" fmla="*/ 2123986 w 2314305"/>
                <a:gd name="connsiteY3" fmla="*/ 715191 h 715191"/>
                <a:gd name="connsiteX4" fmla="*/ 1156661 w 2314305"/>
                <a:gd name="connsiteY4" fmla="*/ 480115 h 715191"/>
                <a:gd name="connsiteX5" fmla="*/ 172995 w 2314305"/>
                <a:gd name="connsiteY5" fmla="*/ 684534 h 715191"/>
                <a:gd name="connsiteX6" fmla="*/ 0 w 2314305"/>
                <a:gd name="connsiteY6" fmla="*/ 231543 h 715191"/>
                <a:gd name="connsiteX0" fmla="*/ 0 w 2314305"/>
                <a:gd name="connsiteY0" fmla="*/ 231550 h 715198"/>
                <a:gd name="connsiteX1" fmla="*/ 1166388 w 2314305"/>
                <a:gd name="connsiteY1" fmla="*/ 51 h 715198"/>
                <a:gd name="connsiteX2" fmla="*/ 2314305 w 2314305"/>
                <a:gd name="connsiteY2" fmla="*/ 249582 h 715198"/>
                <a:gd name="connsiteX3" fmla="*/ 2123986 w 2314305"/>
                <a:gd name="connsiteY3" fmla="*/ 715198 h 715198"/>
                <a:gd name="connsiteX4" fmla="*/ 1156661 w 2314305"/>
                <a:gd name="connsiteY4" fmla="*/ 480122 h 715198"/>
                <a:gd name="connsiteX5" fmla="*/ 172995 w 2314305"/>
                <a:gd name="connsiteY5" fmla="*/ 684541 h 715198"/>
                <a:gd name="connsiteX6" fmla="*/ 0 w 2314305"/>
                <a:gd name="connsiteY6" fmla="*/ 231550 h 715198"/>
                <a:gd name="connsiteX0" fmla="*/ 0 w 2314305"/>
                <a:gd name="connsiteY0" fmla="*/ 233092 h 716740"/>
                <a:gd name="connsiteX1" fmla="*/ 1166388 w 2314305"/>
                <a:gd name="connsiteY1" fmla="*/ 1593 h 716740"/>
                <a:gd name="connsiteX2" fmla="*/ 2314305 w 2314305"/>
                <a:gd name="connsiteY2" fmla="*/ 251124 h 716740"/>
                <a:gd name="connsiteX3" fmla="*/ 2123986 w 2314305"/>
                <a:gd name="connsiteY3" fmla="*/ 716740 h 716740"/>
                <a:gd name="connsiteX4" fmla="*/ 1156661 w 2314305"/>
                <a:gd name="connsiteY4" fmla="*/ 481664 h 716740"/>
                <a:gd name="connsiteX5" fmla="*/ 172995 w 2314305"/>
                <a:gd name="connsiteY5" fmla="*/ 686083 h 716740"/>
                <a:gd name="connsiteX6" fmla="*/ 0 w 2314305"/>
                <a:gd name="connsiteY6" fmla="*/ 233092 h 716740"/>
                <a:gd name="connsiteX0" fmla="*/ 0 w 2314305"/>
                <a:gd name="connsiteY0" fmla="*/ 231523 h 715171"/>
                <a:gd name="connsiteX1" fmla="*/ 1166388 w 2314305"/>
                <a:gd name="connsiteY1" fmla="*/ 24 h 715171"/>
                <a:gd name="connsiteX2" fmla="*/ 2314305 w 2314305"/>
                <a:gd name="connsiteY2" fmla="*/ 249555 h 715171"/>
                <a:gd name="connsiteX3" fmla="*/ 2123986 w 2314305"/>
                <a:gd name="connsiteY3" fmla="*/ 715171 h 715171"/>
                <a:gd name="connsiteX4" fmla="*/ 1156661 w 2314305"/>
                <a:gd name="connsiteY4" fmla="*/ 480095 h 715171"/>
                <a:gd name="connsiteX5" fmla="*/ 172995 w 2314305"/>
                <a:gd name="connsiteY5" fmla="*/ 684514 h 715171"/>
                <a:gd name="connsiteX6" fmla="*/ 0 w 2314305"/>
                <a:gd name="connsiteY6" fmla="*/ 231523 h 715171"/>
                <a:gd name="connsiteX0" fmla="*/ 0 w 2314305"/>
                <a:gd name="connsiteY0" fmla="*/ 231550 h 715198"/>
                <a:gd name="connsiteX1" fmla="*/ 1166388 w 2314305"/>
                <a:gd name="connsiteY1" fmla="*/ 51 h 715198"/>
                <a:gd name="connsiteX2" fmla="*/ 2314305 w 2314305"/>
                <a:gd name="connsiteY2" fmla="*/ 249582 h 715198"/>
                <a:gd name="connsiteX3" fmla="*/ 2123986 w 2314305"/>
                <a:gd name="connsiteY3" fmla="*/ 715198 h 715198"/>
                <a:gd name="connsiteX4" fmla="*/ 1156661 w 2314305"/>
                <a:gd name="connsiteY4" fmla="*/ 480122 h 715198"/>
                <a:gd name="connsiteX5" fmla="*/ 172995 w 2314305"/>
                <a:gd name="connsiteY5" fmla="*/ 684541 h 715198"/>
                <a:gd name="connsiteX6" fmla="*/ 0 w 2314305"/>
                <a:gd name="connsiteY6" fmla="*/ 231550 h 715198"/>
                <a:gd name="connsiteX0" fmla="*/ 0 w 2314305"/>
                <a:gd name="connsiteY0" fmla="*/ 232088 h 715736"/>
                <a:gd name="connsiteX1" fmla="*/ 1166388 w 2314305"/>
                <a:gd name="connsiteY1" fmla="*/ 589 h 715736"/>
                <a:gd name="connsiteX2" fmla="*/ 2314305 w 2314305"/>
                <a:gd name="connsiteY2" fmla="*/ 250120 h 715736"/>
                <a:gd name="connsiteX3" fmla="*/ 2123986 w 2314305"/>
                <a:gd name="connsiteY3" fmla="*/ 715736 h 715736"/>
                <a:gd name="connsiteX4" fmla="*/ 1156661 w 2314305"/>
                <a:gd name="connsiteY4" fmla="*/ 480660 h 715736"/>
                <a:gd name="connsiteX5" fmla="*/ 172995 w 2314305"/>
                <a:gd name="connsiteY5" fmla="*/ 685079 h 715736"/>
                <a:gd name="connsiteX6" fmla="*/ 0 w 2314305"/>
                <a:gd name="connsiteY6" fmla="*/ 232088 h 715736"/>
                <a:gd name="connsiteX0" fmla="*/ 0 w 2314305"/>
                <a:gd name="connsiteY0" fmla="*/ 232088 h 715736"/>
                <a:gd name="connsiteX1" fmla="*/ 1166388 w 2314305"/>
                <a:gd name="connsiteY1" fmla="*/ 589 h 715736"/>
                <a:gd name="connsiteX2" fmla="*/ 2314305 w 2314305"/>
                <a:gd name="connsiteY2" fmla="*/ 250120 h 715736"/>
                <a:gd name="connsiteX3" fmla="*/ 2123986 w 2314305"/>
                <a:gd name="connsiteY3" fmla="*/ 715736 h 715736"/>
                <a:gd name="connsiteX4" fmla="*/ 1156661 w 2314305"/>
                <a:gd name="connsiteY4" fmla="*/ 480660 h 715736"/>
                <a:gd name="connsiteX5" fmla="*/ 172995 w 2314305"/>
                <a:gd name="connsiteY5" fmla="*/ 685079 h 715736"/>
                <a:gd name="connsiteX6" fmla="*/ 0 w 2314305"/>
                <a:gd name="connsiteY6" fmla="*/ 232088 h 715736"/>
                <a:gd name="connsiteX0" fmla="*/ 0 w 2314305"/>
                <a:gd name="connsiteY0" fmla="*/ 232088 h 715736"/>
                <a:gd name="connsiteX1" fmla="*/ 1166388 w 2314305"/>
                <a:gd name="connsiteY1" fmla="*/ 589 h 715736"/>
                <a:gd name="connsiteX2" fmla="*/ 2314305 w 2314305"/>
                <a:gd name="connsiteY2" fmla="*/ 250120 h 715736"/>
                <a:gd name="connsiteX3" fmla="*/ 2123986 w 2314305"/>
                <a:gd name="connsiteY3" fmla="*/ 715736 h 715736"/>
                <a:gd name="connsiteX4" fmla="*/ 1156661 w 2314305"/>
                <a:gd name="connsiteY4" fmla="*/ 480660 h 715736"/>
                <a:gd name="connsiteX5" fmla="*/ 172995 w 2314305"/>
                <a:gd name="connsiteY5" fmla="*/ 685079 h 715736"/>
                <a:gd name="connsiteX6" fmla="*/ 0 w 2314305"/>
                <a:gd name="connsiteY6" fmla="*/ 232088 h 715736"/>
                <a:gd name="connsiteX0" fmla="*/ 0 w 2314305"/>
                <a:gd name="connsiteY0" fmla="*/ 232060 h 715708"/>
                <a:gd name="connsiteX1" fmla="*/ 1166388 w 2314305"/>
                <a:gd name="connsiteY1" fmla="*/ 561 h 715708"/>
                <a:gd name="connsiteX2" fmla="*/ 2314305 w 2314305"/>
                <a:gd name="connsiteY2" fmla="*/ 250092 h 715708"/>
                <a:gd name="connsiteX3" fmla="*/ 2123986 w 2314305"/>
                <a:gd name="connsiteY3" fmla="*/ 715708 h 715708"/>
                <a:gd name="connsiteX4" fmla="*/ 1156661 w 2314305"/>
                <a:gd name="connsiteY4" fmla="*/ 480632 h 715708"/>
                <a:gd name="connsiteX5" fmla="*/ 172995 w 2314305"/>
                <a:gd name="connsiteY5" fmla="*/ 685051 h 715708"/>
                <a:gd name="connsiteX6" fmla="*/ 0 w 2314305"/>
                <a:gd name="connsiteY6" fmla="*/ 232060 h 7157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314305" h="715708">
                  <a:moveTo>
                    <a:pt x="0" y="232060"/>
                  </a:moveTo>
                  <a:cubicBezTo>
                    <a:pt x="116349" y="135016"/>
                    <a:pt x="772966" y="-10150"/>
                    <a:pt x="1166388" y="561"/>
                  </a:cubicBezTo>
                  <a:cubicBezTo>
                    <a:pt x="1559810" y="11272"/>
                    <a:pt x="1962415" y="54514"/>
                    <a:pt x="2314305" y="250092"/>
                  </a:cubicBezTo>
                  <a:cubicBezTo>
                    <a:pt x="2236857" y="411910"/>
                    <a:pt x="2305049" y="284904"/>
                    <a:pt x="2123986" y="715708"/>
                  </a:cubicBezTo>
                  <a:cubicBezTo>
                    <a:pt x="2077752" y="646036"/>
                    <a:pt x="1616289" y="480632"/>
                    <a:pt x="1156661" y="480632"/>
                  </a:cubicBezTo>
                  <a:cubicBezTo>
                    <a:pt x="697033" y="480632"/>
                    <a:pt x="257593" y="589531"/>
                    <a:pt x="172995" y="685051"/>
                  </a:cubicBezTo>
                  <a:lnTo>
                    <a:pt x="0" y="232060"/>
                  </a:lnTo>
                  <a:close/>
                </a:path>
              </a:pathLst>
            </a:custGeom>
            <a:solidFill>
              <a:srgbClr val="EE4238"/>
            </a:solidFill>
            <a:ln>
              <a:solidFill>
                <a:srgbClr val="EE423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42" name="Isosceles Triangle 41">
              <a:extLst>
                <a:ext uri="{FF2B5EF4-FFF2-40B4-BE49-F238E27FC236}">
                  <a16:creationId xmlns:a16="http://schemas.microsoft.com/office/drawing/2014/main" id="{46DE5F07-0471-0A3F-6AFD-3BFD6B898674}"/>
                </a:ext>
              </a:extLst>
            </p:cNvPr>
            <p:cNvSpPr/>
            <p:nvPr/>
          </p:nvSpPr>
          <p:spPr>
            <a:xfrm rot="12756092">
              <a:off x="10065502" y="5009385"/>
              <a:ext cx="1097280" cy="457200"/>
            </a:xfrm>
            <a:prstGeom prst="triangle">
              <a:avLst>
                <a:gd name="adj" fmla="val 49630"/>
              </a:avLst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3" name="Isosceles Triangle 42">
              <a:extLst>
                <a:ext uri="{FF2B5EF4-FFF2-40B4-BE49-F238E27FC236}">
                  <a16:creationId xmlns:a16="http://schemas.microsoft.com/office/drawing/2014/main" id="{2BC97496-F1E9-8929-9C8D-9E63A6B6396C}"/>
                </a:ext>
              </a:extLst>
            </p:cNvPr>
            <p:cNvSpPr/>
            <p:nvPr/>
          </p:nvSpPr>
          <p:spPr>
            <a:xfrm rot="16200000">
              <a:off x="7908379" y="5962727"/>
              <a:ext cx="1097280" cy="457201"/>
            </a:xfrm>
            <a:prstGeom prst="triangle">
              <a:avLst>
                <a:gd name="adj" fmla="val 49630"/>
              </a:avLst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4" name="Isosceles Triangle 43">
              <a:extLst>
                <a:ext uri="{FF2B5EF4-FFF2-40B4-BE49-F238E27FC236}">
                  <a16:creationId xmlns:a16="http://schemas.microsoft.com/office/drawing/2014/main" id="{C1190D59-94E8-8EC4-61AF-8939C7842BC4}"/>
                </a:ext>
              </a:extLst>
            </p:cNvPr>
            <p:cNvSpPr/>
            <p:nvPr/>
          </p:nvSpPr>
          <p:spPr>
            <a:xfrm rot="19068017">
              <a:off x="5803319" y="4833342"/>
              <a:ext cx="1097280" cy="457200"/>
            </a:xfrm>
            <a:prstGeom prst="triangle">
              <a:avLst>
                <a:gd name="adj" fmla="val 49630"/>
              </a:avLst>
            </a:prstGeom>
            <a:solidFill>
              <a:srgbClr val="33CCCC"/>
            </a:solidFill>
            <a:ln>
              <a:solidFill>
                <a:srgbClr val="33CCC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5" name="Isosceles Triangle 44">
              <a:extLst>
                <a:ext uri="{FF2B5EF4-FFF2-40B4-BE49-F238E27FC236}">
                  <a16:creationId xmlns:a16="http://schemas.microsoft.com/office/drawing/2014/main" id="{9B058550-4646-8974-5746-453593B8A7FC}"/>
                </a:ext>
              </a:extLst>
            </p:cNvPr>
            <p:cNvSpPr/>
            <p:nvPr/>
          </p:nvSpPr>
          <p:spPr>
            <a:xfrm rot="722318">
              <a:off x="5436198" y="2460377"/>
              <a:ext cx="1097280" cy="457200"/>
            </a:xfrm>
            <a:prstGeom prst="triangle">
              <a:avLst>
                <a:gd name="adj" fmla="val 49630"/>
              </a:avLst>
            </a:prstGeom>
            <a:solidFill>
              <a:srgbClr val="0070C0"/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6" name="Isosceles Triangle 45">
              <a:extLst>
                <a:ext uri="{FF2B5EF4-FFF2-40B4-BE49-F238E27FC236}">
                  <a16:creationId xmlns:a16="http://schemas.microsoft.com/office/drawing/2014/main" id="{17D407F5-0259-BBE9-6AEB-3492EE40456E}"/>
                </a:ext>
              </a:extLst>
            </p:cNvPr>
            <p:cNvSpPr/>
            <p:nvPr/>
          </p:nvSpPr>
          <p:spPr>
            <a:xfrm rot="4150195">
              <a:off x="7002567" y="831281"/>
              <a:ext cx="1097280" cy="457200"/>
            </a:xfrm>
            <a:prstGeom prst="triangle">
              <a:avLst>
                <a:gd name="adj" fmla="val 49630"/>
              </a:avLst>
            </a:prstGeom>
            <a:solidFill>
              <a:srgbClr val="252260"/>
            </a:solidFill>
            <a:ln>
              <a:solidFill>
                <a:srgbClr val="2522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5D7B85F6-4BBA-7CF8-6123-31340330E1A3}"/>
                </a:ext>
              </a:extLst>
            </p:cNvPr>
            <p:cNvSpPr txBox="1"/>
            <p:nvPr/>
          </p:nvSpPr>
          <p:spPr>
            <a:xfrm>
              <a:off x="7612778" y="888506"/>
              <a:ext cx="1841899" cy="638175"/>
            </a:xfrm>
            <a:prstGeom prst="rect">
              <a:avLst/>
            </a:prstGeom>
            <a:noFill/>
          </p:spPr>
          <p:txBody>
            <a:bodyPr wrap="square" rtlCol="0">
              <a:prstTxWarp prst="textArchUp">
                <a:avLst/>
              </a:prstTxWarp>
              <a:spAutoFit/>
            </a:bodyPr>
            <a:lstStyle/>
            <a:p>
              <a:pPr algn="ctr"/>
              <a:r>
                <a:rPr lang="en-US" sz="2400" dirty="0">
                  <a:solidFill>
                    <a:schemeClr val="bg1"/>
                  </a:solidFill>
                </a:rPr>
                <a:t>Inspire</a:t>
              </a: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B05A5FAC-3559-2009-AF28-26E331DB17C5}"/>
                </a:ext>
              </a:extLst>
            </p:cNvPr>
            <p:cNvSpPr txBox="1"/>
            <p:nvPr/>
          </p:nvSpPr>
          <p:spPr>
            <a:xfrm rot="520636">
              <a:off x="6621384" y="2323639"/>
              <a:ext cx="3973684" cy="212365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400" dirty="0">
                  <a:solidFill>
                    <a:srgbClr val="252260"/>
                  </a:solidFill>
                </a:rPr>
                <a:t>Donor </a:t>
              </a:r>
            </a:p>
            <a:p>
              <a:pPr algn="ctr"/>
              <a:r>
                <a:rPr lang="en-US" sz="4400" dirty="0">
                  <a:solidFill>
                    <a:srgbClr val="252260"/>
                  </a:solidFill>
                </a:rPr>
                <a:t>Engagement </a:t>
              </a:r>
            </a:p>
            <a:p>
              <a:pPr algn="ctr"/>
              <a:r>
                <a:rPr lang="en-US" sz="4400" dirty="0">
                  <a:solidFill>
                    <a:srgbClr val="252260"/>
                  </a:solidFill>
                </a:rPr>
                <a:t>Cycle</a:t>
              </a:r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C149EBC4-7700-6663-D5C6-4B02EBFA77F1}"/>
              </a:ext>
            </a:extLst>
          </p:cNvPr>
          <p:cNvGrpSpPr/>
          <p:nvPr/>
        </p:nvGrpSpPr>
        <p:grpSpPr>
          <a:xfrm>
            <a:off x="0" y="6078071"/>
            <a:ext cx="12192000" cy="779929"/>
            <a:chOff x="0" y="6078071"/>
            <a:chExt cx="12192000" cy="779929"/>
          </a:xfrm>
        </p:grpSpPr>
        <p:sp>
          <p:nvSpPr>
            <p:cNvPr id="4" name="Rectangle 24">
              <a:extLst>
                <a:ext uri="{FF2B5EF4-FFF2-40B4-BE49-F238E27FC236}">
                  <a16:creationId xmlns:a16="http://schemas.microsoft.com/office/drawing/2014/main" id="{6F830BC7-67F6-354E-260B-EC215967BEA1}"/>
                </a:ext>
              </a:extLst>
            </p:cNvPr>
            <p:cNvSpPr/>
            <p:nvPr/>
          </p:nvSpPr>
          <p:spPr>
            <a:xfrm>
              <a:off x="0" y="6078071"/>
              <a:ext cx="12192000" cy="779929"/>
            </a:xfrm>
            <a:custGeom>
              <a:avLst/>
              <a:gdLst>
                <a:gd name="connsiteX0" fmla="*/ 0 w 12876028"/>
                <a:gd name="connsiteY0" fmla="*/ 0 h 1662721"/>
                <a:gd name="connsiteX1" fmla="*/ 12876028 w 12876028"/>
                <a:gd name="connsiteY1" fmla="*/ 0 h 1662721"/>
                <a:gd name="connsiteX2" fmla="*/ 12876028 w 12876028"/>
                <a:gd name="connsiteY2" fmla="*/ 1662721 h 1662721"/>
                <a:gd name="connsiteX3" fmla="*/ 0 w 12876028"/>
                <a:gd name="connsiteY3" fmla="*/ 1662721 h 1662721"/>
                <a:gd name="connsiteX4" fmla="*/ 0 w 12876028"/>
                <a:gd name="connsiteY4" fmla="*/ 0 h 1662721"/>
                <a:gd name="connsiteX0" fmla="*/ 0 w 12876028"/>
                <a:gd name="connsiteY0" fmla="*/ 893135 h 1662721"/>
                <a:gd name="connsiteX1" fmla="*/ 12876028 w 12876028"/>
                <a:gd name="connsiteY1" fmla="*/ 0 h 1662721"/>
                <a:gd name="connsiteX2" fmla="*/ 12876028 w 12876028"/>
                <a:gd name="connsiteY2" fmla="*/ 1662721 h 1662721"/>
                <a:gd name="connsiteX3" fmla="*/ 0 w 12876028"/>
                <a:gd name="connsiteY3" fmla="*/ 1662721 h 1662721"/>
                <a:gd name="connsiteX4" fmla="*/ 0 w 12876028"/>
                <a:gd name="connsiteY4" fmla="*/ 893135 h 16627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876028" h="1662721">
                  <a:moveTo>
                    <a:pt x="0" y="893135"/>
                  </a:moveTo>
                  <a:lnTo>
                    <a:pt x="12876028" y="0"/>
                  </a:lnTo>
                  <a:lnTo>
                    <a:pt x="12876028" y="1662721"/>
                  </a:lnTo>
                  <a:lnTo>
                    <a:pt x="0" y="1662721"/>
                  </a:lnTo>
                  <a:lnTo>
                    <a:pt x="0" y="893135"/>
                  </a:lnTo>
                  <a:close/>
                </a:path>
              </a:pathLst>
            </a:custGeom>
            <a:solidFill>
              <a:srgbClr val="DD403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F57AACA3-2976-8EDE-00FC-DC46EF3358A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4486" b="24288"/>
            <a:stretch/>
          </p:blipFill>
          <p:spPr>
            <a:xfrm>
              <a:off x="9825318" y="6236638"/>
              <a:ext cx="2079811" cy="559334"/>
            </a:xfrm>
            <a:prstGeom prst="rect">
              <a:avLst/>
            </a:prstGeom>
          </p:spPr>
        </p:pic>
      </p:grp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5DABC5-8FD0-79B1-E236-68C19D5D06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-1" y="6492875"/>
            <a:ext cx="528919" cy="365125"/>
          </a:xfrm>
        </p:spPr>
        <p:txBody>
          <a:bodyPr/>
          <a:lstStyle/>
          <a:p>
            <a:fld id="{0F897CD2-57D8-4610-8E64-C03C1E4E4E05}" type="slidenum">
              <a:rPr lang="en-US" sz="1600" b="1" smtClean="0">
                <a:solidFill>
                  <a:schemeClr val="bg1"/>
                </a:solidFill>
              </a:rPr>
              <a:t>10</a:t>
            </a:fld>
            <a:endParaRPr lang="en-US" sz="16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297583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D5C5515-93AC-28C5-DBAF-E8F0684E991E}"/>
              </a:ext>
            </a:extLst>
          </p:cNvPr>
          <p:cNvSpPr/>
          <p:nvPr/>
        </p:nvSpPr>
        <p:spPr>
          <a:xfrm>
            <a:off x="5239077" y="856849"/>
            <a:ext cx="5213448" cy="1210123"/>
          </a:xfrm>
          <a:prstGeom prst="rect">
            <a:avLst/>
          </a:prstGeom>
          <a:solidFill>
            <a:srgbClr val="FFD9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Isosceles Triangle 25">
            <a:extLst>
              <a:ext uri="{FF2B5EF4-FFF2-40B4-BE49-F238E27FC236}">
                <a16:creationId xmlns:a16="http://schemas.microsoft.com/office/drawing/2014/main" id="{187A778D-2547-34D1-A5F5-97BC24E5AE17}"/>
              </a:ext>
            </a:extLst>
          </p:cNvPr>
          <p:cNvSpPr/>
          <p:nvPr/>
        </p:nvSpPr>
        <p:spPr>
          <a:xfrm rot="5400000">
            <a:off x="9876762" y="988753"/>
            <a:ext cx="1859690" cy="869879"/>
          </a:xfrm>
          <a:prstGeom prst="triangle">
            <a:avLst/>
          </a:prstGeom>
          <a:solidFill>
            <a:srgbClr val="FFD9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A836DBD-B06B-C6BB-0A42-DFA3BD67A78B}"/>
              </a:ext>
            </a:extLst>
          </p:cNvPr>
          <p:cNvSpPr txBox="1"/>
          <p:nvPr/>
        </p:nvSpPr>
        <p:spPr>
          <a:xfrm>
            <a:off x="5223162" y="869694"/>
            <a:ext cx="602786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600" dirty="0">
                <a:solidFill>
                  <a:schemeClr val="bg1"/>
                </a:solidFill>
                <a:latin typeface="Century Gothic" panose="020B0502020202020204" pitchFamily="34" charset="0"/>
              </a:rPr>
              <a:t>Learn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4ADFE021-7A52-F9D3-8D15-8995D4F0F921}"/>
              </a:ext>
            </a:extLst>
          </p:cNvPr>
          <p:cNvGrpSpPr/>
          <p:nvPr/>
        </p:nvGrpSpPr>
        <p:grpSpPr>
          <a:xfrm rot="18278007">
            <a:off x="513246" y="130367"/>
            <a:ext cx="5998332" cy="6071765"/>
            <a:chOff x="5436198" y="511241"/>
            <a:chExt cx="6314184" cy="6217518"/>
          </a:xfrm>
        </p:grpSpPr>
        <p:sp>
          <p:nvSpPr>
            <p:cNvPr id="4" name="Block Arc 1">
              <a:extLst>
                <a:ext uri="{FF2B5EF4-FFF2-40B4-BE49-F238E27FC236}">
                  <a16:creationId xmlns:a16="http://schemas.microsoft.com/office/drawing/2014/main" id="{3F548CDE-172C-5260-CE20-2F4807EE1972}"/>
                </a:ext>
              </a:extLst>
            </p:cNvPr>
            <p:cNvSpPr/>
            <p:nvPr/>
          </p:nvSpPr>
          <p:spPr>
            <a:xfrm rot="3037373">
              <a:off x="9392654" y="1530696"/>
              <a:ext cx="2314305" cy="715708"/>
            </a:xfrm>
            <a:custGeom>
              <a:avLst/>
              <a:gdLst>
                <a:gd name="connsiteX0" fmla="*/ 0 w 2391141"/>
                <a:gd name="connsiteY0" fmla="*/ 726679 h 1453358"/>
                <a:gd name="connsiteX1" fmla="*/ 1195571 w 2391141"/>
                <a:gd name="connsiteY1" fmla="*/ 0 h 1453358"/>
                <a:gd name="connsiteX2" fmla="*/ 2391142 w 2391141"/>
                <a:gd name="connsiteY2" fmla="*/ 726679 h 1453358"/>
                <a:gd name="connsiteX3" fmla="*/ 2027802 w 2391141"/>
                <a:gd name="connsiteY3" fmla="*/ 726679 h 1453358"/>
                <a:gd name="connsiteX4" fmla="*/ 1195571 w 2391141"/>
                <a:gd name="connsiteY4" fmla="*/ 363339 h 1453358"/>
                <a:gd name="connsiteX5" fmla="*/ 363340 w 2391141"/>
                <a:gd name="connsiteY5" fmla="*/ 726679 h 1453358"/>
                <a:gd name="connsiteX6" fmla="*/ 0 w 2391141"/>
                <a:gd name="connsiteY6" fmla="*/ 726679 h 1453358"/>
                <a:gd name="connsiteX0" fmla="*/ 0 w 2614878"/>
                <a:gd name="connsiteY0" fmla="*/ 727830 h 727830"/>
                <a:gd name="connsiteX1" fmla="*/ 1195571 w 2614878"/>
                <a:gd name="connsiteY1" fmla="*/ 1151 h 727830"/>
                <a:gd name="connsiteX2" fmla="*/ 2614878 w 2614878"/>
                <a:gd name="connsiteY2" fmla="*/ 611098 h 727830"/>
                <a:gd name="connsiteX3" fmla="*/ 2027802 w 2614878"/>
                <a:gd name="connsiteY3" fmla="*/ 727830 h 727830"/>
                <a:gd name="connsiteX4" fmla="*/ 1195571 w 2614878"/>
                <a:gd name="connsiteY4" fmla="*/ 364490 h 727830"/>
                <a:gd name="connsiteX5" fmla="*/ 363340 w 2614878"/>
                <a:gd name="connsiteY5" fmla="*/ 727830 h 727830"/>
                <a:gd name="connsiteX6" fmla="*/ 0 w 2614878"/>
                <a:gd name="connsiteY6" fmla="*/ 727830 h 727830"/>
                <a:gd name="connsiteX0" fmla="*/ 0 w 2614878"/>
                <a:gd name="connsiteY0" fmla="*/ 727830 h 727830"/>
                <a:gd name="connsiteX1" fmla="*/ 1195571 w 2614878"/>
                <a:gd name="connsiteY1" fmla="*/ 1151 h 727830"/>
                <a:gd name="connsiteX2" fmla="*/ 2614878 w 2614878"/>
                <a:gd name="connsiteY2" fmla="*/ 611098 h 727830"/>
                <a:gd name="connsiteX3" fmla="*/ 2251538 w 2614878"/>
                <a:gd name="connsiteY3" fmla="*/ 669464 h 727830"/>
                <a:gd name="connsiteX4" fmla="*/ 1195571 w 2614878"/>
                <a:gd name="connsiteY4" fmla="*/ 364490 h 727830"/>
                <a:gd name="connsiteX5" fmla="*/ 363340 w 2614878"/>
                <a:gd name="connsiteY5" fmla="*/ 727830 h 727830"/>
                <a:gd name="connsiteX6" fmla="*/ 0 w 2614878"/>
                <a:gd name="connsiteY6" fmla="*/ 727830 h 727830"/>
                <a:gd name="connsiteX0" fmla="*/ 0 w 2780249"/>
                <a:gd name="connsiteY0" fmla="*/ 590533 h 726720"/>
                <a:gd name="connsiteX1" fmla="*/ 1360942 w 2780249"/>
                <a:gd name="connsiteY1" fmla="*/ 41 h 726720"/>
                <a:gd name="connsiteX2" fmla="*/ 2780249 w 2780249"/>
                <a:gd name="connsiteY2" fmla="*/ 609988 h 726720"/>
                <a:gd name="connsiteX3" fmla="*/ 2416909 w 2780249"/>
                <a:gd name="connsiteY3" fmla="*/ 668354 h 726720"/>
                <a:gd name="connsiteX4" fmla="*/ 1360942 w 2780249"/>
                <a:gd name="connsiteY4" fmla="*/ 363380 h 726720"/>
                <a:gd name="connsiteX5" fmla="*/ 528711 w 2780249"/>
                <a:gd name="connsiteY5" fmla="*/ 726720 h 726720"/>
                <a:gd name="connsiteX6" fmla="*/ 0 w 2780249"/>
                <a:gd name="connsiteY6" fmla="*/ 590533 h 726720"/>
                <a:gd name="connsiteX0" fmla="*/ 0 w 2780249"/>
                <a:gd name="connsiteY0" fmla="*/ 590533 h 668354"/>
                <a:gd name="connsiteX1" fmla="*/ 1360942 w 2780249"/>
                <a:gd name="connsiteY1" fmla="*/ 41 h 668354"/>
                <a:gd name="connsiteX2" fmla="*/ 2780249 w 2780249"/>
                <a:gd name="connsiteY2" fmla="*/ 609988 h 668354"/>
                <a:gd name="connsiteX3" fmla="*/ 2416909 w 2780249"/>
                <a:gd name="connsiteY3" fmla="*/ 668354 h 668354"/>
                <a:gd name="connsiteX4" fmla="*/ 1360942 w 2780249"/>
                <a:gd name="connsiteY4" fmla="*/ 363380 h 668354"/>
                <a:gd name="connsiteX5" fmla="*/ 275792 w 2780249"/>
                <a:gd name="connsiteY5" fmla="*/ 639171 h 668354"/>
                <a:gd name="connsiteX6" fmla="*/ 0 w 2780249"/>
                <a:gd name="connsiteY6" fmla="*/ 590533 h 668354"/>
                <a:gd name="connsiteX0" fmla="*/ 0 w 2780249"/>
                <a:gd name="connsiteY0" fmla="*/ 590533 h 668354"/>
                <a:gd name="connsiteX1" fmla="*/ 1360942 w 2780249"/>
                <a:gd name="connsiteY1" fmla="*/ 41 h 668354"/>
                <a:gd name="connsiteX2" fmla="*/ 2780249 w 2780249"/>
                <a:gd name="connsiteY2" fmla="*/ 609988 h 668354"/>
                <a:gd name="connsiteX3" fmla="*/ 2416909 w 2780249"/>
                <a:gd name="connsiteY3" fmla="*/ 668354 h 668354"/>
                <a:gd name="connsiteX4" fmla="*/ 1351215 w 2780249"/>
                <a:gd name="connsiteY4" fmla="*/ 480112 h 668354"/>
                <a:gd name="connsiteX5" fmla="*/ 275792 w 2780249"/>
                <a:gd name="connsiteY5" fmla="*/ 639171 h 668354"/>
                <a:gd name="connsiteX6" fmla="*/ 0 w 2780249"/>
                <a:gd name="connsiteY6" fmla="*/ 590533 h 668354"/>
                <a:gd name="connsiteX0" fmla="*/ 0 w 2780249"/>
                <a:gd name="connsiteY0" fmla="*/ 590533 h 775358"/>
                <a:gd name="connsiteX1" fmla="*/ 1360942 w 2780249"/>
                <a:gd name="connsiteY1" fmla="*/ 41 h 775358"/>
                <a:gd name="connsiteX2" fmla="*/ 2780249 w 2780249"/>
                <a:gd name="connsiteY2" fmla="*/ 609988 h 775358"/>
                <a:gd name="connsiteX3" fmla="*/ 2329360 w 2780249"/>
                <a:gd name="connsiteY3" fmla="*/ 775358 h 775358"/>
                <a:gd name="connsiteX4" fmla="*/ 1351215 w 2780249"/>
                <a:gd name="connsiteY4" fmla="*/ 480112 h 775358"/>
                <a:gd name="connsiteX5" fmla="*/ 275792 w 2780249"/>
                <a:gd name="connsiteY5" fmla="*/ 639171 h 775358"/>
                <a:gd name="connsiteX6" fmla="*/ 0 w 2780249"/>
                <a:gd name="connsiteY6" fmla="*/ 590533 h 775358"/>
                <a:gd name="connsiteX0" fmla="*/ 0 w 2673245"/>
                <a:gd name="connsiteY0" fmla="*/ 600391 h 785216"/>
                <a:gd name="connsiteX1" fmla="*/ 1360942 w 2673245"/>
                <a:gd name="connsiteY1" fmla="*/ 9899 h 785216"/>
                <a:gd name="connsiteX2" fmla="*/ 2673245 w 2673245"/>
                <a:gd name="connsiteY2" fmla="*/ 405837 h 785216"/>
                <a:gd name="connsiteX3" fmla="*/ 2329360 w 2673245"/>
                <a:gd name="connsiteY3" fmla="*/ 785216 h 785216"/>
                <a:gd name="connsiteX4" fmla="*/ 1351215 w 2673245"/>
                <a:gd name="connsiteY4" fmla="*/ 489970 h 785216"/>
                <a:gd name="connsiteX5" fmla="*/ 275792 w 2673245"/>
                <a:gd name="connsiteY5" fmla="*/ 649029 h 785216"/>
                <a:gd name="connsiteX6" fmla="*/ 0 w 2673245"/>
                <a:gd name="connsiteY6" fmla="*/ 600391 h 785216"/>
                <a:gd name="connsiteX0" fmla="*/ 0 w 2673245"/>
                <a:gd name="connsiteY0" fmla="*/ 593348 h 778173"/>
                <a:gd name="connsiteX1" fmla="*/ 1360942 w 2673245"/>
                <a:gd name="connsiteY1" fmla="*/ 2856 h 778173"/>
                <a:gd name="connsiteX2" fmla="*/ 2673245 w 2673245"/>
                <a:gd name="connsiteY2" fmla="*/ 398794 h 778173"/>
                <a:gd name="connsiteX3" fmla="*/ 2329360 w 2673245"/>
                <a:gd name="connsiteY3" fmla="*/ 778173 h 778173"/>
                <a:gd name="connsiteX4" fmla="*/ 1351215 w 2673245"/>
                <a:gd name="connsiteY4" fmla="*/ 482927 h 778173"/>
                <a:gd name="connsiteX5" fmla="*/ 275792 w 2673245"/>
                <a:gd name="connsiteY5" fmla="*/ 641986 h 778173"/>
                <a:gd name="connsiteX6" fmla="*/ 0 w 2673245"/>
                <a:gd name="connsiteY6" fmla="*/ 593348 h 778173"/>
                <a:gd name="connsiteX0" fmla="*/ 0 w 2478691"/>
                <a:gd name="connsiteY0" fmla="*/ 293714 h 809279"/>
                <a:gd name="connsiteX1" fmla="*/ 1166388 w 2478691"/>
                <a:gd name="connsiteY1" fmla="*/ 33962 h 809279"/>
                <a:gd name="connsiteX2" fmla="*/ 2478691 w 2478691"/>
                <a:gd name="connsiteY2" fmla="*/ 429900 h 809279"/>
                <a:gd name="connsiteX3" fmla="*/ 2134806 w 2478691"/>
                <a:gd name="connsiteY3" fmla="*/ 809279 h 809279"/>
                <a:gd name="connsiteX4" fmla="*/ 1156661 w 2478691"/>
                <a:gd name="connsiteY4" fmla="*/ 514033 h 809279"/>
                <a:gd name="connsiteX5" fmla="*/ 81238 w 2478691"/>
                <a:gd name="connsiteY5" fmla="*/ 673092 h 809279"/>
                <a:gd name="connsiteX6" fmla="*/ 0 w 2478691"/>
                <a:gd name="connsiteY6" fmla="*/ 293714 h 809279"/>
                <a:gd name="connsiteX0" fmla="*/ 0 w 2478691"/>
                <a:gd name="connsiteY0" fmla="*/ 262275 h 777840"/>
                <a:gd name="connsiteX1" fmla="*/ 1166388 w 2478691"/>
                <a:gd name="connsiteY1" fmla="*/ 2523 h 777840"/>
                <a:gd name="connsiteX2" fmla="*/ 2478691 w 2478691"/>
                <a:gd name="connsiteY2" fmla="*/ 398461 h 777840"/>
                <a:gd name="connsiteX3" fmla="*/ 2134806 w 2478691"/>
                <a:gd name="connsiteY3" fmla="*/ 777840 h 777840"/>
                <a:gd name="connsiteX4" fmla="*/ 1156661 w 2478691"/>
                <a:gd name="connsiteY4" fmla="*/ 482594 h 777840"/>
                <a:gd name="connsiteX5" fmla="*/ 81238 w 2478691"/>
                <a:gd name="connsiteY5" fmla="*/ 641653 h 777840"/>
                <a:gd name="connsiteX6" fmla="*/ 0 w 2478691"/>
                <a:gd name="connsiteY6" fmla="*/ 262275 h 777840"/>
                <a:gd name="connsiteX0" fmla="*/ 0 w 2478691"/>
                <a:gd name="connsiteY0" fmla="*/ 262275 h 777841"/>
                <a:gd name="connsiteX1" fmla="*/ 1166388 w 2478691"/>
                <a:gd name="connsiteY1" fmla="*/ 2523 h 777841"/>
                <a:gd name="connsiteX2" fmla="*/ 2478691 w 2478691"/>
                <a:gd name="connsiteY2" fmla="*/ 398461 h 777841"/>
                <a:gd name="connsiteX3" fmla="*/ 2134806 w 2478691"/>
                <a:gd name="connsiteY3" fmla="*/ 777840 h 777841"/>
                <a:gd name="connsiteX4" fmla="*/ 1156661 w 2478691"/>
                <a:gd name="connsiteY4" fmla="*/ 482594 h 777841"/>
                <a:gd name="connsiteX5" fmla="*/ 178515 w 2478691"/>
                <a:gd name="connsiteY5" fmla="*/ 777841 h 777841"/>
                <a:gd name="connsiteX6" fmla="*/ 0 w 2478691"/>
                <a:gd name="connsiteY6" fmla="*/ 262275 h 777841"/>
                <a:gd name="connsiteX0" fmla="*/ 0 w 2478691"/>
                <a:gd name="connsiteY0" fmla="*/ 262275 h 777840"/>
                <a:gd name="connsiteX1" fmla="*/ 1166388 w 2478691"/>
                <a:gd name="connsiteY1" fmla="*/ 2523 h 777840"/>
                <a:gd name="connsiteX2" fmla="*/ 2478691 w 2478691"/>
                <a:gd name="connsiteY2" fmla="*/ 398461 h 777840"/>
                <a:gd name="connsiteX3" fmla="*/ 2134806 w 2478691"/>
                <a:gd name="connsiteY3" fmla="*/ 777840 h 777840"/>
                <a:gd name="connsiteX4" fmla="*/ 1156661 w 2478691"/>
                <a:gd name="connsiteY4" fmla="*/ 482594 h 777840"/>
                <a:gd name="connsiteX5" fmla="*/ 139604 w 2478691"/>
                <a:gd name="connsiteY5" fmla="*/ 748658 h 777840"/>
                <a:gd name="connsiteX6" fmla="*/ 0 w 2478691"/>
                <a:gd name="connsiteY6" fmla="*/ 262275 h 777840"/>
                <a:gd name="connsiteX0" fmla="*/ 0 w 2478691"/>
                <a:gd name="connsiteY0" fmla="*/ 262275 h 777840"/>
                <a:gd name="connsiteX1" fmla="*/ 1166388 w 2478691"/>
                <a:gd name="connsiteY1" fmla="*/ 2523 h 777840"/>
                <a:gd name="connsiteX2" fmla="*/ 2478691 w 2478691"/>
                <a:gd name="connsiteY2" fmla="*/ 398461 h 777840"/>
                <a:gd name="connsiteX3" fmla="*/ 2134806 w 2478691"/>
                <a:gd name="connsiteY3" fmla="*/ 777840 h 777840"/>
                <a:gd name="connsiteX4" fmla="*/ 1156661 w 2478691"/>
                <a:gd name="connsiteY4" fmla="*/ 482594 h 777840"/>
                <a:gd name="connsiteX5" fmla="*/ 139604 w 2478691"/>
                <a:gd name="connsiteY5" fmla="*/ 748658 h 777840"/>
                <a:gd name="connsiteX6" fmla="*/ 0 w 2478691"/>
                <a:gd name="connsiteY6" fmla="*/ 262275 h 777840"/>
                <a:gd name="connsiteX0" fmla="*/ 0 w 2478691"/>
                <a:gd name="connsiteY0" fmla="*/ 262275 h 797295"/>
                <a:gd name="connsiteX1" fmla="*/ 1166388 w 2478691"/>
                <a:gd name="connsiteY1" fmla="*/ 2523 h 797295"/>
                <a:gd name="connsiteX2" fmla="*/ 2478691 w 2478691"/>
                <a:gd name="connsiteY2" fmla="*/ 398461 h 797295"/>
                <a:gd name="connsiteX3" fmla="*/ 2144534 w 2478691"/>
                <a:gd name="connsiteY3" fmla="*/ 797295 h 797295"/>
                <a:gd name="connsiteX4" fmla="*/ 1156661 w 2478691"/>
                <a:gd name="connsiteY4" fmla="*/ 482594 h 797295"/>
                <a:gd name="connsiteX5" fmla="*/ 139604 w 2478691"/>
                <a:gd name="connsiteY5" fmla="*/ 748658 h 797295"/>
                <a:gd name="connsiteX6" fmla="*/ 0 w 2478691"/>
                <a:gd name="connsiteY6" fmla="*/ 262275 h 797295"/>
                <a:gd name="connsiteX0" fmla="*/ 0 w 2478691"/>
                <a:gd name="connsiteY0" fmla="*/ 262275 h 797295"/>
                <a:gd name="connsiteX1" fmla="*/ 1166388 w 2478691"/>
                <a:gd name="connsiteY1" fmla="*/ 2523 h 797295"/>
                <a:gd name="connsiteX2" fmla="*/ 2478691 w 2478691"/>
                <a:gd name="connsiteY2" fmla="*/ 398461 h 797295"/>
                <a:gd name="connsiteX3" fmla="*/ 2144534 w 2478691"/>
                <a:gd name="connsiteY3" fmla="*/ 797295 h 797295"/>
                <a:gd name="connsiteX4" fmla="*/ 1156661 w 2478691"/>
                <a:gd name="connsiteY4" fmla="*/ 482594 h 797295"/>
                <a:gd name="connsiteX5" fmla="*/ 139604 w 2478691"/>
                <a:gd name="connsiteY5" fmla="*/ 748658 h 797295"/>
                <a:gd name="connsiteX6" fmla="*/ 0 w 2478691"/>
                <a:gd name="connsiteY6" fmla="*/ 262275 h 797295"/>
                <a:gd name="connsiteX0" fmla="*/ 0 w 2309168"/>
                <a:gd name="connsiteY0" fmla="*/ 259772 h 794792"/>
                <a:gd name="connsiteX1" fmla="*/ 1166388 w 2309168"/>
                <a:gd name="connsiteY1" fmla="*/ 20 h 794792"/>
                <a:gd name="connsiteX2" fmla="*/ 2309168 w 2309168"/>
                <a:gd name="connsiteY2" fmla="*/ 270099 h 794792"/>
                <a:gd name="connsiteX3" fmla="*/ 2144534 w 2309168"/>
                <a:gd name="connsiteY3" fmla="*/ 794792 h 794792"/>
                <a:gd name="connsiteX4" fmla="*/ 1156661 w 2309168"/>
                <a:gd name="connsiteY4" fmla="*/ 480091 h 794792"/>
                <a:gd name="connsiteX5" fmla="*/ 139604 w 2309168"/>
                <a:gd name="connsiteY5" fmla="*/ 746155 h 794792"/>
                <a:gd name="connsiteX6" fmla="*/ 0 w 2309168"/>
                <a:gd name="connsiteY6" fmla="*/ 259772 h 794792"/>
                <a:gd name="connsiteX0" fmla="*/ 0 w 2309168"/>
                <a:gd name="connsiteY0" fmla="*/ 259772 h 794792"/>
                <a:gd name="connsiteX1" fmla="*/ 1166388 w 2309168"/>
                <a:gd name="connsiteY1" fmla="*/ 20 h 794792"/>
                <a:gd name="connsiteX2" fmla="*/ 2309168 w 2309168"/>
                <a:gd name="connsiteY2" fmla="*/ 270099 h 794792"/>
                <a:gd name="connsiteX3" fmla="*/ 2144534 w 2309168"/>
                <a:gd name="connsiteY3" fmla="*/ 794792 h 794792"/>
                <a:gd name="connsiteX4" fmla="*/ 1156661 w 2309168"/>
                <a:gd name="connsiteY4" fmla="*/ 480091 h 794792"/>
                <a:gd name="connsiteX5" fmla="*/ 139604 w 2309168"/>
                <a:gd name="connsiteY5" fmla="*/ 746155 h 794792"/>
                <a:gd name="connsiteX6" fmla="*/ 0 w 2309168"/>
                <a:gd name="connsiteY6" fmla="*/ 259772 h 794792"/>
                <a:gd name="connsiteX0" fmla="*/ 0 w 2309168"/>
                <a:gd name="connsiteY0" fmla="*/ 259772 h 746155"/>
                <a:gd name="connsiteX1" fmla="*/ 1166388 w 2309168"/>
                <a:gd name="connsiteY1" fmla="*/ 20 h 746155"/>
                <a:gd name="connsiteX2" fmla="*/ 2309168 w 2309168"/>
                <a:gd name="connsiteY2" fmla="*/ 270099 h 746155"/>
                <a:gd name="connsiteX3" fmla="*/ 2121417 w 2309168"/>
                <a:gd name="connsiteY3" fmla="*/ 707462 h 746155"/>
                <a:gd name="connsiteX4" fmla="*/ 1156661 w 2309168"/>
                <a:gd name="connsiteY4" fmla="*/ 480091 h 746155"/>
                <a:gd name="connsiteX5" fmla="*/ 139604 w 2309168"/>
                <a:gd name="connsiteY5" fmla="*/ 746155 h 746155"/>
                <a:gd name="connsiteX6" fmla="*/ 0 w 2309168"/>
                <a:gd name="connsiteY6" fmla="*/ 259772 h 746155"/>
                <a:gd name="connsiteX0" fmla="*/ 0 w 2309168"/>
                <a:gd name="connsiteY0" fmla="*/ 259772 h 746155"/>
                <a:gd name="connsiteX1" fmla="*/ 1166388 w 2309168"/>
                <a:gd name="connsiteY1" fmla="*/ 20 h 746155"/>
                <a:gd name="connsiteX2" fmla="*/ 2309168 w 2309168"/>
                <a:gd name="connsiteY2" fmla="*/ 270099 h 746155"/>
                <a:gd name="connsiteX3" fmla="*/ 2121417 w 2309168"/>
                <a:gd name="connsiteY3" fmla="*/ 707462 h 746155"/>
                <a:gd name="connsiteX4" fmla="*/ 1156661 w 2309168"/>
                <a:gd name="connsiteY4" fmla="*/ 480091 h 746155"/>
                <a:gd name="connsiteX5" fmla="*/ 139604 w 2309168"/>
                <a:gd name="connsiteY5" fmla="*/ 746155 h 746155"/>
                <a:gd name="connsiteX6" fmla="*/ 0 w 2309168"/>
                <a:gd name="connsiteY6" fmla="*/ 259772 h 746155"/>
                <a:gd name="connsiteX0" fmla="*/ 0 w 2309168"/>
                <a:gd name="connsiteY0" fmla="*/ 226793 h 746567"/>
                <a:gd name="connsiteX1" fmla="*/ 1166388 w 2309168"/>
                <a:gd name="connsiteY1" fmla="*/ 432 h 746567"/>
                <a:gd name="connsiteX2" fmla="*/ 2309168 w 2309168"/>
                <a:gd name="connsiteY2" fmla="*/ 270511 h 746567"/>
                <a:gd name="connsiteX3" fmla="*/ 2121417 w 2309168"/>
                <a:gd name="connsiteY3" fmla="*/ 707874 h 746567"/>
                <a:gd name="connsiteX4" fmla="*/ 1156661 w 2309168"/>
                <a:gd name="connsiteY4" fmla="*/ 480503 h 746567"/>
                <a:gd name="connsiteX5" fmla="*/ 139604 w 2309168"/>
                <a:gd name="connsiteY5" fmla="*/ 746567 h 746567"/>
                <a:gd name="connsiteX6" fmla="*/ 0 w 2309168"/>
                <a:gd name="connsiteY6" fmla="*/ 226793 h 746567"/>
                <a:gd name="connsiteX0" fmla="*/ 0 w 2309168"/>
                <a:gd name="connsiteY0" fmla="*/ 226663 h 746437"/>
                <a:gd name="connsiteX1" fmla="*/ 1166388 w 2309168"/>
                <a:gd name="connsiteY1" fmla="*/ 302 h 746437"/>
                <a:gd name="connsiteX2" fmla="*/ 2309168 w 2309168"/>
                <a:gd name="connsiteY2" fmla="*/ 270381 h 746437"/>
                <a:gd name="connsiteX3" fmla="*/ 2121417 w 2309168"/>
                <a:gd name="connsiteY3" fmla="*/ 707744 h 746437"/>
                <a:gd name="connsiteX4" fmla="*/ 1156661 w 2309168"/>
                <a:gd name="connsiteY4" fmla="*/ 480373 h 746437"/>
                <a:gd name="connsiteX5" fmla="*/ 139604 w 2309168"/>
                <a:gd name="connsiteY5" fmla="*/ 746437 h 746437"/>
                <a:gd name="connsiteX6" fmla="*/ 0 w 2309168"/>
                <a:gd name="connsiteY6" fmla="*/ 226663 h 746437"/>
                <a:gd name="connsiteX0" fmla="*/ 0 w 2309168"/>
                <a:gd name="connsiteY0" fmla="*/ 226614 h 746388"/>
                <a:gd name="connsiteX1" fmla="*/ 1166388 w 2309168"/>
                <a:gd name="connsiteY1" fmla="*/ 253 h 746388"/>
                <a:gd name="connsiteX2" fmla="*/ 2309168 w 2309168"/>
                <a:gd name="connsiteY2" fmla="*/ 270332 h 746388"/>
                <a:gd name="connsiteX3" fmla="*/ 2121417 w 2309168"/>
                <a:gd name="connsiteY3" fmla="*/ 707695 h 746388"/>
                <a:gd name="connsiteX4" fmla="*/ 1156661 w 2309168"/>
                <a:gd name="connsiteY4" fmla="*/ 480324 h 746388"/>
                <a:gd name="connsiteX5" fmla="*/ 139604 w 2309168"/>
                <a:gd name="connsiteY5" fmla="*/ 746388 h 746388"/>
                <a:gd name="connsiteX6" fmla="*/ 0 w 2309168"/>
                <a:gd name="connsiteY6" fmla="*/ 226614 h 746388"/>
                <a:gd name="connsiteX0" fmla="*/ 0 w 2309168"/>
                <a:gd name="connsiteY0" fmla="*/ 231692 h 746328"/>
                <a:gd name="connsiteX1" fmla="*/ 1166388 w 2309168"/>
                <a:gd name="connsiteY1" fmla="*/ 193 h 746328"/>
                <a:gd name="connsiteX2" fmla="*/ 2309168 w 2309168"/>
                <a:gd name="connsiteY2" fmla="*/ 270272 h 746328"/>
                <a:gd name="connsiteX3" fmla="*/ 2121417 w 2309168"/>
                <a:gd name="connsiteY3" fmla="*/ 707635 h 746328"/>
                <a:gd name="connsiteX4" fmla="*/ 1156661 w 2309168"/>
                <a:gd name="connsiteY4" fmla="*/ 480264 h 746328"/>
                <a:gd name="connsiteX5" fmla="*/ 139604 w 2309168"/>
                <a:gd name="connsiteY5" fmla="*/ 746328 h 746328"/>
                <a:gd name="connsiteX6" fmla="*/ 0 w 2309168"/>
                <a:gd name="connsiteY6" fmla="*/ 231692 h 746328"/>
                <a:gd name="connsiteX0" fmla="*/ 0 w 2309168"/>
                <a:gd name="connsiteY0" fmla="*/ 231692 h 707635"/>
                <a:gd name="connsiteX1" fmla="*/ 1166388 w 2309168"/>
                <a:gd name="connsiteY1" fmla="*/ 193 h 707635"/>
                <a:gd name="connsiteX2" fmla="*/ 2309168 w 2309168"/>
                <a:gd name="connsiteY2" fmla="*/ 270272 h 707635"/>
                <a:gd name="connsiteX3" fmla="*/ 2121417 w 2309168"/>
                <a:gd name="connsiteY3" fmla="*/ 707635 h 707635"/>
                <a:gd name="connsiteX4" fmla="*/ 1156661 w 2309168"/>
                <a:gd name="connsiteY4" fmla="*/ 480264 h 707635"/>
                <a:gd name="connsiteX5" fmla="*/ 172995 w 2309168"/>
                <a:gd name="connsiteY5" fmla="*/ 684683 h 707635"/>
                <a:gd name="connsiteX6" fmla="*/ 0 w 2309168"/>
                <a:gd name="connsiteY6" fmla="*/ 231692 h 707635"/>
                <a:gd name="connsiteX0" fmla="*/ 0 w 2309168"/>
                <a:gd name="connsiteY0" fmla="*/ 231692 h 707635"/>
                <a:gd name="connsiteX1" fmla="*/ 1166388 w 2309168"/>
                <a:gd name="connsiteY1" fmla="*/ 193 h 707635"/>
                <a:gd name="connsiteX2" fmla="*/ 2309168 w 2309168"/>
                <a:gd name="connsiteY2" fmla="*/ 270272 h 707635"/>
                <a:gd name="connsiteX3" fmla="*/ 2121417 w 2309168"/>
                <a:gd name="connsiteY3" fmla="*/ 707635 h 707635"/>
                <a:gd name="connsiteX4" fmla="*/ 1156661 w 2309168"/>
                <a:gd name="connsiteY4" fmla="*/ 480264 h 707635"/>
                <a:gd name="connsiteX5" fmla="*/ 172995 w 2309168"/>
                <a:gd name="connsiteY5" fmla="*/ 684683 h 707635"/>
                <a:gd name="connsiteX6" fmla="*/ 0 w 2309168"/>
                <a:gd name="connsiteY6" fmla="*/ 231692 h 707635"/>
                <a:gd name="connsiteX0" fmla="*/ 0 w 2309168"/>
                <a:gd name="connsiteY0" fmla="*/ 231692 h 715340"/>
                <a:gd name="connsiteX1" fmla="*/ 1166388 w 2309168"/>
                <a:gd name="connsiteY1" fmla="*/ 193 h 715340"/>
                <a:gd name="connsiteX2" fmla="*/ 2309168 w 2309168"/>
                <a:gd name="connsiteY2" fmla="*/ 270272 h 715340"/>
                <a:gd name="connsiteX3" fmla="*/ 2123986 w 2309168"/>
                <a:gd name="connsiteY3" fmla="*/ 715340 h 715340"/>
                <a:gd name="connsiteX4" fmla="*/ 1156661 w 2309168"/>
                <a:gd name="connsiteY4" fmla="*/ 480264 h 715340"/>
                <a:gd name="connsiteX5" fmla="*/ 172995 w 2309168"/>
                <a:gd name="connsiteY5" fmla="*/ 684683 h 715340"/>
                <a:gd name="connsiteX6" fmla="*/ 0 w 2309168"/>
                <a:gd name="connsiteY6" fmla="*/ 231692 h 715340"/>
                <a:gd name="connsiteX0" fmla="*/ 0 w 2309168"/>
                <a:gd name="connsiteY0" fmla="*/ 231692 h 715340"/>
                <a:gd name="connsiteX1" fmla="*/ 1166388 w 2309168"/>
                <a:gd name="connsiteY1" fmla="*/ 193 h 715340"/>
                <a:gd name="connsiteX2" fmla="*/ 2309168 w 2309168"/>
                <a:gd name="connsiteY2" fmla="*/ 270272 h 715340"/>
                <a:gd name="connsiteX3" fmla="*/ 2123986 w 2309168"/>
                <a:gd name="connsiteY3" fmla="*/ 715340 h 715340"/>
                <a:gd name="connsiteX4" fmla="*/ 1156661 w 2309168"/>
                <a:gd name="connsiteY4" fmla="*/ 480264 h 715340"/>
                <a:gd name="connsiteX5" fmla="*/ 172995 w 2309168"/>
                <a:gd name="connsiteY5" fmla="*/ 684683 h 715340"/>
                <a:gd name="connsiteX6" fmla="*/ 0 w 2309168"/>
                <a:gd name="connsiteY6" fmla="*/ 231692 h 715340"/>
                <a:gd name="connsiteX0" fmla="*/ 0 w 2309168"/>
                <a:gd name="connsiteY0" fmla="*/ 231692 h 715340"/>
                <a:gd name="connsiteX1" fmla="*/ 1166388 w 2309168"/>
                <a:gd name="connsiteY1" fmla="*/ 193 h 715340"/>
                <a:gd name="connsiteX2" fmla="*/ 2309168 w 2309168"/>
                <a:gd name="connsiteY2" fmla="*/ 270272 h 715340"/>
                <a:gd name="connsiteX3" fmla="*/ 2123986 w 2309168"/>
                <a:gd name="connsiteY3" fmla="*/ 715340 h 715340"/>
                <a:gd name="connsiteX4" fmla="*/ 1156661 w 2309168"/>
                <a:gd name="connsiteY4" fmla="*/ 480264 h 715340"/>
                <a:gd name="connsiteX5" fmla="*/ 172995 w 2309168"/>
                <a:gd name="connsiteY5" fmla="*/ 684683 h 715340"/>
                <a:gd name="connsiteX6" fmla="*/ 0 w 2309168"/>
                <a:gd name="connsiteY6" fmla="*/ 231692 h 715340"/>
                <a:gd name="connsiteX0" fmla="*/ 0 w 2314305"/>
                <a:gd name="connsiteY0" fmla="*/ 231543 h 715191"/>
                <a:gd name="connsiteX1" fmla="*/ 1166388 w 2314305"/>
                <a:gd name="connsiteY1" fmla="*/ 44 h 715191"/>
                <a:gd name="connsiteX2" fmla="*/ 2314305 w 2314305"/>
                <a:gd name="connsiteY2" fmla="*/ 249575 h 715191"/>
                <a:gd name="connsiteX3" fmla="*/ 2123986 w 2314305"/>
                <a:gd name="connsiteY3" fmla="*/ 715191 h 715191"/>
                <a:gd name="connsiteX4" fmla="*/ 1156661 w 2314305"/>
                <a:gd name="connsiteY4" fmla="*/ 480115 h 715191"/>
                <a:gd name="connsiteX5" fmla="*/ 172995 w 2314305"/>
                <a:gd name="connsiteY5" fmla="*/ 684534 h 715191"/>
                <a:gd name="connsiteX6" fmla="*/ 0 w 2314305"/>
                <a:gd name="connsiteY6" fmla="*/ 231543 h 715191"/>
                <a:gd name="connsiteX0" fmla="*/ 0 w 2314305"/>
                <a:gd name="connsiteY0" fmla="*/ 231543 h 715191"/>
                <a:gd name="connsiteX1" fmla="*/ 1166388 w 2314305"/>
                <a:gd name="connsiteY1" fmla="*/ 44 h 715191"/>
                <a:gd name="connsiteX2" fmla="*/ 2314305 w 2314305"/>
                <a:gd name="connsiteY2" fmla="*/ 249575 h 715191"/>
                <a:gd name="connsiteX3" fmla="*/ 2123986 w 2314305"/>
                <a:gd name="connsiteY3" fmla="*/ 715191 h 715191"/>
                <a:gd name="connsiteX4" fmla="*/ 1156661 w 2314305"/>
                <a:gd name="connsiteY4" fmla="*/ 480115 h 715191"/>
                <a:gd name="connsiteX5" fmla="*/ 172995 w 2314305"/>
                <a:gd name="connsiteY5" fmla="*/ 684534 h 715191"/>
                <a:gd name="connsiteX6" fmla="*/ 0 w 2314305"/>
                <a:gd name="connsiteY6" fmla="*/ 231543 h 715191"/>
                <a:gd name="connsiteX0" fmla="*/ 0 w 2314305"/>
                <a:gd name="connsiteY0" fmla="*/ 231550 h 715198"/>
                <a:gd name="connsiteX1" fmla="*/ 1166388 w 2314305"/>
                <a:gd name="connsiteY1" fmla="*/ 51 h 715198"/>
                <a:gd name="connsiteX2" fmla="*/ 2314305 w 2314305"/>
                <a:gd name="connsiteY2" fmla="*/ 249582 h 715198"/>
                <a:gd name="connsiteX3" fmla="*/ 2123986 w 2314305"/>
                <a:gd name="connsiteY3" fmla="*/ 715198 h 715198"/>
                <a:gd name="connsiteX4" fmla="*/ 1156661 w 2314305"/>
                <a:gd name="connsiteY4" fmla="*/ 480122 h 715198"/>
                <a:gd name="connsiteX5" fmla="*/ 172995 w 2314305"/>
                <a:gd name="connsiteY5" fmla="*/ 684541 h 715198"/>
                <a:gd name="connsiteX6" fmla="*/ 0 w 2314305"/>
                <a:gd name="connsiteY6" fmla="*/ 231550 h 715198"/>
                <a:gd name="connsiteX0" fmla="*/ 0 w 2314305"/>
                <a:gd name="connsiteY0" fmla="*/ 233092 h 716740"/>
                <a:gd name="connsiteX1" fmla="*/ 1166388 w 2314305"/>
                <a:gd name="connsiteY1" fmla="*/ 1593 h 716740"/>
                <a:gd name="connsiteX2" fmla="*/ 2314305 w 2314305"/>
                <a:gd name="connsiteY2" fmla="*/ 251124 h 716740"/>
                <a:gd name="connsiteX3" fmla="*/ 2123986 w 2314305"/>
                <a:gd name="connsiteY3" fmla="*/ 716740 h 716740"/>
                <a:gd name="connsiteX4" fmla="*/ 1156661 w 2314305"/>
                <a:gd name="connsiteY4" fmla="*/ 481664 h 716740"/>
                <a:gd name="connsiteX5" fmla="*/ 172995 w 2314305"/>
                <a:gd name="connsiteY5" fmla="*/ 686083 h 716740"/>
                <a:gd name="connsiteX6" fmla="*/ 0 w 2314305"/>
                <a:gd name="connsiteY6" fmla="*/ 233092 h 716740"/>
                <a:gd name="connsiteX0" fmla="*/ 0 w 2314305"/>
                <a:gd name="connsiteY0" fmla="*/ 231523 h 715171"/>
                <a:gd name="connsiteX1" fmla="*/ 1166388 w 2314305"/>
                <a:gd name="connsiteY1" fmla="*/ 24 h 715171"/>
                <a:gd name="connsiteX2" fmla="*/ 2314305 w 2314305"/>
                <a:gd name="connsiteY2" fmla="*/ 249555 h 715171"/>
                <a:gd name="connsiteX3" fmla="*/ 2123986 w 2314305"/>
                <a:gd name="connsiteY3" fmla="*/ 715171 h 715171"/>
                <a:gd name="connsiteX4" fmla="*/ 1156661 w 2314305"/>
                <a:gd name="connsiteY4" fmla="*/ 480095 h 715171"/>
                <a:gd name="connsiteX5" fmla="*/ 172995 w 2314305"/>
                <a:gd name="connsiteY5" fmla="*/ 684514 h 715171"/>
                <a:gd name="connsiteX6" fmla="*/ 0 w 2314305"/>
                <a:gd name="connsiteY6" fmla="*/ 231523 h 715171"/>
                <a:gd name="connsiteX0" fmla="*/ 0 w 2314305"/>
                <a:gd name="connsiteY0" fmla="*/ 231550 h 715198"/>
                <a:gd name="connsiteX1" fmla="*/ 1166388 w 2314305"/>
                <a:gd name="connsiteY1" fmla="*/ 51 h 715198"/>
                <a:gd name="connsiteX2" fmla="*/ 2314305 w 2314305"/>
                <a:gd name="connsiteY2" fmla="*/ 249582 h 715198"/>
                <a:gd name="connsiteX3" fmla="*/ 2123986 w 2314305"/>
                <a:gd name="connsiteY3" fmla="*/ 715198 h 715198"/>
                <a:gd name="connsiteX4" fmla="*/ 1156661 w 2314305"/>
                <a:gd name="connsiteY4" fmla="*/ 480122 h 715198"/>
                <a:gd name="connsiteX5" fmla="*/ 172995 w 2314305"/>
                <a:gd name="connsiteY5" fmla="*/ 684541 h 715198"/>
                <a:gd name="connsiteX6" fmla="*/ 0 w 2314305"/>
                <a:gd name="connsiteY6" fmla="*/ 231550 h 715198"/>
                <a:gd name="connsiteX0" fmla="*/ 0 w 2314305"/>
                <a:gd name="connsiteY0" fmla="*/ 232088 h 715736"/>
                <a:gd name="connsiteX1" fmla="*/ 1166388 w 2314305"/>
                <a:gd name="connsiteY1" fmla="*/ 589 h 715736"/>
                <a:gd name="connsiteX2" fmla="*/ 2314305 w 2314305"/>
                <a:gd name="connsiteY2" fmla="*/ 250120 h 715736"/>
                <a:gd name="connsiteX3" fmla="*/ 2123986 w 2314305"/>
                <a:gd name="connsiteY3" fmla="*/ 715736 h 715736"/>
                <a:gd name="connsiteX4" fmla="*/ 1156661 w 2314305"/>
                <a:gd name="connsiteY4" fmla="*/ 480660 h 715736"/>
                <a:gd name="connsiteX5" fmla="*/ 172995 w 2314305"/>
                <a:gd name="connsiteY5" fmla="*/ 685079 h 715736"/>
                <a:gd name="connsiteX6" fmla="*/ 0 w 2314305"/>
                <a:gd name="connsiteY6" fmla="*/ 232088 h 715736"/>
                <a:gd name="connsiteX0" fmla="*/ 0 w 2314305"/>
                <a:gd name="connsiteY0" fmla="*/ 232088 h 715736"/>
                <a:gd name="connsiteX1" fmla="*/ 1166388 w 2314305"/>
                <a:gd name="connsiteY1" fmla="*/ 589 h 715736"/>
                <a:gd name="connsiteX2" fmla="*/ 2314305 w 2314305"/>
                <a:gd name="connsiteY2" fmla="*/ 250120 h 715736"/>
                <a:gd name="connsiteX3" fmla="*/ 2123986 w 2314305"/>
                <a:gd name="connsiteY3" fmla="*/ 715736 h 715736"/>
                <a:gd name="connsiteX4" fmla="*/ 1156661 w 2314305"/>
                <a:gd name="connsiteY4" fmla="*/ 480660 h 715736"/>
                <a:gd name="connsiteX5" fmla="*/ 172995 w 2314305"/>
                <a:gd name="connsiteY5" fmla="*/ 685079 h 715736"/>
                <a:gd name="connsiteX6" fmla="*/ 0 w 2314305"/>
                <a:gd name="connsiteY6" fmla="*/ 232088 h 715736"/>
                <a:gd name="connsiteX0" fmla="*/ 0 w 2314305"/>
                <a:gd name="connsiteY0" fmla="*/ 232088 h 715736"/>
                <a:gd name="connsiteX1" fmla="*/ 1166388 w 2314305"/>
                <a:gd name="connsiteY1" fmla="*/ 589 h 715736"/>
                <a:gd name="connsiteX2" fmla="*/ 2314305 w 2314305"/>
                <a:gd name="connsiteY2" fmla="*/ 250120 h 715736"/>
                <a:gd name="connsiteX3" fmla="*/ 2123986 w 2314305"/>
                <a:gd name="connsiteY3" fmla="*/ 715736 h 715736"/>
                <a:gd name="connsiteX4" fmla="*/ 1156661 w 2314305"/>
                <a:gd name="connsiteY4" fmla="*/ 480660 h 715736"/>
                <a:gd name="connsiteX5" fmla="*/ 172995 w 2314305"/>
                <a:gd name="connsiteY5" fmla="*/ 685079 h 715736"/>
                <a:gd name="connsiteX6" fmla="*/ 0 w 2314305"/>
                <a:gd name="connsiteY6" fmla="*/ 232088 h 715736"/>
                <a:gd name="connsiteX0" fmla="*/ 0 w 2314305"/>
                <a:gd name="connsiteY0" fmla="*/ 232060 h 715708"/>
                <a:gd name="connsiteX1" fmla="*/ 1166388 w 2314305"/>
                <a:gd name="connsiteY1" fmla="*/ 561 h 715708"/>
                <a:gd name="connsiteX2" fmla="*/ 2314305 w 2314305"/>
                <a:gd name="connsiteY2" fmla="*/ 250092 h 715708"/>
                <a:gd name="connsiteX3" fmla="*/ 2123986 w 2314305"/>
                <a:gd name="connsiteY3" fmla="*/ 715708 h 715708"/>
                <a:gd name="connsiteX4" fmla="*/ 1156661 w 2314305"/>
                <a:gd name="connsiteY4" fmla="*/ 480632 h 715708"/>
                <a:gd name="connsiteX5" fmla="*/ 172995 w 2314305"/>
                <a:gd name="connsiteY5" fmla="*/ 685051 h 715708"/>
                <a:gd name="connsiteX6" fmla="*/ 0 w 2314305"/>
                <a:gd name="connsiteY6" fmla="*/ 232060 h 7157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314305" h="715708">
                  <a:moveTo>
                    <a:pt x="0" y="232060"/>
                  </a:moveTo>
                  <a:cubicBezTo>
                    <a:pt x="116349" y="135016"/>
                    <a:pt x="772966" y="-10150"/>
                    <a:pt x="1166388" y="561"/>
                  </a:cubicBezTo>
                  <a:cubicBezTo>
                    <a:pt x="1559810" y="11272"/>
                    <a:pt x="1962415" y="54514"/>
                    <a:pt x="2314305" y="250092"/>
                  </a:cubicBezTo>
                  <a:cubicBezTo>
                    <a:pt x="2236857" y="411910"/>
                    <a:pt x="2305049" y="284904"/>
                    <a:pt x="2123986" y="715708"/>
                  </a:cubicBezTo>
                  <a:cubicBezTo>
                    <a:pt x="2077752" y="646036"/>
                    <a:pt x="1616289" y="480632"/>
                    <a:pt x="1156661" y="480632"/>
                  </a:cubicBezTo>
                  <a:cubicBezTo>
                    <a:pt x="697033" y="480632"/>
                    <a:pt x="257593" y="589531"/>
                    <a:pt x="172995" y="685051"/>
                  </a:cubicBezTo>
                  <a:lnTo>
                    <a:pt x="0" y="232060"/>
                  </a:lnTo>
                  <a:close/>
                </a:path>
              </a:pathLst>
            </a:custGeom>
            <a:solidFill>
              <a:srgbClr val="F18120"/>
            </a:solidFill>
            <a:ln>
              <a:solidFill>
                <a:srgbClr val="F1812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6" name="Block Arc 1">
              <a:extLst>
                <a:ext uri="{FF2B5EF4-FFF2-40B4-BE49-F238E27FC236}">
                  <a16:creationId xmlns:a16="http://schemas.microsoft.com/office/drawing/2014/main" id="{77F81D69-D021-608D-0773-D3DDE81CC74F}"/>
                </a:ext>
              </a:extLst>
            </p:cNvPr>
            <p:cNvSpPr/>
            <p:nvPr/>
          </p:nvSpPr>
          <p:spPr>
            <a:xfrm rot="9231251">
              <a:off x="8493305" y="5452344"/>
              <a:ext cx="2314305" cy="715708"/>
            </a:xfrm>
            <a:custGeom>
              <a:avLst/>
              <a:gdLst>
                <a:gd name="connsiteX0" fmla="*/ 0 w 2391141"/>
                <a:gd name="connsiteY0" fmla="*/ 726679 h 1453358"/>
                <a:gd name="connsiteX1" fmla="*/ 1195571 w 2391141"/>
                <a:gd name="connsiteY1" fmla="*/ 0 h 1453358"/>
                <a:gd name="connsiteX2" fmla="*/ 2391142 w 2391141"/>
                <a:gd name="connsiteY2" fmla="*/ 726679 h 1453358"/>
                <a:gd name="connsiteX3" fmla="*/ 2027802 w 2391141"/>
                <a:gd name="connsiteY3" fmla="*/ 726679 h 1453358"/>
                <a:gd name="connsiteX4" fmla="*/ 1195571 w 2391141"/>
                <a:gd name="connsiteY4" fmla="*/ 363339 h 1453358"/>
                <a:gd name="connsiteX5" fmla="*/ 363340 w 2391141"/>
                <a:gd name="connsiteY5" fmla="*/ 726679 h 1453358"/>
                <a:gd name="connsiteX6" fmla="*/ 0 w 2391141"/>
                <a:gd name="connsiteY6" fmla="*/ 726679 h 1453358"/>
                <a:gd name="connsiteX0" fmla="*/ 0 w 2614878"/>
                <a:gd name="connsiteY0" fmla="*/ 727830 h 727830"/>
                <a:gd name="connsiteX1" fmla="*/ 1195571 w 2614878"/>
                <a:gd name="connsiteY1" fmla="*/ 1151 h 727830"/>
                <a:gd name="connsiteX2" fmla="*/ 2614878 w 2614878"/>
                <a:gd name="connsiteY2" fmla="*/ 611098 h 727830"/>
                <a:gd name="connsiteX3" fmla="*/ 2027802 w 2614878"/>
                <a:gd name="connsiteY3" fmla="*/ 727830 h 727830"/>
                <a:gd name="connsiteX4" fmla="*/ 1195571 w 2614878"/>
                <a:gd name="connsiteY4" fmla="*/ 364490 h 727830"/>
                <a:gd name="connsiteX5" fmla="*/ 363340 w 2614878"/>
                <a:gd name="connsiteY5" fmla="*/ 727830 h 727830"/>
                <a:gd name="connsiteX6" fmla="*/ 0 w 2614878"/>
                <a:gd name="connsiteY6" fmla="*/ 727830 h 727830"/>
                <a:gd name="connsiteX0" fmla="*/ 0 w 2614878"/>
                <a:gd name="connsiteY0" fmla="*/ 727830 h 727830"/>
                <a:gd name="connsiteX1" fmla="*/ 1195571 w 2614878"/>
                <a:gd name="connsiteY1" fmla="*/ 1151 h 727830"/>
                <a:gd name="connsiteX2" fmla="*/ 2614878 w 2614878"/>
                <a:gd name="connsiteY2" fmla="*/ 611098 h 727830"/>
                <a:gd name="connsiteX3" fmla="*/ 2251538 w 2614878"/>
                <a:gd name="connsiteY3" fmla="*/ 669464 h 727830"/>
                <a:gd name="connsiteX4" fmla="*/ 1195571 w 2614878"/>
                <a:gd name="connsiteY4" fmla="*/ 364490 h 727830"/>
                <a:gd name="connsiteX5" fmla="*/ 363340 w 2614878"/>
                <a:gd name="connsiteY5" fmla="*/ 727830 h 727830"/>
                <a:gd name="connsiteX6" fmla="*/ 0 w 2614878"/>
                <a:gd name="connsiteY6" fmla="*/ 727830 h 727830"/>
                <a:gd name="connsiteX0" fmla="*/ 0 w 2780249"/>
                <a:gd name="connsiteY0" fmla="*/ 590533 h 726720"/>
                <a:gd name="connsiteX1" fmla="*/ 1360942 w 2780249"/>
                <a:gd name="connsiteY1" fmla="*/ 41 h 726720"/>
                <a:gd name="connsiteX2" fmla="*/ 2780249 w 2780249"/>
                <a:gd name="connsiteY2" fmla="*/ 609988 h 726720"/>
                <a:gd name="connsiteX3" fmla="*/ 2416909 w 2780249"/>
                <a:gd name="connsiteY3" fmla="*/ 668354 h 726720"/>
                <a:gd name="connsiteX4" fmla="*/ 1360942 w 2780249"/>
                <a:gd name="connsiteY4" fmla="*/ 363380 h 726720"/>
                <a:gd name="connsiteX5" fmla="*/ 528711 w 2780249"/>
                <a:gd name="connsiteY5" fmla="*/ 726720 h 726720"/>
                <a:gd name="connsiteX6" fmla="*/ 0 w 2780249"/>
                <a:gd name="connsiteY6" fmla="*/ 590533 h 726720"/>
                <a:gd name="connsiteX0" fmla="*/ 0 w 2780249"/>
                <a:gd name="connsiteY0" fmla="*/ 590533 h 668354"/>
                <a:gd name="connsiteX1" fmla="*/ 1360942 w 2780249"/>
                <a:gd name="connsiteY1" fmla="*/ 41 h 668354"/>
                <a:gd name="connsiteX2" fmla="*/ 2780249 w 2780249"/>
                <a:gd name="connsiteY2" fmla="*/ 609988 h 668354"/>
                <a:gd name="connsiteX3" fmla="*/ 2416909 w 2780249"/>
                <a:gd name="connsiteY3" fmla="*/ 668354 h 668354"/>
                <a:gd name="connsiteX4" fmla="*/ 1360942 w 2780249"/>
                <a:gd name="connsiteY4" fmla="*/ 363380 h 668354"/>
                <a:gd name="connsiteX5" fmla="*/ 275792 w 2780249"/>
                <a:gd name="connsiteY5" fmla="*/ 639171 h 668354"/>
                <a:gd name="connsiteX6" fmla="*/ 0 w 2780249"/>
                <a:gd name="connsiteY6" fmla="*/ 590533 h 668354"/>
                <a:gd name="connsiteX0" fmla="*/ 0 w 2780249"/>
                <a:gd name="connsiteY0" fmla="*/ 590533 h 668354"/>
                <a:gd name="connsiteX1" fmla="*/ 1360942 w 2780249"/>
                <a:gd name="connsiteY1" fmla="*/ 41 h 668354"/>
                <a:gd name="connsiteX2" fmla="*/ 2780249 w 2780249"/>
                <a:gd name="connsiteY2" fmla="*/ 609988 h 668354"/>
                <a:gd name="connsiteX3" fmla="*/ 2416909 w 2780249"/>
                <a:gd name="connsiteY3" fmla="*/ 668354 h 668354"/>
                <a:gd name="connsiteX4" fmla="*/ 1351215 w 2780249"/>
                <a:gd name="connsiteY4" fmla="*/ 480112 h 668354"/>
                <a:gd name="connsiteX5" fmla="*/ 275792 w 2780249"/>
                <a:gd name="connsiteY5" fmla="*/ 639171 h 668354"/>
                <a:gd name="connsiteX6" fmla="*/ 0 w 2780249"/>
                <a:gd name="connsiteY6" fmla="*/ 590533 h 668354"/>
                <a:gd name="connsiteX0" fmla="*/ 0 w 2780249"/>
                <a:gd name="connsiteY0" fmla="*/ 590533 h 775358"/>
                <a:gd name="connsiteX1" fmla="*/ 1360942 w 2780249"/>
                <a:gd name="connsiteY1" fmla="*/ 41 h 775358"/>
                <a:gd name="connsiteX2" fmla="*/ 2780249 w 2780249"/>
                <a:gd name="connsiteY2" fmla="*/ 609988 h 775358"/>
                <a:gd name="connsiteX3" fmla="*/ 2329360 w 2780249"/>
                <a:gd name="connsiteY3" fmla="*/ 775358 h 775358"/>
                <a:gd name="connsiteX4" fmla="*/ 1351215 w 2780249"/>
                <a:gd name="connsiteY4" fmla="*/ 480112 h 775358"/>
                <a:gd name="connsiteX5" fmla="*/ 275792 w 2780249"/>
                <a:gd name="connsiteY5" fmla="*/ 639171 h 775358"/>
                <a:gd name="connsiteX6" fmla="*/ 0 w 2780249"/>
                <a:gd name="connsiteY6" fmla="*/ 590533 h 775358"/>
                <a:gd name="connsiteX0" fmla="*/ 0 w 2673245"/>
                <a:gd name="connsiteY0" fmla="*/ 600391 h 785216"/>
                <a:gd name="connsiteX1" fmla="*/ 1360942 w 2673245"/>
                <a:gd name="connsiteY1" fmla="*/ 9899 h 785216"/>
                <a:gd name="connsiteX2" fmla="*/ 2673245 w 2673245"/>
                <a:gd name="connsiteY2" fmla="*/ 405837 h 785216"/>
                <a:gd name="connsiteX3" fmla="*/ 2329360 w 2673245"/>
                <a:gd name="connsiteY3" fmla="*/ 785216 h 785216"/>
                <a:gd name="connsiteX4" fmla="*/ 1351215 w 2673245"/>
                <a:gd name="connsiteY4" fmla="*/ 489970 h 785216"/>
                <a:gd name="connsiteX5" fmla="*/ 275792 w 2673245"/>
                <a:gd name="connsiteY5" fmla="*/ 649029 h 785216"/>
                <a:gd name="connsiteX6" fmla="*/ 0 w 2673245"/>
                <a:gd name="connsiteY6" fmla="*/ 600391 h 785216"/>
                <a:gd name="connsiteX0" fmla="*/ 0 w 2673245"/>
                <a:gd name="connsiteY0" fmla="*/ 593348 h 778173"/>
                <a:gd name="connsiteX1" fmla="*/ 1360942 w 2673245"/>
                <a:gd name="connsiteY1" fmla="*/ 2856 h 778173"/>
                <a:gd name="connsiteX2" fmla="*/ 2673245 w 2673245"/>
                <a:gd name="connsiteY2" fmla="*/ 398794 h 778173"/>
                <a:gd name="connsiteX3" fmla="*/ 2329360 w 2673245"/>
                <a:gd name="connsiteY3" fmla="*/ 778173 h 778173"/>
                <a:gd name="connsiteX4" fmla="*/ 1351215 w 2673245"/>
                <a:gd name="connsiteY4" fmla="*/ 482927 h 778173"/>
                <a:gd name="connsiteX5" fmla="*/ 275792 w 2673245"/>
                <a:gd name="connsiteY5" fmla="*/ 641986 h 778173"/>
                <a:gd name="connsiteX6" fmla="*/ 0 w 2673245"/>
                <a:gd name="connsiteY6" fmla="*/ 593348 h 778173"/>
                <a:gd name="connsiteX0" fmla="*/ 0 w 2478691"/>
                <a:gd name="connsiteY0" fmla="*/ 293714 h 809279"/>
                <a:gd name="connsiteX1" fmla="*/ 1166388 w 2478691"/>
                <a:gd name="connsiteY1" fmla="*/ 33962 h 809279"/>
                <a:gd name="connsiteX2" fmla="*/ 2478691 w 2478691"/>
                <a:gd name="connsiteY2" fmla="*/ 429900 h 809279"/>
                <a:gd name="connsiteX3" fmla="*/ 2134806 w 2478691"/>
                <a:gd name="connsiteY3" fmla="*/ 809279 h 809279"/>
                <a:gd name="connsiteX4" fmla="*/ 1156661 w 2478691"/>
                <a:gd name="connsiteY4" fmla="*/ 514033 h 809279"/>
                <a:gd name="connsiteX5" fmla="*/ 81238 w 2478691"/>
                <a:gd name="connsiteY5" fmla="*/ 673092 h 809279"/>
                <a:gd name="connsiteX6" fmla="*/ 0 w 2478691"/>
                <a:gd name="connsiteY6" fmla="*/ 293714 h 809279"/>
                <a:gd name="connsiteX0" fmla="*/ 0 w 2478691"/>
                <a:gd name="connsiteY0" fmla="*/ 262275 h 777840"/>
                <a:gd name="connsiteX1" fmla="*/ 1166388 w 2478691"/>
                <a:gd name="connsiteY1" fmla="*/ 2523 h 777840"/>
                <a:gd name="connsiteX2" fmla="*/ 2478691 w 2478691"/>
                <a:gd name="connsiteY2" fmla="*/ 398461 h 777840"/>
                <a:gd name="connsiteX3" fmla="*/ 2134806 w 2478691"/>
                <a:gd name="connsiteY3" fmla="*/ 777840 h 777840"/>
                <a:gd name="connsiteX4" fmla="*/ 1156661 w 2478691"/>
                <a:gd name="connsiteY4" fmla="*/ 482594 h 777840"/>
                <a:gd name="connsiteX5" fmla="*/ 81238 w 2478691"/>
                <a:gd name="connsiteY5" fmla="*/ 641653 h 777840"/>
                <a:gd name="connsiteX6" fmla="*/ 0 w 2478691"/>
                <a:gd name="connsiteY6" fmla="*/ 262275 h 777840"/>
                <a:gd name="connsiteX0" fmla="*/ 0 w 2478691"/>
                <a:gd name="connsiteY0" fmla="*/ 262275 h 777841"/>
                <a:gd name="connsiteX1" fmla="*/ 1166388 w 2478691"/>
                <a:gd name="connsiteY1" fmla="*/ 2523 h 777841"/>
                <a:gd name="connsiteX2" fmla="*/ 2478691 w 2478691"/>
                <a:gd name="connsiteY2" fmla="*/ 398461 h 777841"/>
                <a:gd name="connsiteX3" fmla="*/ 2134806 w 2478691"/>
                <a:gd name="connsiteY3" fmla="*/ 777840 h 777841"/>
                <a:gd name="connsiteX4" fmla="*/ 1156661 w 2478691"/>
                <a:gd name="connsiteY4" fmla="*/ 482594 h 777841"/>
                <a:gd name="connsiteX5" fmla="*/ 178515 w 2478691"/>
                <a:gd name="connsiteY5" fmla="*/ 777841 h 777841"/>
                <a:gd name="connsiteX6" fmla="*/ 0 w 2478691"/>
                <a:gd name="connsiteY6" fmla="*/ 262275 h 777841"/>
                <a:gd name="connsiteX0" fmla="*/ 0 w 2478691"/>
                <a:gd name="connsiteY0" fmla="*/ 262275 h 777840"/>
                <a:gd name="connsiteX1" fmla="*/ 1166388 w 2478691"/>
                <a:gd name="connsiteY1" fmla="*/ 2523 h 777840"/>
                <a:gd name="connsiteX2" fmla="*/ 2478691 w 2478691"/>
                <a:gd name="connsiteY2" fmla="*/ 398461 h 777840"/>
                <a:gd name="connsiteX3" fmla="*/ 2134806 w 2478691"/>
                <a:gd name="connsiteY3" fmla="*/ 777840 h 777840"/>
                <a:gd name="connsiteX4" fmla="*/ 1156661 w 2478691"/>
                <a:gd name="connsiteY4" fmla="*/ 482594 h 777840"/>
                <a:gd name="connsiteX5" fmla="*/ 139604 w 2478691"/>
                <a:gd name="connsiteY5" fmla="*/ 748658 h 777840"/>
                <a:gd name="connsiteX6" fmla="*/ 0 w 2478691"/>
                <a:gd name="connsiteY6" fmla="*/ 262275 h 777840"/>
                <a:gd name="connsiteX0" fmla="*/ 0 w 2478691"/>
                <a:gd name="connsiteY0" fmla="*/ 262275 h 777840"/>
                <a:gd name="connsiteX1" fmla="*/ 1166388 w 2478691"/>
                <a:gd name="connsiteY1" fmla="*/ 2523 h 777840"/>
                <a:gd name="connsiteX2" fmla="*/ 2478691 w 2478691"/>
                <a:gd name="connsiteY2" fmla="*/ 398461 h 777840"/>
                <a:gd name="connsiteX3" fmla="*/ 2134806 w 2478691"/>
                <a:gd name="connsiteY3" fmla="*/ 777840 h 777840"/>
                <a:gd name="connsiteX4" fmla="*/ 1156661 w 2478691"/>
                <a:gd name="connsiteY4" fmla="*/ 482594 h 777840"/>
                <a:gd name="connsiteX5" fmla="*/ 139604 w 2478691"/>
                <a:gd name="connsiteY5" fmla="*/ 748658 h 777840"/>
                <a:gd name="connsiteX6" fmla="*/ 0 w 2478691"/>
                <a:gd name="connsiteY6" fmla="*/ 262275 h 777840"/>
                <a:gd name="connsiteX0" fmla="*/ 0 w 2478691"/>
                <a:gd name="connsiteY0" fmla="*/ 262275 h 797295"/>
                <a:gd name="connsiteX1" fmla="*/ 1166388 w 2478691"/>
                <a:gd name="connsiteY1" fmla="*/ 2523 h 797295"/>
                <a:gd name="connsiteX2" fmla="*/ 2478691 w 2478691"/>
                <a:gd name="connsiteY2" fmla="*/ 398461 h 797295"/>
                <a:gd name="connsiteX3" fmla="*/ 2144534 w 2478691"/>
                <a:gd name="connsiteY3" fmla="*/ 797295 h 797295"/>
                <a:gd name="connsiteX4" fmla="*/ 1156661 w 2478691"/>
                <a:gd name="connsiteY4" fmla="*/ 482594 h 797295"/>
                <a:gd name="connsiteX5" fmla="*/ 139604 w 2478691"/>
                <a:gd name="connsiteY5" fmla="*/ 748658 h 797295"/>
                <a:gd name="connsiteX6" fmla="*/ 0 w 2478691"/>
                <a:gd name="connsiteY6" fmla="*/ 262275 h 797295"/>
                <a:gd name="connsiteX0" fmla="*/ 0 w 2478691"/>
                <a:gd name="connsiteY0" fmla="*/ 262275 h 797295"/>
                <a:gd name="connsiteX1" fmla="*/ 1166388 w 2478691"/>
                <a:gd name="connsiteY1" fmla="*/ 2523 h 797295"/>
                <a:gd name="connsiteX2" fmla="*/ 2478691 w 2478691"/>
                <a:gd name="connsiteY2" fmla="*/ 398461 h 797295"/>
                <a:gd name="connsiteX3" fmla="*/ 2144534 w 2478691"/>
                <a:gd name="connsiteY3" fmla="*/ 797295 h 797295"/>
                <a:gd name="connsiteX4" fmla="*/ 1156661 w 2478691"/>
                <a:gd name="connsiteY4" fmla="*/ 482594 h 797295"/>
                <a:gd name="connsiteX5" fmla="*/ 139604 w 2478691"/>
                <a:gd name="connsiteY5" fmla="*/ 748658 h 797295"/>
                <a:gd name="connsiteX6" fmla="*/ 0 w 2478691"/>
                <a:gd name="connsiteY6" fmla="*/ 262275 h 797295"/>
                <a:gd name="connsiteX0" fmla="*/ 0 w 2309168"/>
                <a:gd name="connsiteY0" fmla="*/ 259772 h 794792"/>
                <a:gd name="connsiteX1" fmla="*/ 1166388 w 2309168"/>
                <a:gd name="connsiteY1" fmla="*/ 20 h 794792"/>
                <a:gd name="connsiteX2" fmla="*/ 2309168 w 2309168"/>
                <a:gd name="connsiteY2" fmla="*/ 270099 h 794792"/>
                <a:gd name="connsiteX3" fmla="*/ 2144534 w 2309168"/>
                <a:gd name="connsiteY3" fmla="*/ 794792 h 794792"/>
                <a:gd name="connsiteX4" fmla="*/ 1156661 w 2309168"/>
                <a:gd name="connsiteY4" fmla="*/ 480091 h 794792"/>
                <a:gd name="connsiteX5" fmla="*/ 139604 w 2309168"/>
                <a:gd name="connsiteY5" fmla="*/ 746155 h 794792"/>
                <a:gd name="connsiteX6" fmla="*/ 0 w 2309168"/>
                <a:gd name="connsiteY6" fmla="*/ 259772 h 794792"/>
                <a:gd name="connsiteX0" fmla="*/ 0 w 2309168"/>
                <a:gd name="connsiteY0" fmla="*/ 259772 h 794792"/>
                <a:gd name="connsiteX1" fmla="*/ 1166388 w 2309168"/>
                <a:gd name="connsiteY1" fmla="*/ 20 h 794792"/>
                <a:gd name="connsiteX2" fmla="*/ 2309168 w 2309168"/>
                <a:gd name="connsiteY2" fmla="*/ 270099 h 794792"/>
                <a:gd name="connsiteX3" fmla="*/ 2144534 w 2309168"/>
                <a:gd name="connsiteY3" fmla="*/ 794792 h 794792"/>
                <a:gd name="connsiteX4" fmla="*/ 1156661 w 2309168"/>
                <a:gd name="connsiteY4" fmla="*/ 480091 h 794792"/>
                <a:gd name="connsiteX5" fmla="*/ 139604 w 2309168"/>
                <a:gd name="connsiteY5" fmla="*/ 746155 h 794792"/>
                <a:gd name="connsiteX6" fmla="*/ 0 w 2309168"/>
                <a:gd name="connsiteY6" fmla="*/ 259772 h 794792"/>
                <a:gd name="connsiteX0" fmla="*/ 0 w 2309168"/>
                <a:gd name="connsiteY0" fmla="*/ 259772 h 746155"/>
                <a:gd name="connsiteX1" fmla="*/ 1166388 w 2309168"/>
                <a:gd name="connsiteY1" fmla="*/ 20 h 746155"/>
                <a:gd name="connsiteX2" fmla="*/ 2309168 w 2309168"/>
                <a:gd name="connsiteY2" fmla="*/ 270099 h 746155"/>
                <a:gd name="connsiteX3" fmla="*/ 2121417 w 2309168"/>
                <a:gd name="connsiteY3" fmla="*/ 707462 h 746155"/>
                <a:gd name="connsiteX4" fmla="*/ 1156661 w 2309168"/>
                <a:gd name="connsiteY4" fmla="*/ 480091 h 746155"/>
                <a:gd name="connsiteX5" fmla="*/ 139604 w 2309168"/>
                <a:gd name="connsiteY5" fmla="*/ 746155 h 746155"/>
                <a:gd name="connsiteX6" fmla="*/ 0 w 2309168"/>
                <a:gd name="connsiteY6" fmla="*/ 259772 h 746155"/>
                <a:gd name="connsiteX0" fmla="*/ 0 w 2309168"/>
                <a:gd name="connsiteY0" fmla="*/ 259772 h 746155"/>
                <a:gd name="connsiteX1" fmla="*/ 1166388 w 2309168"/>
                <a:gd name="connsiteY1" fmla="*/ 20 h 746155"/>
                <a:gd name="connsiteX2" fmla="*/ 2309168 w 2309168"/>
                <a:gd name="connsiteY2" fmla="*/ 270099 h 746155"/>
                <a:gd name="connsiteX3" fmla="*/ 2121417 w 2309168"/>
                <a:gd name="connsiteY3" fmla="*/ 707462 h 746155"/>
                <a:gd name="connsiteX4" fmla="*/ 1156661 w 2309168"/>
                <a:gd name="connsiteY4" fmla="*/ 480091 h 746155"/>
                <a:gd name="connsiteX5" fmla="*/ 139604 w 2309168"/>
                <a:gd name="connsiteY5" fmla="*/ 746155 h 746155"/>
                <a:gd name="connsiteX6" fmla="*/ 0 w 2309168"/>
                <a:gd name="connsiteY6" fmla="*/ 259772 h 746155"/>
                <a:gd name="connsiteX0" fmla="*/ 0 w 2309168"/>
                <a:gd name="connsiteY0" fmla="*/ 226793 h 746567"/>
                <a:gd name="connsiteX1" fmla="*/ 1166388 w 2309168"/>
                <a:gd name="connsiteY1" fmla="*/ 432 h 746567"/>
                <a:gd name="connsiteX2" fmla="*/ 2309168 w 2309168"/>
                <a:gd name="connsiteY2" fmla="*/ 270511 h 746567"/>
                <a:gd name="connsiteX3" fmla="*/ 2121417 w 2309168"/>
                <a:gd name="connsiteY3" fmla="*/ 707874 h 746567"/>
                <a:gd name="connsiteX4" fmla="*/ 1156661 w 2309168"/>
                <a:gd name="connsiteY4" fmla="*/ 480503 h 746567"/>
                <a:gd name="connsiteX5" fmla="*/ 139604 w 2309168"/>
                <a:gd name="connsiteY5" fmla="*/ 746567 h 746567"/>
                <a:gd name="connsiteX6" fmla="*/ 0 w 2309168"/>
                <a:gd name="connsiteY6" fmla="*/ 226793 h 746567"/>
                <a:gd name="connsiteX0" fmla="*/ 0 w 2309168"/>
                <a:gd name="connsiteY0" fmla="*/ 226663 h 746437"/>
                <a:gd name="connsiteX1" fmla="*/ 1166388 w 2309168"/>
                <a:gd name="connsiteY1" fmla="*/ 302 h 746437"/>
                <a:gd name="connsiteX2" fmla="*/ 2309168 w 2309168"/>
                <a:gd name="connsiteY2" fmla="*/ 270381 h 746437"/>
                <a:gd name="connsiteX3" fmla="*/ 2121417 w 2309168"/>
                <a:gd name="connsiteY3" fmla="*/ 707744 h 746437"/>
                <a:gd name="connsiteX4" fmla="*/ 1156661 w 2309168"/>
                <a:gd name="connsiteY4" fmla="*/ 480373 h 746437"/>
                <a:gd name="connsiteX5" fmla="*/ 139604 w 2309168"/>
                <a:gd name="connsiteY5" fmla="*/ 746437 h 746437"/>
                <a:gd name="connsiteX6" fmla="*/ 0 w 2309168"/>
                <a:gd name="connsiteY6" fmla="*/ 226663 h 746437"/>
                <a:gd name="connsiteX0" fmla="*/ 0 w 2309168"/>
                <a:gd name="connsiteY0" fmla="*/ 226614 h 746388"/>
                <a:gd name="connsiteX1" fmla="*/ 1166388 w 2309168"/>
                <a:gd name="connsiteY1" fmla="*/ 253 h 746388"/>
                <a:gd name="connsiteX2" fmla="*/ 2309168 w 2309168"/>
                <a:gd name="connsiteY2" fmla="*/ 270332 h 746388"/>
                <a:gd name="connsiteX3" fmla="*/ 2121417 w 2309168"/>
                <a:gd name="connsiteY3" fmla="*/ 707695 h 746388"/>
                <a:gd name="connsiteX4" fmla="*/ 1156661 w 2309168"/>
                <a:gd name="connsiteY4" fmla="*/ 480324 h 746388"/>
                <a:gd name="connsiteX5" fmla="*/ 139604 w 2309168"/>
                <a:gd name="connsiteY5" fmla="*/ 746388 h 746388"/>
                <a:gd name="connsiteX6" fmla="*/ 0 w 2309168"/>
                <a:gd name="connsiteY6" fmla="*/ 226614 h 746388"/>
                <a:gd name="connsiteX0" fmla="*/ 0 w 2309168"/>
                <a:gd name="connsiteY0" fmla="*/ 231692 h 746328"/>
                <a:gd name="connsiteX1" fmla="*/ 1166388 w 2309168"/>
                <a:gd name="connsiteY1" fmla="*/ 193 h 746328"/>
                <a:gd name="connsiteX2" fmla="*/ 2309168 w 2309168"/>
                <a:gd name="connsiteY2" fmla="*/ 270272 h 746328"/>
                <a:gd name="connsiteX3" fmla="*/ 2121417 w 2309168"/>
                <a:gd name="connsiteY3" fmla="*/ 707635 h 746328"/>
                <a:gd name="connsiteX4" fmla="*/ 1156661 w 2309168"/>
                <a:gd name="connsiteY4" fmla="*/ 480264 h 746328"/>
                <a:gd name="connsiteX5" fmla="*/ 139604 w 2309168"/>
                <a:gd name="connsiteY5" fmla="*/ 746328 h 746328"/>
                <a:gd name="connsiteX6" fmla="*/ 0 w 2309168"/>
                <a:gd name="connsiteY6" fmla="*/ 231692 h 746328"/>
                <a:gd name="connsiteX0" fmla="*/ 0 w 2309168"/>
                <a:gd name="connsiteY0" fmla="*/ 231692 h 707635"/>
                <a:gd name="connsiteX1" fmla="*/ 1166388 w 2309168"/>
                <a:gd name="connsiteY1" fmla="*/ 193 h 707635"/>
                <a:gd name="connsiteX2" fmla="*/ 2309168 w 2309168"/>
                <a:gd name="connsiteY2" fmla="*/ 270272 h 707635"/>
                <a:gd name="connsiteX3" fmla="*/ 2121417 w 2309168"/>
                <a:gd name="connsiteY3" fmla="*/ 707635 h 707635"/>
                <a:gd name="connsiteX4" fmla="*/ 1156661 w 2309168"/>
                <a:gd name="connsiteY4" fmla="*/ 480264 h 707635"/>
                <a:gd name="connsiteX5" fmla="*/ 172995 w 2309168"/>
                <a:gd name="connsiteY5" fmla="*/ 684683 h 707635"/>
                <a:gd name="connsiteX6" fmla="*/ 0 w 2309168"/>
                <a:gd name="connsiteY6" fmla="*/ 231692 h 707635"/>
                <a:gd name="connsiteX0" fmla="*/ 0 w 2309168"/>
                <a:gd name="connsiteY0" fmla="*/ 231692 h 707635"/>
                <a:gd name="connsiteX1" fmla="*/ 1166388 w 2309168"/>
                <a:gd name="connsiteY1" fmla="*/ 193 h 707635"/>
                <a:gd name="connsiteX2" fmla="*/ 2309168 w 2309168"/>
                <a:gd name="connsiteY2" fmla="*/ 270272 h 707635"/>
                <a:gd name="connsiteX3" fmla="*/ 2121417 w 2309168"/>
                <a:gd name="connsiteY3" fmla="*/ 707635 h 707635"/>
                <a:gd name="connsiteX4" fmla="*/ 1156661 w 2309168"/>
                <a:gd name="connsiteY4" fmla="*/ 480264 h 707635"/>
                <a:gd name="connsiteX5" fmla="*/ 172995 w 2309168"/>
                <a:gd name="connsiteY5" fmla="*/ 684683 h 707635"/>
                <a:gd name="connsiteX6" fmla="*/ 0 w 2309168"/>
                <a:gd name="connsiteY6" fmla="*/ 231692 h 707635"/>
                <a:gd name="connsiteX0" fmla="*/ 0 w 2309168"/>
                <a:gd name="connsiteY0" fmla="*/ 231692 h 715340"/>
                <a:gd name="connsiteX1" fmla="*/ 1166388 w 2309168"/>
                <a:gd name="connsiteY1" fmla="*/ 193 h 715340"/>
                <a:gd name="connsiteX2" fmla="*/ 2309168 w 2309168"/>
                <a:gd name="connsiteY2" fmla="*/ 270272 h 715340"/>
                <a:gd name="connsiteX3" fmla="*/ 2123986 w 2309168"/>
                <a:gd name="connsiteY3" fmla="*/ 715340 h 715340"/>
                <a:gd name="connsiteX4" fmla="*/ 1156661 w 2309168"/>
                <a:gd name="connsiteY4" fmla="*/ 480264 h 715340"/>
                <a:gd name="connsiteX5" fmla="*/ 172995 w 2309168"/>
                <a:gd name="connsiteY5" fmla="*/ 684683 h 715340"/>
                <a:gd name="connsiteX6" fmla="*/ 0 w 2309168"/>
                <a:gd name="connsiteY6" fmla="*/ 231692 h 715340"/>
                <a:gd name="connsiteX0" fmla="*/ 0 w 2309168"/>
                <a:gd name="connsiteY0" fmla="*/ 231692 h 715340"/>
                <a:gd name="connsiteX1" fmla="*/ 1166388 w 2309168"/>
                <a:gd name="connsiteY1" fmla="*/ 193 h 715340"/>
                <a:gd name="connsiteX2" fmla="*/ 2309168 w 2309168"/>
                <a:gd name="connsiteY2" fmla="*/ 270272 h 715340"/>
                <a:gd name="connsiteX3" fmla="*/ 2123986 w 2309168"/>
                <a:gd name="connsiteY3" fmla="*/ 715340 h 715340"/>
                <a:gd name="connsiteX4" fmla="*/ 1156661 w 2309168"/>
                <a:gd name="connsiteY4" fmla="*/ 480264 h 715340"/>
                <a:gd name="connsiteX5" fmla="*/ 172995 w 2309168"/>
                <a:gd name="connsiteY5" fmla="*/ 684683 h 715340"/>
                <a:gd name="connsiteX6" fmla="*/ 0 w 2309168"/>
                <a:gd name="connsiteY6" fmla="*/ 231692 h 715340"/>
                <a:gd name="connsiteX0" fmla="*/ 0 w 2309168"/>
                <a:gd name="connsiteY0" fmla="*/ 231692 h 715340"/>
                <a:gd name="connsiteX1" fmla="*/ 1166388 w 2309168"/>
                <a:gd name="connsiteY1" fmla="*/ 193 h 715340"/>
                <a:gd name="connsiteX2" fmla="*/ 2309168 w 2309168"/>
                <a:gd name="connsiteY2" fmla="*/ 270272 h 715340"/>
                <a:gd name="connsiteX3" fmla="*/ 2123986 w 2309168"/>
                <a:gd name="connsiteY3" fmla="*/ 715340 h 715340"/>
                <a:gd name="connsiteX4" fmla="*/ 1156661 w 2309168"/>
                <a:gd name="connsiteY4" fmla="*/ 480264 h 715340"/>
                <a:gd name="connsiteX5" fmla="*/ 172995 w 2309168"/>
                <a:gd name="connsiteY5" fmla="*/ 684683 h 715340"/>
                <a:gd name="connsiteX6" fmla="*/ 0 w 2309168"/>
                <a:gd name="connsiteY6" fmla="*/ 231692 h 715340"/>
                <a:gd name="connsiteX0" fmla="*/ 0 w 2314305"/>
                <a:gd name="connsiteY0" fmla="*/ 231543 h 715191"/>
                <a:gd name="connsiteX1" fmla="*/ 1166388 w 2314305"/>
                <a:gd name="connsiteY1" fmla="*/ 44 h 715191"/>
                <a:gd name="connsiteX2" fmla="*/ 2314305 w 2314305"/>
                <a:gd name="connsiteY2" fmla="*/ 249575 h 715191"/>
                <a:gd name="connsiteX3" fmla="*/ 2123986 w 2314305"/>
                <a:gd name="connsiteY3" fmla="*/ 715191 h 715191"/>
                <a:gd name="connsiteX4" fmla="*/ 1156661 w 2314305"/>
                <a:gd name="connsiteY4" fmla="*/ 480115 h 715191"/>
                <a:gd name="connsiteX5" fmla="*/ 172995 w 2314305"/>
                <a:gd name="connsiteY5" fmla="*/ 684534 h 715191"/>
                <a:gd name="connsiteX6" fmla="*/ 0 w 2314305"/>
                <a:gd name="connsiteY6" fmla="*/ 231543 h 715191"/>
                <a:gd name="connsiteX0" fmla="*/ 0 w 2314305"/>
                <a:gd name="connsiteY0" fmla="*/ 231543 h 715191"/>
                <a:gd name="connsiteX1" fmla="*/ 1166388 w 2314305"/>
                <a:gd name="connsiteY1" fmla="*/ 44 h 715191"/>
                <a:gd name="connsiteX2" fmla="*/ 2314305 w 2314305"/>
                <a:gd name="connsiteY2" fmla="*/ 249575 h 715191"/>
                <a:gd name="connsiteX3" fmla="*/ 2123986 w 2314305"/>
                <a:gd name="connsiteY3" fmla="*/ 715191 h 715191"/>
                <a:gd name="connsiteX4" fmla="*/ 1156661 w 2314305"/>
                <a:gd name="connsiteY4" fmla="*/ 480115 h 715191"/>
                <a:gd name="connsiteX5" fmla="*/ 172995 w 2314305"/>
                <a:gd name="connsiteY5" fmla="*/ 684534 h 715191"/>
                <a:gd name="connsiteX6" fmla="*/ 0 w 2314305"/>
                <a:gd name="connsiteY6" fmla="*/ 231543 h 715191"/>
                <a:gd name="connsiteX0" fmla="*/ 0 w 2314305"/>
                <a:gd name="connsiteY0" fmla="*/ 231550 h 715198"/>
                <a:gd name="connsiteX1" fmla="*/ 1166388 w 2314305"/>
                <a:gd name="connsiteY1" fmla="*/ 51 h 715198"/>
                <a:gd name="connsiteX2" fmla="*/ 2314305 w 2314305"/>
                <a:gd name="connsiteY2" fmla="*/ 249582 h 715198"/>
                <a:gd name="connsiteX3" fmla="*/ 2123986 w 2314305"/>
                <a:gd name="connsiteY3" fmla="*/ 715198 h 715198"/>
                <a:gd name="connsiteX4" fmla="*/ 1156661 w 2314305"/>
                <a:gd name="connsiteY4" fmla="*/ 480122 h 715198"/>
                <a:gd name="connsiteX5" fmla="*/ 172995 w 2314305"/>
                <a:gd name="connsiteY5" fmla="*/ 684541 h 715198"/>
                <a:gd name="connsiteX6" fmla="*/ 0 w 2314305"/>
                <a:gd name="connsiteY6" fmla="*/ 231550 h 715198"/>
                <a:gd name="connsiteX0" fmla="*/ 0 w 2314305"/>
                <a:gd name="connsiteY0" fmla="*/ 233092 h 716740"/>
                <a:gd name="connsiteX1" fmla="*/ 1166388 w 2314305"/>
                <a:gd name="connsiteY1" fmla="*/ 1593 h 716740"/>
                <a:gd name="connsiteX2" fmla="*/ 2314305 w 2314305"/>
                <a:gd name="connsiteY2" fmla="*/ 251124 h 716740"/>
                <a:gd name="connsiteX3" fmla="*/ 2123986 w 2314305"/>
                <a:gd name="connsiteY3" fmla="*/ 716740 h 716740"/>
                <a:gd name="connsiteX4" fmla="*/ 1156661 w 2314305"/>
                <a:gd name="connsiteY4" fmla="*/ 481664 h 716740"/>
                <a:gd name="connsiteX5" fmla="*/ 172995 w 2314305"/>
                <a:gd name="connsiteY5" fmla="*/ 686083 h 716740"/>
                <a:gd name="connsiteX6" fmla="*/ 0 w 2314305"/>
                <a:gd name="connsiteY6" fmla="*/ 233092 h 716740"/>
                <a:gd name="connsiteX0" fmla="*/ 0 w 2314305"/>
                <a:gd name="connsiteY0" fmla="*/ 231523 h 715171"/>
                <a:gd name="connsiteX1" fmla="*/ 1166388 w 2314305"/>
                <a:gd name="connsiteY1" fmla="*/ 24 h 715171"/>
                <a:gd name="connsiteX2" fmla="*/ 2314305 w 2314305"/>
                <a:gd name="connsiteY2" fmla="*/ 249555 h 715171"/>
                <a:gd name="connsiteX3" fmla="*/ 2123986 w 2314305"/>
                <a:gd name="connsiteY3" fmla="*/ 715171 h 715171"/>
                <a:gd name="connsiteX4" fmla="*/ 1156661 w 2314305"/>
                <a:gd name="connsiteY4" fmla="*/ 480095 h 715171"/>
                <a:gd name="connsiteX5" fmla="*/ 172995 w 2314305"/>
                <a:gd name="connsiteY5" fmla="*/ 684514 h 715171"/>
                <a:gd name="connsiteX6" fmla="*/ 0 w 2314305"/>
                <a:gd name="connsiteY6" fmla="*/ 231523 h 715171"/>
                <a:gd name="connsiteX0" fmla="*/ 0 w 2314305"/>
                <a:gd name="connsiteY0" fmla="*/ 231550 h 715198"/>
                <a:gd name="connsiteX1" fmla="*/ 1166388 w 2314305"/>
                <a:gd name="connsiteY1" fmla="*/ 51 h 715198"/>
                <a:gd name="connsiteX2" fmla="*/ 2314305 w 2314305"/>
                <a:gd name="connsiteY2" fmla="*/ 249582 h 715198"/>
                <a:gd name="connsiteX3" fmla="*/ 2123986 w 2314305"/>
                <a:gd name="connsiteY3" fmla="*/ 715198 h 715198"/>
                <a:gd name="connsiteX4" fmla="*/ 1156661 w 2314305"/>
                <a:gd name="connsiteY4" fmla="*/ 480122 h 715198"/>
                <a:gd name="connsiteX5" fmla="*/ 172995 w 2314305"/>
                <a:gd name="connsiteY5" fmla="*/ 684541 h 715198"/>
                <a:gd name="connsiteX6" fmla="*/ 0 w 2314305"/>
                <a:gd name="connsiteY6" fmla="*/ 231550 h 715198"/>
                <a:gd name="connsiteX0" fmla="*/ 0 w 2314305"/>
                <a:gd name="connsiteY0" fmla="*/ 232088 h 715736"/>
                <a:gd name="connsiteX1" fmla="*/ 1166388 w 2314305"/>
                <a:gd name="connsiteY1" fmla="*/ 589 h 715736"/>
                <a:gd name="connsiteX2" fmla="*/ 2314305 w 2314305"/>
                <a:gd name="connsiteY2" fmla="*/ 250120 h 715736"/>
                <a:gd name="connsiteX3" fmla="*/ 2123986 w 2314305"/>
                <a:gd name="connsiteY3" fmla="*/ 715736 h 715736"/>
                <a:gd name="connsiteX4" fmla="*/ 1156661 w 2314305"/>
                <a:gd name="connsiteY4" fmla="*/ 480660 h 715736"/>
                <a:gd name="connsiteX5" fmla="*/ 172995 w 2314305"/>
                <a:gd name="connsiteY5" fmla="*/ 685079 h 715736"/>
                <a:gd name="connsiteX6" fmla="*/ 0 w 2314305"/>
                <a:gd name="connsiteY6" fmla="*/ 232088 h 715736"/>
                <a:gd name="connsiteX0" fmla="*/ 0 w 2314305"/>
                <a:gd name="connsiteY0" fmla="*/ 232088 h 715736"/>
                <a:gd name="connsiteX1" fmla="*/ 1166388 w 2314305"/>
                <a:gd name="connsiteY1" fmla="*/ 589 h 715736"/>
                <a:gd name="connsiteX2" fmla="*/ 2314305 w 2314305"/>
                <a:gd name="connsiteY2" fmla="*/ 250120 h 715736"/>
                <a:gd name="connsiteX3" fmla="*/ 2123986 w 2314305"/>
                <a:gd name="connsiteY3" fmla="*/ 715736 h 715736"/>
                <a:gd name="connsiteX4" fmla="*/ 1156661 w 2314305"/>
                <a:gd name="connsiteY4" fmla="*/ 480660 h 715736"/>
                <a:gd name="connsiteX5" fmla="*/ 172995 w 2314305"/>
                <a:gd name="connsiteY5" fmla="*/ 685079 h 715736"/>
                <a:gd name="connsiteX6" fmla="*/ 0 w 2314305"/>
                <a:gd name="connsiteY6" fmla="*/ 232088 h 715736"/>
                <a:gd name="connsiteX0" fmla="*/ 0 w 2314305"/>
                <a:gd name="connsiteY0" fmla="*/ 232088 h 715736"/>
                <a:gd name="connsiteX1" fmla="*/ 1166388 w 2314305"/>
                <a:gd name="connsiteY1" fmla="*/ 589 h 715736"/>
                <a:gd name="connsiteX2" fmla="*/ 2314305 w 2314305"/>
                <a:gd name="connsiteY2" fmla="*/ 250120 h 715736"/>
                <a:gd name="connsiteX3" fmla="*/ 2123986 w 2314305"/>
                <a:gd name="connsiteY3" fmla="*/ 715736 h 715736"/>
                <a:gd name="connsiteX4" fmla="*/ 1156661 w 2314305"/>
                <a:gd name="connsiteY4" fmla="*/ 480660 h 715736"/>
                <a:gd name="connsiteX5" fmla="*/ 172995 w 2314305"/>
                <a:gd name="connsiteY5" fmla="*/ 685079 h 715736"/>
                <a:gd name="connsiteX6" fmla="*/ 0 w 2314305"/>
                <a:gd name="connsiteY6" fmla="*/ 232088 h 715736"/>
                <a:gd name="connsiteX0" fmla="*/ 0 w 2314305"/>
                <a:gd name="connsiteY0" fmla="*/ 232060 h 715708"/>
                <a:gd name="connsiteX1" fmla="*/ 1166388 w 2314305"/>
                <a:gd name="connsiteY1" fmla="*/ 561 h 715708"/>
                <a:gd name="connsiteX2" fmla="*/ 2314305 w 2314305"/>
                <a:gd name="connsiteY2" fmla="*/ 250092 h 715708"/>
                <a:gd name="connsiteX3" fmla="*/ 2123986 w 2314305"/>
                <a:gd name="connsiteY3" fmla="*/ 715708 h 715708"/>
                <a:gd name="connsiteX4" fmla="*/ 1156661 w 2314305"/>
                <a:gd name="connsiteY4" fmla="*/ 480632 h 715708"/>
                <a:gd name="connsiteX5" fmla="*/ 172995 w 2314305"/>
                <a:gd name="connsiteY5" fmla="*/ 685051 h 715708"/>
                <a:gd name="connsiteX6" fmla="*/ 0 w 2314305"/>
                <a:gd name="connsiteY6" fmla="*/ 232060 h 7157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314305" h="715708">
                  <a:moveTo>
                    <a:pt x="0" y="232060"/>
                  </a:moveTo>
                  <a:cubicBezTo>
                    <a:pt x="116349" y="135016"/>
                    <a:pt x="772966" y="-10150"/>
                    <a:pt x="1166388" y="561"/>
                  </a:cubicBezTo>
                  <a:cubicBezTo>
                    <a:pt x="1559810" y="11272"/>
                    <a:pt x="1962415" y="54514"/>
                    <a:pt x="2314305" y="250092"/>
                  </a:cubicBezTo>
                  <a:cubicBezTo>
                    <a:pt x="2236857" y="411910"/>
                    <a:pt x="2305049" y="284904"/>
                    <a:pt x="2123986" y="715708"/>
                  </a:cubicBezTo>
                  <a:cubicBezTo>
                    <a:pt x="2077752" y="646036"/>
                    <a:pt x="1616289" y="480632"/>
                    <a:pt x="1156661" y="480632"/>
                  </a:cubicBezTo>
                  <a:cubicBezTo>
                    <a:pt x="697033" y="480632"/>
                    <a:pt x="257593" y="589531"/>
                    <a:pt x="172995" y="685051"/>
                  </a:cubicBezTo>
                  <a:lnTo>
                    <a:pt x="0" y="232060"/>
                  </a:lnTo>
                  <a:close/>
                </a:path>
              </a:pathLst>
            </a:cu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7" name="Block Arc 1">
              <a:extLst>
                <a:ext uri="{FF2B5EF4-FFF2-40B4-BE49-F238E27FC236}">
                  <a16:creationId xmlns:a16="http://schemas.microsoft.com/office/drawing/2014/main" id="{6B34A44E-4DEB-6EDA-544F-227DCA97D88F}"/>
                </a:ext>
              </a:extLst>
            </p:cNvPr>
            <p:cNvSpPr/>
            <p:nvPr/>
          </p:nvSpPr>
          <p:spPr>
            <a:xfrm rot="12383279">
              <a:off x="6255443" y="5432031"/>
              <a:ext cx="2314305" cy="715708"/>
            </a:xfrm>
            <a:custGeom>
              <a:avLst/>
              <a:gdLst>
                <a:gd name="connsiteX0" fmla="*/ 0 w 2391141"/>
                <a:gd name="connsiteY0" fmla="*/ 726679 h 1453358"/>
                <a:gd name="connsiteX1" fmla="*/ 1195571 w 2391141"/>
                <a:gd name="connsiteY1" fmla="*/ 0 h 1453358"/>
                <a:gd name="connsiteX2" fmla="*/ 2391142 w 2391141"/>
                <a:gd name="connsiteY2" fmla="*/ 726679 h 1453358"/>
                <a:gd name="connsiteX3" fmla="*/ 2027802 w 2391141"/>
                <a:gd name="connsiteY3" fmla="*/ 726679 h 1453358"/>
                <a:gd name="connsiteX4" fmla="*/ 1195571 w 2391141"/>
                <a:gd name="connsiteY4" fmla="*/ 363339 h 1453358"/>
                <a:gd name="connsiteX5" fmla="*/ 363340 w 2391141"/>
                <a:gd name="connsiteY5" fmla="*/ 726679 h 1453358"/>
                <a:gd name="connsiteX6" fmla="*/ 0 w 2391141"/>
                <a:gd name="connsiteY6" fmla="*/ 726679 h 1453358"/>
                <a:gd name="connsiteX0" fmla="*/ 0 w 2614878"/>
                <a:gd name="connsiteY0" fmla="*/ 727830 h 727830"/>
                <a:gd name="connsiteX1" fmla="*/ 1195571 w 2614878"/>
                <a:gd name="connsiteY1" fmla="*/ 1151 h 727830"/>
                <a:gd name="connsiteX2" fmla="*/ 2614878 w 2614878"/>
                <a:gd name="connsiteY2" fmla="*/ 611098 h 727830"/>
                <a:gd name="connsiteX3" fmla="*/ 2027802 w 2614878"/>
                <a:gd name="connsiteY3" fmla="*/ 727830 h 727830"/>
                <a:gd name="connsiteX4" fmla="*/ 1195571 w 2614878"/>
                <a:gd name="connsiteY4" fmla="*/ 364490 h 727830"/>
                <a:gd name="connsiteX5" fmla="*/ 363340 w 2614878"/>
                <a:gd name="connsiteY5" fmla="*/ 727830 h 727830"/>
                <a:gd name="connsiteX6" fmla="*/ 0 w 2614878"/>
                <a:gd name="connsiteY6" fmla="*/ 727830 h 727830"/>
                <a:gd name="connsiteX0" fmla="*/ 0 w 2614878"/>
                <a:gd name="connsiteY0" fmla="*/ 727830 h 727830"/>
                <a:gd name="connsiteX1" fmla="*/ 1195571 w 2614878"/>
                <a:gd name="connsiteY1" fmla="*/ 1151 h 727830"/>
                <a:gd name="connsiteX2" fmla="*/ 2614878 w 2614878"/>
                <a:gd name="connsiteY2" fmla="*/ 611098 h 727830"/>
                <a:gd name="connsiteX3" fmla="*/ 2251538 w 2614878"/>
                <a:gd name="connsiteY3" fmla="*/ 669464 h 727830"/>
                <a:gd name="connsiteX4" fmla="*/ 1195571 w 2614878"/>
                <a:gd name="connsiteY4" fmla="*/ 364490 h 727830"/>
                <a:gd name="connsiteX5" fmla="*/ 363340 w 2614878"/>
                <a:gd name="connsiteY5" fmla="*/ 727830 h 727830"/>
                <a:gd name="connsiteX6" fmla="*/ 0 w 2614878"/>
                <a:gd name="connsiteY6" fmla="*/ 727830 h 727830"/>
                <a:gd name="connsiteX0" fmla="*/ 0 w 2780249"/>
                <a:gd name="connsiteY0" fmla="*/ 590533 h 726720"/>
                <a:gd name="connsiteX1" fmla="*/ 1360942 w 2780249"/>
                <a:gd name="connsiteY1" fmla="*/ 41 h 726720"/>
                <a:gd name="connsiteX2" fmla="*/ 2780249 w 2780249"/>
                <a:gd name="connsiteY2" fmla="*/ 609988 h 726720"/>
                <a:gd name="connsiteX3" fmla="*/ 2416909 w 2780249"/>
                <a:gd name="connsiteY3" fmla="*/ 668354 h 726720"/>
                <a:gd name="connsiteX4" fmla="*/ 1360942 w 2780249"/>
                <a:gd name="connsiteY4" fmla="*/ 363380 h 726720"/>
                <a:gd name="connsiteX5" fmla="*/ 528711 w 2780249"/>
                <a:gd name="connsiteY5" fmla="*/ 726720 h 726720"/>
                <a:gd name="connsiteX6" fmla="*/ 0 w 2780249"/>
                <a:gd name="connsiteY6" fmla="*/ 590533 h 726720"/>
                <a:gd name="connsiteX0" fmla="*/ 0 w 2780249"/>
                <a:gd name="connsiteY0" fmla="*/ 590533 h 668354"/>
                <a:gd name="connsiteX1" fmla="*/ 1360942 w 2780249"/>
                <a:gd name="connsiteY1" fmla="*/ 41 h 668354"/>
                <a:gd name="connsiteX2" fmla="*/ 2780249 w 2780249"/>
                <a:gd name="connsiteY2" fmla="*/ 609988 h 668354"/>
                <a:gd name="connsiteX3" fmla="*/ 2416909 w 2780249"/>
                <a:gd name="connsiteY3" fmla="*/ 668354 h 668354"/>
                <a:gd name="connsiteX4" fmla="*/ 1360942 w 2780249"/>
                <a:gd name="connsiteY4" fmla="*/ 363380 h 668354"/>
                <a:gd name="connsiteX5" fmla="*/ 275792 w 2780249"/>
                <a:gd name="connsiteY5" fmla="*/ 639171 h 668354"/>
                <a:gd name="connsiteX6" fmla="*/ 0 w 2780249"/>
                <a:gd name="connsiteY6" fmla="*/ 590533 h 668354"/>
                <a:gd name="connsiteX0" fmla="*/ 0 w 2780249"/>
                <a:gd name="connsiteY0" fmla="*/ 590533 h 668354"/>
                <a:gd name="connsiteX1" fmla="*/ 1360942 w 2780249"/>
                <a:gd name="connsiteY1" fmla="*/ 41 h 668354"/>
                <a:gd name="connsiteX2" fmla="*/ 2780249 w 2780249"/>
                <a:gd name="connsiteY2" fmla="*/ 609988 h 668354"/>
                <a:gd name="connsiteX3" fmla="*/ 2416909 w 2780249"/>
                <a:gd name="connsiteY3" fmla="*/ 668354 h 668354"/>
                <a:gd name="connsiteX4" fmla="*/ 1351215 w 2780249"/>
                <a:gd name="connsiteY4" fmla="*/ 480112 h 668354"/>
                <a:gd name="connsiteX5" fmla="*/ 275792 w 2780249"/>
                <a:gd name="connsiteY5" fmla="*/ 639171 h 668354"/>
                <a:gd name="connsiteX6" fmla="*/ 0 w 2780249"/>
                <a:gd name="connsiteY6" fmla="*/ 590533 h 668354"/>
                <a:gd name="connsiteX0" fmla="*/ 0 w 2780249"/>
                <a:gd name="connsiteY0" fmla="*/ 590533 h 775358"/>
                <a:gd name="connsiteX1" fmla="*/ 1360942 w 2780249"/>
                <a:gd name="connsiteY1" fmla="*/ 41 h 775358"/>
                <a:gd name="connsiteX2" fmla="*/ 2780249 w 2780249"/>
                <a:gd name="connsiteY2" fmla="*/ 609988 h 775358"/>
                <a:gd name="connsiteX3" fmla="*/ 2329360 w 2780249"/>
                <a:gd name="connsiteY3" fmla="*/ 775358 h 775358"/>
                <a:gd name="connsiteX4" fmla="*/ 1351215 w 2780249"/>
                <a:gd name="connsiteY4" fmla="*/ 480112 h 775358"/>
                <a:gd name="connsiteX5" fmla="*/ 275792 w 2780249"/>
                <a:gd name="connsiteY5" fmla="*/ 639171 h 775358"/>
                <a:gd name="connsiteX6" fmla="*/ 0 w 2780249"/>
                <a:gd name="connsiteY6" fmla="*/ 590533 h 775358"/>
                <a:gd name="connsiteX0" fmla="*/ 0 w 2673245"/>
                <a:gd name="connsiteY0" fmla="*/ 600391 h 785216"/>
                <a:gd name="connsiteX1" fmla="*/ 1360942 w 2673245"/>
                <a:gd name="connsiteY1" fmla="*/ 9899 h 785216"/>
                <a:gd name="connsiteX2" fmla="*/ 2673245 w 2673245"/>
                <a:gd name="connsiteY2" fmla="*/ 405837 h 785216"/>
                <a:gd name="connsiteX3" fmla="*/ 2329360 w 2673245"/>
                <a:gd name="connsiteY3" fmla="*/ 785216 h 785216"/>
                <a:gd name="connsiteX4" fmla="*/ 1351215 w 2673245"/>
                <a:gd name="connsiteY4" fmla="*/ 489970 h 785216"/>
                <a:gd name="connsiteX5" fmla="*/ 275792 w 2673245"/>
                <a:gd name="connsiteY5" fmla="*/ 649029 h 785216"/>
                <a:gd name="connsiteX6" fmla="*/ 0 w 2673245"/>
                <a:gd name="connsiteY6" fmla="*/ 600391 h 785216"/>
                <a:gd name="connsiteX0" fmla="*/ 0 w 2673245"/>
                <a:gd name="connsiteY0" fmla="*/ 593348 h 778173"/>
                <a:gd name="connsiteX1" fmla="*/ 1360942 w 2673245"/>
                <a:gd name="connsiteY1" fmla="*/ 2856 h 778173"/>
                <a:gd name="connsiteX2" fmla="*/ 2673245 w 2673245"/>
                <a:gd name="connsiteY2" fmla="*/ 398794 h 778173"/>
                <a:gd name="connsiteX3" fmla="*/ 2329360 w 2673245"/>
                <a:gd name="connsiteY3" fmla="*/ 778173 h 778173"/>
                <a:gd name="connsiteX4" fmla="*/ 1351215 w 2673245"/>
                <a:gd name="connsiteY4" fmla="*/ 482927 h 778173"/>
                <a:gd name="connsiteX5" fmla="*/ 275792 w 2673245"/>
                <a:gd name="connsiteY5" fmla="*/ 641986 h 778173"/>
                <a:gd name="connsiteX6" fmla="*/ 0 w 2673245"/>
                <a:gd name="connsiteY6" fmla="*/ 593348 h 778173"/>
                <a:gd name="connsiteX0" fmla="*/ 0 w 2478691"/>
                <a:gd name="connsiteY0" fmla="*/ 293714 h 809279"/>
                <a:gd name="connsiteX1" fmla="*/ 1166388 w 2478691"/>
                <a:gd name="connsiteY1" fmla="*/ 33962 h 809279"/>
                <a:gd name="connsiteX2" fmla="*/ 2478691 w 2478691"/>
                <a:gd name="connsiteY2" fmla="*/ 429900 h 809279"/>
                <a:gd name="connsiteX3" fmla="*/ 2134806 w 2478691"/>
                <a:gd name="connsiteY3" fmla="*/ 809279 h 809279"/>
                <a:gd name="connsiteX4" fmla="*/ 1156661 w 2478691"/>
                <a:gd name="connsiteY4" fmla="*/ 514033 h 809279"/>
                <a:gd name="connsiteX5" fmla="*/ 81238 w 2478691"/>
                <a:gd name="connsiteY5" fmla="*/ 673092 h 809279"/>
                <a:gd name="connsiteX6" fmla="*/ 0 w 2478691"/>
                <a:gd name="connsiteY6" fmla="*/ 293714 h 809279"/>
                <a:gd name="connsiteX0" fmla="*/ 0 w 2478691"/>
                <a:gd name="connsiteY0" fmla="*/ 262275 h 777840"/>
                <a:gd name="connsiteX1" fmla="*/ 1166388 w 2478691"/>
                <a:gd name="connsiteY1" fmla="*/ 2523 h 777840"/>
                <a:gd name="connsiteX2" fmla="*/ 2478691 w 2478691"/>
                <a:gd name="connsiteY2" fmla="*/ 398461 h 777840"/>
                <a:gd name="connsiteX3" fmla="*/ 2134806 w 2478691"/>
                <a:gd name="connsiteY3" fmla="*/ 777840 h 777840"/>
                <a:gd name="connsiteX4" fmla="*/ 1156661 w 2478691"/>
                <a:gd name="connsiteY4" fmla="*/ 482594 h 777840"/>
                <a:gd name="connsiteX5" fmla="*/ 81238 w 2478691"/>
                <a:gd name="connsiteY5" fmla="*/ 641653 h 777840"/>
                <a:gd name="connsiteX6" fmla="*/ 0 w 2478691"/>
                <a:gd name="connsiteY6" fmla="*/ 262275 h 777840"/>
                <a:gd name="connsiteX0" fmla="*/ 0 w 2478691"/>
                <a:gd name="connsiteY0" fmla="*/ 262275 h 777841"/>
                <a:gd name="connsiteX1" fmla="*/ 1166388 w 2478691"/>
                <a:gd name="connsiteY1" fmla="*/ 2523 h 777841"/>
                <a:gd name="connsiteX2" fmla="*/ 2478691 w 2478691"/>
                <a:gd name="connsiteY2" fmla="*/ 398461 h 777841"/>
                <a:gd name="connsiteX3" fmla="*/ 2134806 w 2478691"/>
                <a:gd name="connsiteY3" fmla="*/ 777840 h 777841"/>
                <a:gd name="connsiteX4" fmla="*/ 1156661 w 2478691"/>
                <a:gd name="connsiteY4" fmla="*/ 482594 h 777841"/>
                <a:gd name="connsiteX5" fmla="*/ 178515 w 2478691"/>
                <a:gd name="connsiteY5" fmla="*/ 777841 h 777841"/>
                <a:gd name="connsiteX6" fmla="*/ 0 w 2478691"/>
                <a:gd name="connsiteY6" fmla="*/ 262275 h 777841"/>
                <a:gd name="connsiteX0" fmla="*/ 0 w 2478691"/>
                <a:gd name="connsiteY0" fmla="*/ 262275 h 777840"/>
                <a:gd name="connsiteX1" fmla="*/ 1166388 w 2478691"/>
                <a:gd name="connsiteY1" fmla="*/ 2523 h 777840"/>
                <a:gd name="connsiteX2" fmla="*/ 2478691 w 2478691"/>
                <a:gd name="connsiteY2" fmla="*/ 398461 h 777840"/>
                <a:gd name="connsiteX3" fmla="*/ 2134806 w 2478691"/>
                <a:gd name="connsiteY3" fmla="*/ 777840 h 777840"/>
                <a:gd name="connsiteX4" fmla="*/ 1156661 w 2478691"/>
                <a:gd name="connsiteY4" fmla="*/ 482594 h 777840"/>
                <a:gd name="connsiteX5" fmla="*/ 139604 w 2478691"/>
                <a:gd name="connsiteY5" fmla="*/ 748658 h 777840"/>
                <a:gd name="connsiteX6" fmla="*/ 0 w 2478691"/>
                <a:gd name="connsiteY6" fmla="*/ 262275 h 777840"/>
                <a:gd name="connsiteX0" fmla="*/ 0 w 2478691"/>
                <a:gd name="connsiteY0" fmla="*/ 262275 h 777840"/>
                <a:gd name="connsiteX1" fmla="*/ 1166388 w 2478691"/>
                <a:gd name="connsiteY1" fmla="*/ 2523 h 777840"/>
                <a:gd name="connsiteX2" fmla="*/ 2478691 w 2478691"/>
                <a:gd name="connsiteY2" fmla="*/ 398461 h 777840"/>
                <a:gd name="connsiteX3" fmla="*/ 2134806 w 2478691"/>
                <a:gd name="connsiteY3" fmla="*/ 777840 h 777840"/>
                <a:gd name="connsiteX4" fmla="*/ 1156661 w 2478691"/>
                <a:gd name="connsiteY4" fmla="*/ 482594 h 777840"/>
                <a:gd name="connsiteX5" fmla="*/ 139604 w 2478691"/>
                <a:gd name="connsiteY5" fmla="*/ 748658 h 777840"/>
                <a:gd name="connsiteX6" fmla="*/ 0 w 2478691"/>
                <a:gd name="connsiteY6" fmla="*/ 262275 h 777840"/>
                <a:gd name="connsiteX0" fmla="*/ 0 w 2478691"/>
                <a:gd name="connsiteY0" fmla="*/ 262275 h 797295"/>
                <a:gd name="connsiteX1" fmla="*/ 1166388 w 2478691"/>
                <a:gd name="connsiteY1" fmla="*/ 2523 h 797295"/>
                <a:gd name="connsiteX2" fmla="*/ 2478691 w 2478691"/>
                <a:gd name="connsiteY2" fmla="*/ 398461 h 797295"/>
                <a:gd name="connsiteX3" fmla="*/ 2144534 w 2478691"/>
                <a:gd name="connsiteY3" fmla="*/ 797295 h 797295"/>
                <a:gd name="connsiteX4" fmla="*/ 1156661 w 2478691"/>
                <a:gd name="connsiteY4" fmla="*/ 482594 h 797295"/>
                <a:gd name="connsiteX5" fmla="*/ 139604 w 2478691"/>
                <a:gd name="connsiteY5" fmla="*/ 748658 h 797295"/>
                <a:gd name="connsiteX6" fmla="*/ 0 w 2478691"/>
                <a:gd name="connsiteY6" fmla="*/ 262275 h 797295"/>
                <a:gd name="connsiteX0" fmla="*/ 0 w 2478691"/>
                <a:gd name="connsiteY0" fmla="*/ 262275 h 797295"/>
                <a:gd name="connsiteX1" fmla="*/ 1166388 w 2478691"/>
                <a:gd name="connsiteY1" fmla="*/ 2523 h 797295"/>
                <a:gd name="connsiteX2" fmla="*/ 2478691 w 2478691"/>
                <a:gd name="connsiteY2" fmla="*/ 398461 h 797295"/>
                <a:gd name="connsiteX3" fmla="*/ 2144534 w 2478691"/>
                <a:gd name="connsiteY3" fmla="*/ 797295 h 797295"/>
                <a:gd name="connsiteX4" fmla="*/ 1156661 w 2478691"/>
                <a:gd name="connsiteY4" fmla="*/ 482594 h 797295"/>
                <a:gd name="connsiteX5" fmla="*/ 139604 w 2478691"/>
                <a:gd name="connsiteY5" fmla="*/ 748658 h 797295"/>
                <a:gd name="connsiteX6" fmla="*/ 0 w 2478691"/>
                <a:gd name="connsiteY6" fmla="*/ 262275 h 797295"/>
                <a:gd name="connsiteX0" fmla="*/ 0 w 2309168"/>
                <a:gd name="connsiteY0" fmla="*/ 259772 h 794792"/>
                <a:gd name="connsiteX1" fmla="*/ 1166388 w 2309168"/>
                <a:gd name="connsiteY1" fmla="*/ 20 h 794792"/>
                <a:gd name="connsiteX2" fmla="*/ 2309168 w 2309168"/>
                <a:gd name="connsiteY2" fmla="*/ 270099 h 794792"/>
                <a:gd name="connsiteX3" fmla="*/ 2144534 w 2309168"/>
                <a:gd name="connsiteY3" fmla="*/ 794792 h 794792"/>
                <a:gd name="connsiteX4" fmla="*/ 1156661 w 2309168"/>
                <a:gd name="connsiteY4" fmla="*/ 480091 h 794792"/>
                <a:gd name="connsiteX5" fmla="*/ 139604 w 2309168"/>
                <a:gd name="connsiteY5" fmla="*/ 746155 h 794792"/>
                <a:gd name="connsiteX6" fmla="*/ 0 w 2309168"/>
                <a:gd name="connsiteY6" fmla="*/ 259772 h 794792"/>
                <a:gd name="connsiteX0" fmla="*/ 0 w 2309168"/>
                <a:gd name="connsiteY0" fmla="*/ 259772 h 794792"/>
                <a:gd name="connsiteX1" fmla="*/ 1166388 w 2309168"/>
                <a:gd name="connsiteY1" fmla="*/ 20 h 794792"/>
                <a:gd name="connsiteX2" fmla="*/ 2309168 w 2309168"/>
                <a:gd name="connsiteY2" fmla="*/ 270099 h 794792"/>
                <a:gd name="connsiteX3" fmla="*/ 2144534 w 2309168"/>
                <a:gd name="connsiteY3" fmla="*/ 794792 h 794792"/>
                <a:gd name="connsiteX4" fmla="*/ 1156661 w 2309168"/>
                <a:gd name="connsiteY4" fmla="*/ 480091 h 794792"/>
                <a:gd name="connsiteX5" fmla="*/ 139604 w 2309168"/>
                <a:gd name="connsiteY5" fmla="*/ 746155 h 794792"/>
                <a:gd name="connsiteX6" fmla="*/ 0 w 2309168"/>
                <a:gd name="connsiteY6" fmla="*/ 259772 h 794792"/>
                <a:gd name="connsiteX0" fmla="*/ 0 w 2309168"/>
                <a:gd name="connsiteY0" fmla="*/ 259772 h 746155"/>
                <a:gd name="connsiteX1" fmla="*/ 1166388 w 2309168"/>
                <a:gd name="connsiteY1" fmla="*/ 20 h 746155"/>
                <a:gd name="connsiteX2" fmla="*/ 2309168 w 2309168"/>
                <a:gd name="connsiteY2" fmla="*/ 270099 h 746155"/>
                <a:gd name="connsiteX3" fmla="*/ 2121417 w 2309168"/>
                <a:gd name="connsiteY3" fmla="*/ 707462 h 746155"/>
                <a:gd name="connsiteX4" fmla="*/ 1156661 w 2309168"/>
                <a:gd name="connsiteY4" fmla="*/ 480091 h 746155"/>
                <a:gd name="connsiteX5" fmla="*/ 139604 w 2309168"/>
                <a:gd name="connsiteY5" fmla="*/ 746155 h 746155"/>
                <a:gd name="connsiteX6" fmla="*/ 0 w 2309168"/>
                <a:gd name="connsiteY6" fmla="*/ 259772 h 746155"/>
                <a:gd name="connsiteX0" fmla="*/ 0 w 2309168"/>
                <a:gd name="connsiteY0" fmla="*/ 259772 h 746155"/>
                <a:gd name="connsiteX1" fmla="*/ 1166388 w 2309168"/>
                <a:gd name="connsiteY1" fmla="*/ 20 h 746155"/>
                <a:gd name="connsiteX2" fmla="*/ 2309168 w 2309168"/>
                <a:gd name="connsiteY2" fmla="*/ 270099 h 746155"/>
                <a:gd name="connsiteX3" fmla="*/ 2121417 w 2309168"/>
                <a:gd name="connsiteY3" fmla="*/ 707462 h 746155"/>
                <a:gd name="connsiteX4" fmla="*/ 1156661 w 2309168"/>
                <a:gd name="connsiteY4" fmla="*/ 480091 h 746155"/>
                <a:gd name="connsiteX5" fmla="*/ 139604 w 2309168"/>
                <a:gd name="connsiteY5" fmla="*/ 746155 h 746155"/>
                <a:gd name="connsiteX6" fmla="*/ 0 w 2309168"/>
                <a:gd name="connsiteY6" fmla="*/ 259772 h 746155"/>
                <a:gd name="connsiteX0" fmla="*/ 0 w 2309168"/>
                <a:gd name="connsiteY0" fmla="*/ 226793 h 746567"/>
                <a:gd name="connsiteX1" fmla="*/ 1166388 w 2309168"/>
                <a:gd name="connsiteY1" fmla="*/ 432 h 746567"/>
                <a:gd name="connsiteX2" fmla="*/ 2309168 w 2309168"/>
                <a:gd name="connsiteY2" fmla="*/ 270511 h 746567"/>
                <a:gd name="connsiteX3" fmla="*/ 2121417 w 2309168"/>
                <a:gd name="connsiteY3" fmla="*/ 707874 h 746567"/>
                <a:gd name="connsiteX4" fmla="*/ 1156661 w 2309168"/>
                <a:gd name="connsiteY4" fmla="*/ 480503 h 746567"/>
                <a:gd name="connsiteX5" fmla="*/ 139604 w 2309168"/>
                <a:gd name="connsiteY5" fmla="*/ 746567 h 746567"/>
                <a:gd name="connsiteX6" fmla="*/ 0 w 2309168"/>
                <a:gd name="connsiteY6" fmla="*/ 226793 h 746567"/>
                <a:gd name="connsiteX0" fmla="*/ 0 w 2309168"/>
                <a:gd name="connsiteY0" fmla="*/ 226663 h 746437"/>
                <a:gd name="connsiteX1" fmla="*/ 1166388 w 2309168"/>
                <a:gd name="connsiteY1" fmla="*/ 302 h 746437"/>
                <a:gd name="connsiteX2" fmla="*/ 2309168 w 2309168"/>
                <a:gd name="connsiteY2" fmla="*/ 270381 h 746437"/>
                <a:gd name="connsiteX3" fmla="*/ 2121417 w 2309168"/>
                <a:gd name="connsiteY3" fmla="*/ 707744 h 746437"/>
                <a:gd name="connsiteX4" fmla="*/ 1156661 w 2309168"/>
                <a:gd name="connsiteY4" fmla="*/ 480373 h 746437"/>
                <a:gd name="connsiteX5" fmla="*/ 139604 w 2309168"/>
                <a:gd name="connsiteY5" fmla="*/ 746437 h 746437"/>
                <a:gd name="connsiteX6" fmla="*/ 0 w 2309168"/>
                <a:gd name="connsiteY6" fmla="*/ 226663 h 746437"/>
                <a:gd name="connsiteX0" fmla="*/ 0 w 2309168"/>
                <a:gd name="connsiteY0" fmla="*/ 226614 h 746388"/>
                <a:gd name="connsiteX1" fmla="*/ 1166388 w 2309168"/>
                <a:gd name="connsiteY1" fmla="*/ 253 h 746388"/>
                <a:gd name="connsiteX2" fmla="*/ 2309168 w 2309168"/>
                <a:gd name="connsiteY2" fmla="*/ 270332 h 746388"/>
                <a:gd name="connsiteX3" fmla="*/ 2121417 w 2309168"/>
                <a:gd name="connsiteY3" fmla="*/ 707695 h 746388"/>
                <a:gd name="connsiteX4" fmla="*/ 1156661 w 2309168"/>
                <a:gd name="connsiteY4" fmla="*/ 480324 h 746388"/>
                <a:gd name="connsiteX5" fmla="*/ 139604 w 2309168"/>
                <a:gd name="connsiteY5" fmla="*/ 746388 h 746388"/>
                <a:gd name="connsiteX6" fmla="*/ 0 w 2309168"/>
                <a:gd name="connsiteY6" fmla="*/ 226614 h 746388"/>
                <a:gd name="connsiteX0" fmla="*/ 0 w 2309168"/>
                <a:gd name="connsiteY0" fmla="*/ 231692 h 746328"/>
                <a:gd name="connsiteX1" fmla="*/ 1166388 w 2309168"/>
                <a:gd name="connsiteY1" fmla="*/ 193 h 746328"/>
                <a:gd name="connsiteX2" fmla="*/ 2309168 w 2309168"/>
                <a:gd name="connsiteY2" fmla="*/ 270272 h 746328"/>
                <a:gd name="connsiteX3" fmla="*/ 2121417 w 2309168"/>
                <a:gd name="connsiteY3" fmla="*/ 707635 h 746328"/>
                <a:gd name="connsiteX4" fmla="*/ 1156661 w 2309168"/>
                <a:gd name="connsiteY4" fmla="*/ 480264 h 746328"/>
                <a:gd name="connsiteX5" fmla="*/ 139604 w 2309168"/>
                <a:gd name="connsiteY5" fmla="*/ 746328 h 746328"/>
                <a:gd name="connsiteX6" fmla="*/ 0 w 2309168"/>
                <a:gd name="connsiteY6" fmla="*/ 231692 h 746328"/>
                <a:gd name="connsiteX0" fmla="*/ 0 w 2309168"/>
                <a:gd name="connsiteY0" fmla="*/ 231692 h 707635"/>
                <a:gd name="connsiteX1" fmla="*/ 1166388 w 2309168"/>
                <a:gd name="connsiteY1" fmla="*/ 193 h 707635"/>
                <a:gd name="connsiteX2" fmla="*/ 2309168 w 2309168"/>
                <a:gd name="connsiteY2" fmla="*/ 270272 h 707635"/>
                <a:gd name="connsiteX3" fmla="*/ 2121417 w 2309168"/>
                <a:gd name="connsiteY3" fmla="*/ 707635 h 707635"/>
                <a:gd name="connsiteX4" fmla="*/ 1156661 w 2309168"/>
                <a:gd name="connsiteY4" fmla="*/ 480264 h 707635"/>
                <a:gd name="connsiteX5" fmla="*/ 172995 w 2309168"/>
                <a:gd name="connsiteY5" fmla="*/ 684683 h 707635"/>
                <a:gd name="connsiteX6" fmla="*/ 0 w 2309168"/>
                <a:gd name="connsiteY6" fmla="*/ 231692 h 707635"/>
                <a:gd name="connsiteX0" fmla="*/ 0 w 2309168"/>
                <a:gd name="connsiteY0" fmla="*/ 231692 h 707635"/>
                <a:gd name="connsiteX1" fmla="*/ 1166388 w 2309168"/>
                <a:gd name="connsiteY1" fmla="*/ 193 h 707635"/>
                <a:gd name="connsiteX2" fmla="*/ 2309168 w 2309168"/>
                <a:gd name="connsiteY2" fmla="*/ 270272 h 707635"/>
                <a:gd name="connsiteX3" fmla="*/ 2121417 w 2309168"/>
                <a:gd name="connsiteY3" fmla="*/ 707635 h 707635"/>
                <a:gd name="connsiteX4" fmla="*/ 1156661 w 2309168"/>
                <a:gd name="connsiteY4" fmla="*/ 480264 h 707635"/>
                <a:gd name="connsiteX5" fmla="*/ 172995 w 2309168"/>
                <a:gd name="connsiteY5" fmla="*/ 684683 h 707635"/>
                <a:gd name="connsiteX6" fmla="*/ 0 w 2309168"/>
                <a:gd name="connsiteY6" fmla="*/ 231692 h 707635"/>
                <a:gd name="connsiteX0" fmla="*/ 0 w 2309168"/>
                <a:gd name="connsiteY0" fmla="*/ 231692 h 715340"/>
                <a:gd name="connsiteX1" fmla="*/ 1166388 w 2309168"/>
                <a:gd name="connsiteY1" fmla="*/ 193 h 715340"/>
                <a:gd name="connsiteX2" fmla="*/ 2309168 w 2309168"/>
                <a:gd name="connsiteY2" fmla="*/ 270272 h 715340"/>
                <a:gd name="connsiteX3" fmla="*/ 2123986 w 2309168"/>
                <a:gd name="connsiteY3" fmla="*/ 715340 h 715340"/>
                <a:gd name="connsiteX4" fmla="*/ 1156661 w 2309168"/>
                <a:gd name="connsiteY4" fmla="*/ 480264 h 715340"/>
                <a:gd name="connsiteX5" fmla="*/ 172995 w 2309168"/>
                <a:gd name="connsiteY5" fmla="*/ 684683 h 715340"/>
                <a:gd name="connsiteX6" fmla="*/ 0 w 2309168"/>
                <a:gd name="connsiteY6" fmla="*/ 231692 h 715340"/>
                <a:gd name="connsiteX0" fmla="*/ 0 w 2309168"/>
                <a:gd name="connsiteY0" fmla="*/ 231692 h 715340"/>
                <a:gd name="connsiteX1" fmla="*/ 1166388 w 2309168"/>
                <a:gd name="connsiteY1" fmla="*/ 193 h 715340"/>
                <a:gd name="connsiteX2" fmla="*/ 2309168 w 2309168"/>
                <a:gd name="connsiteY2" fmla="*/ 270272 h 715340"/>
                <a:gd name="connsiteX3" fmla="*/ 2123986 w 2309168"/>
                <a:gd name="connsiteY3" fmla="*/ 715340 h 715340"/>
                <a:gd name="connsiteX4" fmla="*/ 1156661 w 2309168"/>
                <a:gd name="connsiteY4" fmla="*/ 480264 h 715340"/>
                <a:gd name="connsiteX5" fmla="*/ 172995 w 2309168"/>
                <a:gd name="connsiteY5" fmla="*/ 684683 h 715340"/>
                <a:gd name="connsiteX6" fmla="*/ 0 w 2309168"/>
                <a:gd name="connsiteY6" fmla="*/ 231692 h 715340"/>
                <a:gd name="connsiteX0" fmla="*/ 0 w 2309168"/>
                <a:gd name="connsiteY0" fmla="*/ 231692 h 715340"/>
                <a:gd name="connsiteX1" fmla="*/ 1166388 w 2309168"/>
                <a:gd name="connsiteY1" fmla="*/ 193 h 715340"/>
                <a:gd name="connsiteX2" fmla="*/ 2309168 w 2309168"/>
                <a:gd name="connsiteY2" fmla="*/ 270272 h 715340"/>
                <a:gd name="connsiteX3" fmla="*/ 2123986 w 2309168"/>
                <a:gd name="connsiteY3" fmla="*/ 715340 h 715340"/>
                <a:gd name="connsiteX4" fmla="*/ 1156661 w 2309168"/>
                <a:gd name="connsiteY4" fmla="*/ 480264 h 715340"/>
                <a:gd name="connsiteX5" fmla="*/ 172995 w 2309168"/>
                <a:gd name="connsiteY5" fmla="*/ 684683 h 715340"/>
                <a:gd name="connsiteX6" fmla="*/ 0 w 2309168"/>
                <a:gd name="connsiteY6" fmla="*/ 231692 h 715340"/>
                <a:gd name="connsiteX0" fmla="*/ 0 w 2314305"/>
                <a:gd name="connsiteY0" fmla="*/ 231543 h 715191"/>
                <a:gd name="connsiteX1" fmla="*/ 1166388 w 2314305"/>
                <a:gd name="connsiteY1" fmla="*/ 44 h 715191"/>
                <a:gd name="connsiteX2" fmla="*/ 2314305 w 2314305"/>
                <a:gd name="connsiteY2" fmla="*/ 249575 h 715191"/>
                <a:gd name="connsiteX3" fmla="*/ 2123986 w 2314305"/>
                <a:gd name="connsiteY3" fmla="*/ 715191 h 715191"/>
                <a:gd name="connsiteX4" fmla="*/ 1156661 w 2314305"/>
                <a:gd name="connsiteY4" fmla="*/ 480115 h 715191"/>
                <a:gd name="connsiteX5" fmla="*/ 172995 w 2314305"/>
                <a:gd name="connsiteY5" fmla="*/ 684534 h 715191"/>
                <a:gd name="connsiteX6" fmla="*/ 0 w 2314305"/>
                <a:gd name="connsiteY6" fmla="*/ 231543 h 715191"/>
                <a:gd name="connsiteX0" fmla="*/ 0 w 2314305"/>
                <a:gd name="connsiteY0" fmla="*/ 231543 h 715191"/>
                <a:gd name="connsiteX1" fmla="*/ 1166388 w 2314305"/>
                <a:gd name="connsiteY1" fmla="*/ 44 h 715191"/>
                <a:gd name="connsiteX2" fmla="*/ 2314305 w 2314305"/>
                <a:gd name="connsiteY2" fmla="*/ 249575 h 715191"/>
                <a:gd name="connsiteX3" fmla="*/ 2123986 w 2314305"/>
                <a:gd name="connsiteY3" fmla="*/ 715191 h 715191"/>
                <a:gd name="connsiteX4" fmla="*/ 1156661 w 2314305"/>
                <a:gd name="connsiteY4" fmla="*/ 480115 h 715191"/>
                <a:gd name="connsiteX5" fmla="*/ 172995 w 2314305"/>
                <a:gd name="connsiteY5" fmla="*/ 684534 h 715191"/>
                <a:gd name="connsiteX6" fmla="*/ 0 w 2314305"/>
                <a:gd name="connsiteY6" fmla="*/ 231543 h 715191"/>
                <a:gd name="connsiteX0" fmla="*/ 0 w 2314305"/>
                <a:gd name="connsiteY0" fmla="*/ 231550 h 715198"/>
                <a:gd name="connsiteX1" fmla="*/ 1166388 w 2314305"/>
                <a:gd name="connsiteY1" fmla="*/ 51 h 715198"/>
                <a:gd name="connsiteX2" fmla="*/ 2314305 w 2314305"/>
                <a:gd name="connsiteY2" fmla="*/ 249582 h 715198"/>
                <a:gd name="connsiteX3" fmla="*/ 2123986 w 2314305"/>
                <a:gd name="connsiteY3" fmla="*/ 715198 h 715198"/>
                <a:gd name="connsiteX4" fmla="*/ 1156661 w 2314305"/>
                <a:gd name="connsiteY4" fmla="*/ 480122 h 715198"/>
                <a:gd name="connsiteX5" fmla="*/ 172995 w 2314305"/>
                <a:gd name="connsiteY5" fmla="*/ 684541 h 715198"/>
                <a:gd name="connsiteX6" fmla="*/ 0 w 2314305"/>
                <a:gd name="connsiteY6" fmla="*/ 231550 h 715198"/>
                <a:gd name="connsiteX0" fmla="*/ 0 w 2314305"/>
                <a:gd name="connsiteY0" fmla="*/ 233092 h 716740"/>
                <a:gd name="connsiteX1" fmla="*/ 1166388 w 2314305"/>
                <a:gd name="connsiteY1" fmla="*/ 1593 h 716740"/>
                <a:gd name="connsiteX2" fmla="*/ 2314305 w 2314305"/>
                <a:gd name="connsiteY2" fmla="*/ 251124 h 716740"/>
                <a:gd name="connsiteX3" fmla="*/ 2123986 w 2314305"/>
                <a:gd name="connsiteY3" fmla="*/ 716740 h 716740"/>
                <a:gd name="connsiteX4" fmla="*/ 1156661 w 2314305"/>
                <a:gd name="connsiteY4" fmla="*/ 481664 h 716740"/>
                <a:gd name="connsiteX5" fmla="*/ 172995 w 2314305"/>
                <a:gd name="connsiteY5" fmla="*/ 686083 h 716740"/>
                <a:gd name="connsiteX6" fmla="*/ 0 w 2314305"/>
                <a:gd name="connsiteY6" fmla="*/ 233092 h 716740"/>
                <a:gd name="connsiteX0" fmla="*/ 0 w 2314305"/>
                <a:gd name="connsiteY0" fmla="*/ 231523 h 715171"/>
                <a:gd name="connsiteX1" fmla="*/ 1166388 w 2314305"/>
                <a:gd name="connsiteY1" fmla="*/ 24 h 715171"/>
                <a:gd name="connsiteX2" fmla="*/ 2314305 w 2314305"/>
                <a:gd name="connsiteY2" fmla="*/ 249555 h 715171"/>
                <a:gd name="connsiteX3" fmla="*/ 2123986 w 2314305"/>
                <a:gd name="connsiteY3" fmla="*/ 715171 h 715171"/>
                <a:gd name="connsiteX4" fmla="*/ 1156661 w 2314305"/>
                <a:gd name="connsiteY4" fmla="*/ 480095 h 715171"/>
                <a:gd name="connsiteX5" fmla="*/ 172995 w 2314305"/>
                <a:gd name="connsiteY5" fmla="*/ 684514 h 715171"/>
                <a:gd name="connsiteX6" fmla="*/ 0 w 2314305"/>
                <a:gd name="connsiteY6" fmla="*/ 231523 h 715171"/>
                <a:gd name="connsiteX0" fmla="*/ 0 w 2314305"/>
                <a:gd name="connsiteY0" fmla="*/ 231550 h 715198"/>
                <a:gd name="connsiteX1" fmla="*/ 1166388 w 2314305"/>
                <a:gd name="connsiteY1" fmla="*/ 51 h 715198"/>
                <a:gd name="connsiteX2" fmla="*/ 2314305 w 2314305"/>
                <a:gd name="connsiteY2" fmla="*/ 249582 h 715198"/>
                <a:gd name="connsiteX3" fmla="*/ 2123986 w 2314305"/>
                <a:gd name="connsiteY3" fmla="*/ 715198 h 715198"/>
                <a:gd name="connsiteX4" fmla="*/ 1156661 w 2314305"/>
                <a:gd name="connsiteY4" fmla="*/ 480122 h 715198"/>
                <a:gd name="connsiteX5" fmla="*/ 172995 w 2314305"/>
                <a:gd name="connsiteY5" fmla="*/ 684541 h 715198"/>
                <a:gd name="connsiteX6" fmla="*/ 0 w 2314305"/>
                <a:gd name="connsiteY6" fmla="*/ 231550 h 715198"/>
                <a:gd name="connsiteX0" fmla="*/ 0 w 2314305"/>
                <a:gd name="connsiteY0" fmla="*/ 232088 h 715736"/>
                <a:gd name="connsiteX1" fmla="*/ 1166388 w 2314305"/>
                <a:gd name="connsiteY1" fmla="*/ 589 h 715736"/>
                <a:gd name="connsiteX2" fmla="*/ 2314305 w 2314305"/>
                <a:gd name="connsiteY2" fmla="*/ 250120 h 715736"/>
                <a:gd name="connsiteX3" fmla="*/ 2123986 w 2314305"/>
                <a:gd name="connsiteY3" fmla="*/ 715736 h 715736"/>
                <a:gd name="connsiteX4" fmla="*/ 1156661 w 2314305"/>
                <a:gd name="connsiteY4" fmla="*/ 480660 h 715736"/>
                <a:gd name="connsiteX5" fmla="*/ 172995 w 2314305"/>
                <a:gd name="connsiteY5" fmla="*/ 685079 h 715736"/>
                <a:gd name="connsiteX6" fmla="*/ 0 w 2314305"/>
                <a:gd name="connsiteY6" fmla="*/ 232088 h 715736"/>
                <a:gd name="connsiteX0" fmla="*/ 0 w 2314305"/>
                <a:gd name="connsiteY0" fmla="*/ 232088 h 715736"/>
                <a:gd name="connsiteX1" fmla="*/ 1166388 w 2314305"/>
                <a:gd name="connsiteY1" fmla="*/ 589 h 715736"/>
                <a:gd name="connsiteX2" fmla="*/ 2314305 w 2314305"/>
                <a:gd name="connsiteY2" fmla="*/ 250120 h 715736"/>
                <a:gd name="connsiteX3" fmla="*/ 2123986 w 2314305"/>
                <a:gd name="connsiteY3" fmla="*/ 715736 h 715736"/>
                <a:gd name="connsiteX4" fmla="*/ 1156661 w 2314305"/>
                <a:gd name="connsiteY4" fmla="*/ 480660 h 715736"/>
                <a:gd name="connsiteX5" fmla="*/ 172995 w 2314305"/>
                <a:gd name="connsiteY5" fmla="*/ 685079 h 715736"/>
                <a:gd name="connsiteX6" fmla="*/ 0 w 2314305"/>
                <a:gd name="connsiteY6" fmla="*/ 232088 h 715736"/>
                <a:gd name="connsiteX0" fmla="*/ 0 w 2314305"/>
                <a:gd name="connsiteY0" fmla="*/ 232088 h 715736"/>
                <a:gd name="connsiteX1" fmla="*/ 1166388 w 2314305"/>
                <a:gd name="connsiteY1" fmla="*/ 589 h 715736"/>
                <a:gd name="connsiteX2" fmla="*/ 2314305 w 2314305"/>
                <a:gd name="connsiteY2" fmla="*/ 250120 h 715736"/>
                <a:gd name="connsiteX3" fmla="*/ 2123986 w 2314305"/>
                <a:gd name="connsiteY3" fmla="*/ 715736 h 715736"/>
                <a:gd name="connsiteX4" fmla="*/ 1156661 w 2314305"/>
                <a:gd name="connsiteY4" fmla="*/ 480660 h 715736"/>
                <a:gd name="connsiteX5" fmla="*/ 172995 w 2314305"/>
                <a:gd name="connsiteY5" fmla="*/ 685079 h 715736"/>
                <a:gd name="connsiteX6" fmla="*/ 0 w 2314305"/>
                <a:gd name="connsiteY6" fmla="*/ 232088 h 715736"/>
                <a:gd name="connsiteX0" fmla="*/ 0 w 2314305"/>
                <a:gd name="connsiteY0" fmla="*/ 232060 h 715708"/>
                <a:gd name="connsiteX1" fmla="*/ 1166388 w 2314305"/>
                <a:gd name="connsiteY1" fmla="*/ 561 h 715708"/>
                <a:gd name="connsiteX2" fmla="*/ 2314305 w 2314305"/>
                <a:gd name="connsiteY2" fmla="*/ 250092 h 715708"/>
                <a:gd name="connsiteX3" fmla="*/ 2123986 w 2314305"/>
                <a:gd name="connsiteY3" fmla="*/ 715708 h 715708"/>
                <a:gd name="connsiteX4" fmla="*/ 1156661 w 2314305"/>
                <a:gd name="connsiteY4" fmla="*/ 480632 h 715708"/>
                <a:gd name="connsiteX5" fmla="*/ 172995 w 2314305"/>
                <a:gd name="connsiteY5" fmla="*/ 685051 h 715708"/>
                <a:gd name="connsiteX6" fmla="*/ 0 w 2314305"/>
                <a:gd name="connsiteY6" fmla="*/ 232060 h 7157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314305" h="715708">
                  <a:moveTo>
                    <a:pt x="0" y="232060"/>
                  </a:moveTo>
                  <a:cubicBezTo>
                    <a:pt x="116349" y="135016"/>
                    <a:pt x="772966" y="-10150"/>
                    <a:pt x="1166388" y="561"/>
                  </a:cubicBezTo>
                  <a:cubicBezTo>
                    <a:pt x="1559810" y="11272"/>
                    <a:pt x="1962415" y="54514"/>
                    <a:pt x="2314305" y="250092"/>
                  </a:cubicBezTo>
                  <a:cubicBezTo>
                    <a:pt x="2236857" y="411910"/>
                    <a:pt x="2305049" y="284904"/>
                    <a:pt x="2123986" y="715708"/>
                  </a:cubicBezTo>
                  <a:cubicBezTo>
                    <a:pt x="2077752" y="646036"/>
                    <a:pt x="1616289" y="480632"/>
                    <a:pt x="1156661" y="480632"/>
                  </a:cubicBezTo>
                  <a:cubicBezTo>
                    <a:pt x="697033" y="480632"/>
                    <a:pt x="257593" y="589531"/>
                    <a:pt x="172995" y="685051"/>
                  </a:cubicBezTo>
                  <a:lnTo>
                    <a:pt x="0" y="232060"/>
                  </a:lnTo>
                  <a:close/>
                </a:path>
              </a:pathLst>
            </a:custGeom>
            <a:solidFill>
              <a:srgbClr val="33CCCC"/>
            </a:solidFill>
            <a:ln>
              <a:solidFill>
                <a:srgbClr val="33CCC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8" name="Block Arc 1">
              <a:extLst>
                <a:ext uri="{FF2B5EF4-FFF2-40B4-BE49-F238E27FC236}">
                  <a16:creationId xmlns:a16="http://schemas.microsoft.com/office/drawing/2014/main" id="{AA32AB03-ABD1-EA41-ACC2-05087F227CCA}"/>
                </a:ext>
              </a:extLst>
            </p:cNvPr>
            <p:cNvSpPr/>
            <p:nvPr/>
          </p:nvSpPr>
          <p:spPr>
            <a:xfrm rot="15530126">
              <a:off x="4891919" y="3623815"/>
              <a:ext cx="2314305" cy="715708"/>
            </a:xfrm>
            <a:custGeom>
              <a:avLst/>
              <a:gdLst>
                <a:gd name="connsiteX0" fmla="*/ 0 w 2391141"/>
                <a:gd name="connsiteY0" fmla="*/ 726679 h 1453358"/>
                <a:gd name="connsiteX1" fmla="*/ 1195571 w 2391141"/>
                <a:gd name="connsiteY1" fmla="*/ 0 h 1453358"/>
                <a:gd name="connsiteX2" fmla="*/ 2391142 w 2391141"/>
                <a:gd name="connsiteY2" fmla="*/ 726679 h 1453358"/>
                <a:gd name="connsiteX3" fmla="*/ 2027802 w 2391141"/>
                <a:gd name="connsiteY3" fmla="*/ 726679 h 1453358"/>
                <a:gd name="connsiteX4" fmla="*/ 1195571 w 2391141"/>
                <a:gd name="connsiteY4" fmla="*/ 363339 h 1453358"/>
                <a:gd name="connsiteX5" fmla="*/ 363340 w 2391141"/>
                <a:gd name="connsiteY5" fmla="*/ 726679 h 1453358"/>
                <a:gd name="connsiteX6" fmla="*/ 0 w 2391141"/>
                <a:gd name="connsiteY6" fmla="*/ 726679 h 1453358"/>
                <a:gd name="connsiteX0" fmla="*/ 0 w 2614878"/>
                <a:gd name="connsiteY0" fmla="*/ 727830 h 727830"/>
                <a:gd name="connsiteX1" fmla="*/ 1195571 w 2614878"/>
                <a:gd name="connsiteY1" fmla="*/ 1151 h 727830"/>
                <a:gd name="connsiteX2" fmla="*/ 2614878 w 2614878"/>
                <a:gd name="connsiteY2" fmla="*/ 611098 h 727830"/>
                <a:gd name="connsiteX3" fmla="*/ 2027802 w 2614878"/>
                <a:gd name="connsiteY3" fmla="*/ 727830 h 727830"/>
                <a:gd name="connsiteX4" fmla="*/ 1195571 w 2614878"/>
                <a:gd name="connsiteY4" fmla="*/ 364490 h 727830"/>
                <a:gd name="connsiteX5" fmla="*/ 363340 w 2614878"/>
                <a:gd name="connsiteY5" fmla="*/ 727830 h 727830"/>
                <a:gd name="connsiteX6" fmla="*/ 0 w 2614878"/>
                <a:gd name="connsiteY6" fmla="*/ 727830 h 727830"/>
                <a:gd name="connsiteX0" fmla="*/ 0 w 2614878"/>
                <a:gd name="connsiteY0" fmla="*/ 727830 h 727830"/>
                <a:gd name="connsiteX1" fmla="*/ 1195571 w 2614878"/>
                <a:gd name="connsiteY1" fmla="*/ 1151 h 727830"/>
                <a:gd name="connsiteX2" fmla="*/ 2614878 w 2614878"/>
                <a:gd name="connsiteY2" fmla="*/ 611098 h 727830"/>
                <a:gd name="connsiteX3" fmla="*/ 2251538 w 2614878"/>
                <a:gd name="connsiteY3" fmla="*/ 669464 h 727830"/>
                <a:gd name="connsiteX4" fmla="*/ 1195571 w 2614878"/>
                <a:gd name="connsiteY4" fmla="*/ 364490 h 727830"/>
                <a:gd name="connsiteX5" fmla="*/ 363340 w 2614878"/>
                <a:gd name="connsiteY5" fmla="*/ 727830 h 727830"/>
                <a:gd name="connsiteX6" fmla="*/ 0 w 2614878"/>
                <a:gd name="connsiteY6" fmla="*/ 727830 h 727830"/>
                <a:gd name="connsiteX0" fmla="*/ 0 w 2780249"/>
                <a:gd name="connsiteY0" fmla="*/ 590533 h 726720"/>
                <a:gd name="connsiteX1" fmla="*/ 1360942 w 2780249"/>
                <a:gd name="connsiteY1" fmla="*/ 41 h 726720"/>
                <a:gd name="connsiteX2" fmla="*/ 2780249 w 2780249"/>
                <a:gd name="connsiteY2" fmla="*/ 609988 h 726720"/>
                <a:gd name="connsiteX3" fmla="*/ 2416909 w 2780249"/>
                <a:gd name="connsiteY3" fmla="*/ 668354 h 726720"/>
                <a:gd name="connsiteX4" fmla="*/ 1360942 w 2780249"/>
                <a:gd name="connsiteY4" fmla="*/ 363380 h 726720"/>
                <a:gd name="connsiteX5" fmla="*/ 528711 w 2780249"/>
                <a:gd name="connsiteY5" fmla="*/ 726720 h 726720"/>
                <a:gd name="connsiteX6" fmla="*/ 0 w 2780249"/>
                <a:gd name="connsiteY6" fmla="*/ 590533 h 726720"/>
                <a:gd name="connsiteX0" fmla="*/ 0 w 2780249"/>
                <a:gd name="connsiteY0" fmla="*/ 590533 h 668354"/>
                <a:gd name="connsiteX1" fmla="*/ 1360942 w 2780249"/>
                <a:gd name="connsiteY1" fmla="*/ 41 h 668354"/>
                <a:gd name="connsiteX2" fmla="*/ 2780249 w 2780249"/>
                <a:gd name="connsiteY2" fmla="*/ 609988 h 668354"/>
                <a:gd name="connsiteX3" fmla="*/ 2416909 w 2780249"/>
                <a:gd name="connsiteY3" fmla="*/ 668354 h 668354"/>
                <a:gd name="connsiteX4" fmla="*/ 1360942 w 2780249"/>
                <a:gd name="connsiteY4" fmla="*/ 363380 h 668354"/>
                <a:gd name="connsiteX5" fmla="*/ 275792 w 2780249"/>
                <a:gd name="connsiteY5" fmla="*/ 639171 h 668354"/>
                <a:gd name="connsiteX6" fmla="*/ 0 w 2780249"/>
                <a:gd name="connsiteY6" fmla="*/ 590533 h 668354"/>
                <a:gd name="connsiteX0" fmla="*/ 0 w 2780249"/>
                <a:gd name="connsiteY0" fmla="*/ 590533 h 668354"/>
                <a:gd name="connsiteX1" fmla="*/ 1360942 w 2780249"/>
                <a:gd name="connsiteY1" fmla="*/ 41 h 668354"/>
                <a:gd name="connsiteX2" fmla="*/ 2780249 w 2780249"/>
                <a:gd name="connsiteY2" fmla="*/ 609988 h 668354"/>
                <a:gd name="connsiteX3" fmla="*/ 2416909 w 2780249"/>
                <a:gd name="connsiteY3" fmla="*/ 668354 h 668354"/>
                <a:gd name="connsiteX4" fmla="*/ 1351215 w 2780249"/>
                <a:gd name="connsiteY4" fmla="*/ 480112 h 668354"/>
                <a:gd name="connsiteX5" fmla="*/ 275792 w 2780249"/>
                <a:gd name="connsiteY5" fmla="*/ 639171 h 668354"/>
                <a:gd name="connsiteX6" fmla="*/ 0 w 2780249"/>
                <a:gd name="connsiteY6" fmla="*/ 590533 h 668354"/>
                <a:gd name="connsiteX0" fmla="*/ 0 w 2780249"/>
                <a:gd name="connsiteY0" fmla="*/ 590533 h 775358"/>
                <a:gd name="connsiteX1" fmla="*/ 1360942 w 2780249"/>
                <a:gd name="connsiteY1" fmla="*/ 41 h 775358"/>
                <a:gd name="connsiteX2" fmla="*/ 2780249 w 2780249"/>
                <a:gd name="connsiteY2" fmla="*/ 609988 h 775358"/>
                <a:gd name="connsiteX3" fmla="*/ 2329360 w 2780249"/>
                <a:gd name="connsiteY3" fmla="*/ 775358 h 775358"/>
                <a:gd name="connsiteX4" fmla="*/ 1351215 w 2780249"/>
                <a:gd name="connsiteY4" fmla="*/ 480112 h 775358"/>
                <a:gd name="connsiteX5" fmla="*/ 275792 w 2780249"/>
                <a:gd name="connsiteY5" fmla="*/ 639171 h 775358"/>
                <a:gd name="connsiteX6" fmla="*/ 0 w 2780249"/>
                <a:gd name="connsiteY6" fmla="*/ 590533 h 775358"/>
                <a:gd name="connsiteX0" fmla="*/ 0 w 2673245"/>
                <a:gd name="connsiteY0" fmla="*/ 600391 h 785216"/>
                <a:gd name="connsiteX1" fmla="*/ 1360942 w 2673245"/>
                <a:gd name="connsiteY1" fmla="*/ 9899 h 785216"/>
                <a:gd name="connsiteX2" fmla="*/ 2673245 w 2673245"/>
                <a:gd name="connsiteY2" fmla="*/ 405837 h 785216"/>
                <a:gd name="connsiteX3" fmla="*/ 2329360 w 2673245"/>
                <a:gd name="connsiteY3" fmla="*/ 785216 h 785216"/>
                <a:gd name="connsiteX4" fmla="*/ 1351215 w 2673245"/>
                <a:gd name="connsiteY4" fmla="*/ 489970 h 785216"/>
                <a:gd name="connsiteX5" fmla="*/ 275792 w 2673245"/>
                <a:gd name="connsiteY5" fmla="*/ 649029 h 785216"/>
                <a:gd name="connsiteX6" fmla="*/ 0 w 2673245"/>
                <a:gd name="connsiteY6" fmla="*/ 600391 h 785216"/>
                <a:gd name="connsiteX0" fmla="*/ 0 w 2673245"/>
                <a:gd name="connsiteY0" fmla="*/ 593348 h 778173"/>
                <a:gd name="connsiteX1" fmla="*/ 1360942 w 2673245"/>
                <a:gd name="connsiteY1" fmla="*/ 2856 h 778173"/>
                <a:gd name="connsiteX2" fmla="*/ 2673245 w 2673245"/>
                <a:gd name="connsiteY2" fmla="*/ 398794 h 778173"/>
                <a:gd name="connsiteX3" fmla="*/ 2329360 w 2673245"/>
                <a:gd name="connsiteY3" fmla="*/ 778173 h 778173"/>
                <a:gd name="connsiteX4" fmla="*/ 1351215 w 2673245"/>
                <a:gd name="connsiteY4" fmla="*/ 482927 h 778173"/>
                <a:gd name="connsiteX5" fmla="*/ 275792 w 2673245"/>
                <a:gd name="connsiteY5" fmla="*/ 641986 h 778173"/>
                <a:gd name="connsiteX6" fmla="*/ 0 w 2673245"/>
                <a:gd name="connsiteY6" fmla="*/ 593348 h 778173"/>
                <a:gd name="connsiteX0" fmla="*/ 0 w 2478691"/>
                <a:gd name="connsiteY0" fmla="*/ 293714 h 809279"/>
                <a:gd name="connsiteX1" fmla="*/ 1166388 w 2478691"/>
                <a:gd name="connsiteY1" fmla="*/ 33962 h 809279"/>
                <a:gd name="connsiteX2" fmla="*/ 2478691 w 2478691"/>
                <a:gd name="connsiteY2" fmla="*/ 429900 h 809279"/>
                <a:gd name="connsiteX3" fmla="*/ 2134806 w 2478691"/>
                <a:gd name="connsiteY3" fmla="*/ 809279 h 809279"/>
                <a:gd name="connsiteX4" fmla="*/ 1156661 w 2478691"/>
                <a:gd name="connsiteY4" fmla="*/ 514033 h 809279"/>
                <a:gd name="connsiteX5" fmla="*/ 81238 w 2478691"/>
                <a:gd name="connsiteY5" fmla="*/ 673092 h 809279"/>
                <a:gd name="connsiteX6" fmla="*/ 0 w 2478691"/>
                <a:gd name="connsiteY6" fmla="*/ 293714 h 809279"/>
                <a:gd name="connsiteX0" fmla="*/ 0 w 2478691"/>
                <a:gd name="connsiteY0" fmla="*/ 262275 h 777840"/>
                <a:gd name="connsiteX1" fmla="*/ 1166388 w 2478691"/>
                <a:gd name="connsiteY1" fmla="*/ 2523 h 777840"/>
                <a:gd name="connsiteX2" fmla="*/ 2478691 w 2478691"/>
                <a:gd name="connsiteY2" fmla="*/ 398461 h 777840"/>
                <a:gd name="connsiteX3" fmla="*/ 2134806 w 2478691"/>
                <a:gd name="connsiteY3" fmla="*/ 777840 h 777840"/>
                <a:gd name="connsiteX4" fmla="*/ 1156661 w 2478691"/>
                <a:gd name="connsiteY4" fmla="*/ 482594 h 777840"/>
                <a:gd name="connsiteX5" fmla="*/ 81238 w 2478691"/>
                <a:gd name="connsiteY5" fmla="*/ 641653 h 777840"/>
                <a:gd name="connsiteX6" fmla="*/ 0 w 2478691"/>
                <a:gd name="connsiteY6" fmla="*/ 262275 h 777840"/>
                <a:gd name="connsiteX0" fmla="*/ 0 w 2478691"/>
                <a:gd name="connsiteY0" fmla="*/ 262275 h 777841"/>
                <a:gd name="connsiteX1" fmla="*/ 1166388 w 2478691"/>
                <a:gd name="connsiteY1" fmla="*/ 2523 h 777841"/>
                <a:gd name="connsiteX2" fmla="*/ 2478691 w 2478691"/>
                <a:gd name="connsiteY2" fmla="*/ 398461 h 777841"/>
                <a:gd name="connsiteX3" fmla="*/ 2134806 w 2478691"/>
                <a:gd name="connsiteY3" fmla="*/ 777840 h 777841"/>
                <a:gd name="connsiteX4" fmla="*/ 1156661 w 2478691"/>
                <a:gd name="connsiteY4" fmla="*/ 482594 h 777841"/>
                <a:gd name="connsiteX5" fmla="*/ 178515 w 2478691"/>
                <a:gd name="connsiteY5" fmla="*/ 777841 h 777841"/>
                <a:gd name="connsiteX6" fmla="*/ 0 w 2478691"/>
                <a:gd name="connsiteY6" fmla="*/ 262275 h 777841"/>
                <a:gd name="connsiteX0" fmla="*/ 0 w 2478691"/>
                <a:gd name="connsiteY0" fmla="*/ 262275 h 777840"/>
                <a:gd name="connsiteX1" fmla="*/ 1166388 w 2478691"/>
                <a:gd name="connsiteY1" fmla="*/ 2523 h 777840"/>
                <a:gd name="connsiteX2" fmla="*/ 2478691 w 2478691"/>
                <a:gd name="connsiteY2" fmla="*/ 398461 h 777840"/>
                <a:gd name="connsiteX3" fmla="*/ 2134806 w 2478691"/>
                <a:gd name="connsiteY3" fmla="*/ 777840 h 777840"/>
                <a:gd name="connsiteX4" fmla="*/ 1156661 w 2478691"/>
                <a:gd name="connsiteY4" fmla="*/ 482594 h 777840"/>
                <a:gd name="connsiteX5" fmla="*/ 139604 w 2478691"/>
                <a:gd name="connsiteY5" fmla="*/ 748658 h 777840"/>
                <a:gd name="connsiteX6" fmla="*/ 0 w 2478691"/>
                <a:gd name="connsiteY6" fmla="*/ 262275 h 777840"/>
                <a:gd name="connsiteX0" fmla="*/ 0 w 2478691"/>
                <a:gd name="connsiteY0" fmla="*/ 262275 h 777840"/>
                <a:gd name="connsiteX1" fmla="*/ 1166388 w 2478691"/>
                <a:gd name="connsiteY1" fmla="*/ 2523 h 777840"/>
                <a:gd name="connsiteX2" fmla="*/ 2478691 w 2478691"/>
                <a:gd name="connsiteY2" fmla="*/ 398461 h 777840"/>
                <a:gd name="connsiteX3" fmla="*/ 2134806 w 2478691"/>
                <a:gd name="connsiteY3" fmla="*/ 777840 h 777840"/>
                <a:gd name="connsiteX4" fmla="*/ 1156661 w 2478691"/>
                <a:gd name="connsiteY4" fmla="*/ 482594 h 777840"/>
                <a:gd name="connsiteX5" fmla="*/ 139604 w 2478691"/>
                <a:gd name="connsiteY5" fmla="*/ 748658 h 777840"/>
                <a:gd name="connsiteX6" fmla="*/ 0 w 2478691"/>
                <a:gd name="connsiteY6" fmla="*/ 262275 h 777840"/>
                <a:gd name="connsiteX0" fmla="*/ 0 w 2478691"/>
                <a:gd name="connsiteY0" fmla="*/ 262275 h 797295"/>
                <a:gd name="connsiteX1" fmla="*/ 1166388 w 2478691"/>
                <a:gd name="connsiteY1" fmla="*/ 2523 h 797295"/>
                <a:gd name="connsiteX2" fmla="*/ 2478691 w 2478691"/>
                <a:gd name="connsiteY2" fmla="*/ 398461 h 797295"/>
                <a:gd name="connsiteX3" fmla="*/ 2144534 w 2478691"/>
                <a:gd name="connsiteY3" fmla="*/ 797295 h 797295"/>
                <a:gd name="connsiteX4" fmla="*/ 1156661 w 2478691"/>
                <a:gd name="connsiteY4" fmla="*/ 482594 h 797295"/>
                <a:gd name="connsiteX5" fmla="*/ 139604 w 2478691"/>
                <a:gd name="connsiteY5" fmla="*/ 748658 h 797295"/>
                <a:gd name="connsiteX6" fmla="*/ 0 w 2478691"/>
                <a:gd name="connsiteY6" fmla="*/ 262275 h 797295"/>
                <a:gd name="connsiteX0" fmla="*/ 0 w 2478691"/>
                <a:gd name="connsiteY0" fmla="*/ 262275 h 797295"/>
                <a:gd name="connsiteX1" fmla="*/ 1166388 w 2478691"/>
                <a:gd name="connsiteY1" fmla="*/ 2523 h 797295"/>
                <a:gd name="connsiteX2" fmla="*/ 2478691 w 2478691"/>
                <a:gd name="connsiteY2" fmla="*/ 398461 h 797295"/>
                <a:gd name="connsiteX3" fmla="*/ 2144534 w 2478691"/>
                <a:gd name="connsiteY3" fmla="*/ 797295 h 797295"/>
                <a:gd name="connsiteX4" fmla="*/ 1156661 w 2478691"/>
                <a:gd name="connsiteY4" fmla="*/ 482594 h 797295"/>
                <a:gd name="connsiteX5" fmla="*/ 139604 w 2478691"/>
                <a:gd name="connsiteY5" fmla="*/ 748658 h 797295"/>
                <a:gd name="connsiteX6" fmla="*/ 0 w 2478691"/>
                <a:gd name="connsiteY6" fmla="*/ 262275 h 797295"/>
                <a:gd name="connsiteX0" fmla="*/ 0 w 2309168"/>
                <a:gd name="connsiteY0" fmla="*/ 259772 h 794792"/>
                <a:gd name="connsiteX1" fmla="*/ 1166388 w 2309168"/>
                <a:gd name="connsiteY1" fmla="*/ 20 h 794792"/>
                <a:gd name="connsiteX2" fmla="*/ 2309168 w 2309168"/>
                <a:gd name="connsiteY2" fmla="*/ 270099 h 794792"/>
                <a:gd name="connsiteX3" fmla="*/ 2144534 w 2309168"/>
                <a:gd name="connsiteY3" fmla="*/ 794792 h 794792"/>
                <a:gd name="connsiteX4" fmla="*/ 1156661 w 2309168"/>
                <a:gd name="connsiteY4" fmla="*/ 480091 h 794792"/>
                <a:gd name="connsiteX5" fmla="*/ 139604 w 2309168"/>
                <a:gd name="connsiteY5" fmla="*/ 746155 h 794792"/>
                <a:gd name="connsiteX6" fmla="*/ 0 w 2309168"/>
                <a:gd name="connsiteY6" fmla="*/ 259772 h 794792"/>
                <a:gd name="connsiteX0" fmla="*/ 0 w 2309168"/>
                <a:gd name="connsiteY0" fmla="*/ 259772 h 794792"/>
                <a:gd name="connsiteX1" fmla="*/ 1166388 w 2309168"/>
                <a:gd name="connsiteY1" fmla="*/ 20 h 794792"/>
                <a:gd name="connsiteX2" fmla="*/ 2309168 w 2309168"/>
                <a:gd name="connsiteY2" fmla="*/ 270099 h 794792"/>
                <a:gd name="connsiteX3" fmla="*/ 2144534 w 2309168"/>
                <a:gd name="connsiteY3" fmla="*/ 794792 h 794792"/>
                <a:gd name="connsiteX4" fmla="*/ 1156661 w 2309168"/>
                <a:gd name="connsiteY4" fmla="*/ 480091 h 794792"/>
                <a:gd name="connsiteX5" fmla="*/ 139604 w 2309168"/>
                <a:gd name="connsiteY5" fmla="*/ 746155 h 794792"/>
                <a:gd name="connsiteX6" fmla="*/ 0 w 2309168"/>
                <a:gd name="connsiteY6" fmla="*/ 259772 h 794792"/>
                <a:gd name="connsiteX0" fmla="*/ 0 w 2309168"/>
                <a:gd name="connsiteY0" fmla="*/ 259772 h 746155"/>
                <a:gd name="connsiteX1" fmla="*/ 1166388 w 2309168"/>
                <a:gd name="connsiteY1" fmla="*/ 20 h 746155"/>
                <a:gd name="connsiteX2" fmla="*/ 2309168 w 2309168"/>
                <a:gd name="connsiteY2" fmla="*/ 270099 h 746155"/>
                <a:gd name="connsiteX3" fmla="*/ 2121417 w 2309168"/>
                <a:gd name="connsiteY3" fmla="*/ 707462 h 746155"/>
                <a:gd name="connsiteX4" fmla="*/ 1156661 w 2309168"/>
                <a:gd name="connsiteY4" fmla="*/ 480091 h 746155"/>
                <a:gd name="connsiteX5" fmla="*/ 139604 w 2309168"/>
                <a:gd name="connsiteY5" fmla="*/ 746155 h 746155"/>
                <a:gd name="connsiteX6" fmla="*/ 0 w 2309168"/>
                <a:gd name="connsiteY6" fmla="*/ 259772 h 746155"/>
                <a:gd name="connsiteX0" fmla="*/ 0 w 2309168"/>
                <a:gd name="connsiteY0" fmla="*/ 259772 h 746155"/>
                <a:gd name="connsiteX1" fmla="*/ 1166388 w 2309168"/>
                <a:gd name="connsiteY1" fmla="*/ 20 h 746155"/>
                <a:gd name="connsiteX2" fmla="*/ 2309168 w 2309168"/>
                <a:gd name="connsiteY2" fmla="*/ 270099 h 746155"/>
                <a:gd name="connsiteX3" fmla="*/ 2121417 w 2309168"/>
                <a:gd name="connsiteY3" fmla="*/ 707462 h 746155"/>
                <a:gd name="connsiteX4" fmla="*/ 1156661 w 2309168"/>
                <a:gd name="connsiteY4" fmla="*/ 480091 h 746155"/>
                <a:gd name="connsiteX5" fmla="*/ 139604 w 2309168"/>
                <a:gd name="connsiteY5" fmla="*/ 746155 h 746155"/>
                <a:gd name="connsiteX6" fmla="*/ 0 w 2309168"/>
                <a:gd name="connsiteY6" fmla="*/ 259772 h 746155"/>
                <a:gd name="connsiteX0" fmla="*/ 0 w 2309168"/>
                <a:gd name="connsiteY0" fmla="*/ 226793 h 746567"/>
                <a:gd name="connsiteX1" fmla="*/ 1166388 w 2309168"/>
                <a:gd name="connsiteY1" fmla="*/ 432 h 746567"/>
                <a:gd name="connsiteX2" fmla="*/ 2309168 w 2309168"/>
                <a:gd name="connsiteY2" fmla="*/ 270511 h 746567"/>
                <a:gd name="connsiteX3" fmla="*/ 2121417 w 2309168"/>
                <a:gd name="connsiteY3" fmla="*/ 707874 h 746567"/>
                <a:gd name="connsiteX4" fmla="*/ 1156661 w 2309168"/>
                <a:gd name="connsiteY4" fmla="*/ 480503 h 746567"/>
                <a:gd name="connsiteX5" fmla="*/ 139604 w 2309168"/>
                <a:gd name="connsiteY5" fmla="*/ 746567 h 746567"/>
                <a:gd name="connsiteX6" fmla="*/ 0 w 2309168"/>
                <a:gd name="connsiteY6" fmla="*/ 226793 h 746567"/>
                <a:gd name="connsiteX0" fmla="*/ 0 w 2309168"/>
                <a:gd name="connsiteY0" fmla="*/ 226663 h 746437"/>
                <a:gd name="connsiteX1" fmla="*/ 1166388 w 2309168"/>
                <a:gd name="connsiteY1" fmla="*/ 302 h 746437"/>
                <a:gd name="connsiteX2" fmla="*/ 2309168 w 2309168"/>
                <a:gd name="connsiteY2" fmla="*/ 270381 h 746437"/>
                <a:gd name="connsiteX3" fmla="*/ 2121417 w 2309168"/>
                <a:gd name="connsiteY3" fmla="*/ 707744 h 746437"/>
                <a:gd name="connsiteX4" fmla="*/ 1156661 w 2309168"/>
                <a:gd name="connsiteY4" fmla="*/ 480373 h 746437"/>
                <a:gd name="connsiteX5" fmla="*/ 139604 w 2309168"/>
                <a:gd name="connsiteY5" fmla="*/ 746437 h 746437"/>
                <a:gd name="connsiteX6" fmla="*/ 0 w 2309168"/>
                <a:gd name="connsiteY6" fmla="*/ 226663 h 746437"/>
                <a:gd name="connsiteX0" fmla="*/ 0 w 2309168"/>
                <a:gd name="connsiteY0" fmla="*/ 226614 h 746388"/>
                <a:gd name="connsiteX1" fmla="*/ 1166388 w 2309168"/>
                <a:gd name="connsiteY1" fmla="*/ 253 h 746388"/>
                <a:gd name="connsiteX2" fmla="*/ 2309168 w 2309168"/>
                <a:gd name="connsiteY2" fmla="*/ 270332 h 746388"/>
                <a:gd name="connsiteX3" fmla="*/ 2121417 w 2309168"/>
                <a:gd name="connsiteY3" fmla="*/ 707695 h 746388"/>
                <a:gd name="connsiteX4" fmla="*/ 1156661 w 2309168"/>
                <a:gd name="connsiteY4" fmla="*/ 480324 h 746388"/>
                <a:gd name="connsiteX5" fmla="*/ 139604 w 2309168"/>
                <a:gd name="connsiteY5" fmla="*/ 746388 h 746388"/>
                <a:gd name="connsiteX6" fmla="*/ 0 w 2309168"/>
                <a:gd name="connsiteY6" fmla="*/ 226614 h 746388"/>
                <a:gd name="connsiteX0" fmla="*/ 0 w 2309168"/>
                <a:gd name="connsiteY0" fmla="*/ 231692 h 746328"/>
                <a:gd name="connsiteX1" fmla="*/ 1166388 w 2309168"/>
                <a:gd name="connsiteY1" fmla="*/ 193 h 746328"/>
                <a:gd name="connsiteX2" fmla="*/ 2309168 w 2309168"/>
                <a:gd name="connsiteY2" fmla="*/ 270272 h 746328"/>
                <a:gd name="connsiteX3" fmla="*/ 2121417 w 2309168"/>
                <a:gd name="connsiteY3" fmla="*/ 707635 h 746328"/>
                <a:gd name="connsiteX4" fmla="*/ 1156661 w 2309168"/>
                <a:gd name="connsiteY4" fmla="*/ 480264 h 746328"/>
                <a:gd name="connsiteX5" fmla="*/ 139604 w 2309168"/>
                <a:gd name="connsiteY5" fmla="*/ 746328 h 746328"/>
                <a:gd name="connsiteX6" fmla="*/ 0 w 2309168"/>
                <a:gd name="connsiteY6" fmla="*/ 231692 h 746328"/>
                <a:gd name="connsiteX0" fmla="*/ 0 w 2309168"/>
                <a:gd name="connsiteY0" fmla="*/ 231692 h 707635"/>
                <a:gd name="connsiteX1" fmla="*/ 1166388 w 2309168"/>
                <a:gd name="connsiteY1" fmla="*/ 193 h 707635"/>
                <a:gd name="connsiteX2" fmla="*/ 2309168 w 2309168"/>
                <a:gd name="connsiteY2" fmla="*/ 270272 h 707635"/>
                <a:gd name="connsiteX3" fmla="*/ 2121417 w 2309168"/>
                <a:gd name="connsiteY3" fmla="*/ 707635 h 707635"/>
                <a:gd name="connsiteX4" fmla="*/ 1156661 w 2309168"/>
                <a:gd name="connsiteY4" fmla="*/ 480264 h 707635"/>
                <a:gd name="connsiteX5" fmla="*/ 172995 w 2309168"/>
                <a:gd name="connsiteY5" fmla="*/ 684683 h 707635"/>
                <a:gd name="connsiteX6" fmla="*/ 0 w 2309168"/>
                <a:gd name="connsiteY6" fmla="*/ 231692 h 707635"/>
                <a:gd name="connsiteX0" fmla="*/ 0 w 2309168"/>
                <a:gd name="connsiteY0" fmla="*/ 231692 h 707635"/>
                <a:gd name="connsiteX1" fmla="*/ 1166388 w 2309168"/>
                <a:gd name="connsiteY1" fmla="*/ 193 h 707635"/>
                <a:gd name="connsiteX2" fmla="*/ 2309168 w 2309168"/>
                <a:gd name="connsiteY2" fmla="*/ 270272 h 707635"/>
                <a:gd name="connsiteX3" fmla="*/ 2121417 w 2309168"/>
                <a:gd name="connsiteY3" fmla="*/ 707635 h 707635"/>
                <a:gd name="connsiteX4" fmla="*/ 1156661 w 2309168"/>
                <a:gd name="connsiteY4" fmla="*/ 480264 h 707635"/>
                <a:gd name="connsiteX5" fmla="*/ 172995 w 2309168"/>
                <a:gd name="connsiteY5" fmla="*/ 684683 h 707635"/>
                <a:gd name="connsiteX6" fmla="*/ 0 w 2309168"/>
                <a:gd name="connsiteY6" fmla="*/ 231692 h 707635"/>
                <a:gd name="connsiteX0" fmla="*/ 0 w 2309168"/>
                <a:gd name="connsiteY0" fmla="*/ 231692 h 715340"/>
                <a:gd name="connsiteX1" fmla="*/ 1166388 w 2309168"/>
                <a:gd name="connsiteY1" fmla="*/ 193 h 715340"/>
                <a:gd name="connsiteX2" fmla="*/ 2309168 w 2309168"/>
                <a:gd name="connsiteY2" fmla="*/ 270272 h 715340"/>
                <a:gd name="connsiteX3" fmla="*/ 2123986 w 2309168"/>
                <a:gd name="connsiteY3" fmla="*/ 715340 h 715340"/>
                <a:gd name="connsiteX4" fmla="*/ 1156661 w 2309168"/>
                <a:gd name="connsiteY4" fmla="*/ 480264 h 715340"/>
                <a:gd name="connsiteX5" fmla="*/ 172995 w 2309168"/>
                <a:gd name="connsiteY5" fmla="*/ 684683 h 715340"/>
                <a:gd name="connsiteX6" fmla="*/ 0 w 2309168"/>
                <a:gd name="connsiteY6" fmla="*/ 231692 h 715340"/>
                <a:gd name="connsiteX0" fmla="*/ 0 w 2309168"/>
                <a:gd name="connsiteY0" fmla="*/ 231692 h 715340"/>
                <a:gd name="connsiteX1" fmla="*/ 1166388 w 2309168"/>
                <a:gd name="connsiteY1" fmla="*/ 193 h 715340"/>
                <a:gd name="connsiteX2" fmla="*/ 2309168 w 2309168"/>
                <a:gd name="connsiteY2" fmla="*/ 270272 h 715340"/>
                <a:gd name="connsiteX3" fmla="*/ 2123986 w 2309168"/>
                <a:gd name="connsiteY3" fmla="*/ 715340 h 715340"/>
                <a:gd name="connsiteX4" fmla="*/ 1156661 w 2309168"/>
                <a:gd name="connsiteY4" fmla="*/ 480264 h 715340"/>
                <a:gd name="connsiteX5" fmla="*/ 172995 w 2309168"/>
                <a:gd name="connsiteY5" fmla="*/ 684683 h 715340"/>
                <a:gd name="connsiteX6" fmla="*/ 0 w 2309168"/>
                <a:gd name="connsiteY6" fmla="*/ 231692 h 715340"/>
                <a:gd name="connsiteX0" fmla="*/ 0 w 2309168"/>
                <a:gd name="connsiteY0" fmla="*/ 231692 h 715340"/>
                <a:gd name="connsiteX1" fmla="*/ 1166388 w 2309168"/>
                <a:gd name="connsiteY1" fmla="*/ 193 h 715340"/>
                <a:gd name="connsiteX2" fmla="*/ 2309168 w 2309168"/>
                <a:gd name="connsiteY2" fmla="*/ 270272 h 715340"/>
                <a:gd name="connsiteX3" fmla="*/ 2123986 w 2309168"/>
                <a:gd name="connsiteY3" fmla="*/ 715340 h 715340"/>
                <a:gd name="connsiteX4" fmla="*/ 1156661 w 2309168"/>
                <a:gd name="connsiteY4" fmla="*/ 480264 h 715340"/>
                <a:gd name="connsiteX5" fmla="*/ 172995 w 2309168"/>
                <a:gd name="connsiteY5" fmla="*/ 684683 h 715340"/>
                <a:gd name="connsiteX6" fmla="*/ 0 w 2309168"/>
                <a:gd name="connsiteY6" fmla="*/ 231692 h 715340"/>
                <a:gd name="connsiteX0" fmla="*/ 0 w 2314305"/>
                <a:gd name="connsiteY0" fmla="*/ 231543 h 715191"/>
                <a:gd name="connsiteX1" fmla="*/ 1166388 w 2314305"/>
                <a:gd name="connsiteY1" fmla="*/ 44 h 715191"/>
                <a:gd name="connsiteX2" fmla="*/ 2314305 w 2314305"/>
                <a:gd name="connsiteY2" fmla="*/ 249575 h 715191"/>
                <a:gd name="connsiteX3" fmla="*/ 2123986 w 2314305"/>
                <a:gd name="connsiteY3" fmla="*/ 715191 h 715191"/>
                <a:gd name="connsiteX4" fmla="*/ 1156661 w 2314305"/>
                <a:gd name="connsiteY4" fmla="*/ 480115 h 715191"/>
                <a:gd name="connsiteX5" fmla="*/ 172995 w 2314305"/>
                <a:gd name="connsiteY5" fmla="*/ 684534 h 715191"/>
                <a:gd name="connsiteX6" fmla="*/ 0 w 2314305"/>
                <a:gd name="connsiteY6" fmla="*/ 231543 h 715191"/>
                <a:gd name="connsiteX0" fmla="*/ 0 w 2314305"/>
                <a:gd name="connsiteY0" fmla="*/ 231543 h 715191"/>
                <a:gd name="connsiteX1" fmla="*/ 1166388 w 2314305"/>
                <a:gd name="connsiteY1" fmla="*/ 44 h 715191"/>
                <a:gd name="connsiteX2" fmla="*/ 2314305 w 2314305"/>
                <a:gd name="connsiteY2" fmla="*/ 249575 h 715191"/>
                <a:gd name="connsiteX3" fmla="*/ 2123986 w 2314305"/>
                <a:gd name="connsiteY3" fmla="*/ 715191 h 715191"/>
                <a:gd name="connsiteX4" fmla="*/ 1156661 w 2314305"/>
                <a:gd name="connsiteY4" fmla="*/ 480115 h 715191"/>
                <a:gd name="connsiteX5" fmla="*/ 172995 w 2314305"/>
                <a:gd name="connsiteY5" fmla="*/ 684534 h 715191"/>
                <a:gd name="connsiteX6" fmla="*/ 0 w 2314305"/>
                <a:gd name="connsiteY6" fmla="*/ 231543 h 715191"/>
                <a:gd name="connsiteX0" fmla="*/ 0 w 2314305"/>
                <a:gd name="connsiteY0" fmla="*/ 231550 h 715198"/>
                <a:gd name="connsiteX1" fmla="*/ 1166388 w 2314305"/>
                <a:gd name="connsiteY1" fmla="*/ 51 h 715198"/>
                <a:gd name="connsiteX2" fmla="*/ 2314305 w 2314305"/>
                <a:gd name="connsiteY2" fmla="*/ 249582 h 715198"/>
                <a:gd name="connsiteX3" fmla="*/ 2123986 w 2314305"/>
                <a:gd name="connsiteY3" fmla="*/ 715198 h 715198"/>
                <a:gd name="connsiteX4" fmla="*/ 1156661 w 2314305"/>
                <a:gd name="connsiteY4" fmla="*/ 480122 h 715198"/>
                <a:gd name="connsiteX5" fmla="*/ 172995 w 2314305"/>
                <a:gd name="connsiteY5" fmla="*/ 684541 h 715198"/>
                <a:gd name="connsiteX6" fmla="*/ 0 w 2314305"/>
                <a:gd name="connsiteY6" fmla="*/ 231550 h 715198"/>
                <a:gd name="connsiteX0" fmla="*/ 0 w 2314305"/>
                <a:gd name="connsiteY0" fmla="*/ 233092 h 716740"/>
                <a:gd name="connsiteX1" fmla="*/ 1166388 w 2314305"/>
                <a:gd name="connsiteY1" fmla="*/ 1593 h 716740"/>
                <a:gd name="connsiteX2" fmla="*/ 2314305 w 2314305"/>
                <a:gd name="connsiteY2" fmla="*/ 251124 h 716740"/>
                <a:gd name="connsiteX3" fmla="*/ 2123986 w 2314305"/>
                <a:gd name="connsiteY3" fmla="*/ 716740 h 716740"/>
                <a:gd name="connsiteX4" fmla="*/ 1156661 w 2314305"/>
                <a:gd name="connsiteY4" fmla="*/ 481664 h 716740"/>
                <a:gd name="connsiteX5" fmla="*/ 172995 w 2314305"/>
                <a:gd name="connsiteY5" fmla="*/ 686083 h 716740"/>
                <a:gd name="connsiteX6" fmla="*/ 0 w 2314305"/>
                <a:gd name="connsiteY6" fmla="*/ 233092 h 716740"/>
                <a:gd name="connsiteX0" fmla="*/ 0 w 2314305"/>
                <a:gd name="connsiteY0" fmla="*/ 231523 h 715171"/>
                <a:gd name="connsiteX1" fmla="*/ 1166388 w 2314305"/>
                <a:gd name="connsiteY1" fmla="*/ 24 h 715171"/>
                <a:gd name="connsiteX2" fmla="*/ 2314305 w 2314305"/>
                <a:gd name="connsiteY2" fmla="*/ 249555 h 715171"/>
                <a:gd name="connsiteX3" fmla="*/ 2123986 w 2314305"/>
                <a:gd name="connsiteY3" fmla="*/ 715171 h 715171"/>
                <a:gd name="connsiteX4" fmla="*/ 1156661 w 2314305"/>
                <a:gd name="connsiteY4" fmla="*/ 480095 h 715171"/>
                <a:gd name="connsiteX5" fmla="*/ 172995 w 2314305"/>
                <a:gd name="connsiteY5" fmla="*/ 684514 h 715171"/>
                <a:gd name="connsiteX6" fmla="*/ 0 w 2314305"/>
                <a:gd name="connsiteY6" fmla="*/ 231523 h 715171"/>
                <a:gd name="connsiteX0" fmla="*/ 0 w 2314305"/>
                <a:gd name="connsiteY0" fmla="*/ 231550 h 715198"/>
                <a:gd name="connsiteX1" fmla="*/ 1166388 w 2314305"/>
                <a:gd name="connsiteY1" fmla="*/ 51 h 715198"/>
                <a:gd name="connsiteX2" fmla="*/ 2314305 w 2314305"/>
                <a:gd name="connsiteY2" fmla="*/ 249582 h 715198"/>
                <a:gd name="connsiteX3" fmla="*/ 2123986 w 2314305"/>
                <a:gd name="connsiteY3" fmla="*/ 715198 h 715198"/>
                <a:gd name="connsiteX4" fmla="*/ 1156661 w 2314305"/>
                <a:gd name="connsiteY4" fmla="*/ 480122 h 715198"/>
                <a:gd name="connsiteX5" fmla="*/ 172995 w 2314305"/>
                <a:gd name="connsiteY5" fmla="*/ 684541 h 715198"/>
                <a:gd name="connsiteX6" fmla="*/ 0 w 2314305"/>
                <a:gd name="connsiteY6" fmla="*/ 231550 h 715198"/>
                <a:gd name="connsiteX0" fmla="*/ 0 w 2314305"/>
                <a:gd name="connsiteY0" fmla="*/ 232088 h 715736"/>
                <a:gd name="connsiteX1" fmla="*/ 1166388 w 2314305"/>
                <a:gd name="connsiteY1" fmla="*/ 589 h 715736"/>
                <a:gd name="connsiteX2" fmla="*/ 2314305 w 2314305"/>
                <a:gd name="connsiteY2" fmla="*/ 250120 h 715736"/>
                <a:gd name="connsiteX3" fmla="*/ 2123986 w 2314305"/>
                <a:gd name="connsiteY3" fmla="*/ 715736 h 715736"/>
                <a:gd name="connsiteX4" fmla="*/ 1156661 w 2314305"/>
                <a:gd name="connsiteY4" fmla="*/ 480660 h 715736"/>
                <a:gd name="connsiteX5" fmla="*/ 172995 w 2314305"/>
                <a:gd name="connsiteY5" fmla="*/ 685079 h 715736"/>
                <a:gd name="connsiteX6" fmla="*/ 0 w 2314305"/>
                <a:gd name="connsiteY6" fmla="*/ 232088 h 715736"/>
                <a:gd name="connsiteX0" fmla="*/ 0 w 2314305"/>
                <a:gd name="connsiteY0" fmla="*/ 232088 h 715736"/>
                <a:gd name="connsiteX1" fmla="*/ 1166388 w 2314305"/>
                <a:gd name="connsiteY1" fmla="*/ 589 h 715736"/>
                <a:gd name="connsiteX2" fmla="*/ 2314305 w 2314305"/>
                <a:gd name="connsiteY2" fmla="*/ 250120 h 715736"/>
                <a:gd name="connsiteX3" fmla="*/ 2123986 w 2314305"/>
                <a:gd name="connsiteY3" fmla="*/ 715736 h 715736"/>
                <a:gd name="connsiteX4" fmla="*/ 1156661 w 2314305"/>
                <a:gd name="connsiteY4" fmla="*/ 480660 h 715736"/>
                <a:gd name="connsiteX5" fmla="*/ 172995 w 2314305"/>
                <a:gd name="connsiteY5" fmla="*/ 685079 h 715736"/>
                <a:gd name="connsiteX6" fmla="*/ 0 w 2314305"/>
                <a:gd name="connsiteY6" fmla="*/ 232088 h 715736"/>
                <a:gd name="connsiteX0" fmla="*/ 0 w 2314305"/>
                <a:gd name="connsiteY0" fmla="*/ 232088 h 715736"/>
                <a:gd name="connsiteX1" fmla="*/ 1166388 w 2314305"/>
                <a:gd name="connsiteY1" fmla="*/ 589 h 715736"/>
                <a:gd name="connsiteX2" fmla="*/ 2314305 w 2314305"/>
                <a:gd name="connsiteY2" fmla="*/ 250120 h 715736"/>
                <a:gd name="connsiteX3" fmla="*/ 2123986 w 2314305"/>
                <a:gd name="connsiteY3" fmla="*/ 715736 h 715736"/>
                <a:gd name="connsiteX4" fmla="*/ 1156661 w 2314305"/>
                <a:gd name="connsiteY4" fmla="*/ 480660 h 715736"/>
                <a:gd name="connsiteX5" fmla="*/ 172995 w 2314305"/>
                <a:gd name="connsiteY5" fmla="*/ 685079 h 715736"/>
                <a:gd name="connsiteX6" fmla="*/ 0 w 2314305"/>
                <a:gd name="connsiteY6" fmla="*/ 232088 h 715736"/>
                <a:gd name="connsiteX0" fmla="*/ 0 w 2314305"/>
                <a:gd name="connsiteY0" fmla="*/ 232060 h 715708"/>
                <a:gd name="connsiteX1" fmla="*/ 1166388 w 2314305"/>
                <a:gd name="connsiteY1" fmla="*/ 561 h 715708"/>
                <a:gd name="connsiteX2" fmla="*/ 2314305 w 2314305"/>
                <a:gd name="connsiteY2" fmla="*/ 250092 h 715708"/>
                <a:gd name="connsiteX3" fmla="*/ 2123986 w 2314305"/>
                <a:gd name="connsiteY3" fmla="*/ 715708 h 715708"/>
                <a:gd name="connsiteX4" fmla="*/ 1156661 w 2314305"/>
                <a:gd name="connsiteY4" fmla="*/ 480632 h 715708"/>
                <a:gd name="connsiteX5" fmla="*/ 172995 w 2314305"/>
                <a:gd name="connsiteY5" fmla="*/ 685051 h 715708"/>
                <a:gd name="connsiteX6" fmla="*/ 0 w 2314305"/>
                <a:gd name="connsiteY6" fmla="*/ 232060 h 7157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314305" h="715708">
                  <a:moveTo>
                    <a:pt x="0" y="232060"/>
                  </a:moveTo>
                  <a:cubicBezTo>
                    <a:pt x="116349" y="135016"/>
                    <a:pt x="772966" y="-10150"/>
                    <a:pt x="1166388" y="561"/>
                  </a:cubicBezTo>
                  <a:cubicBezTo>
                    <a:pt x="1559810" y="11272"/>
                    <a:pt x="1962415" y="54514"/>
                    <a:pt x="2314305" y="250092"/>
                  </a:cubicBezTo>
                  <a:cubicBezTo>
                    <a:pt x="2236857" y="411910"/>
                    <a:pt x="2305049" y="284904"/>
                    <a:pt x="2123986" y="715708"/>
                  </a:cubicBezTo>
                  <a:cubicBezTo>
                    <a:pt x="2077752" y="646036"/>
                    <a:pt x="1616289" y="480632"/>
                    <a:pt x="1156661" y="480632"/>
                  </a:cubicBezTo>
                  <a:cubicBezTo>
                    <a:pt x="697033" y="480632"/>
                    <a:pt x="257593" y="589531"/>
                    <a:pt x="172995" y="685051"/>
                  </a:cubicBezTo>
                  <a:lnTo>
                    <a:pt x="0" y="232060"/>
                  </a:lnTo>
                  <a:close/>
                </a:path>
              </a:pathLst>
            </a:custGeom>
            <a:solidFill>
              <a:srgbClr val="0070C0"/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9" name="Block Arc 1">
              <a:extLst>
                <a:ext uri="{FF2B5EF4-FFF2-40B4-BE49-F238E27FC236}">
                  <a16:creationId xmlns:a16="http://schemas.microsoft.com/office/drawing/2014/main" id="{8F201011-5760-E1DE-4E7A-20AFB5B3134D}"/>
                </a:ext>
              </a:extLst>
            </p:cNvPr>
            <p:cNvSpPr/>
            <p:nvPr/>
          </p:nvSpPr>
          <p:spPr>
            <a:xfrm rot="18602280">
              <a:off x="5465551" y="1431121"/>
              <a:ext cx="2314305" cy="715708"/>
            </a:xfrm>
            <a:custGeom>
              <a:avLst/>
              <a:gdLst>
                <a:gd name="connsiteX0" fmla="*/ 0 w 2391141"/>
                <a:gd name="connsiteY0" fmla="*/ 726679 h 1453358"/>
                <a:gd name="connsiteX1" fmla="*/ 1195571 w 2391141"/>
                <a:gd name="connsiteY1" fmla="*/ 0 h 1453358"/>
                <a:gd name="connsiteX2" fmla="*/ 2391142 w 2391141"/>
                <a:gd name="connsiteY2" fmla="*/ 726679 h 1453358"/>
                <a:gd name="connsiteX3" fmla="*/ 2027802 w 2391141"/>
                <a:gd name="connsiteY3" fmla="*/ 726679 h 1453358"/>
                <a:gd name="connsiteX4" fmla="*/ 1195571 w 2391141"/>
                <a:gd name="connsiteY4" fmla="*/ 363339 h 1453358"/>
                <a:gd name="connsiteX5" fmla="*/ 363340 w 2391141"/>
                <a:gd name="connsiteY5" fmla="*/ 726679 h 1453358"/>
                <a:gd name="connsiteX6" fmla="*/ 0 w 2391141"/>
                <a:gd name="connsiteY6" fmla="*/ 726679 h 1453358"/>
                <a:gd name="connsiteX0" fmla="*/ 0 w 2614878"/>
                <a:gd name="connsiteY0" fmla="*/ 727830 h 727830"/>
                <a:gd name="connsiteX1" fmla="*/ 1195571 w 2614878"/>
                <a:gd name="connsiteY1" fmla="*/ 1151 h 727830"/>
                <a:gd name="connsiteX2" fmla="*/ 2614878 w 2614878"/>
                <a:gd name="connsiteY2" fmla="*/ 611098 h 727830"/>
                <a:gd name="connsiteX3" fmla="*/ 2027802 w 2614878"/>
                <a:gd name="connsiteY3" fmla="*/ 727830 h 727830"/>
                <a:gd name="connsiteX4" fmla="*/ 1195571 w 2614878"/>
                <a:gd name="connsiteY4" fmla="*/ 364490 h 727830"/>
                <a:gd name="connsiteX5" fmla="*/ 363340 w 2614878"/>
                <a:gd name="connsiteY5" fmla="*/ 727830 h 727830"/>
                <a:gd name="connsiteX6" fmla="*/ 0 w 2614878"/>
                <a:gd name="connsiteY6" fmla="*/ 727830 h 727830"/>
                <a:gd name="connsiteX0" fmla="*/ 0 w 2614878"/>
                <a:gd name="connsiteY0" fmla="*/ 727830 h 727830"/>
                <a:gd name="connsiteX1" fmla="*/ 1195571 w 2614878"/>
                <a:gd name="connsiteY1" fmla="*/ 1151 h 727830"/>
                <a:gd name="connsiteX2" fmla="*/ 2614878 w 2614878"/>
                <a:gd name="connsiteY2" fmla="*/ 611098 h 727830"/>
                <a:gd name="connsiteX3" fmla="*/ 2251538 w 2614878"/>
                <a:gd name="connsiteY3" fmla="*/ 669464 h 727830"/>
                <a:gd name="connsiteX4" fmla="*/ 1195571 w 2614878"/>
                <a:gd name="connsiteY4" fmla="*/ 364490 h 727830"/>
                <a:gd name="connsiteX5" fmla="*/ 363340 w 2614878"/>
                <a:gd name="connsiteY5" fmla="*/ 727830 h 727830"/>
                <a:gd name="connsiteX6" fmla="*/ 0 w 2614878"/>
                <a:gd name="connsiteY6" fmla="*/ 727830 h 727830"/>
                <a:gd name="connsiteX0" fmla="*/ 0 w 2780249"/>
                <a:gd name="connsiteY0" fmla="*/ 590533 h 726720"/>
                <a:gd name="connsiteX1" fmla="*/ 1360942 w 2780249"/>
                <a:gd name="connsiteY1" fmla="*/ 41 h 726720"/>
                <a:gd name="connsiteX2" fmla="*/ 2780249 w 2780249"/>
                <a:gd name="connsiteY2" fmla="*/ 609988 h 726720"/>
                <a:gd name="connsiteX3" fmla="*/ 2416909 w 2780249"/>
                <a:gd name="connsiteY3" fmla="*/ 668354 h 726720"/>
                <a:gd name="connsiteX4" fmla="*/ 1360942 w 2780249"/>
                <a:gd name="connsiteY4" fmla="*/ 363380 h 726720"/>
                <a:gd name="connsiteX5" fmla="*/ 528711 w 2780249"/>
                <a:gd name="connsiteY5" fmla="*/ 726720 h 726720"/>
                <a:gd name="connsiteX6" fmla="*/ 0 w 2780249"/>
                <a:gd name="connsiteY6" fmla="*/ 590533 h 726720"/>
                <a:gd name="connsiteX0" fmla="*/ 0 w 2780249"/>
                <a:gd name="connsiteY0" fmla="*/ 590533 h 668354"/>
                <a:gd name="connsiteX1" fmla="*/ 1360942 w 2780249"/>
                <a:gd name="connsiteY1" fmla="*/ 41 h 668354"/>
                <a:gd name="connsiteX2" fmla="*/ 2780249 w 2780249"/>
                <a:gd name="connsiteY2" fmla="*/ 609988 h 668354"/>
                <a:gd name="connsiteX3" fmla="*/ 2416909 w 2780249"/>
                <a:gd name="connsiteY3" fmla="*/ 668354 h 668354"/>
                <a:gd name="connsiteX4" fmla="*/ 1360942 w 2780249"/>
                <a:gd name="connsiteY4" fmla="*/ 363380 h 668354"/>
                <a:gd name="connsiteX5" fmla="*/ 275792 w 2780249"/>
                <a:gd name="connsiteY5" fmla="*/ 639171 h 668354"/>
                <a:gd name="connsiteX6" fmla="*/ 0 w 2780249"/>
                <a:gd name="connsiteY6" fmla="*/ 590533 h 668354"/>
                <a:gd name="connsiteX0" fmla="*/ 0 w 2780249"/>
                <a:gd name="connsiteY0" fmla="*/ 590533 h 668354"/>
                <a:gd name="connsiteX1" fmla="*/ 1360942 w 2780249"/>
                <a:gd name="connsiteY1" fmla="*/ 41 h 668354"/>
                <a:gd name="connsiteX2" fmla="*/ 2780249 w 2780249"/>
                <a:gd name="connsiteY2" fmla="*/ 609988 h 668354"/>
                <a:gd name="connsiteX3" fmla="*/ 2416909 w 2780249"/>
                <a:gd name="connsiteY3" fmla="*/ 668354 h 668354"/>
                <a:gd name="connsiteX4" fmla="*/ 1351215 w 2780249"/>
                <a:gd name="connsiteY4" fmla="*/ 480112 h 668354"/>
                <a:gd name="connsiteX5" fmla="*/ 275792 w 2780249"/>
                <a:gd name="connsiteY5" fmla="*/ 639171 h 668354"/>
                <a:gd name="connsiteX6" fmla="*/ 0 w 2780249"/>
                <a:gd name="connsiteY6" fmla="*/ 590533 h 668354"/>
                <a:gd name="connsiteX0" fmla="*/ 0 w 2780249"/>
                <a:gd name="connsiteY0" fmla="*/ 590533 h 775358"/>
                <a:gd name="connsiteX1" fmla="*/ 1360942 w 2780249"/>
                <a:gd name="connsiteY1" fmla="*/ 41 h 775358"/>
                <a:gd name="connsiteX2" fmla="*/ 2780249 w 2780249"/>
                <a:gd name="connsiteY2" fmla="*/ 609988 h 775358"/>
                <a:gd name="connsiteX3" fmla="*/ 2329360 w 2780249"/>
                <a:gd name="connsiteY3" fmla="*/ 775358 h 775358"/>
                <a:gd name="connsiteX4" fmla="*/ 1351215 w 2780249"/>
                <a:gd name="connsiteY4" fmla="*/ 480112 h 775358"/>
                <a:gd name="connsiteX5" fmla="*/ 275792 w 2780249"/>
                <a:gd name="connsiteY5" fmla="*/ 639171 h 775358"/>
                <a:gd name="connsiteX6" fmla="*/ 0 w 2780249"/>
                <a:gd name="connsiteY6" fmla="*/ 590533 h 775358"/>
                <a:gd name="connsiteX0" fmla="*/ 0 w 2673245"/>
                <a:gd name="connsiteY0" fmla="*/ 600391 h 785216"/>
                <a:gd name="connsiteX1" fmla="*/ 1360942 w 2673245"/>
                <a:gd name="connsiteY1" fmla="*/ 9899 h 785216"/>
                <a:gd name="connsiteX2" fmla="*/ 2673245 w 2673245"/>
                <a:gd name="connsiteY2" fmla="*/ 405837 h 785216"/>
                <a:gd name="connsiteX3" fmla="*/ 2329360 w 2673245"/>
                <a:gd name="connsiteY3" fmla="*/ 785216 h 785216"/>
                <a:gd name="connsiteX4" fmla="*/ 1351215 w 2673245"/>
                <a:gd name="connsiteY4" fmla="*/ 489970 h 785216"/>
                <a:gd name="connsiteX5" fmla="*/ 275792 w 2673245"/>
                <a:gd name="connsiteY5" fmla="*/ 649029 h 785216"/>
                <a:gd name="connsiteX6" fmla="*/ 0 w 2673245"/>
                <a:gd name="connsiteY6" fmla="*/ 600391 h 785216"/>
                <a:gd name="connsiteX0" fmla="*/ 0 w 2673245"/>
                <a:gd name="connsiteY0" fmla="*/ 593348 h 778173"/>
                <a:gd name="connsiteX1" fmla="*/ 1360942 w 2673245"/>
                <a:gd name="connsiteY1" fmla="*/ 2856 h 778173"/>
                <a:gd name="connsiteX2" fmla="*/ 2673245 w 2673245"/>
                <a:gd name="connsiteY2" fmla="*/ 398794 h 778173"/>
                <a:gd name="connsiteX3" fmla="*/ 2329360 w 2673245"/>
                <a:gd name="connsiteY3" fmla="*/ 778173 h 778173"/>
                <a:gd name="connsiteX4" fmla="*/ 1351215 w 2673245"/>
                <a:gd name="connsiteY4" fmla="*/ 482927 h 778173"/>
                <a:gd name="connsiteX5" fmla="*/ 275792 w 2673245"/>
                <a:gd name="connsiteY5" fmla="*/ 641986 h 778173"/>
                <a:gd name="connsiteX6" fmla="*/ 0 w 2673245"/>
                <a:gd name="connsiteY6" fmla="*/ 593348 h 778173"/>
                <a:gd name="connsiteX0" fmla="*/ 0 w 2478691"/>
                <a:gd name="connsiteY0" fmla="*/ 293714 h 809279"/>
                <a:gd name="connsiteX1" fmla="*/ 1166388 w 2478691"/>
                <a:gd name="connsiteY1" fmla="*/ 33962 h 809279"/>
                <a:gd name="connsiteX2" fmla="*/ 2478691 w 2478691"/>
                <a:gd name="connsiteY2" fmla="*/ 429900 h 809279"/>
                <a:gd name="connsiteX3" fmla="*/ 2134806 w 2478691"/>
                <a:gd name="connsiteY3" fmla="*/ 809279 h 809279"/>
                <a:gd name="connsiteX4" fmla="*/ 1156661 w 2478691"/>
                <a:gd name="connsiteY4" fmla="*/ 514033 h 809279"/>
                <a:gd name="connsiteX5" fmla="*/ 81238 w 2478691"/>
                <a:gd name="connsiteY5" fmla="*/ 673092 h 809279"/>
                <a:gd name="connsiteX6" fmla="*/ 0 w 2478691"/>
                <a:gd name="connsiteY6" fmla="*/ 293714 h 809279"/>
                <a:gd name="connsiteX0" fmla="*/ 0 w 2478691"/>
                <a:gd name="connsiteY0" fmla="*/ 262275 h 777840"/>
                <a:gd name="connsiteX1" fmla="*/ 1166388 w 2478691"/>
                <a:gd name="connsiteY1" fmla="*/ 2523 h 777840"/>
                <a:gd name="connsiteX2" fmla="*/ 2478691 w 2478691"/>
                <a:gd name="connsiteY2" fmla="*/ 398461 h 777840"/>
                <a:gd name="connsiteX3" fmla="*/ 2134806 w 2478691"/>
                <a:gd name="connsiteY3" fmla="*/ 777840 h 777840"/>
                <a:gd name="connsiteX4" fmla="*/ 1156661 w 2478691"/>
                <a:gd name="connsiteY4" fmla="*/ 482594 h 777840"/>
                <a:gd name="connsiteX5" fmla="*/ 81238 w 2478691"/>
                <a:gd name="connsiteY5" fmla="*/ 641653 h 777840"/>
                <a:gd name="connsiteX6" fmla="*/ 0 w 2478691"/>
                <a:gd name="connsiteY6" fmla="*/ 262275 h 777840"/>
                <a:gd name="connsiteX0" fmla="*/ 0 w 2478691"/>
                <a:gd name="connsiteY0" fmla="*/ 262275 h 777841"/>
                <a:gd name="connsiteX1" fmla="*/ 1166388 w 2478691"/>
                <a:gd name="connsiteY1" fmla="*/ 2523 h 777841"/>
                <a:gd name="connsiteX2" fmla="*/ 2478691 w 2478691"/>
                <a:gd name="connsiteY2" fmla="*/ 398461 h 777841"/>
                <a:gd name="connsiteX3" fmla="*/ 2134806 w 2478691"/>
                <a:gd name="connsiteY3" fmla="*/ 777840 h 777841"/>
                <a:gd name="connsiteX4" fmla="*/ 1156661 w 2478691"/>
                <a:gd name="connsiteY4" fmla="*/ 482594 h 777841"/>
                <a:gd name="connsiteX5" fmla="*/ 178515 w 2478691"/>
                <a:gd name="connsiteY5" fmla="*/ 777841 h 777841"/>
                <a:gd name="connsiteX6" fmla="*/ 0 w 2478691"/>
                <a:gd name="connsiteY6" fmla="*/ 262275 h 777841"/>
                <a:gd name="connsiteX0" fmla="*/ 0 w 2478691"/>
                <a:gd name="connsiteY0" fmla="*/ 262275 h 777840"/>
                <a:gd name="connsiteX1" fmla="*/ 1166388 w 2478691"/>
                <a:gd name="connsiteY1" fmla="*/ 2523 h 777840"/>
                <a:gd name="connsiteX2" fmla="*/ 2478691 w 2478691"/>
                <a:gd name="connsiteY2" fmla="*/ 398461 h 777840"/>
                <a:gd name="connsiteX3" fmla="*/ 2134806 w 2478691"/>
                <a:gd name="connsiteY3" fmla="*/ 777840 h 777840"/>
                <a:gd name="connsiteX4" fmla="*/ 1156661 w 2478691"/>
                <a:gd name="connsiteY4" fmla="*/ 482594 h 777840"/>
                <a:gd name="connsiteX5" fmla="*/ 139604 w 2478691"/>
                <a:gd name="connsiteY5" fmla="*/ 748658 h 777840"/>
                <a:gd name="connsiteX6" fmla="*/ 0 w 2478691"/>
                <a:gd name="connsiteY6" fmla="*/ 262275 h 777840"/>
                <a:gd name="connsiteX0" fmla="*/ 0 w 2478691"/>
                <a:gd name="connsiteY0" fmla="*/ 262275 h 777840"/>
                <a:gd name="connsiteX1" fmla="*/ 1166388 w 2478691"/>
                <a:gd name="connsiteY1" fmla="*/ 2523 h 777840"/>
                <a:gd name="connsiteX2" fmla="*/ 2478691 w 2478691"/>
                <a:gd name="connsiteY2" fmla="*/ 398461 h 777840"/>
                <a:gd name="connsiteX3" fmla="*/ 2134806 w 2478691"/>
                <a:gd name="connsiteY3" fmla="*/ 777840 h 777840"/>
                <a:gd name="connsiteX4" fmla="*/ 1156661 w 2478691"/>
                <a:gd name="connsiteY4" fmla="*/ 482594 h 777840"/>
                <a:gd name="connsiteX5" fmla="*/ 139604 w 2478691"/>
                <a:gd name="connsiteY5" fmla="*/ 748658 h 777840"/>
                <a:gd name="connsiteX6" fmla="*/ 0 w 2478691"/>
                <a:gd name="connsiteY6" fmla="*/ 262275 h 777840"/>
                <a:gd name="connsiteX0" fmla="*/ 0 w 2478691"/>
                <a:gd name="connsiteY0" fmla="*/ 262275 h 797295"/>
                <a:gd name="connsiteX1" fmla="*/ 1166388 w 2478691"/>
                <a:gd name="connsiteY1" fmla="*/ 2523 h 797295"/>
                <a:gd name="connsiteX2" fmla="*/ 2478691 w 2478691"/>
                <a:gd name="connsiteY2" fmla="*/ 398461 h 797295"/>
                <a:gd name="connsiteX3" fmla="*/ 2144534 w 2478691"/>
                <a:gd name="connsiteY3" fmla="*/ 797295 h 797295"/>
                <a:gd name="connsiteX4" fmla="*/ 1156661 w 2478691"/>
                <a:gd name="connsiteY4" fmla="*/ 482594 h 797295"/>
                <a:gd name="connsiteX5" fmla="*/ 139604 w 2478691"/>
                <a:gd name="connsiteY5" fmla="*/ 748658 h 797295"/>
                <a:gd name="connsiteX6" fmla="*/ 0 w 2478691"/>
                <a:gd name="connsiteY6" fmla="*/ 262275 h 797295"/>
                <a:gd name="connsiteX0" fmla="*/ 0 w 2478691"/>
                <a:gd name="connsiteY0" fmla="*/ 262275 h 797295"/>
                <a:gd name="connsiteX1" fmla="*/ 1166388 w 2478691"/>
                <a:gd name="connsiteY1" fmla="*/ 2523 h 797295"/>
                <a:gd name="connsiteX2" fmla="*/ 2478691 w 2478691"/>
                <a:gd name="connsiteY2" fmla="*/ 398461 h 797295"/>
                <a:gd name="connsiteX3" fmla="*/ 2144534 w 2478691"/>
                <a:gd name="connsiteY3" fmla="*/ 797295 h 797295"/>
                <a:gd name="connsiteX4" fmla="*/ 1156661 w 2478691"/>
                <a:gd name="connsiteY4" fmla="*/ 482594 h 797295"/>
                <a:gd name="connsiteX5" fmla="*/ 139604 w 2478691"/>
                <a:gd name="connsiteY5" fmla="*/ 748658 h 797295"/>
                <a:gd name="connsiteX6" fmla="*/ 0 w 2478691"/>
                <a:gd name="connsiteY6" fmla="*/ 262275 h 797295"/>
                <a:gd name="connsiteX0" fmla="*/ 0 w 2309168"/>
                <a:gd name="connsiteY0" fmla="*/ 259772 h 794792"/>
                <a:gd name="connsiteX1" fmla="*/ 1166388 w 2309168"/>
                <a:gd name="connsiteY1" fmla="*/ 20 h 794792"/>
                <a:gd name="connsiteX2" fmla="*/ 2309168 w 2309168"/>
                <a:gd name="connsiteY2" fmla="*/ 270099 h 794792"/>
                <a:gd name="connsiteX3" fmla="*/ 2144534 w 2309168"/>
                <a:gd name="connsiteY3" fmla="*/ 794792 h 794792"/>
                <a:gd name="connsiteX4" fmla="*/ 1156661 w 2309168"/>
                <a:gd name="connsiteY4" fmla="*/ 480091 h 794792"/>
                <a:gd name="connsiteX5" fmla="*/ 139604 w 2309168"/>
                <a:gd name="connsiteY5" fmla="*/ 746155 h 794792"/>
                <a:gd name="connsiteX6" fmla="*/ 0 w 2309168"/>
                <a:gd name="connsiteY6" fmla="*/ 259772 h 794792"/>
                <a:gd name="connsiteX0" fmla="*/ 0 w 2309168"/>
                <a:gd name="connsiteY0" fmla="*/ 259772 h 794792"/>
                <a:gd name="connsiteX1" fmla="*/ 1166388 w 2309168"/>
                <a:gd name="connsiteY1" fmla="*/ 20 h 794792"/>
                <a:gd name="connsiteX2" fmla="*/ 2309168 w 2309168"/>
                <a:gd name="connsiteY2" fmla="*/ 270099 h 794792"/>
                <a:gd name="connsiteX3" fmla="*/ 2144534 w 2309168"/>
                <a:gd name="connsiteY3" fmla="*/ 794792 h 794792"/>
                <a:gd name="connsiteX4" fmla="*/ 1156661 w 2309168"/>
                <a:gd name="connsiteY4" fmla="*/ 480091 h 794792"/>
                <a:gd name="connsiteX5" fmla="*/ 139604 w 2309168"/>
                <a:gd name="connsiteY5" fmla="*/ 746155 h 794792"/>
                <a:gd name="connsiteX6" fmla="*/ 0 w 2309168"/>
                <a:gd name="connsiteY6" fmla="*/ 259772 h 794792"/>
                <a:gd name="connsiteX0" fmla="*/ 0 w 2309168"/>
                <a:gd name="connsiteY0" fmla="*/ 259772 h 746155"/>
                <a:gd name="connsiteX1" fmla="*/ 1166388 w 2309168"/>
                <a:gd name="connsiteY1" fmla="*/ 20 h 746155"/>
                <a:gd name="connsiteX2" fmla="*/ 2309168 w 2309168"/>
                <a:gd name="connsiteY2" fmla="*/ 270099 h 746155"/>
                <a:gd name="connsiteX3" fmla="*/ 2121417 w 2309168"/>
                <a:gd name="connsiteY3" fmla="*/ 707462 h 746155"/>
                <a:gd name="connsiteX4" fmla="*/ 1156661 w 2309168"/>
                <a:gd name="connsiteY4" fmla="*/ 480091 h 746155"/>
                <a:gd name="connsiteX5" fmla="*/ 139604 w 2309168"/>
                <a:gd name="connsiteY5" fmla="*/ 746155 h 746155"/>
                <a:gd name="connsiteX6" fmla="*/ 0 w 2309168"/>
                <a:gd name="connsiteY6" fmla="*/ 259772 h 746155"/>
                <a:gd name="connsiteX0" fmla="*/ 0 w 2309168"/>
                <a:gd name="connsiteY0" fmla="*/ 259772 h 746155"/>
                <a:gd name="connsiteX1" fmla="*/ 1166388 w 2309168"/>
                <a:gd name="connsiteY1" fmla="*/ 20 h 746155"/>
                <a:gd name="connsiteX2" fmla="*/ 2309168 w 2309168"/>
                <a:gd name="connsiteY2" fmla="*/ 270099 h 746155"/>
                <a:gd name="connsiteX3" fmla="*/ 2121417 w 2309168"/>
                <a:gd name="connsiteY3" fmla="*/ 707462 h 746155"/>
                <a:gd name="connsiteX4" fmla="*/ 1156661 w 2309168"/>
                <a:gd name="connsiteY4" fmla="*/ 480091 h 746155"/>
                <a:gd name="connsiteX5" fmla="*/ 139604 w 2309168"/>
                <a:gd name="connsiteY5" fmla="*/ 746155 h 746155"/>
                <a:gd name="connsiteX6" fmla="*/ 0 w 2309168"/>
                <a:gd name="connsiteY6" fmla="*/ 259772 h 746155"/>
                <a:gd name="connsiteX0" fmla="*/ 0 w 2309168"/>
                <a:gd name="connsiteY0" fmla="*/ 226793 h 746567"/>
                <a:gd name="connsiteX1" fmla="*/ 1166388 w 2309168"/>
                <a:gd name="connsiteY1" fmla="*/ 432 h 746567"/>
                <a:gd name="connsiteX2" fmla="*/ 2309168 w 2309168"/>
                <a:gd name="connsiteY2" fmla="*/ 270511 h 746567"/>
                <a:gd name="connsiteX3" fmla="*/ 2121417 w 2309168"/>
                <a:gd name="connsiteY3" fmla="*/ 707874 h 746567"/>
                <a:gd name="connsiteX4" fmla="*/ 1156661 w 2309168"/>
                <a:gd name="connsiteY4" fmla="*/ 480503 h 746567"/>
                <a:gd name="connsiteX5" fmla="*/ 139604 w 2309168"/>
                <a:gd name="connsiteY5" fmla="*/ 746567 h 746567"/>
                <a:gd name="connsiteX6" fmla="*/ 0 w 2309168"/>
                <a:gd name="connsiteY6" fmla="*/ 226793 h 746567"/>
                <a:gd name="connsiteX0" fmla="*/ 0 w 2309168"/>
                <a:gd name="connsiteY0" fmla="*/ 226663 h 746437"/>
                <a:gd name="connsiteX1" fmla="*/ 1166388 w 2309168"/>
                <a:gd name="connsiteY1" fmla="*/ 302 h 746437"/>
                <a:gd name="connsiteX2" fmla="*/ 2309168 w 2309168"/>
                <a:gd name="connsiteY2" fmla="*/ 270381 h 746437"/>
                <a:gd name="connsiteX3" fmla="*/ 2121417 w 2309168"/>
                <a:gd name="connsiteY3" fmla="*/ 707744 h 746437"/>
                <a:gd name="connsiteX4" fmla="*/ 1156661 w 2309168"/>
                <a:gd name="connsiteY4" fmla="*/ 480373 h 746437"/>
                <a:gd name="connsiteX5" fmla="*/ 139604 w 2309168"/>
                <a:gd name="connsiteY5" fmla="*/ 746437 h 746437"/>
                <a:gd name="connsiteX6" fmla="*/ 0 w 2309168"/>
                <a:gd name="connsiteY6" fmla="*/ 226663 h 746437"/>
                <a:gd name="connsiteX0" fmla="*/ 0 w 2309168"/>
                <a:gd name="connsiteY0" fmla="*/ 226614 h 746388"/>
                <a:gd name="connsiteX1" fmla="*/ 1166388 w 2309168"/>
                <a:gd name="connsiteY1" fmla="*/ 253 h 746388"/>
                <a:gd name="connsiteX2" fmla="*/ 2309168 w 2309168"/>
                <a:gd name="connsiteY2" fmla="*/ 270332 h 746388"/>
                <a:gd name="connsiteX3" fmla="*/ 2121417 w 2309168"/>
                <a:gd name="connsiteY3" fmla="*/ 707695 h 746388"/>
                <a:gd name="connsiteX4" fmla="*/ 1156661 w 2309168"/>
                <a:gd name="connsiteY4" fmla="*/ 480324 h 746388"/>
                <a:gd name="connsiteX5" fmla="*/ 139604 w 2309168"/>
                <a:gd name="connsiteY5" fmla="*/ 746388 h 746388"/>
                <a:gd name="connsiteX6" fmla="*/ 0 w 2309168"/>
                <a:gd name="connsiteY6" fmla="*/ 226614 h 746388"/>
                <a:gd name="connsiteX0" fmla="*/ 0 w 2309168"/>
                <a:gd name="connsiteY0" fmla="*/ 231692 h 746328"/>
                <a:gd name="connsiteX1" fmla="*/ 1166388 w 2309168"/>
                <a:gd name="connsiteY1" fmla="*/ 193 h 746328"/>
                <a:gd name="connsiteX2" fmla="*/ 2309168 w 2309168"/>
                <a:gd name="connsiteY2" fmla="*/ 270272 h 746328"/>
                <a:gd name="connsiteX3" fmla="*/ 2121417 w 2309168"/>
                <a:gd name="connsiteY3" fmla="*/ 707635 h 746328"/>
                <a:gd name="connsiteX4" fmla="*/ 1156661 w 2309168"/>
                <a:gd name="connsiteY4" fmla="*/ 480264 h 746328"/>
                <a:gd name="connsiteX5" fmla="*/ 139604 w 2309168"/>
                <a:gd name="connsiteY5" fmla="*/ 746328 h 746328"/>
                <a:gd name="connsiteX6" fmla="*/ 0 w 2309168"/>
                <a:gd name="connsiteY6" fmla="*/ 231692 h 746328"/>
                <a:gd name="connsiteX0" fmla="*/ 0 w 2309168"/>
                <a:gd name="connsiteY0" fmla="*/ 231692 h 707635"/>
                <a:gd name="connsiteX1" fmla="*/ 1166388 w 2309168"/>
                <a:gd name="connsiteY1" fmla="*/ 193 h 707635"/>
                <a:gd name="connsiteX2" fmla="*/ 2309168 w 2309168"/>
                <a:gd name="connsiteY2" fmla="*/ 270272 h 707635"/>
                <a:gd name="connsiteX3" fmla="*/ 2121417 w 2309168"/>
                <a:gd name="connsiteY3" fmla="*/ 707635 h 707635"/>
                <a:gd name="connsiteX4" fmla="*/ 1156661 w 2309168"/>
                <a:gd name="connsiteY4" fmla="*/ 480264 h 707635"/>
                <a:gd name="connsiteX5" fmla="*/ 172995 w 2309168"/>
                <a:gd name="connsiteY5" fmla="*/ 684683 h 707635"/>
                <a:gd name="connsiteX6" fmla="*/ 0 w 2309168"/>
                <a:gd name="connsiteY6" fmla="*/ 231692 h 707635"/>
                <a:gd name="connsiteX0" fmla="*/ 0 w 2309168"/>
                <a:gd name="connsiteY0" fmla="*/ 231692 h 707635"/>
                <a:gd name="connsiteX1" fmla="*/ 1166388 w 2309168"/>
                <a:gd name="connsiteY1" fmla="*/ 193 h 707635"/>
                <a:gd name="connsiteX2" fmla="*/ 2309168 w 2309168"/>
                <a:gd name="connsiteY2" fmla="*/ 270272 h 707635"/>
                <a:gd name="connsiteX3" fmla="*/ 2121417 w 2309168"/>
                <a:gd name="connsiteY3" fmla="*/ 707635 h 707635"/>
                <a:gd name="connsiteX4" fmla="*/ 1156661 w 2309168"/>
                <a:gd name="connsiteY4" fmla="*/ 480264 h 707635"/>
                <a:gd name="connsiteX5" fmla="*/ 172995 w 2309168"/>
                <a:gd name="connsiteY5" fmla="*/ 684683 h 707635"/>
                <a:gd name="connsiteX6" fmla="*/ 0 w 2309168"/>
                <a:gd name="connsiteY6" fmla="*/ 231692 h 707635"/>
                <a:gd name="connsiteX0" fmla="*/ 0 w 2309168"/>
                <a:gd name="connsiteY0" fmla="*/ 231692 h 715340"/>
                <a:gd name="connsiteX1" fmla="*/ 1166388 w 2309168"/>
                <a:gd name="connsiteY1" fmla="*/ 193 h 715340"/>
                <a:gd name="connsiteX2" fmla="*/ 2309168 w 2309168"/>
                <a:gd name="connsiteY2" fmla="*/ 270272 h 715340"/>
                <a:gd name="connsiteX3" fmla="*/ 2123986 w 2309168"/>
                <a:gd name="connsiteY3" fmla="*/ 715340 h 715340"/>
                <a:gd name="connsiteX4" fmla="*/ 1156661 w 2309168"/>
                <a:gd name="connsiteY4" fmla="*/ 480264 h 715340"/>
                <a:gd name="connsiteX5" fmla="*/ 172995 w 2309168"/>
                <a:gd name="connsiteY5" fmla="*/ 684683 h 715340"/>
                <a:gd name="connsiteX6" fmla="*/ 0 w 2309168"/>
                <a:gd name="connsiteY6" fmla="*/ 231692 h 715340"/>
                <a:gd name="connsiteX0" fmla="*/ 0 w 2309168"/>
                <a:gd name="connsiteY0" fmla="*/ 231692 h 715340"/>
                <a:gd name="connsiteX1" fmla="*/ 1166388 w 2309168"/>
                <a:gd name="connsiteY1" fmla="*/ 193 h 715340"/>
                <a:gd name="connsiteX2" fmla="*/ 2309168 w 2309168"/>
                <a:gd name="connsiteY2" fmla="*/ 270272 h 715340"/>
                <a:gd name="connsiteX3" fmla="*/ 2123986 w 2309168"/>
                <a:gd name="connsiteY3" fmla="*/ 715340 h 715340"/>
                <a:gd name="connsiteX4" fmla="*/ 1156661 w 2309168"/>
                <a:gd name="connsiteY4" fmla="*/ 480264 h 715340"/>
                <a:gd name="connsiteX5" fmla="*/ 172995 w 2309168"/>
                <a:gd name="connsiteY5" fmla="*/ 684683 h 715340"/>
                <a:gd name="connsiteX6" fmla="*/ 0 w 2309168"/>
                <a:gd name="connsiteY6" fmla="*/ 231692 h 715340"/>
                <a:gd name="connsiteX0" fmla="*/ 0 w 2309168"/>
                <a:gd name="connsiteY0" fmla="*/ 231692 h 715340"/>
                <a:gd name="connsiteX1" fmla="*/ 1166388 w 2309168"/>
                <a:gd name="connsiteY1" fmla="*/ 193 h 715340"/>
                <a:gd name="connsiteX2" fmla="*/ 2309168 w 2309168"/>
                <a:gd name="connsiteY2" fmla="*/ 270272 h 715340"/>
                <a:gd name="connsiteX3" fmla="*/ 2123986 w 2309168"/>
                <a:gd name="connsiteY3" fmla="*/ 715340 h 715340"/>
                <a:gd name="connsiteX4" fmla="*/ 1156661 w 2309168"/>
                <a:gd name="connsiteY4" fmla="*/ 480264 h 715340"/>
                <a:gd name="connsiteX5" fmla="*/ 172995 w 2309168"/>
                <a:gd name="connsiteY5" fmla="*/ 684683 h 715340"/>
                <a:gd name="connsiteX6" fmla="*/ 0 w 2309168"/>
                <a:gd name="connsiteY6" fmla="*/ 231692 h 715340"/>
                <a:gd name="connsiteX0" fmla="*/ 0 w 2314305"/>
                <a:gd name="connsiteY0" fmla="*/ 231543 h 715191"/>
                <a:gd name="connsiteX1" fmla="*/ 1166388 w 2314305"/>
                <a:gd name="connsiteY1" fmla="*/ 44 h 715191"/>
                <a:gd name="connsiteX2" fmla="*/ 2314305 w 2314305"/>
                <a:gd name="connsiteY2" fmla="*/ 249575 h 715191"/>
                <a:gd name="connsiteX3" fmla="*/ 2123986 w 2314305"/>
                <a:gd name="connsiteY3" fmla="*/ 715191 h 715191"/>
                <a:gd name="connsiteX4" fmla="*/ 1156661 w 2314305"/>
                <a:gd name="connsiteY4" fmla="*/ 480115 h 715191"/>
                <a:gd name="connsiteX5" fmla="*/ 172995 w 2314305"/>
                <a:gd name="connsiteY5" fmla="*/ 684534 h 715191"/>
                <a:gd name="connsiteX6" fmla="*/ 0 w 2314305"/>
                <a:gd name="connsiteY6" fmla="*/ 231543 h 715191"/>
                <a:gd name="connsiteX0" fmla="*/ 0 w 2314305"/>
                <a:gd name="connsiteY0" fmla="*/ 231543 h 715191"/>
                <a:gd name="connsiteX1" fmla="*/ 1166388 w 2314305"/>
                <a:gd name="connsiteY1" fmla="*/ 44 h 715191"/>
                <a:gd name="connsiteX2" fmla="*/ 2314305 w 2314305"/>
                <a:gd name="connsiteY2" fmla="*/ 249575 h 715191"/>
                <a:gd name="connsiteX3" fmla="*/ 2123986 w 2314305"/>
                <a:gd name="connsiteY3" fmla="*/ 715191 h 715191"/>
                <a:gd name="connsiteX4" fmla="*/ 1156661 w 2314305"/>
                <a:gd name="connsiteY4" fmla="*/ 480115 h 715191"/>
                <a:gd name="connsiteX5" fmla="*/ 172995 w 2314305"/>
                <a:gd name="connsiteY5" fmla="*/ 684534 h 715191"/>
                <a:gd name="connsiteX6" fmla="*/ 0 w 2314305"/>
                <a:gd name="connsiteY6" fmla="*/ 231543 h 715191"/>
                <a:gd name="connsiteX0" fmla="*/ 0 w 2314305"/>
                <a:gd name="connsiteY0" fmla="*/ 231550 h 715198"/>
                <a:gd name="connsiteX1" fmla="*/ 1166388 w 2314305"/>
                <a:gd name="connsiteY1" fmla="*/ 51 h 715198"/>
                <a:gd name="connsiteX2" fmla="*/ 2314305 w 2314305"/>
                <a:gd name="connsiteY2" fmla="*/ 249582 h 715198"/>
                <a:gd name="connsiteX3" fmla="*/ 2123986 w 2314305"/>
                <a:gd name="connsiteY3" fmla="*/ 715198 h 715198"/>
                <a:gd name="connsiteX4" fmla="*/ 1156661 w 2314305"/>
                <a:gd name="connsiteY4" fmla="*/ 480122 h 715198"/>
                <a:gd name="connsiteX5" fmla="*/ 172995 w 2314305"/>
                <a:gd name="connsiteY5" fmla="*/ 684541 h 715198"/>
                <a:gd name="connsiteX6" fmla="*/ 0 w 2314305"/>
                <a:gd name="connsiteY6" fmla="*/ 231550 h 715198"/>
                <a:gd name="connsiteX0" fmla="*/ 0 w 2314305"/>
                <a:gd name="connsiteY0" fmla="*/ 233092 h 716740"/>
                <a:gd name="connsiteX1" fmla="*/ 1166388 w 2314305"/>
                <a:gd name="connsiteY1" fmla="*/ 1593 h 716740"/>
                <a:gd name="connsiteX2" fmla="*/ 2314305 w 2314305"/>
                <a:gd name="connsiteY2" fmla="*/ 251124 h 716740"/>
                <a:gd name="connsiteX3" fmla="*/ 2123986 w 2314305"/>
                <a:gd name="connsiteY3" fmla="*/ 716740 h 716740"/>
                <a:gd name="connsiteX4" fmla="*/ 1156661 w 2314305"/>
                <a:gd name="connsiteY4" fmla="*/ 481664 h 716740"/>
                <a:gd name="connsiteX5" fmla="*/ 172995 w 2314305"/>
                <a:gd name="connsiteY5" fmla="*/ 686083 h 716740"/>
                <a:gd name="connsiteX6" fmla="*/ 0 w 2314305"/>
                <a:gd name="connsiteY6" fmla="*/ 233092 h 716740"/>
                <a:gd name="connsiteX0" fmla="*/ 0 w 2314305"/>
                <a:gd name="connsiteY0" fmla="*/ 231523 h 715171"/>
                <a:gd name="connsiteX1" fmla="*/ 1166388 w 2314305"/>
                <a:gd name="connsiteY1" fmla="*/ 24 h 715171"/>
                <a:gd name="connsiteX2" fmla="*/ 2314305 w 2314305"/>
                <a:gd name="connsiteY2" fmla="*/ 249555 h 715171"/>
                <a:gd name="connsiteX3" fmla="*/ 2123986 w 2314305"/>
                <a:gd name="connsiteY3" fmla="*/ 715171 h 715171"/>
                <a:gd name="connsiteX4" fmla="*/ 1156661 w 2314305"/>
                <a:gd name="connsiteY4" fmla="*/ 480095 h 715171"/>
                <a:gd name="connsiteX5" fmla="*/ 172995 w 2314305"/>
                <a:gd name="connsiteY5" fmla="*/ 684514 h 715171"/>
                <a:gd name="connsiteX6" fmla="*/ 0 w 2314305"/>
                <a:gd name="connsiteY6" fmla="*/ 231523 h 715171"/>
                <a:gd name="connsiteX0" fmla="*/ 0 w 2314305"/>
                <a:gd name="connsiteY0" fmla="*/ 231550 h 715198"/>
                <a:gd name="connsiteX1" fmla="*/ 1166388 w 2314305"/>
                <a:gd name="connsiteY1" fmla="*/ 51 h 715198"/>
                <a:gd name="connsiteX2" fmla="*/ 2314305 w 2314305"/>
                <a:gd name="connsiteY2" fmla="*/ 249582 h 715198"/>
                <a:gd name="connsiteX3" fmla="*/ 2123986 w 2314305"/>
                <a:gd name="connsiteY3" fmla="*/ 715198 h 715198"/>
                <a:gd name="connsiteX4" fmla="*/ 1156661 w 2314305"/>
                <a:gd name="connsiteY4" fmla="*/ 480122 h 715198"/>
                <a:gd name="connsiteX5" fmla="*/ 172995 w 2314305"/>
                <a:gd name="connsiteY5" fmla="*/ 684541 h 715198"/>
                <a:gd name="connsiteX6" fmla="*/ 0 w 2314305"/>
                <a:gd name="connsiteY6" fmla="*/ 231550 h 715198"/>
                <a:gd name="connsiteX0" fmla="*/ 0 w 2314305"/>
                <a:gd name="connsiteY0" fmla="*/ 232088 h 715736"/>
                <a:gd name="connsiteX1" fmla="*/ 1166388 w 2314305"/>
                <a:gd name="connsiteY1" fmla="*/ 589 h 715736"/>
                <a:gd name="connsiteX2" fmla="*/ 2314305 w 2314305"/>
                <a:gd name="connsiteY2" fmla="*/ 250120 h 715736"/>
                <a:gd name="connsiteX3" fmla="*/ 2123986 w 2314305"/>
                <a:gd name="connsiteY3" fmla="*/ 715736 h 715736"/>
                <a:gd name="connsiteX4" fmla="*/ 1156661 w 2314305"/>
                <a:gd name="connsiteY4" fmla="*/ 480660 h 715736"/>
                <a:gd name="connsiteX5" fmla="*/ 172995 w 2314305"/>
                <a:gd name="connsiteY5" fmla="*/ 685079 h 715736"/>
                <a:gd name="connsiteX6" fmla="*/ 0 w 2314305"/>
                <a:gd name="connsiteY6" fmla="*/ 232088 h 715736"/>
                <a:gd name="connsiteX0" fmla="*/ 0 w 2314305"/>
                <a:gd name="connsiteY0" fmla="*/ 232088 h 715736"/>
                <a:gd name="connsiteX1" fmla="*/ 1166388 w 2314305"/>
                <a:gd name="connsiteY1" fmla="*/ 589 h 715736"/>
                <a:gd name="connsiteX2" fmla="*/ 2314305 w 2314305"/>
                <a:gd name="connsiteY2" fmla="*/ 250120 h 715736"/>
                <a:gd name="connsiteX3" fmla="*/ 2123986 w 2314305"/>
                <a:gd name="connsiteY3" fmla="*/ 715736 h 715736"/>
                <a:gd name="connsiteX4" fmla="*/ 1156661 w 2314305"/>
                <a:gd name="connsiteY4" fmla="*/ 480660 h 715736"/>
                <a:gd name="connsiteX5" fmla="*/ 172995 w 2314305"/>
                <a:gd name="connsiteY5" fmla="*/ 685079 h 715736"/>
                <a:gd name="connsiteX6" fmla="*/ 0 w 2314305"/>
                <a:gd name="connsiteY6" fmla="*/ 232088 h 715736"/>
                <a:gd name="connsiteX0" fmla="*/ 0 w 2314305"/>
                <a:gd name="connsiteY0" fmla="*/ 232088 h 715736"/>
                <a:gd name="connsiteX1" fmla="*/ 1166388 w 2314305"/>
                <a:gd name="connsiteY1" fmla="*/ 589 h 715736"/>
                <a:gd name="connsiteX2" fmla="*/ 2314305 w 2314305"/>
                <a:gd name="connsiteY2" fmla="*/ 250120 h 715736"/>
                <a:gd name="connsiteX3" fmla="*/ 2123986 w 2314305"/>
                <a:gd name="connsiteY3" fmla="*/ 715736 h 715736"/>
                <a:gd name="connsiteX4" fmla="*/ 1156661 w 2314305"/>
                <a:gd name="connsiteY4" fmla="*/ 480660 h 715736"/>
                <a:gd name="connsiteX5" fmla="*/ 172995 w 2314305"/>
                <a:gd name="connsiteY5" fmla="*/ 685079 h 715736"/>
                <a:gd name="connsiteX6" fmla="*/ 0 w 2314305"/>
                <a:gd name="connsiteY6" fmla="*/ 232088 h 715736"/>
                <a:gd name="connsiteX0" fmla="*/ 0 w 2314305"/>
                <a:gd name="connsiteY0" fmla="*/ 232060 h 715708"/>
                <a:gd name="connsiteX1" fmla="*/ 1166388 w 2314305"/>
                <a:gd name="connsiteY1" fmla="*/ 561 h 715708"/>
                <a:gd name="connsiteX2" fmla="*/ 2314305 w 2314305"/>
                <a:gd name="connsiteY2" fmla="*/ 250092 h 715708"/>
                <a:gd name="connsiteX3" fmla="*/ 2123986 w 2314305"/>
                <a:gd name="connsiteY3" fmla="*/ 715708 h 715708"/>
                <a:gd name="connsiteX4" fmla="*/ 1156661 w 2314305"/>
                <a:gd name="connsiteY4" fmla="*/ 480632 h 715708"/>
                <a:gd name="connsiteX5" fmla="*/ 172995 w 2314305"/>
                <a:gd name="connsiteY5" fmla="*/ 685051 h 715708"/>
                <a:gd name="connsiteX6" fmla="*/ 0 w 2314305"/>
                <a:gd name="connsiteY6" fmla="*/ 232060 h 7157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314305" h="715708">
                  <a:moveTo>
                    <a:pt x="0" y="232060"/>
                  </a:moveTo>
                  <a:cubicBezTo>
                    <a:pt x="116349" y="135016"/>
                    <a:pt x="772966" y="-10150"/>
                    <a:pt x="1166388" y="561"/>
                  </a:cubicBezTo>
                  <a:cubicBezTo>
                    <a:pt x="1559810" y="11272"/>
                    <a:pt x="1962415" y="54514"/>
                    <a:pt x="2314305" y="250092"/>
                  </a:cubicBezTo>
                  <a:cubicBezTo>
                    <a:pt x="2236857" y="411910"/>
                    <a:pt x="2305049" y="284904"/>
                    <a:pt x="2123986" y="715708"/>
                  </a:cubicBezTo>
                  <a:cubicBezTo>
                    <a:pt x="2077752" y="646036"/>
                    <a:pt x="1616289" y="480632"/>
                    <a:pt x="1156661" y="480632"/>
                  </a:cubicBezTo>
                  <a:cubicBezTo>
                    <a:pt x="697033" y="480632"/>
                    <a:pt x="257593" y="589531"/>
                    <a:pt x="172995" y="685051"/>
                  </a:cubicBezTo>
                  <a:lnTo>
                    <a:pt x="0" y="232060"/>
                  </a:lnTo>
                  <a:close/>
                </a:path>
              </a:pathLst>
            </a:custGeom>
            <a:solidFill>
              <a:srgbClr val="252260"/>
            </a:solidFill>
            <a:ln>
              <a:solidFill>
                <a:srgbClr val="2522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60A35A71-AD7F-2773-210C-70D0C1064C54}"/>
                </a:ext>
              </a:extLst>
            </p:cNvPr>
            <p:cNvSpPr txBox="1"/>
            <p:nvPr/>
          </p:nvSpPr>
          <p:spPr>
            <a:xfrm rot="2976467">
              <a:off x="9461974" y="1744448"/>
              <a:ext cx="1841899" cy="638175"/>
            </a:xfrm>
            <a:prstGeom prst="rect">
              <a:avLst/>
            </a:prstGeom>
            <a:noFill/>
          </p:spPr>
          <p:txBody>
            <a:bodyPr wrap="square" rtlCol="0">
              <a:prstTxWarp prst="textArchUp">
                <a:avLst>
                  <a:gd name="adj" fmla="val 11053946"/>
                </a:avLst>
              </a:prstTxWarp>
              <a:spAutoFit/>
            </a:bodyPr>
            <a:lstStyle/>
            <a:p>
              <a:pPr algn="ctr"/>
              <a:r>
                <a:rPr lang="en-US" sz="2400" dirty="0">
                  <a:solidFill>
                    <a:schemeClr val="bg1"/>
                  </a:solidFill>
                </a:rPr>
                <a:t>Connect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8A36CCCB-8CB2-5C0A-E92B-5365C8817F44}"/>
                </a:ext>
              </a:extLst>
            </p:cNvPr>
            <p:cNvSpPr txBox="1"/>
            <p:nvPr/>
          </p:nvSpPr>
          <p:spPr>
            <a:xfrm rot="9167093">
              <a:off x="8638078" y="5306238"/>
              <a:ext cx="1841899" cy="638175"/>
            </a:xfrm>
            <a:prstGeom prst="rect">
              <a:avLst/>
            </a:prstGeom>
            <a:noFill/>
          </p:spPr>
          <p:txBody>
            <a:bodyPr wrap="square" rtlCol="0">
              <a:prstTxWarp prst="textArchUp">
                <a:avLst/>
              </a:prstTxWarp>
              <a:spAutoFit/>
            </a:bodyPr>
            <a:lstStyle/>
            <a:p>
              <a:pPr algn="ctr"/>
              <a:r>
                <a:rPr lang="en-US" sz="2400" dirty="0">
                  <a:solidFill>
                    <a:schemeClr val="bg1"/>
                  </a:solidFill>
                </a:rPr>
                <a:t>Engage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092D22A5-05C8-D181-81F6-1BBFC5577D75}"/>
                </a:ext>
              </a:extLst>
            </p:cNvPr>
            <p:cNvSpPr txBox="1"/>
            <p:nvPr/>
          </p:nvSpPr>
          <p:spPr>
            <a:xfrm rot="12622647">
              <a:off x="6593675" y="5243488"/>
              <a:ext cx="1841899" cy="638175"/>
            </a:xfrm>
            <a:prstGeom prst="rect">
              <a:avLst/>
            </a:prstGeom>
            <a:noFill/>
          </p:spPr>
          <p:txBody>
            <a:bodyPr wrap="square" rtlCol="0">
              <a:prstTxWarp prst="textArchUp">
                <a:avLst/>
              </a:prstTxWarp>
              <a:spAutoFit/>
            </a:bodyPr>
            <a:lstStyle/>
            <a:p>
              <a:pPr algn="ctr"/>
              <a:r>
                <a:rPr lang="en-US" sz="2400" dirty="0">
                  <a:solidFill>
                    <a:schemeClr val="bg1"/>
                  </a:solidFill>
                </a:rPr>
                <a:t>Invite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B8D10961-798C-3E82-DBE7-392638BA61E2}"/>
                </a:ext>
              </a:extLst>
            </p:cNvPr>
            <p:cNvSpPr txBox="1"/>
            <p:nvPr/>
          </p:nvSpPr>
          <p:spPr>
            <a:xfrm rot="15697400">
              <a:off x="5263361" y="3507272"/>
              <a:ext cx="2027125" cy="638175"/>
            </a:xfrm>
            <a:prstGeom prst="rect">
              <a:avLst/>
            </a:prstGeom>
            <a:noFill/>
          </p:spPr>
          <p:txBody>
            <a:bodyPr wrap="square" rtlCol="0">
              <a:prstTxWarp prst="textArchUp">
                <a:avLst>
                  <a:gd name="adj" fmla="val 10820778"/>
                </a:avLst>
              </a:prstTxWarp>
              <a:spAutoFit/>
            </a:bodyPr>
            <a:lstStyle/>
            <a:p>
              <a:pPr algn="ctr"/>
              <a:r>
                <a:rPr lang="en-US" sz="2400" dirty="0">
                  <a:solidFill>
                    <a:schemeClr val="bg1"/>
                  </a:solidFill>
                </a:rPr>
                <a:t>Appreciate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6A34E2CE-5138-5BC5-2D0A-18105858E39F}"/>
                </a:ext>
              </a:extLst>
            </p:cNvPr>
            <p:cNvSpPr txBox="1"/>
            <p:nvPr/>
          </p:nvSpPr>
          <p:spPr>
            <a:xfrm rot="18734748">
              <a:off x="5921532" y="1587556"/>
              <a:ext cx="1841899" cy="638175"/>
            </a:xfrm>
            <a:prstGeom prst="rect">
              <a:avLst/>
            </a:prstGeom>
            <a:noFill/>
          </p:spPr>
          <p:txBody>
            <a:bodyPr wrap="square" rtlCol="0">
              <a:prstTxWarp prst="textArchUp">
                <a:avLst/>
              </a:prstTxWarp>
              <a:spAutoFit/>
            </a:bodyPr>
            <a:lstStyle/>
            <a:p>
              <a:pPr algn="ctr"/>
              <a:r>
                <a:rPr lang="en-US" sz="2400" dirty="0">
                  <a:solidFill>
                    <a:schemeClr val="bg1"/>
                  </a:solidFill>
                </a:rPr>
                <a:t>Motivate</a:t>
              </a:r>
            </a:p>
          </p:txBody>
        </p:sp>
        <p:sp>
          <p:nvSpPr>
            <p:cNvPr id="17" name="Isosceles Triangle 16">
              <a:extLst>
                <a:ext uri="{FF2B5EF4-FFF2-40B4-BE49-F238E27FC236}">
                  <a16:creationId xmlns:a16="http://schemas.microsoft.com/office/drawing/2014/main" id="{66BAF7AA-9886-8CAB-1EBD-20A3721ED1C2}"/>
                </a:ext>
              </a:extLst>
            </p:cNvPr>
            <p:cNvSpPr/>
            <p:nvPr/>
          </p:nvSpPr>
          <p:spPr>
            <a:xfrm rot="6649031">
              <a:off x="9283774" y="854270"/>
              <a:ext cx="1097280" cy="457200"/>
            </a:xfrm>
            <a:prstGeom prst="triangle">
              <a:avLst>
                <a:gd name="adj" fmla="val 49630"/>
              </a:avLst>
            </a:prstGeom>
            <a:solidFill>
              <a:srgbClr val="EE4238"/>
            </a:solidFill>
            <a:ln>
              <a:solidFill>
                <a:srgbClr val="EE423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" name="Isosceles Triangle 17">
              <a:extLst>
                <a:ext uri="{FF2B5EF4-FFF2-40B4-BE49-F238E27FC236}">
                  <a16:creationId xmlns:a16="http://schemas.microsoft.com/office/drawing/2014/main" id="{36E1D5FB-05B9-4303-195D-3FA0304492A8}"/>
                </a:ext>
              </a:extLst>
            </p:cNvPr>
            <p:cNvSpPr/>
            <p:nvPr/>
          </p:nvSpPr>
          <p:spPr>
            <a:xfrm rot="10033193">
              <a:off x="10653102" y="2772840"/>
              <a:ext cx="1097280" cy="457200"/>
            </a:xfrm>
            <a:prstGeom prst="triangle">
              <a:avLst>
                <a:gd name="adj" fmla="val 49630"/>
              </a:avLst>
            </a:prstGeom>
            <a:solidFill>
              <a:srgbClr val="F18120"/>
            </a:solidFill>
            <a:ln>
              <a:solidFill>
                <a:srgbClr val="F1812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9" name="Block Arc 1">
              <a:extLst>
                <a:ext uri="{FF2B5EF4-FFF2-40B4-BE49-F238E27FC236}">
                  <a16:creationId xmlns:a16="http://schemas.microsoft.com/office/drawing/2014/main" id="{FB12AED3-376C-EC6D-51F0-AEEB90A2B8F0}"/>
                </a:ext>
              </a:extLst>
            </p:cNvPr>
            <p:cNvSpPr/>
            <p:nvPr/>
          </p:nvSpPr>
          <p:spPr>
            <a:xfrm>
              <a:off x="7436948" y="567120"/>
              <a:ext cx="2314305" cy="715708"/>
            </a:xfrm>
            <a:custGeom>
              <a:avLst/>
              <a:gdLst>
                <a:gd name="connsiteX0" fmla="*/ 0 w 2391141"/>
                <a:gd name="connsiteY0" fmla="*/ 726679 h 1453358"/>
                <a:gd name="connsiteX1" fmla="*/ 1195571 w 2391141"/>
                <a:gd name="connsiteY1" fmla="*/ 0 h 1453358"/>
                <a:gd name="connsiteX2" fmla="*/ 2391142 w 2391141"/>
                <a:gd name="connsiteY2" fmla="*/ 726679 h 1453358"/>
                <a:gd name="connsiteX3" fmla="*/ 2027802 w 2391141"/>
                <a:gd name="connsiteY3" fmla="*/ 726679 h 1453358"/>
                <a:gd name="connsiteX4" fmla="*/ 1195571 w 2391141"/>
                <a:gd name="connsiteY4" fmla="*/ 363339 h 1453358"/>
                <a:gd name="connsiteX5" fmla="*/ 363340 w 2391141"/>
                <a:gd name="connsiteY5" fmla="*/ 726679 h 1453358"/>
                <a:gd name="connsiteX6" fmla="*/ 0 w 2391141"/>
                <a:gd name="connsiteY6" fmla="*/ 726679 h 1453358"/>
                <a:gd name="connsiteX0" fmla="*/ 0 w 2614878"/>
                <a:gd name="connsiteY0" fmla="*/ 727830 h 727830"/>
                <a:gd name="connsiteX1" fmla="*/ 1195571 w 2614878"/>
                <a:gd name="connsiteY1" fmla="*/ 1151 h 727830"/>
                <a:gd name="connsiteX2" fmla="*/ 2614878 w 2614878"/>
                <a:gd name="connsiteY2" fmla="*/ 611098 h 727830"/>
                <a:gd name="connsiteX3" fmla="*/ 2027802 w 2614878"/>
                <a:gd name="connsiteY3" fmla="*/ 727830 h 727830"/>
                <a:gd name="connsiteX4" fmla="*/ 1195571 w 2614878"/>
                <a:gd name="connsiteY4" fmla="*/ 364490 h 727830"/>
                <a:gd name="connsiteX5" fmla="*/ 363340 w 2614878"/>
                <a:gd name="connsiteY5" fmla="*/ 727830 h 727830"/>
                <a:gd name="connsiteX6" fmla="*/ 0 w 2614878"/>
                <a:gd name="connsiteY6" fmla="*/ 727830 h 727830"/>
                <a:gd name="connsiteX0" fmla="*/ 0 w 2614878"/>
                <a:gd name="connsiteY0" fmla="*/ 727830 h 727830"/>
                <a:gd name="connsiteX1" fmla="*/ 1195571 w 2614878"/>
                <a:gd name="connsiteY1" fmla="*/ 1151 h 727830"/>
                <a:gd name="connsiteX2" fmla="*/ 2614878 w 2614878"/>
                <a:gd name="connsiteY2" fmla="*/ 611098 h 727830"/>
                <a:gd name="connsiteX3" fmla="*/ 2251538 w 2614878"/>
                <a:gd name="connsiteY3" fmla="*/ 669464 h 727830"/>
                <a:gd name="connsiteX4" fmla="*/ 1195571 w 2614878"/>
                <a:gd name="connsiteY4" fmla="*/ 364490 h 727830"/>
                <a:gd name="connsiteX5" fmla="*/ 363340 w 2614878"/>
                <a:gd name="connsiteY5" fmla="*/ 727830 h 727830"/>
                <a:gd name="connsiteX6" fmla="*/ 0 w 2614878"/>
                <a:gd name="connsiteY6" fmla="*/ 727830 h 727830"/>
                <a:gd name="connsiteX0" fmla="*/ 0 w 2780249"/>
                <a:gd name="connsiteY0" fmla="*/ 590533 h 726720"/>
                <a:gd name="connsiteX1" fmla="*/ 1360942 w 2780249"/>
                <a:gd name="connsiteY1" fmla="*/ 41 h 726720"/>
                <a:gd name="connsiteX2" fmla="*/ 2780249 w 2780249"/>
                <a:gd name="connsiteY2" fmla="*/ 609988 h 726720"/>
                <a:gd name="connsiteX3" fmla="*/ 2416909 w 2780249"/>
                <a:gd name="connsiteY3" fmla="*/ 668354 h 726720"/>
                <a:gd name="connsiteX4" fmla="*/ 1360942 w 2780249"/>
                <a:gd name="connsiteY4" fmla="*/ 363380 h 726720"/>
                <a:gd name="connsiteX5" fmla="*/ 528711 w 2780249"/>
                <a:gd name="connsiteY5" fmla="*/ 726720 h 726720"/>
                <a:gd name="connsiteX6" fmla="*/ 0 w 2780249"/>
                <a:gd name="connsiteY6" fmla="*/ 590533 h 726720"/>
                <a:gd name="connsiteX0" fmla="*/ 0 w 2780249"/>
                <a:gd name="connsiteY0" fmla="*/ 590533 h 668354"/>
                <a:gd name="connsiteX1" fmla="*/ 1360942 w 2780249"/>
                <a:gd name="connsiteY1" fmla="*/ 41 h 668354"/>
                <a:gd name="connsiteX2" fmla="*/ 2780249 w 2780249"/>
                <a:gd name="connsiteY2" fmla="*/ 609988 h 668354"/>
                <a:gd name="connsiteX3" fmla="*/ 2416909 w 2780249"/>
                <a:gd name="connsiteY3" fmla="*/ 668354 h 668354"/>
                <a:gd name="connsiteX4" fmla="*/ 1360942 w 2780249"/>
                <a:gd name="connsiteY4" fmla="*/ 363380 h 668354"/>
                <a:gd name="connsiteX5" fmla="*/ 275792 w 2780249"/>
                <a:gd name="connsiteY5" fmla="*/ 639171 h 668354"/>
                <a:gd name="connsiteX6" fmla="*/ 0 w 2780249"/>
                <a:gd name="connsiteY6" fmla="*/ 590533 h 668354"/>
                <a:gd name="connsiteX0" fmla="*/ 0 w 2780249"/>
                <a:gd name="connsiteY0" fmla="*/ 590533 h 668354"/>
                <a:gd name="connsiteX1" fmla="*/ 1360942 w 2780249"/>
                <a:gd name="connsiteY1" fmla="*/ 41 h 668354"/>
                <a:gd name="connsiteX2" fmla="*/ 2780249 w 2780249"/>
                <a:gd name="connsiteY2" fmla="*/ 609988 h 668354"/>
                <a:gd name="connsiteX3" fmla="*/ 2416909 w 2780249"/>
                <a:gd name="connsiteY3" fmla="*/ 668354 h 668354"/>
                <a:gd name="connsiteX4" fmla="*/ 1351215 w 2780249"/>
                <a:gd name="connsiteY4" fmla="*/ 480112 h 668354"/>
                <a:gd name="connsiteX5" fmla="*/ 275792 w 2780249"/>
                <a:gd name="connsiteY5" fmla="*/ 639171 h 668354"/>
                <a:gd name="connsiteX6" fmla="*/ 0 w 2780249"/>
                <a:gd name="connsiteY6" fmla="*/ 590533 h 668354"/>
                <a:gd name="connsiteX0" fmla="*/ 0 w 2780249"/>
                <a:gd name="connsiteY0" fmla="*/ 590533 h 775358"/>
                <a:gd name="connsiteX1" fmla="*/ 1360942 w 2780249"/>
                <a:gd name="connsiteY1" fmla="*/ 41 h 775358"/>
                <a:gd name="connsiteX2" fmla="*/ 2780249 w 2780249"/>
                <a:gd name="connsiteY2" fmla="*/ 609988 h 775358"/>
                <a:gd name="connsiteX3" fmla="*/ 2329360 w 2780249"/>
                <a:gd name="connsiteY3" fmla="*/ 775358 h 775358"/>
                <a:gd name="connsiteX4" fmla="*/ 1351215 w 2780249"/>
                <a:gd name="connsiteY4" fmla="*/ 480112 h 775358"/>
                <a:gd name="connsiteX5" fmla="*/ 275792 w 2780249"/>
                <a:gd name="connsiteY5" fmla="*/ 639171 h 775358"/>
                <a:gd name="connsiteX6" fmla="*/ 0 w 2780249"/>
                <a:gd name="connsiteY6" fmla="*/ 590533 h 775358"/>
                <a:gd name="connsiteX0" fmla="*/ 0 w 2673245"/>
                <a:gd name="connsiteY0" fmla="*/ 600391 h 785216"/>
                <a:gd name="connsiteX1" fmla="*/ 1360942 w 2673245"/>
                <a:gd name="connsiteY1" fmla="*/ 9899 h 785216"/>
                <a:gd name="connsiteX2" fmla="*/ 2673245 w 2673245"/>
                <a:gd name="connsiteY2" fmla="*/ 405837 h 785216"/>
                <a:gd name="connsiteX3" fmla="*/ 2329360 w 2673245"/>
                <a:gd name="connsiteY3" fmla="*/ 785216 h 785216"/>
                <a:gd name="connsiteX4" fmla="*/ 1351215 w 2673245"/>
                <a:gd name="connsiteY4" fmla="*/ 489970 h 785216"/>
                <a:gd name="connsiteX5" fmla="*/ 275792 w 2673245"/>
                <a:gd name="connsiteY5" fmla="*/ 649029 h 785216"/>
                <a:gd name="connsiteX6" fmla="*/ 0 w 2673245"/>
                <a:gd name="connsiteY6" fmla="*/ 600391 h 785216"/>
                <a:gd name="connsiteX0" fmla="*/ 0 w 2673245"/>
                <a:gd name="connsiteY0" fmla="*/ 593348 h 778173"/>
                <a:gd name="connsiteX1" fmla="*/ 1360942 w 2673245"/>
                <a:gd name="connsiteY1" fmla="*/ 2856 h 778173"/>
                <a:gd name="connsiteX2" fmla="*/ 2673245 w 2673245"/>
                <a:gd name="connsiteY2" fmla="*/ 398794 h 778173"/>
                <a:gd name="connsiteX3" fmla="*/ 2329360 w 2673245"/>
                <a:gd name="connsiteY3" fmla="*/ 778173 h 778173"/>
                <a:gd name="connsiteX4" fmla="*/ 1351215 w 2673245"/>
                <a:gd name="connsiteY4" fmla="*/ 482927 h 778173"/>
                <a:gd name="connsiteX5" fmla="*/ 275792 w 2673245"/>
                <a:gd name="connsiteY5" fmla="*/ 641986 h 778173"/>
                <a:gd name="connsiteX6" fmla="*/ 0 w 2673245"/>
                <a:gd name="connsiteY6" fmla="*/ 593348 h 778173"/>
                <a:gd name="connsiteX0" fmla="*/ 0 w 2478691"/>
                <a:gd name="connsiteY0" fmla="*/ 293714 h 809279"/>
                <a:gd name="connsiteX1" fmla="*/ 1166388 w 2478691"/>
                <a:gd name="connsiteY1" fmla="*/ 33962 h 809279"/>
                <a:gd name="connsiteX2" fmla="*/ 2478691 w 2478691"/>
                <a:gd name="connsiteY2" fmla="*/ 429900 h 809279"/>
                <a:gd name="connsiteX3" fmla="*/ 2134806 w 2478691"/>
                <a:gd name="connsiteY3" fmla="*/ 809279 h 809279"/>
                <a:gd name="connsiteX4" fmla="*/ 1156661 w 2478691"/>
                <a:gd name="connsiteY4" fmla="*/ 514033 h 809279"/>
                <a:gd name="connsiteX5" fmla="*/ 81238 w 2478691"/>
                <a:gd name="connsiteY5" fmla="*/ 673092 h 809279"/>
                <a:gd name="connsiteX6" fmla="*/ 0 w 2478691"/>
                <a:gd name="connsiteY6" fmla="*/ 293714 h 809279"/>
                <a:gd name="connsiteX0" fmla="*/ 0 w 2478691"/>
                <a:gd name="connsiteY0" fmla="*/ 262275 h 777840"/>
                <a:gd name="connsiteX1" fmla="*/ 1166388 w 2478691"/>
                <a:gd name="connsiteY1" fmla="*/ 2523 h 777840"/>
                <a:gd name="connsiteX2" fmla="*/ 2478691 w 2478691"/>
                <a:gd name="connsiteY2" fmla="*/ 398461 h 777840"/>
                <a:gd name="connsiteX3" fmla="*/ 2134806 w 2478691"/>
                <a:gd name="connsiteY3" fmla="*/ 777840 h 777840"/>
                <a:gd name="connsiteX4" fmla="*/ 1156661 w 2478691"/>
                <a:gd name="connsiteY4" fmla="*/ 482594 h 777840"/>
                <a:gd name="connsiteX5" fmla="*/ 81238 w 2478691"/>
                <a:gd name="connsiteY5" fmla="*/ 641653 h 777840"/>
                <a:gd name="connsiteX6" fmla="*/ 0 w 2478691"/>
                <a:gd name="connsiteY6" fmla="*/ 262275 h 777840"/>
                <a:gd name="connsiteX0" fmla="*/ 0 w 2478691"/>
                <a:gd name="connsiteY0" fmla="*/ 262275 h 777841"/>
                <a:gd name="connsiteX1" fmla="*/ 1166388 w 2478691"/>
                <a:gd name="connsiteY1" fmla="*/ 2523 h 777841"/>
                <a:gd name="connsiteX2" fmla="*/ 2478691 w 2478691"/>
                <a:gd name="connsiteY2" fmla="*/ 398461 h 777841"/>
                <a:gd name="connsiteX3" fmla="*/ 2134806 w 2478691"/>
                <a:gd name="connsiteY3" fmla="*/ 777840 h 777841"/>
                <a:gd name="connsiteX4" fmla="*/ 1156661 w 2478691"/>
                <a:gd name="connsiteY4" fmla="*/ 482594 h 777841"/>
                <a:gd name="connsiteX5" fmla="*/ 178515 w 2478691"/>
                <a:gd name="connsiteY5" fmla="*/ 777841 h 777841"/>
                <a:gd name="connsiteX6" fmla="*/ 0 w 2478691"/>
                <a:gd name="connsiteY6" fmla="*/ 262275 h 777841"/>
                <a:gd name="connsiteX0" fmla="*/ 0 w 2478691"/>
                <a:gd name="connsiteY0" fmla="*/ 262275 h 777840"/>
                <a:gd name="connsiteX1" fmla="*/ 1166388 w 2478691"/>
                <a:gd name="connsiteY1" fmla="*/ 2523 h 777840"/>
                <a:gd name="connsiteX2" fmla="*/ 2478691 w 2478691"/>
                <a:gd name="connsiteY2" fmla="*/ 398461 h 777840"/>
                <a:gd name="connsiteX3" fmla="*/ 2134806 w 2478691"/>
                <a:gd name="connsiteY3" fmla="*/ 777840 h 777840"/>
                <a:gd name="connsiteX4" fmla="*/ 1156661 w 2478691"/>
                <a:gd name="connsiteY4" fmla="*/ 482594 h 777840"/>
                <a:gd name="connsiteX5" fmla="*/ 139604 w 2478691"/>
                <a:gd name="connsiteY5" fmla="*/ 748658 h 777840"/>
                <a:gd name="connsiteX6" fmla="*/ 0 w 2478691"/>
                <a:gd name="connsiteY6" fmla="*/ 262275 h 777840"/>
                <a:gd name="connsiteX0" fmla="*/ 0 w 2478691"/>
                <a:gd name="connsiteY0" fmla="*/ 262275 h 777840"/>
                <a:gd name="connsiteX1" fmla="*/ 1166388 w 2478691"/>
                <a:gd name="connsiteY1" fmla="*/ 2523 h 777840"/>
                <a:gd name="connsiteX2" fmla="*/ 2478691 w 2478691"/>
                <a:gd name="connsiteY2" fmla="*/ 398461 h 777840"/>
                <a:gd name="connsiteX3" fmla="*/ 2134806 w 2478691"/>
                <a:gd name="connsiteY3" fmla="*/ 777840 h 777840"/>
                <a:gd name="connsiteX4" fmla="*/ 1156661 w 2478691"/>
                <a:gd name="connsiteY4" fmla="*/ 482594 h 777840"/>
                <a:gd name="connsiteX5" fmla="*/ 139604 w 2478691"/>
                <a:gd name="connsiteY5" fmla="*/ 748658 h 777840"/>
                <a:gd name="connsiteX6" fmla="*/ 0 w 2478691"/>
                <a:gd name="connsiteY6" fmla="*/ 262275 h 777840"/>
                <a:gd name="connsiteX0" fmla="*/ 0 w 2478691"/>
                <a:gd name="connsiteY0" fmla="*/ 262275 h 797295"/>
                <a:gd name="connsiteX1" fmla="*/ 1166388 w 2478691"/>
                <a:gd name="connsiteY1" fmla="*/ 2523 h 797295"/>
                <a:gd name="connsiteX2" fmla="*/ 2478691 w 2478691"/>
                <a:gd name="connsiteY2" fmla="*/ 398461 h 797295"/>
                <a:gd name="connsiteX3" fmla="*/ 2144534 w 2478691"/>
                <a:gd name="connsiteY3" fmla="*/ 797295 h 797295"/>
                <a:gd name="connsiteX4" fmla="*/ 1156661 w 2478691"/>
                <a:gd name="connsiteY4" fmla="*/ 482594 h 797295"/>
                <a:gd name="connsiteX5" fmla="*/ 139604 w 2478691"/>
                <a:gd name="connsiteY5" fmla="*/ 748658 h 797295"/>
                <a:gd name="connsiteX6" fmla="*/ 0 w 2478691"/>
                <a:gd name="connsiteY6" fmla="*/ 262275 h 797295"/>
                <a:gd name="connsiteX0" fmla="*/ 0 w 2478691"/>
                <a:gd name="connsiteY0" fmla="*/ 262275 h 797295"/>
                <a:gd name="connsiteX1" fmla="*/ 1166388 w 2478691"/>
                <a:gd name="connsiteY1" fmla="*/ 2523 h 797295"/>
                <a:gd name="connsiteX2" fmla="*/ 2478691 w 2478691"/>
                <a:gd name="connsiteY2" fmla="*/ 398461 h 797295"/>
                <a:gd name="connsiteX3" fmla="*/ 2144534 w 2478691"/>
                <a:gd name="connsiteY3" fmla="*/ 797295 h 797295"/>
                <a:gd name="connsiteX4" fmla="*/ 1156661 w 2478691"/>
                <a:gd name="connsiteY4" fmla="*/ 482594 h 797295"/>
                <a:gd name="connsiteX5" fmla="*/ 139604 w 2478691"/>
                <a:gd name="connsiteY5" fmla="*/ 748658 h 797295"/>
                <a:gd name="connsiteX6" fmla="*/ 0 w 2478691"/>
                <a:gd name="connsiteY6" fmla="*/ 262275 h 797295"/>
                <a:gd name="connsiteX0" fmla="*/ 0 w 2309168"/>
                <a:gd name="connsiteY0" fmla="*/ 259772 h 794792"/>
                <a:gd name="connsiteX1" fmla="*/ 1166388 w 2309168"/>
                <a:gd name="connsiteY1" fmla="*/ 20 h 794792"/>
                <a:gd name="connsiteX2" fmla="*/ 2309168 w 2309168"/>
                <a:gd name="connsiteY2" fmla="*/ 270099 h 794792"/>
                <a:gd name="connsiteX3" fmla="*/ 2144534 w 2309168"/>
                <a:gd name="connsiteY3" fmla="*/ 794792 h 794792"/>
                <a:gd name="connsiteX4" fmla="*/ 1156661 w 2309168"/>
                <a:gd name="connsiteY4" fmla="*/ 480091 h 794792"/>
                <a:gd name="connsiteX5" fmla="*/ 139604 w 2309168"/>
                <a:gd name="connsiteY5" fmla="*/ 746155 h 794792"/>
                <a:gd name="connsiteX6" fmla="*/ 0 w 2309168"/>
                <a:gd name="connsiteY6" fmla="*/ 259772 h 794792"/>
                <a:gd name="connsiteX0" fmla="*/ 0 w 2309168"/>
                <a:gd name="connsiteY0" fmla="*/ 259772 h 794792"/>
                <a:gd name="connsiteX1" fmla="*/ 1166388 w 2309168"/>
                <a:gd name="connsiteY1" fmla="*/ 20 h 794792"/>
                <a:gd name="connsiteX2" fmla="*/ 2309168 w 2309168"/>
                <a:gd name="connsiteY2" fmla="*/ 270099 h 794792"/>
                <a:gd name="connsiteX3" fmla="*/ 2144534 w 2309168"/>
                <a:gd name="connsiteY3" fmla="*/ 794792 h 794792"/>
                <a:gd name="connsiteX4" fmla="*/ 1156661 w 2309168"/>
                <a:gd name="connsiteY4" fmla="*/ 480091 h 794792"/>
                <a:gd name="connsiteX5" fmla="*/ 139604 w 2309168"/>
                <a:gd name="connsiteY5" fmla="*/ 746155 h 794792"/>
                <a:gd name="connsiteX6" fmla="*/ 0 w 2309168"/>
                <a:gd name="connsiteY6" fmla="*/ 259772 h 794792"/>
                <a:gd name="connsiteX0" fmla="*/ 0 w 2309168"/>
                <a:gd name="connsiteY0" fmla="*/ 259772 h 746155"/>
                <a:gd name="connsiteX1" fmla="*/ 1166388 w 2309168"/>
                <a:gd name="connsiteY1" fmla="*/ 20 h 746155"/>
                <a:gd name="connsiteX2" fmla="*/ 2309168 w 2309168"/>
                <a:gd name="connsiteY2" fmla="*/ 270099 h 746155"/>
                <a:gd name="connsiteX3" fmla="*/ 2121417 w 2309168"/>
                <a:gd name="connsiteY3" fmla="*/ 707462 h 746155"/>
                <a:gd name="connsiteX4" fmla="*/ 1156661 w 2309168"/>
                <a:gd name="connsiteY4" fmla="*/ 480091 h 746155"/>
                <a:gd name="connsiteX5" fmla="*/ 139604 w 2309168"/>
                <a:gd name="connsiteY5" fmla="*/ 746155 h 746155"/>
                <a:gd name="connsiteX6" fmla="*/ 0 w 2309168"/>
                <a:gd name="connsiteY6" fmla="*/ 259772 h 746155"/>
                <a:gd name="connsiteX0" fmla="*/ 0 w 2309168"/>
                <a:gd name="connsiteY0" fmla="*/ 259772 h 746155"/>
                <a:gd name="connsiteX1" fmla="*/ 1166388 w 2309168"/>
                <a:gd name="connsiteY1" fmla="*/ 20 h 746155"/>
                <a:gd name="connsiteX2" fmla="*/ 2309168 w 2309168"/>
                <a:gd name="connsiteY2" fmla="*/ 270099 h 746155"/>
                <a:gd name="connsiteX3" fmla="*/ 2121417 w 2309168"/>
                <a:gd name="connsiteY3" fmla="*/ 707462 h 746155"/>
                <a:gd name="connsiteX4" fmla="*/ 1156661 w 2309168"/>
                <a:gd name="connsiteY4" fmla="*/ 480091 h 746155"/>
                <a:gd name="connsiteX5" fmla="*/ 139604 w 2309168"/>
                <a:gd name="connsiteY5" fmla="*/ 746155 h 746155"/>
                <a:gd name="connsiteX6" fmla="*/ 0 w 2309168"/>
                <a:gd name="connsiteY6" fmla="*/ 259772 h 746155"/>
                <a:gd name="connsiteX0" fmla="*/ 0 w 2309168"/>
                <a:gd name="connsiteY0" fmla="*/ 226793 h 746567"/>
                <a:gd name="connsiteX1" fmla="*/ 1166388 w 2309168"/>
                <a:gd name="connsiteY1" fmla="*/ 432 h 746567"/>
                <a:gd name="connsiteX2" fmla="*/ 2309168 w 2309168"/>
                <a:gd name="connsiteY2" fmla="*/ 270511 h 746567"/>
                <a:gd name="connsiteX3" fmla="*/ 2121417 w 2309168"/>
                <a:gd name="connsiteY3" fmla="*/ 707874 h 746567"/>
                <a:gd name="connsiteX4" fmla="*/ 1156661 w 2309168"/>
                <a:gd name="connsiteY4" fmla="*/ 480503 h 746567"/>
                <a:gd name="connsiteX5" fmla="*/ 139604 w 2309168"/>
                <a:gd name="connsiteY5" fmla="*/ 746567 h 746567"/>
                <a:gd name="connsiteX6" fmla="*/ 0 w 2309168"/>
                <a:gd name="connsiteY6" fmla="*/ 226793 h 746567"/>
                <a:gd name="connsiteX0" fmla="*/ 0 w 2309168"/>
                <a:gd name="connsiteY0" fmla="*/ 226663 h 746437"/>
                <a:gd name="connsiteX1" fmla="*/ 1166388 w 2309168"/>
                <a:gd name="connsiteY1" fmla="*/ 302 h 746437"/>
                <a:gd name="connsiteX2" fmla="*/ 2309168 w 2309168"/>
                <a:gd name="connsiteY2" fmla="*/ 270381 h 746437"/>
                <a:gd name="connsiteX3" fmla="*/ 2121417 w 2309168"/>
                <a:gd name="connsiteY3" fmla="*/ 707744 h 746437"/>
                <a:gd name="connsiteX4" fmla="*/ 1156661 w 2309168"/>
                <a:gd name="connsiteY4" fmla="*/ 480373 h 746437"/>
                <a:gd name="connsiteX5" fmla="*/ 139604 w 2309168"/>
                <a:gd name="connsiteY5" fmla="*/ 746437 h 746437"/>
                <a:gd name="connsiteX6" fmla="*/ 0 w 2309168"/>
                <a:gd name="connsiteY6" fmla="*/ 226663 h 746437"/>
                <a:gd name="connsiteX0" fmla="*/ 0 w 2309168"/>
                <a:gd name="connsiteY0" fmla="*/ 226614 h 746388"/>
                <a:gd name="connsiteX1" fmla="*/ 1166388 w 2309168"/>
                <a:gd name="connsiteY1" fmla="*/ 253 h 746388"/>
                <a:gd name="connsiteX2" fmla="*/ 2309168 w 2309168"/>
                <a:gd name="connsiteY2" fmla="*/ 270332 h 746388"/>
                <a:gd name="connsiteX3" fmla="*/ 2121417 w 2309168"/>
                <a:gd name="connsiteY3" fmla="*/ 707695 h 746388"/>
                <a:gd name="connsiteX4" fmla="*/ 1156661 w 2309168"/>
                <a:gd name="connsiteY4" fmla="*/ 480324 h 746388"/>
                <a:gd name="connsiteX5" fmla="*/ 139604 w 2309168"/>
                <a:gd name="connsiteY5" fmla="*/ 746388 h 746388"/>
                <a:gd name="connsiteX6" fmla="*/ 0 w 2309168"/>
                <a:gd name="connsiteY6" fmla="*/ 226614 h 746388"/>
                <a:gd name="connsiteX0" fmla="*/ 0 w 2309168"/>
                <a:gd name="connsiteY0" fmla="*/ 231692 h 746328"/>
                <a:gd name="connsiteX1" fmla="*/ 1166388 w 2309168"/>
                <a:gd name="connsiteY1" fmla="*/ 193 h 746328"/>
                <a:gd name="connsiteX2" fmla="*/ 2309168 w 2309168"/>
                <a:gd name="connsiteY2" fmla="*/ 270272 h 746328"/>
                <a:gd name="connsiteX3" fmla="*/ 2121417 w 2309168"/>
                <a:gd name="connsiteY3" fmla="*/ 707635 h 746328"/>
                <a:gd name="connsiteX4" fmla="*/ 1156661 w 2309168"/>
                <a:gd name="connsiteY4" fmla="*/ 480264 h 746328"/>
                <a:gd name="connsiteX5" fmla="*/ 139604 w 2309168"/>
                <a:gd name="connsiteY5" fmla="*/ 746328 h 746328"/>
                <a:gd name="connsiteX6" fmla="*/ 0 w 2309168"/>
                <a:gd name="connsiteY6" fmla="*/ 231692 h 746328"/>
                <a:gd name="connsiteX0" fmla="*/ 0 w 2309168"/>
                <a:gd name="connsiteY0" fmla="*/ 231692 h 707635"/>
                <a:gd name="connsiteX1" fmla="*/ 1166388 w 2309168"/>
                <a:gd name="connsiteY1" fmla="*/ 193 h 707635"/>
                <a:gd name="connsiteX2" fmla="*/ 2309168 w 2309168"/>
                <a:gd name="connsiteY2" fmla="*/ 270272 h 707635"/>
                <a:gd name="connsiteX3" fmla="*/ 2121417 w 2309168"/>
                <a:gd name="connsiteY3" fmla="*/ 707635 h 707635"/>
                <a:gd name="connsiteX4" fmla="*/ 1156661 w 2309168"/>
                <a:gd name="connsiteY4" fmla="*/ 480264 h 707635"/>
                <a:gd name="connsiteX5" fmla="*/ 172995 w 2309168"/>
                <a:gd name="connsiteY5" fmla="*/ 684683 h 707635"/>
                <a:gd name="connsiteX6" fmla="*/ 0 w 2309168"/>
                <a:gd name="connsiteY6" fmla="*/ 231692 h 707635"/>
                <a:gd name="connsiteX0" fmla="*/ 0 w 2309168"/>
                <a:gd name="connsiteY0" fmla="*/ 231692 h 707635"/>
                <a:gd name="connsiteX1" fmla="*/ 1166388 w 2309168"/>
                <a:gd name="connsiteY1" fmla="*/ 193 h 707635"/>
                <a:gd name="connsiteX2" fmla="*/ 2309168 w 2309168"/>
                <a:gd name="connsiteY2" fmla="*/ 270272 h 707635"/>
                <a:gd name="connsiteX3" fmla="*/ 2121417 w 2309168"/>
                <a:gd name="connsiteY3" fmla="*/ 707635 h 707635"/>
                <a:gd name="connsiteX4" fmla="*/ 1156661 w 2309168"/>
                <a:gd name="connsiteY4" fmla="*/ 480264 h 707635"/>
                <a:gd name="connsiteX5" fmla="*/ 172995 w 2309168"/>
                <a:gd name="connsiteY5" fmla="*/ 684683 h 707635"/>
                <a:gd name="connsiteX6" fmla="*/ 0 w 2309168"/>
                <a:gd name="connsiteY6" fmla="*/ 231692 h 707635"/>
                <a:gd name="connsiteX0" fmla="*/ 0 w 2309168"/>
                <a:gd name="connsiteY0" fmla="*/ 231692 h 715340"/>
                <a:gd name="connsiteX1" fmla="*/ 1166388 w 2309168"/>
                <a:gd name="connsiteY1" fmla="*/ 193 h 715340"/>
                <a:gd name="connsiteX2" fmla="*/ 2309168 w 2309168"/>
                <a:gd name="connsiteY2" fmla="*/ 270272 h 715340"/>
                <a:gd name="connsiteX3" fmla="*/ 2123986 w 2309168"/>
                <a:gd name="connsiteY3" fmla="*/ 715340 h 715340"/>
                <a:gd name="connsiteX4" fmla="*/ 1156661 w 2309168"/>
                <a:gd name="connsiteY4" fmla="*/ 480264 h 715340"/>
                <a:gd name="connsiteX5" fmla="*/ 172995 w 2309168"/>
                <a:gd name="connsiteY5" fmla="*/ 684683 h 715340"/>
                <a:gd name="connsiteX6" fmla="*/ 0 w 2309168"/>
                <a:gd name="connsiteY6" fmla="*/ 231692 h 715340"/>
                <a:gd name="connsiteX0" fmla="*/ 0 w 2309168"/>
                <a:gd name="connsiteY0" fmla="*/ 231692 h 715340"/>
                <a:gd name="connsiteX1" fmla="*/ 1166388 w 2309168"/>
                <a:gd name="connsiteY1" fmla="*/ 193 h 715340"/>
                <a:gd name="connsiteX2" fmla="*/ 2309168 w 2309168"/>
                <a:gd name="connsiteY2" fmla="*/ 270272 h 715340"/>
                <a:gd name="connsiteX3" fmla="*/ 2123986 w 2309168"/>
                <a:gd name="connsiteY3" fmla="*/ 715340 h 715340"/>
                <a:gd name="connsiteX4" fmla="*/ 1156661 w 2309168"/>
                <a:gd name="connsiteY4" fmla="*/ 480264 h 715340"/>
                <a:gd name="connsiteX5" fmla="*/ 172995 w 2309168"/>
                <a:gd name="connsiteY5" fmla="*/ 684683 h 715340"/>
                <a:gd name="connsiteX6" fmla="*/ 0 w 2309168"/>
                <a:gd name="connsiteY6" fmla="*/ 231692 h 715340"/>
                <a:gd name="connsiteX0" fmla="*/ 0 w 2309168"/>
                <a:gd name="connsiteY0" fmla="*/ 231692 h 715340"/>
                <a:gd name="connsiteX1" fmla="*/ 1166388 w 2309168"/>
                <a:gd name="connsiteY1" fmla="*/ 193 h 715340"/>
                <a:gd name="connsiteX2" fmla="*/ 2309168 w 2309168"/>
                <a:gd name="connsiteY2" fmla="*/ 270272 h 715340"/>
                <a:gd name="connsiteX3" fmla="*/ 2123986 w 2309168"/>
                <a:gd name="connsiteY3" fmla="*/ 715340 h 715340"/>
                <a:gd name="connsiteX4" fmla="*/ 1156661 w 2309168"/>
                <a:gd name="connsiteY4" fmla="*/ 480264 h 715340"/>
                <a:gd name="connsiteX5" fmla="*/ 172995 w 2309168"/>
                <a:gd name="connsiteY5" fmla="*/ 684683 h 715340"/>
                <a:gd name="connsiteX6" fmla="*/ 0 w 2309168"/>
                <a:gd name="connsiteY6" fmla="*/ 231692 h 715340"/>
                <a:gd name="connsiteX0" fmla="*/ 0 w 2314305"/>
                <a:gd name="connsiteY0" fmla="*/ 231543 h 715191"/>
                <a:gd name="connsiteX1" fmla="*/ 1166388 w 2314305"/>
                <a:gd name="connsiteY1" fmla="*/ 44 h 715191"/>
                <a:gd name="connsiteX2" fmla="*/ 2314305 w 2314305"/>
                <a:gd name="connsiteY2" fmla="*/ 249575 h 715191"/>
                <a:gd name="connsiteX3" fmla="*/ 2123986 w 2314305"/>
                <a:gd name="connsiteY3" fmla="*/ 715191 h 715191"/>
                <a:gd name="connsiteX4" fmla="*/ 1156661 w 2314305"/>
                <a:gd name="connsiteY4" fmla="*/ 480115 h 715191"/>
                <a:gd name="connsiteX5" fmla="*/ 172995 w 2314305"/>
                <a:gd name="connsiteY5" fmla="*/ 684534 h 715191"/>
                <a:gd name="connsiteX6" fmla="*/ 0 w 2314305"/>
                <a:gd name="connsiteY6" fmla="*/ 231543 h 715191"/>
                <a:gd name="connsiteX0" fmla="*/ 0 w 2314305"/>
                <a:gd name="connsiteY0" fmla="*/ 231543 h 715191"/>
                <a:gd name="connsiteX1" fmla="*/ 1166388 w 2314305"/>
                <a:gd name="connsiteY1" fmla="*/ 44 h 715191"/>
                <a:gd name="connsiteX2" fmla="*/ 2314305 w 2314305"/>
                <a:gd name="connsiteY2" fmla="*/ 249575 h 715191"/>
                <a:gd name="connsiteX3" fmla="*/ 2123986 w 2314305"/>
                <a:gd name="connsiteY3" fmla="*/ 715191 h 715191"/>
                <a:gd name="connsiteX4" fmla="*/ 1156661 w 2314305"/>
                <a:gd name="connsiteY4" fmla="*/ 480115 h 715191"/>
                <a:gd name="connsiteX5" fmla="*/ 172995 w 2314305"/>
                <a:gd name="connsiteY5" fmla="*/ 684534 h 715191"/>
                <a:gd name="connsiteX6" fmla="*/ 0 w 2314305"/>
                <a:gd name="connsiteY6" fmla="*/ 231543 h 715191"/>
                <a:gd name="connsiteX0" fmla="*/ 0 w 2314305"/>
                <a:gd name="connsiteY0" fmla="*/ 231550 h 715198"/>
                <a:gd name="connsiteX1" fmla="*/ 1166388 w 2314305"/>
                <a:gd name="connsiteY1" fmla="*/ 51 h 715198"/>
                <a:gd name="connsiteX2" fmla="*/ 2314305 w 2314305"/>
                <a:gd name="connsiteY2" fmla="*/ 249582 h 715198"/>
                <a:gd name="connsiteX3" fmla="*/ 2123986 w 2314305"/>
                <a:gd name="connsiteY3" fmla="*/ 715198 h 715198"/>
                <a:gd name="connsiteX4" fmla="*/ 1156661 w 2314305"/>
                <a:gd name="connsiteY4" fmla="*/ 480122 h 715198"/>
                <a:gd name="connsiteX5" fmla="*/ 172995 w 2314305"/>
                <a:gd name="connsiteY5" fmla="*/ 684541 h 715198"/>
                <a:gd name="connsiteX6" fmla="*/ 0 w 2314305"/>
                <a:gd name="connsiteY6" fmla="*/ 231550 h 715198"/>
                <a:gd name="connsiteX0" fmla="*/ 0 w 2314305"/>
                <a:gd name="connsiteY0" fmla="*/ 233092 h 716740"/>
                <a:gd name="connsiteX1" fmla="*/ 1166388 w 2314305"/>
                <a:gd name="connsiteY1" fmla="*/ 1593 h 716740"/>
                <a:gd name="connsiteX2" fmla="*/ 2314305 w 2314305"/>
                <a:gd name="connsiteY2" fmla="*/ 251124 h 716740"/>
                <a:gd name="connsiteX3" fmla="*/ 2123986 w 2314305"/>
                <a:gd name="connsiteY3" fmla="*/ 716740 h 716740"/>
                <a:gd name="connsiteX4" fmla="*/ 1156661 w 2314305"/>
                <a:gd name="connsiteY4" fmla="*/ 481664 h 716740"/>
                <a:gd name="connsiteX5" fmla="*/ 172995 w 2314305"/>
                <a:gd name="connsiteY5" fmla="*/ 686083 h 716740"/>
                <a:gd name="connsiteX6" fmla="*/ 0 w 2314305"/>
                <a:gd name="connsiteY6" fmla="*/ 233092 h 716740"/>
                <a:gd name="connsiteX0" fmla="*/ 0 w 2314305"/>
                <a:gd name="connsiteY0" fmla="*/ 231523 h 715171"/>
                <a:gd name="connsiteX1" fmla="*/ 1166388 w 2314305"/>
                <a:gd name="connsiteY1" fmla="*/ 24 h 715171"/>
                <a:gd name="connsiteX2" fmla="*/ 2314305 w 2314305"/>
                <a:gd name="connsiteY2" fmla="*/ 249555 h 715171"/>
                <a:gd name="connsiteX3" fmla="*/ 2123986 w 2314305"/>
                <a:gd name="connsiteY3" fmla="*/ 715171 h 715171"/>
                <a:gd name="connsiteX4" fmla="*/ 1156661 w 2314305"/>
                <a:gd name="connsiteY4" fmla="*/ 480095 h 715171"/>
                <a:gd name="connsiteX5" fmla="*/ 172995 w 2314305"/>
                <a:gd name="connsiteY5" fmla="*/ 684514 h 715171"/>
                <a:gd name="connsiteX6" fmla="*/ 0 w 2314305"/>
                <a:gd name="connsiteY6" fmla="*/ 231523 h 715171"/>
                <a:gd name="connsiteX0" fmla="*/ 0 w 2314305"/>
                <a:gd name="connsiteY0" fmla="*/ 231550 h 715198"/>
                <a:gd name="connsiteX1" fmla="*/ 1166388 w 2314305"/>
                <a:gd name="connsiteY1" fmla="*/ 51 h 715198"/>
                <a:gd name="connsiteX2" fmla="*/ 2314305 w 2314305"/>
                <a:gd name="connsiteY2" fmla="*/ 249582 h 715198"/>
                <a:gd name="connsiteX3" fmla="*/ 2123986 w 2314305"/>
                <a:gd name="connsiteY3" fmla="*/ 715198 h 715198"/>
                <a:gd name="connsiteX4" fmla="*/ 1156661 w 2314305"/>
                <a:gd name="connsiteY4" fmla="*/ 480122 h 715198"/>
                <a:gd name="connsiteX5" fmla="*/ 172995 w 2314305"/>
                <a:gd name="connsiteY5" fmla="*/ 684541 h 715198"/>
                <a:gd name="connsiteX6" fmla="*/ 0 w 2314305"/>
                <a:gd name="connsiteY6" fmla="*/ 231550 h 715198"/>
                <a:gd name="connsiteX0" fmla="*/ 0 w 2314305"/>
                <a:gd name="connsiteY0" fmla="*/ 232088 h 715736"/>
                <a:gd name="connsiteX1" fmla="*/ 1166388 w 2314305"/>
                <a:gd name="connsiteY1" fmla="*/ 589 h 715736"/>
                <a:gd name="connsiteX2" fmla="*/ 2314305 w 2314305"/>
                <a:gd name="connsiteY2" fmla="*/ 250120 h 715736"/>
                <a:gd name="connsiteX3" fmla="*/ 2123986 w 2314305"/>
                <a:gd name="connsiteY3" fmla="*/ 715736 h 715736"/>
                <a:gd name="connsiteX4" fmla="*/ 1156661 w 2314305"/>
                <a:gd name="connsiteY4" fmla="*/ 480660 h 715736"/>
                <a:gd name="connsiteX5" fmla="*/ 172995 w 2314305"/>
                <a:gd name="connsiteY5" fmla="*/ 685079 h 715736"/>
                <a:gd name="connsiteX6" fmla="*/ 0 w 2314305"/>
                <a:gd name="connsiteY6" fmla="*/ 232088 h 715736"/>
                <a:gd name="connsiteX0" fmla="*/ 0 w 2314305"/>
                <a:gd name="connsiteY0" fmla="*/ 232088 h 715736"/>
                <a:gd name="connsiteX1" fmla="*/ 1166388 w 2314305"/>
                <a:gd name="connsiteY1" fmla="*/ 589 h 715736"/>
                <a:gd name="connsiteX2" fmla="*/ 2314305 w 2314305"/>
                <a:gd name="connsiteY2" fmla="*/ 250120 h 715736"/>
                <a:gd name="connsiteX3" fmla="*/ 2123986 w 2314305"/>
                <a:gd name="connsiteY3" fmla="*/ 715736 h 715736"/>
                <a:gd name="connsiteX4" fmla="*/ 1156661 w 2314305"/>
                <a:gd name="connsiteY4" fmla="*/ 480660 h 715736"/>
                <a:gd name="connsiteX5" fmla="*/ 172995 w 2314305"/>
                <a:gd name="connsiteY5" fmla="*/ 685079 h 715736"/>
                <a:gd name="connsiteX6" fmla="*/ 0 w 2314305"/>
                <a:gd name="connsiteY6" fmla="*/ 232088 h 715736"/>
                <a:gd name="connsiteX0" fmla="*/ 0 w 2314305"/>
                <a:gd name="connsiteY0" fmla="*/ 232088 h 715736"/>
                <a:gd name="connsiteX1" fmla="*/ 1166388 w 2314305"/>
                <a:gd name="connsiteY1" fmla="*/ 589 h 715736"/>
                <a:gd name="connsiteX2" fmla="*/ 2314305 w 2314305"/>
                <a:gd name="connsiteY2" fmla="*/ 250120 h 715736"/>
                <a:gd name="connsiteX3" fmla="*/ 2123986 w 2314305"/>
                <a:gd name="connsiteY3" fmla="*/ 715736 h 715736"/>
                <a:gd name="connsiteX4" fmla="*/ 1156661 w 2314305"/>
                <a:gd name="connsiteY4" fmla="*/ 480660 h 715736"/>
                <a:gd name="connsiteX5" fmla="*/ 172995 w 2314305"/>
                <a:gd name="connsiteY5" fmla="*/ 685079 h 715736"/>
                <a:gd name="connsiteX6" fmla="*/ 0 w 2314305"/>
                <a:gd name="connsiteY6" fmla="*/ 232088 h 715736"/>
                <a:gd name="connsiteX0" fmla="*/ 0 w 2314305"/>
                <a:gd name="connsiteY0" fmla="*/ 232060 h 715708"/>
                <a:gd name="connsiteX1" fmla="*/ 1166388 w 2314305"/>
                <a:gd name="connsiteY1" fmla="*/ 561 h 715708"/>
                <a:gd name="connsiteX2" fmla="*/ 2314305 w 2314305"/>
                <a:gd name="connsiteY2" fmla="*/ 250092 h 715708"/>
                <a:gd name="connsiteX3" fmla="*/ 2123986 w 2314305"/>
                <a:gd name="connsiteY3" fmla="*/ 715708 h 715708"/>
                <a:gd name="connsiteX4" fmla="*/ 1156661 w 2314305"/>
                <a:gd name="connsiteY4" fmla="*/ 480632 h 715708"/>
                <a:gd name="connsiteX5" fmla="*/ 172995 w 2314305"/>
                <a:gd name="connsiteY5" fmla="*/ 685051 h 715708"/>
                <a:gd name="connsiteX6" fmla="*/ 0 w 2314305"/>
                <a:gd name="connsiteY6" fmla="*/ 232060 h 7157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314305" h="715708">
                  <a:moveTo>
                    <a:pt x="0" y="232060"/>
                  </a:moveTo>
                  <a:cubicBezTo>
                    <a:pt x="116349" y="135016"/>
                    <a:pt x="772966" y="-10150"/>
                    <a:pt x="1166388" y="561"/>
                  </a:cubicBezTo>
                  <a:cubicBezTo>
                    <a:pt x="1559810" y="11272"/>
                    <a:pt x="1962415" y="54514"/>
                    <a:pt x="2314305" y="250092"/>
                  </a:cubicBezTo>
                  <a:cubicBezTo>
                    <a:pt x="2236857" y="411910"/>
                    <a:pt x="2305049" y="284904"/>
                    <a:pt x="2123986" y="715708"/>
                  </a:cubicBezTo>
                  <a:cubicBezTo>
                    <a:pt x="2077752" y="646036"/>
                    <a:pt x="1616289" y="480632"/>
                    <a:pt x="1156661" y="480632"/>
                  </a:cubicBezTo>
                  <a:cubicBezTo>
                    <a:pt x="697033" y="480632"/>
                    <a:pt x="257593" y="589531"/>
                    <a:pt x="172995" y="685051"/>
                  </a:cubicBezTo>
                  <a:lnTo>
                    <a:pt x="0" y="232060"/>
                  </a:lnTo>
                  <a:close/>
                </a:path>
              </a:pathLst>
            </a:custGeom>
            <a:solidFill>
              <a:srgbClr val="EE4238"/>
            </a:solidFill>
            <a:ln>
              <a:solidFill>
                <a:srgbClr val="EE423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1" name="Isosceles Triangle 20">
              <a:extLst>
                <a:ext uri="{FF2B5EF4-FFF2-40B4-BE49-F238E27FC236}">
                  <a16:creationId xmlns:a16="http://schemas.microsoft.com/office/drawing/2014/main" id="{991A81CC-752D-816A-536E-316C6F192065}"/>
                </a:ext>
              </a:extLst>
            </p:cNvPr>
            <p:cNvSpPr/>
            <p:nvPr/>
          </p:nvSpPr>
          <p:spPr>
            <a:xfrm rot="16200000">
              <a:off x="7905395" y="5951519"/>
              <a:ext cx="1097280" cy="457200"/>
            </a:xfrm>
            <a:prstGeom prst="triangle">
              <a:avLst>
                <a:gd name="adj" fmla="val 49630"/>
              </a:avLst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2" name="Isosceles Triangle 21">
              <a:extLst>
                <a:ext uri="{FF2B5EF4-FFF2-40B4-BE49-F238E27FC236}">
                  <a16:creationId xmlns:a16="http://schemas.microsoft.com/office/drawing/2014/main" id="{BDA07C0D-84DB-4B8C-D609-0FC60C1D1E2C}"/>
                </a:ext>
              </a:extLst>
            </p:cNvPr>
            <p:cNvSpPr/>
            <p:nvPr/>
          </p:nvSpPr>
          <p:spPr>
            <a:xfrm rot="19068017">
              <a:off x="5803319" y="4833342"/>
              <a:ext cx="1097280" cy="457200"/>
            </a:xfrm>
            <a:prstGeom prst="triangle">
              <a:avLst>
                <a:gd name="adj" fmla="val 49630"/>
              </a:avLst>
            </a:prstGeom>
            <a:solidFill>
              <a:srgbClr val="33CCCC"/>
            </a:solidFill>
            <a:ln>
              <a:solidFill>
                <a:srgbClr val="33CCC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3" name="Isosceles Triangle 22">
              <a:extLst>
                <a:ext uri="{FF2B5EF4-FFF2-40B4-BE49-F238E27FC236}">
                  <a16:creationId xmlns:a16="http://schemas.microsoft.com/office/drawing/2014/main" id="{90D9A080-DDEE-6E5A-71E0-0B59E29652F1}"/>
                </a:ext>
              </a:extLst>
            </p:cNvPr>
            <p:cNvSpPr/>
            <p:nvPr/>
          </p:nvSpPr>
          <p:spPr>
            <a:xfrm rot="722318">
              <a:off x="5436198" y="2460377"/>
              <a:ext cx="1097280" cy="457200"/>
            </a:xfrm>
            <a:prstGeom prst="triangle">
              <a:avLst>
                <a:gd name="adj" fmla="val 49630"/>
              </a:avLst>
            </a:prstGeom>
            <a:solidFill>
              <a:srgbClr val="0070C0"/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4" name="Isosceles Triangle 23">
              <a:extLst>
                <a:ext uri="{FF2B5EF4-FFF2-40B4-BE49-F238E27FC236}">
                  <a16:creationId xmlns:a16="http://schemas.microsoft.com/office/drawing/2014/main" id="{5FE737BF-29F3-253B-F372-82F26AE216E7}"/>
                </a:ext>
              </a:extLst>
            </p:cNvPr>
            <p:cNvSpPr/>
            <p:nvPr/>
          </p:nvSpPr>
          <p:spPr>
            <a:xfrm rot="4150195">
              <a:off x="7002567" y="831281"/>
              <a:ext cx="1097280" cy="457200"/>
            </a:xfrm>
            <a:prstGeom prst="triangle">
              <a:avLst>
                <a:gd name="adj" fmla="val 49630"/>
              </a:avLst>
            </a:prstGeom>
            <a:solidFill>
              <a:srgbClr val="252260"/>
            </a:solidFill>
            <a:ln>
              <a:solidFill>
                <a:srgbClr val="2522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F6354306-6CCB-13D7-FBCF-0131E8E0524F}"/>
                </a:ext>
              </a:extLst>
            </p:cNvPr>
            <p:cNvSpPr txBox="1"/>
            <p:nvPr/>
          </p:nvSpPr>
          <p:spPr>
            <a:xfrm>
              <a:off x="7612778" y="888506"/>
              <a:ext cx="1841899" cy="638175"/>
            </a:xfrm>
            <a:prstGeom prst="rect">
              <a:avLst/>
            </a:prstGeom>
            <a:noFill/>
          </p:spPr>
          <p:txBody>
            <a:bodyPr wrap="square" rtlCol="0">
              <a:prstTxWarp prst="textArchUp">
                <a:avLst/>
              </a:prstTxWarp>
              <a:spAutoFit/>
            </a:bodyPr>
            <a:lstStyle/>
            <a:p>
              <a:pPr algn="ctr"/>
              <a:r>
                <a:rPr lang="en-US" sz="2400" dirty="0">
                  <a:solidFill>
                    <a:schemeClr val="bg1"/>
                  </a:solidFill>
                </a:rPr>
                <a:t>Inspire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14825B25-72E2-5DA6-9FFA-9F7980FC4324}"/>
                </a:ext>
              </a:extLst>
            </p:cNvPr>
            <p:cNvSpPr txBox="1"/>
            <p:nvPr/>
          </p:nvSpPr>
          <p:spPr>
            <a:xfrm rot="3321993">
              <a:off x="6621384" y="2323639"/>
              <a:ext cx="3973684" cy="212365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400" dirty="0">
                  <a:solidFill>
                    <a:srgbClr val="252260"/>
                  </a:solidFill>
                </a:rPr>
                <a:t>Donor </a:t>
              </a:r>
            </a:p>
            <a:p>
              <a:pPr algn="ctr"/>
              <a:r>
                <a:rPr lang="en-US" sz="4400" dirty="0">
                  <a:solidFill>
                    <a:srgbClr val="252260"/>
                  </a:solidFill>
                </a:rPr>
                <a:t>Engagement </a:t>
              </a:r>
            </a:p>
            <a:p>
              <a:pPr algn="ctr"/>
              <a:r>
                <a:rPr lang="en-US" sz="4400" dirty="0">
                  <a:solidFill>
                    <a:srgbClr val="252260"/>
                  </a:solidFill>
                </a:rPr>
                <a:t>Cycle</a:t>
              </a: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2CDB58B3-A0A4-B1A0-81A9-30A0FFAB393F}"/>
              </a:ext>
            </a:extLst>
          </p:cNvPr>
          <p:cNvGrpSpPr/>
          <p:nvPr/>
        </p:nvGrpSpPr>
        <p:grpSpPr>
          <a:xfrm>
            <a:off x="0" y="6078071"/>
            <a:ext cx="12192000" cy="779929"/>
            <a:chOff x="0" y="6078071"/>
            <a:chExt cx="12192000" cy="779929"/>
          </a:xfrm>
        </p:grpSpPr>
        <p:sp>
          <p:nvSpPr>
            <p:cNvPr id="11" name="Rectangle 24">
              <a:extLst>
                <a:ext uri="{FF2B5EF4-FFF2-40B4-BE49-F238E27FC236}">
                  <a16:creationId xmlns:a16="http://schemas.microsoft.com/office/drawing/2014/main" id="{AFCB1FDD-90B7-E523-B04A-E64B0622714C}"/>
                </a:ext>
              </a:extLst>
            </p:cNvPr>
            <p:cNvSpPr/>
            <p:nvPr/>
          </p:nvSpPr>
          <p:spPr>
            <a:xfrm>
              <a:off x="0" y="6078071"/>
              <a:ext cx="12192000" cy="779929"/>
            </a:xfrm>
            <a:custGeom>
              <a:avLst/>
              <a:gdLst>
                <a:gd name="connsiteX0" fmla="*/ 0 w 12876028"/>
                <a:gd name="connsiteY0" fmla="*/ 0 h 1662721"/>
                <a:gd name="connsiteX1" fmla="*/ 12876028 w 12876028"/>
                <a:gd name="connsiteY1" fmla="*/ 0 h 1662721"/>
                <a:gd name="connsiteX2" fmla="*/ 12876028 w 12876028"/>
                <a:gd name="connsiteY2" fmla="*/ 1662721 h 1662721"/>
                <a:gd name="connsiteX3" fmla="*/ 0 w 12876028"/>
                <a:gd name="connsiteY3" fmla="*/ 1662721 h 1662721"/>
                <a:gd name="connsiteX4" fmla="*/ 0 w 12876028"/>
                <a:gd name="connsiteY4" fmla="*/ 0 h 1662721"/>
                <a:gd name="connsiteX0" fmla="*/ 0 w 12876028"/>
                <a:gd name="connsiteY0" fmla="*/ 893135 h 1662721"/>
                <a:gd name="connsiteX1" fmla="*/ 12876028 w 12876028"/>
                <a:gd name="connsiteY1" fmla="*/ 0 h 1662721"/>
                <a:gd name="connsiteX2" fmla="*/ 12876028 w 12876028"/>
                <a:gd name="connsiteY2" fmla="*/ 1662721 h 1662721"/>
                <a:gd name="connsiteX3" fmla="*/ 0 w 12876028"/>
                <a:gd name="connsiteY3" fmla="*/ 1662721 h 1662721"/>
                <a:gd name="connsiteX4" fmla="*/ 0 w 12876028"/>
                <a:gd name="connsiteY4" fmla="*/ 893135 h 16627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876028" h="1662721">
                  <a:moveTo>
                    <a:pt x="0" y="893135"/>
                  </a:moveTo>
                  <a:lnTo>
                    <a:pt x="12876028" y="0"/>
                  </a:lnTo>
                  <a:lnTo>
                    <a:pt x="12876028" y="1662721"/>
                  </a:lnTo>
                  <a:lnTo>
                    <a:pt x="0" y="1662721"/>
                  </a:lnTo>
                  <a:lnTo>
                    <a:pt x="0" y="893135"/>
                  </a:lnTo>
                  <a:close/>
                </a:path>
              </a:pathLst>
            </a:custGeom>
            <a:solidFill>
              <a:srgbClr val="DD403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48763827-A4BE-75F2-9E56-CB36D71DD04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4486" b="24288"/>
            <a:stretch/>
          </p:blipFill>
          <p:spPr>
            <a:xfrm>
              <a:off x="9825318" y="6236638"/>
              <a:ext cx="2079811" cy="559334"/>
            </a:xfrm>
            <a:prstGeom prst="rect">
              <a:avLst/>
            </a:prstGeom>
          </p:spPr>
        </p:pic>
      </p:grpSp>
      <p:sp>
        <p:nvSpPr>
          <p:cNvPr id="20" name="Slide Number Placeholder 5">
            <a:extLst>
              <a:ext uri="{FF2B5EF4-FFF2-40B4-BE49-F238E27FC236}">
                <a16:creationId xmlns:a16="http://schemas.microsoft.com/office/drawing/2014/main" id="{20847214-D0A4-1841-D894-132FC6E0F9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-1" y="6492875"/>
            <a:ext cx="528919" cy="365125"/>
          </a:xfrm>
        </p:spPr>
        <p:txBody>
          <a:bodyPr/>
          <a:lstStyle/>
          <a:p>
            <a:fld id="{0F897CD2-57D8-4610-8E64-C03C1E4E4E05}" type="slidenum">
              <a:rPr lang="en-US" sz="1600" b="1" smtClean="0">
                <a:solidFill>
                  <a:schemeClr val="bg1"/>
                </a:solidFill>
              </a:rPr>
              <a:t>11</a:t>
            </a:fld>
            <a:endParaRPr lang="en-US" sz="16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249919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D5C5515-93AC-28C5-DBAF-E8F0684E991E}"/>
              </a:ext>
            </a:extLst>
          </p:cNvPr>
          <p:cNvSpPr/>
          <p:nvPr/>
        </p:nvSpPr>
        <p:spPr>
          <a:xfrm>
            <a:off x="5729645" y="792329"/>
            <a:ext cx="5213448" cy="1210123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Isosceles Triangle 25">
            <a:extLst>
              <a:ext uri="{FF2B5EF4-FFF2-40B4-BE49-F238E27FC236}">
                <a16:creationId xmlns:a16="http://schemas.microsoft.com/office/drawing/2014/main" id="{187A778D-2547-34D1-A5F5-97BC24E5AE17}"/>
              </a:ext>
            </a:extLst>
          </p:cNvPr>
          <p:cNvSpPr/>
          <p:nvPr/>
        </p:nvSpPr>
        <p:spPr>
          <a:xfrm rot="5400000">
            <a:off x="10367330" y="924233"/>
            <a:ext cx="1859690" cy="869879"/>
          </a:xfrm>
          <a:prstGeom prst="triangl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A836DBD-B06B-C6BB-0A42-DFA3BD67A78B}"/>
              </a:ext>
            </a:extLst>
          </p:cNvPr>
          <p:cNvSpPr txBox="1"/>
          <p:nvPr/>
        </p:nvSpPr>
        <p:spPr>
          <a:xfrm>
            <a:off x="5729645" y="805174"/>
            <a:ext cx="602786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600" dirty="0">
                <a:solidFill>
                  <a:schemeClr val="bg1"/>
                </a:solidFill>
                <a:latin typeface="Century Gothic" panose="020B0502020202020204" pitchFamily="34" charset="0"/>
              </a:rPr>
              <a:t>Engage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4ADFE021-7A52-F9D3-8D15-8995D4F0F921}"/>
              </a:ext>
            </a:extLst>
          </p:cNvPr>
          <p:cNvGrpSpPr/>
          <p:nvPr/>
        </p:nvGrpSpPr>
        <p:grpSpPr>
          <a:xfrm rot="15364077">
            <a:off x="430439" y="408499"/>
            <a:ext cx="5793305" cy="5289422"/>
            <a:chOff x="5436198" y="511241"/>
            <a:chExt cx="6314184" cy="5636498"/>
          </a:xfrm>
        </p:grpSpPr>
        <p:sp>
          <p:nvSpPr>
            <p:cNvPr id="4" name="Block Arc 1">
              <a:extLst>
                <a:ext uri="{FF2B5EF4-FFF2-40B4-BE49-F238E27FC236}">
                  <a16:creationId xmlns:a16="http://schemas.microsoft.com/office/drawing/2014/main" id="{3F548CDE-172C-5260-CE20-2F4807EE1972}"/>
                </a:ext>
              </a:extLst>
            </p:cNvPr>
            <p:cNvSpPr/>
            <p:nvPr/>
          </p:nvSpPr>
          <p:spPr>
            <a:xfrm rot="3037373">
              <a:off x="9392654" y="1530696"/>
              <a:ext cx="2314305" cy="715708"/>
            </a:xfrm>
            <a:custGeom>
              <a:avLst/>
              <a:gdLst>
                <a:gd name="connsiteX0" fmla="*/ 0 w 2391141"/>
                <a:gd name="connsiteY0" fmla="*/ 726679 h 1453358"/>
                <a:gd name="connsiteX1" fmla="*/ 1195571 w 2391141"/>
                <a:gd name="connsiteY1" fmla="*/ 0 h 1453358"/>
                <a:gd name="connsiteX2" fmla="*/ 2391142 w 2391141"/>
                <a:gd name="connsiteY2" fmla="*/ 726679 h 1453358"/>
                <a:gd name="connsiteX3" fmla="*/ 2027802 w 2391141"/>
                <a:gd name="connsiteY3" fmla="*/ 726679 h 1453358"/>
                <a:gd name="connsiteX4" fmla="*/ 1195571 w 2391141"/>
                <a:gd name="connsiteY4" fmla="*/ 363339 h 1453358"/>
                <a:gd name="connsiteX5" fmla="*/ 363340 w 2391141"/>
                <a:gd name="connsiteY5" fmla="*/ 726679 h 1453358"/>
                <a:gd name="connsiteX6" fmla="*/ 0 w 2391141"/>
                <a:gd name="connsiteY6" fmla="*/ 726679 h 1453358"/>
                <a:gd name="connsiteX0" fmla="*/ 0 w 2614878"/>
                <a:gd name="connsiteY0" fmla="*/ 727830 h 727830"/>
                <a:gd name="connsiteX1" fmla="*/ 1195571 w 2614878"/>
                <a:gd name="connsiteY1" fmla="*/ 1151 h 727830"/>
                <a:gd name="connsiteX2" fmla="*/ 2614878 w 2614878"/>
                <a:gd name="connsiteY2" fmla="*/ 611098 h 727830"/>
                <a:gd name="connsiteX3" fmla="*/ 2027802 w 2614878"/>
                <a:gd name="connsiteY3" fmla="*/ 727830 h 727830"/>
                <a:gd name="connsiteX4" fmla="*/ 1195571 w 2614878"/>
                <a:gd name="connsiteY4" fmla="*/ 364490 h 727830"/>
                <a:gd name="connsiteX5" fmla="*/ 363340 w 2614878"/>
                <a:gd name="connsiteY5" fmla="*/ 727830 h 727830"/>
                <a:gd name="connsiteX6" fmla="*/ 0 w 2614878"/>
                <a:gd name="connsiteY6" fmla="*/ 727830 h 727830"/>
                <a:gd name="connsiteX0" fmla="*/ 0 w 2614878"/>
                <a:gd name="connsiteY0" fmla="*/ 727830 h 727830"/>
                <a:gd name="connsiteX1" fmla="*/ 1195571 w 2614878"/>
                <a:gd name="connsiteY1" fmla="*/ 1151 h 727830"/>
                <a:gd name="connsiteX2" fmla="*/ 2614878 w 2614878"/>
                <a:gd name="connsiteY2" fmla="*/ 611098 h 727830"/>
                <a:gd name="connsiteX3" fmla="*/ 2251538 w 2614878"/>
                <a:gd name="connsiteY3" fmla="*/ 669464 h 727830"/>
                <a:gd name="connsiteX4" fmla="*/ 1195571 w 2614878"/>
                <a:gd name="connsiteY4" fmla="*/ 364490 h 727830"/>
                <a:gd name="connsiteX5" fmla="*/ 363340 w 2614878"/>
                <a:gd name="connsiteY5" fmla="*/ 727830 h 727830"/>
                <a:gd name="connsiteX6" fmla="*/ 0 w 2614878"/>
                <a:gd name="connsiteY6" fmla="*/ 727830 h 727830"/>
                <a:gd name="connsiteX0" fmla="*/ 0 w 2780249"/>
                <a:gd name="connsiteY0" fmla="*/ 590533 h 726720"/>
                <a:gd name="connsiteX1" fmla="*/ 1360942 w 2780249"/>
                <a:gd name="connsiteY1" fmla="*/ 41 h 726720"/>
                <a:gd name="connsiteX2" fmla="*/ 2780249 w 2780249"/>
                <a:gd name="connsiteY2" fmla="*/ 609988 h 726720"/>
                <a:gd name="connsiteX3" fmla="*/ 2416909 w 2780249"/>
                <a:gd name="connsiteY3" fmla="*/ 668354 h 726720"/>
                <a:gd name="connsiteX4" fmla="*/ 1360942 w 2780249"/>
                <a:gd name="connsiteY4" fmla="*/ 363380 h 726720"/>
                <a:gd name="connsiteX5" fmla="*/ 528711 w 2780249"/>
                <a:gd name="connsiteY5" fmla="*/ 726720 h 726720"/>
                <a:gd name="connsiteX6" fmla="*/ 0 w 2780249"/>
                <a:gd name="connsiteY6" fmla="*/ 590533 h 726720"/>
                <a:gd name="connsiteX0" fmla="*/ 0 w 2780249"/>
                <a:gd name="connsiteY0" fmla="*/ 590533 h 668354"/>
                <a:gd name="connsiteX1" fmla="*/ 1360942 w 2780249"/>
                <a:gd name="connsiteY1" fmla="*/ 41 h 668354"/>
                <a:gd name="connsiteX2" fmla="*/ 2780249 w 2780249"/>
                <a:gd name="connsiteY2" fmla="*/ 609988 h 668354"/>
                <a:gd name="connsiteX3" fmla="*/ 2416909 w 2780249"/>
                <a:gd name="connsiteY3" fmla="*/ 668354 h 668354"/>
                <a:gd name="connsiteX4" fmla="*/ 1360942 w 2780249"/>
                <a:gd name="connsiteY4" fmla="*/ 363380 h 668354"/>
                <a:gd name="connsiteX5" fmla="*/ 275792 w 2780249"/>
                <a:gd name="connsiteY5" fmla="*/ 639171 h 668354"/>
                <a:gd name="connsiteX6" fmla="*/ 0 w 2780249"/>
                <a:gd name="connsiteY6" fmla="*/ 590533 h 668354"/>
                <a:gd name="connsiteX0" fmla="*/ 0 w 2780249"/>
                <a:gd name="connsiteY0" fmla="*/ 590533 h 668354"/>
                <a:gd name="connsiteX1" fmla="*/ 1360942 w 2780249"/>
                <a:gd name="connsiteY1" fmla="*/ 41 h 668354"/>
                <a:gd name="connsiteX2" fmla="*/ 2780249 w 2780249"/>
                <a:gd name="connsiteY2" fmla="*/ 609988 h 668354"/>
                <a:gd name="connsiteX3" fmla="*/ 2416909 w 2780249"/>
                <a:gd name="connsiteY3" fmla="*/ 668354 h 668354"/>
                <a:gd name="connsiteX4" fmla="*/ 1351215 w 2780249"/>
                <a:gd name="connsiteY4" fmla="*/ 480112 h 668354"/>
                <a:gd name="connsiteX5" fmla="*/ 275792 w 2780249"/>
                <a:gd name="connsiteY5" fmla="*/ 639171 h 668354"/>
                <a:gd name="connsiteX6" fmla="*/ 0 w 2780249"/>
                <a:gd name="connsiteY6" fmla="*/ 590533 h 668354"/>
                <a:gd name="connsiteX0" fmla="*/ 0 w 2780249"/>
                <a:gd name="connsiteY0" fmla="*/ 590533 h 775358"/>
                <a:gd name="connsiteX1" fmla="*/ 1360942 w 2780249"/>
                <a:gd name="connsiteY1" fmla="*/ 41 h 775358"/>
                <a:gd name="connsiteX2" fmla="*/ 2780249 w 2780249"/>
                <a:gd name="connsiteY2" fmla="*/ 609988 h 775358"/>
                <a:gd name="connsiteX3" fmla="*/ 2329360 w 2780249"/>
                <a:gd name="connsiteY3" fmla="*/ 775358 h 775358"/>
                <a:gd name="connsiteX4" fmla="*/ 1351215 w 2780249"/>
                <a:gd name="connsiteY4" fmla="*/ 480112 h 775358"/>
                <a:gd name="connsiteX5" fmla="*/ 275792 w 2780249"/>
                <a:gd name="connsiteY5" fmla="*/ 639171 h 775358"/>
                <a:gd name="connsiteX6" fmla="*/ 0 w 2780249"/>
                <a:gd name="connsiteY6" fmla="*/ 590533 h 775358"/>
                <a:gd name="connsiteX0" fmla="*/ 0 w 2673245"/>
                <a:gd name="connsiteY0" fmla="*/ 600391 h 785216"/>
                <a:gd name="connsiteX1" fmla="*/ 1360942 w 2673245"/>
                <a:gd name="connsiteY1" fmla="*/ 9899 h 785216"/>
                <a:gd name="connsiteX2" fmla="*/ 2673245 w 2673245"/>
                <a:gd name="connsiteY2" fmla="*/ 405837 h 785216"/>
                <a:gd name="connsiteX3" fmla="*/ 2329360 w 2673245"/>
                <a:gd name="connsiteY3" fmla="*/ 785216 h 785216"/>
                <a:gd name="connsiteX4" fmla="*/ 1351215 w 2673245"/>
                <a:gd name="connsiteY4" fmla="*/ 489970 h 785216"/>
                <a:gd name="connsiteX5" fmla="*/ 275792 w 2673245"/>
                <a:gd name="connsiteY5" fmla="*/ 649029 h 785216"/>
                <a:gd name="connsiteX6" fmla="*/ 0 w 2673245"/>
                <a:gd name="connsiteY6" fmla="*/ 600391 h 785216"/>
                <a:gd name="connsiteX0" fmla="*/ 0 w 2673245"/>
                <a:gd name="connsiteY0" fmla="*/ 593348 h 778173"/>
                <a:gd name="connsiteX1" fmla="*/ 1360942 w 2673245"/>
                <a:gd name="connsiteY1" fmla="*/ 2856 h 778173"/>
                <a:gd name="connsiteX2" fmla="*/ 2673245 w 2673245"/>
                <a:gd name="connsiteY2" fmla="*/ 398794 h 778173"/>
                <a:gd name="connsiteX3" fmla="*/ 2329360 w 2673245"/>
                <a:gd name="connsiteY3" fmla="*/ 778173 h 778173"/>
                <a:gd name="connsiteX4" fmla="*/ 1351215 w 2673245"/>
                <a:gd name="connsiteY4" fmla="*/ 482927 h 778173"/>
                <a:gd name="connsiteX5" fmla="*/ 275792 w 2673245"/>
                <a:gd name="connsiteY5" fmla="*/ 641986 h 778173"/>
                <a:gd name="connsiteX6" fmla="*/ 0 w 2673245"/>
                <a:gd name="connsiteY6" fmla="*/ 593348 h 778173"/>
                <a:gd name="connsiteX0" fmla="*/ 0 w 2478691"/>
                <a:gd name="connsiteY0" fmla="*/ 293714 h 809279"/>
                <a:gd name="connsiteX1" fmla="*/ 1166388 w 2478691"/>
                <a:gd name="connsiteY1" fmla="*/ 33962 h 809279"/>
                <a:gd name="connsiteX2" fmla="*/ 2478691 w 2478691"/>
                <a:gd name="connsiteY2" fmla="*/ 429900 h 809279"/>
                <a:gd name="connsiteX3" fmla="*/ 2134806 w 2478691"/>
                <a:gd name="connsiteY3" fmla="*/ 809279 h 809279"/>
                <a:gd name="connsiteX4" fmla="*/ 1156661 w 2478691"/>
                <a:gd name="connsiteY4" fmla="*/ 514033 h 809279"/>
                <a:gd name="connsiteX5" fmla="*/ 81238 w 2478691"/>
                <a:gd name="connsiteY5" fmla="*/ 673092 h 809279"/>
                <a:gd name="connsiteX6" fmla="*/ 0 w 2478691"/>
                <a:gd name="connsiteY6" fmla="*/ 293714 h 809279"/>
                <a:gd name="connsiteX0" fmla="*/ 0 w 2478691"/>
                <a:gd name="connsiteY0" fmla="*/ 262275 h 777840"/>
                <a:gd name="connsiteX1" fmla="*/ 1166388 w 2478691"/>
                <a:gd name="connsiteY1" fmla="*/ 2523 h 777840"/>
                <a:gd name="connsiteX2" fmla="*/ 2478691 w 2478691"/>
                <a:gd name="connsiteY2" fmla="*/ 398461 h 777840"/>
                <a:gd name="connsiteX3" fmla="*/ 2134806 w 2478691"/>
                <a:gd name="connsiteY3" fmla="*/ 777840 h 777840"/>
                <a:gd name="connsiteX4" fmla="*/ 1156661 w 2478691"/>
                <a:gd name="connsiteY4" fmla="*/ 482594 h 777840"/>
                <a:gd name="connsiteX5" fmla="*/ 81238 w 2478691"/>
                <a:gd name="connsiteY5" fmla="*/ 641653 h 777840"/>
                <a:gd name="connsiteX6" fmla="*/ 0 w 2478691"/>
                <a:gd name="connsiteY6" fmla="*/ 262275 h 777840"/>
                <a:gd name="connsiteX0" fmla="*/ 0 w 2478691"/>
                <a:gd name="connsiteY0" fmla="*/ 262275 h 777841"/>
                <a:gd name="connsiteX1" fmla="*/ 1166388 w 2478691"/>
                <a:gd name="connsiteY1" fmla="*/ 2523 h 777841"/>
                <a:gd name="connsiteX2" fmla="*/ 2478691 w 2478691"/>
                <a:gd name="connsiteY2" fmla="*/ 398461 h 777841"/>
                <a:gd name="connsiteX3" fmla="*/ 2134806 w 2478691"/>
                <a:gd name="connsiteY3" fmla="*/ 777840 h 777841"/>
                <a:gd name="connsiteX4" fmla="*/ 1156661 w 2478691"/>
                <a:gd name="connsiteY4" fmla="*/ 482594 h 777841"/>
                <a:gd name="connsiteX5" fmla="*/ 178515 w 2478691"/>
                <a:gd name="connsiteY5" fmla="*/ 777841 h 777841"/>
                <a:gd name="connsiteX6" fmla="*/ 0 w 2478691"/>
                <a:gd name="connsiteY6" fmla="*/ 262275 h 777841"/>
                <a:gd name="connsiteX0" fmla="*/ 0 w 2478691"/>
                <a:gd name="connsiteY0" fmla="*/ 262275 h 777840"/>
                <a:gd name="connsiteX1" fmla="*/ 1166388 w 2478691"/>
                <a:gd name="connsiteY1" fmla="*/ 2523 h 777840"/>
                <a:gd name="connsiteX2" fmla="*/ 2478691 w 2478691"/>
                <a:gd name="connsiteY2" fmla="*/ 398461 h 777840"/>
                <a:gd name="connsiteX3" fmla="*/ 2134806 w 2478691"/>
                <a:gd name="connsiteY3" fmla="*/ 777840 h 777840"/>
                <a:gd name="connsiteX4" fmla="*/ 1156661 w 2478691"/>
                <a:gd name="connsiteY4" fmla="*/ 482594 h 777840"/>
                <a:gd name="connsiteX5" fmla="*/ 139604 w 2478691"/>
                <a:gd name="connsiteY5" fmla="*/ 748658 h 777840"/>
                <a:gd name="connsiteX6" fmla="*/ 0 w 2478691"/>
                <a:gd name="connsiteY6" fmla="*/ 262275 h 777840"/>
                <a:gd name="connsiteX0" fmla="*/ 0 w 2478691"/>
                <a:gd name="connsiteY0" fmla="*/ 262275 h 777840"/>
                <a:gd name="connsiteX1" fmla="*/ 1166388 w 2478691"/>
                <a:gd name="connsiteY1" fmla="*/ 2523 h 777840"/>
                <a:gd name="connsiteX2" fmla="*/ 2478691 w 2478691"/>
                <a:gd name="connsiteY2" fmla="*/ 398461 h 777840"/>
                <a:gd name="connsiteX3" fmla="*/ 2134806 w 2478691"/>
                <a:gd name="connsiteY3" fmla="*/ 777840 h 777840"/>
                <a:gd name="connsiteX4" fmla="*/ 1156661 w 2478691"/>
                <a:gd name="connsiteY4" fmla="*/ 482594 h 777840"/>
                <a:gd name="connsiteX5" fmla="*/ 139604 w 2478691"/>
                <a:gd name="connsiteY5" fmla="*/ 748658 h 777840"/>
                <a:gd name="connsiteX6" fmla="*/ 0 w 2478691"/>
                <a:gd name="connsiteY6" fmla="*/ 262275 h 777840"/>
                <a:gd name="connsiteX0" fmla="*/ 0 w 2478691"/>
                <a:gd name="connsiteY0" fmla="*/ 262275 h 797295"/>
                <a:gd name="connsiteX1" fmla="*/ 1166388 w 2478691"/>
                <a:gd name="connsiteY1" fmla="*/ 2523 h 797295"/>
                <a:gd name="connsiteX2" fmla="*/ 2478691 w 2478691"/>
                <a:gd name="connsiteY2" fmla="*/ 398461 h 797295"/>
                <a:gd name="connsiteX3" fmla="*/ 2144534 w 2478691"/>
                <a:gd name="connsiteY3" fmla="*/ 797295 h 797295"/>
                <a:gd name="connsiteX4" fmla="*/ 1156661 w 2478691"/>
                <a:gd name="connsiteY4" fmla="*/ 482594 h 797295"/>
                <a:gd name="connsiteX5" fmla="*/ 139604 w 2478691"/>
                <a:gd name="connsiteY5" fmla="*/ 748658 h 797295"/>
                <a:gd name="connsiteX6" fmla="*/ 0 w 2478691"/>
                <a:gd name="connsiteY6" fmla="*/ 262275 h 797295"/>
                <a:gd name="connsiteX0" fmla="*/ 0 w 2478691"/>
                <a:gd name="connsiteY0" fmla="*/ 262275 h 797295"/>
                <a:gd name="connsiteX1" fmla="*/ 1166388 w 2478691"/>
                <a:gd name="connsiteY1" fmla="*/ 2523 h 797295"/>
                <a:gd name="connsiteX2" fmla="*/ 2478691 w 2478691"/>
                <a:gd name="connsiteY2" fmla="*/ 398461 h 797295"/>
                <a:gd name="connsiteX3" fmla="*/ 2144534 w 2478691"/>
                <a:gd name="connsiteY3" fmla="*/ 797295 h 797295"/>
                <a:gd name="connsiteX4" fmla="*/ 1156661 w 2478691"/>
                <a:gd name="connsiteY4" fmla="*/ 482594 h 797295"/>
                <a:gd name="connsiteX5" fmla="*/ 139604 w 2478691"/>
                <a:gd name="connsiteY5" fmla="*/ 748658 h 797295"/>
                <a:gd name="connsiteX6" fmla="*/ 0 w 2478691"/>
                <a:gd name="connsiteY6" fmla="*/ 262275 h 797295"/>
                <a:gd name="connsiteX0" fmla="*/ 0 w 2309168"/>
                <a:gd name="connsiteY0" fmla="*/ 259772 h 794792"/>
                <a:gd name="connsiteX1" fmla="*/ 1166388 w 2309168"/>
                <a:gd name="connsiteY1" fmla="*/ 20 h 794792"/>
                <a:gd name="connsiteX2" fmla="*/ 2309168 w 2309168"/>
                <a:gd name="connsiteY2" fmla="*/ 270099 h 794792"/>
                <a:gd name="connsiteX3" fmla="*/ 2144534 w 2309168"/>
                <a:gd name="connsiteY3" fmla="*/ 794792 h 794792"/>
                <a:gd name="connsiteX4" fmla="*/ 1156661 w 2309168"/>
                <a:gd name="connsiteY4" fmla="*/ 480091 h 794792"/>
                <a:gd name="connsiteX5" fmla="*/ 139604 w 2309168"/>
                <a:gd name="connsiteY5" fmla="*/ 746155 h 794792"/>
                <a:gd name="connsiteX6" fmla="*/ 0 w 2309168"/>
                <a:gd name="connsiteY6" fmla="*/ 259772 h 794792"/>
                <a:gd name="connsiteX0" fmla="*/ 0 w 2309168"/>
                <a:gd name="connsiteY0" fmla="*/ 259772 h 794792"/>
                <a:gd name="connsiteX1" fmla="*/ 1166388 w 2309168"/>
                <a:gd name="connsiteY1" fmla="*/ 20 h 794792"/>
                <a:gd name="connsiteX2" fmla="*/ 2309168 w 2309168"/>
                <a:gd name="connsiteY2" fmla="*/ 270099 h 794792"/>
                <a:gd name="connsiteX3" fmla="*/ 2144534 w 2309168"/>
                <a:gd name="connsiteY3" fmla="*/ 794792 h 794792"/>
                <a:gd name="connsiteX4" fmla="*/ 1156661 w 2309168"/>
                <a:gd name="connsiteY4" fmla="*/ 480091 h 794792"/>
                <a:gd name="connsiteX5" fmla="*/ 139604 w 2309168"/>
                <a:gd name="connsiteY5" fmla="*/ 746155 h 794792"/>
                <a:gd name="connsiteX6" fmla="*/ 0 w 2309168"/>
                <a:gd name="connsiteY6" fmla="*/ 259772 h 794792"/>
                <a:gd name="connsiteX0" fmla="*/ 0 w 2309168"/>
                <a:gd name="connsiteY0" fmla="*/ 259772 h 746155"/>
                <a:gd name="connsiteX1" fmla="*/ 1166388 w 2309168"/>
                <a:gd name="connsiteY1" fmla="*/ 20 h 746155"/>
                <a:gd name="connsiteX2" fmla="*/ 2309168 w 2309168"/>
                <a:gd name="connsiteY2" fmla="*/ 270099 h 746155"/>
                <a:gd name="connsiteX3" fmla="*/ 2121417 w 2309168"/>
                <a:gd name="connsiteY3" fmla="*/ 707462 h 746155"/>
                <a:gd name="connsiteX4" fmla="*/ 1156661 w 2309168"/>
                <a:gd name="connsiteY4" fmla="*/ 480091 h 746155"/>
                <a:gd name="connsiteX5" fmla="*/ 139604 w 2309168"/>
                <a:gd name="connsiteY5" fmla="*/ 746155 h 746155"/>
                <a:gd name="connsiteX6" fmla="*/ 0 w 2309168"/>
                <a:gd name="connsiteY6" fmla="*/ 259772 h 746155"/>
                <a:gd name="connsiteX0" fmla="*/ 0 w 2309168"/>
                <a:gd name="connsiteY0" fmla="*/ 259772 h 746155"/>
                <a:gd name="connsiteX1" fmla="*/ 1166388 w 2309168"/>
                <a:gd name="connsiteY1" fmla="*/ 20 h 746155"/>
                <a:gd name="connsiteX2" fmla="*/ 2309168 w 2309168"/>
                <a:gd name="connsiteY2" fmla="*/ 270099 h 746155"/>
                <a:gd name="connsiteX3" fmla="*/ 2121417 w 2309168"/>
                <a:gd name="connsiteY3" fmla="*/ 707462 h 746155"/>
                <a:gd name="connsiteX4" fmla="*/ 1156661 w 2309168"/>
                <a:gd name="connsiteY4" fmla="*/ 480091 h 746155"/>
                <a:gd name="connsiteX5" fmla="*/ 139604 w 2309168"/>
                <a:gd name="connsiteY5" fmla="*/ 746155 h 746155"/>
                <a:gd name="connsiteX6" fmla="*/ 0 w 2309168"/>
                <a:gd name="connsiteY6" fmla="*/ 259772 h 746155"/>
                <a:gd name="connsiteX0" fmla="*/ 0 w 2309168"/>
                <a:gd name="connsiteY0" fmla="*/ 226793 h 746567"/>
                <a:gd name="connsiteX1" fmla="*/ 1166388 w 2309168"/>
                <a:gd name="connsiteY1" fmla="*/ 432 h 746567"/>
                <a:gd name="connsiteX2" fmla="*/ 2309168 w 2309168"/>
                <a:gd name="connsiteY2" fmla="*/ 270511 h 746567"/>
                <a:gd name="connsiteX3" fmla="*/ 2121417 w 2309168"/>
                <a:gd name="connsiteY3" fmla="*/ 707874 h 746567"/>
                <a:gd name="connsiteX4" fmla="*/ 1156661 w 2309168"/>
                <a:gd name="connsiteY4" fmla="*/ 480503 h 746567"/>
                <a:gd name="connsiteX5" fmla="*/ 139604 w 2309168"/>
                <a:gd name="connsiteY5" fmla="*/ 746567 h 746567"/>
                <a:gd name="connsiteX6" fmla="*/ 0 w 2309168"/>
                <a:gd name="connsiteY6" fmla="*/ 226793 h 746567"/>
                <a:gd name="connsiteX0" fmla="*/ 0 w 2309168"/>
                <a:gd name="connsiteY0" fmla="*/ 226663 h 746437"/>
                <a:gd name="connsiteX1" fmla="*/ 1166388 w 2309168"/>
                <a:gd name="connsiteY1" fmla="*/ 302 h 746437"/>
                <a:gd name="connsiteX2" fmla="*/ 2309168 w 2309168"/>
                <a:gd name="connsiteY2" fmla="*/ 270381 h 746437"/>
                <a:gd name="connsiteX3" fmla="*/ 2121417 w 2309168"/>
                <a:gd name="connsiteY3" fmla="*/ 707744 h 746437"/>
                <a:gd name="connsiteX4" fmla="*/ 1156661 w 2309168"/>
                <a:gd name="connsiteY4" fmla="*/ 480373 h 746437"/>
                <a:gd name="connsiteX5" fmla="*/ 139604 w 2309168"/>
                <a:gd name="connsiteY5" fmla="*/ 746437 h 746437"/>
                <a:gd name="connsiteX6" fmla="*/ 0 w 2309168"/>
                <a:gd name="connsiteY6" fmla="*/ 226663 h 746437"/>
                <a:gd name="connsiteX0" fmla="*/ 0 w 2309168"/>
                <a:gd name="connsiteY0" fmla="*/ 226614 h 746388"/>
                <a:gd name="connsiteX1" fmla="*/ 1166388 w 2309168"/>
                <a:gd name="connsiteY1" fmla="*/ 253 h 746388"/>
                <a:gd name="connsiteX2" fmla="*/ 2309168 w 2309168"/>
                <a:gd name="connsiteY2" fmla="*/ 270332 h 746388"/>
                <a:gd name="connsiteX3" fmla="*/ 2121417 w 2309168"/>
                <a:gd name="connsiteY3" fmla="*/ 707695 h 746388"/>
                <a:gd name="connsiteX4" fmla="*/ 1156661 w 2309168"/>
                <a:gd name="connsiteY4" fmla="*/ 480324 h 746388"/>
                <a:gd name="connsiteX5" fmla="*/ 139604 w 2309168"/>
                <a:gd name="connsiteY5" fmla="*/ 746388 h 746388"/>
                <a:gd name="connsiteX6" fmla="*/ 0 w 2309168"/>
                <a:gd name="connsiteY6" fmla="*/ 226614 h 746388"/>
                <a:gd name="connsiteX0" fmla="*/ 0 w 2309168"/>
                <a:gd name="connsiteY0" fmla="*/ 231692 h 746328"/>
                <a:gd name="connsiteX1" fmla="*/ 1166388 w 2309168"/>
                <a:gd name="connsiteY1" fmla="*/ 193 h 746328"/>
                <a:gd name="connsiteX2" fmla="*/ 2309168 w 2309168"/>
                <a:gd name="connsiteY2" fmla="*/ 270272 h 746328"/>
                <a:gd name="connsiteX3" fmla="*/ 2121417 w 2309168"/>
                <a:gd name="connsiteY3" fmla="*/ 707635 h 746328"/>
                <a:gd name="connsiteX4" fmla="*/ 1156661 w 2309168"/>
                <a:gd name="connsiteY4" fmla="*/ 480264 h 746328"/>
                <a:gd name="connsiteX5" fmla="*/ 139604 w 2309168"/>
                <a:gd name="connsiteY5" fmla="*/ 746328 h 746328"/>
                <a:gd name="connsiteX6" fmla="*/ 0 w 2309168"/>
                <a:gd name="connsiteY6" fmla="*/ 231692 h 746328"/>
                <a:gd name="connsiteX0" fmla="*/ 0 w 2309168"/>
                <a:gd name="connsiteY0" fmla="*/ 231692 h 707635"/>
                <a:gd name="connsiteX1" fmla="*/ 1166388 w 2309168"/>
                <a:gd name="connsiteY1" fmla="*/ 193 h 707635"/>
                <a:gd name="connsiteX2" fmla="*/ 2309168 w 2309168"/>
                <a:gd name="connsiteY2" fmla="*/ 270272 h 707635"/>
                <a:gd name="connsiteX3" fmla="*/ 2121417 w 2309168"/>
                <a:gd name="connsiteY3" fmla="*/ 707635 h 707635"/>
                <a:gd name="connsiteX4" fmla="*/ 1156661 w 2309168"/>
                <a:gd name="connsiteY4" fmla="*/ 480264 h 707635"/>
                <a:gd name="connsiteX5" fmla="*/ 172995 w 2309168"/>
                <a:gd name="connsiteY5" fmla="*/ 684683 h 707635"/>
                <a:gd name="connsiteX6" fmla="*/ 0 w 2309168"/>
                <a:gd name="connsiteY6" fmla="*/ 231692 h 707635"/>
                <a:gd name="connsiteX0" fmla="*/ 0 w 2309168"/>
                <a:gd name="connsiteY0" fmla="*/ 231692 h 707635"/>
                <a:gd name="connsiteX1" fmla="*/ 1166388 w 2309168"/>
                <a:gd name="connsiteY1" fmla="*/ 193 h 707635"/>
                <a:gd name="connsiteX2" fmla="*/ 2309168 w 2309168"/>
                <a:gd name="connsiteY2" fmla="*/ 270272 h 707635"/>
                <a:gd name="connsiteX3" fmla="*/ 2121417 w 2309168"/>
                <a:gd name="connsiteY3" fmla="*/ 707635 h 707635"/>
                <a:gd name="connsiteX4" fmla="*/ 1156661 w 2309168"/>
                <a:gd name="connsiteY4" fmla="*/ 480264 h 707635"/>
                <a:gd name="connsiteX5" fmla="*/ 172995 w 2309168"/>
                <a:gd name="connsiteY5" fmla="*/ 684683 h 707635"/>
                <a:gd name="connsiteX6" fmla="*/ 0 w 2309168"/>
                <a:gd name="connsiteY6" fmla="*/ 231692 h 707635"/>
                <a:gd name="connsiteX0" fmla="*/ 0 w 2309168"/>
                <a:gd name="connsiteY0" fmla="*/ 231692 h 715340"/>
                <a:gd name="connsiteX1" fmla="*/ 1166388 w 2309168"/>
                <a:gd name="connsiteY1" fmla="*/ 193 h 715340"/>
                <a:gd name="connsiteX2" fmla="*/ 2309168 w 2309168"/>
                <a:gd name="connsiteY2" fmla="*/ 270272 h 715340"/>
                <a:gd name="connsiteX3" fmla="*/ 2123986 w 2309168"/>
                <a:gd name="connsiteY3" fmla="*/ 715340 h 715340"/>
                <a:gd name="connsiteX4" fmla="*/ 1156661 w 2309168"/>
                <a:gd name="connsiteY4" fmla="*/ 480264 h 715340"/>
                <a:gd name="connsiteX5" fmla="*/ 172995 w 2309168"/>
                <a:gd name="connsiteY5" fmla="*/ 684683 h 715340"/>
                <a:gd name="connsiteX6" fmla="*/ 0 w 2309168"/>
                <a:gd name="connsiteY6" fmla="*/ 231692 h 715340"/>
                <a:gd name="connsiteX0" fmla="*/ 0 w 2309168"/>
                <a:gd name="connsiteY0" fmla="*/ 231692 h 715340"/>
                <a:gd name="connsiteX1" fmla="*/ 1166388 w 2309168"/>
                <a:gd name="connsiteY1" fmla="*/ 193 h 715340"/>
                <a:gd name="connsiteX2" fmla="*/ 2309168 w 2309168"/>
                <a:gd name="connsiteY2" fmla="*/ 270272 h 715340"/>
                <a:gd name="connsiteX3" fmla="*/ 2123986 w 2309168"/>
                <a:gd name="connsiteY3" fmla="*/ 715340 h 715340"/>
                <a:gd name="connsiteX4" fmla="*/ 1156661 w 2309168"/>
                <a:gd name="connsiteY4" fmla="*/ 480264 h 715340"/>
                <a:gd name="connsiteX5" fmla="*/ 172995 w 2309168"/>
                <a:gd name="connsiteY5" fmla="*/ 684683 h 715340"/>
                <a:gd name="connsiteX6" fmla="*/ 0 w 2309168"/>
                <a:gd name="connsiteY6" fmla="*/ 231692 h 715340"/>
                <a:gd name="connsiteX0" fmla="*/ 0 w 2309168"/>
                <a:gd name="connsiteY0" fmla="*/ 231692 h 715340"/>
                <a:gd name="connsiteX1" fmla="*/ 1166388 w 2309168"/>
                <a:gd name="connsiteY1" fmla="*/ 193 h 715340"/>
                <a:gd name="connsiteX2" fmla="*/ 2309168 w 2309168"/>
                <a:gd name="connsiteY2" fmla="*/ 270272 h 715340"/>
                <a:gd name="connsiteX3" fmla="*/ 2123986 w 2309168"/>
                <a:gd name="connsiteY3" fmla="*/ 715340 h 715340"/>
                <a:gd name="connsiteX4" fmla="*/ 1156661 w 2309168"/>
                <a:gd name="connsiteY4" fmla="*/ 480264 h 715340"/>
                <a:gd name="connsiteX5" fmla="*/ 172995 w 2309168"/>
                <a:gd name="connsiteY5" fmla="*/ 684683 h 715340"/>
                <a:gd name="connsiteX6" fmla="*/ 0 w 2309168"/>
                <a:gd name="connsiteY6" fmla="*/ 231692 h 715340"/>
                <a:gd name="connsiteX0" fmla="*/ 0 w 2314305"/>
                <a:gd name="connsiteY0" fmla="*/ 231543 h 715191"/>
                <a:gd name="connsiteX1" fmla="*/ 1166388 w 2314305"/>
                <a:gd name="connsiteY1" fmla="*/ 44 h 715191"/>
                <a:gd name="connsiteX2" fmla="*/ 2314305 w 2314305"/>
                <a:gd name="connsiteY2" fmla="*/ 249575 h 715191"/>
                <a:gd name="connsiteX3" fmla="*/ 2123986 w 2314305"/>
                <a:gd name="connsiteY3" fmla="*/ 715191 h 715191"/>
                <a:gd name="connsiteX4" fmla="*/ 1156661 w 2314305"/>
                <a:gd name="connsiteY4" fmla="*/ 480115 h 715191"/>
                <a:gd name="connsiteX5" fmla="*/ 172995 w 2314305"/>
                <a:gd name="connsiteY5" fmla="*/ 684534 h 715191"/>
                <a:gd name="connsiteX6" fmla="*/ 0 w 2314305"/>
                <a:gd name="connsiteY6" fmla="*/ 231543 h 715191"/>
                <a:gd name="connsiteX0" fmla="*/ 0 w 2314305"/>
                <a:gd name="connsiteY0" fmla="*/ 231543 h 715191"/>
                <a:gd name="connsiteX1" fmla="*/ 1166388 w 2314305"/>
                <a:gd name="connsiteY1" fmla="*/ 44 h 715191"/>
                <a:gd name="connsiteX2" fmla="*/ 2314305 w 2314305"/>
                <a:gd name="connsiteY2" fmla="*/ 249575 h 715191"/>
                <a:gd name="connsiteX3" fmla="*/ 2123986 w 2314305"/>
                <a:gd name="connsiteY3" fmla="*/ 715191 h 715191"/>
                <a:gd name="connsiteX4" fmla="*/ 1156661 w 2314305"/>
                <a:gd name="connsiteY4" fmla="*/ 480115 h 715191"/>
                <a:gd name="connsiteX5" fmla="*/ 172995 w 2314305"/>
                <a:gd name="connsiteY5" fmla="*/ 684534 h 715191"/>
                <a:gd name="connsiteX6" fmla="*/ 0 w 2314305"/>
                <a:gd name="connsiteY6" fmla="*/ 231543 h 715191"/>
                <a:gd name="connsiteX0" fmla="*/ 0 w 2314305"/>
                <a:gd name="connsiteY0" fmla="*/ 231550 h 715198"/>
                <a:gd name="connsiteX1" fmla="*/ 1166388 w 2314305"/>
                <a:gd name="connsiteY1" fmla="*/ 51 h 715198"/>
                <a:gd name="connsiteX2" fmla="*/ 2314305 w 2314305"/>
                <a:gd name="connsiteY2" fmla="*/ 249582 h 715198"/>
                <a:gd name="connsiteX3" fmla="*/ 2123986 w 2314305"/>
                <a:gd name="connsiteY3" fmla="*/ 715198 h 715198"/>
                <a:gd name="connsiteX4" fmla="*/ 1156661 w 2314305"/>
                <a:gd name="connsiteY4" fmla="*/ 480122 h 715198"/>
                <a:gd name="connsiteX5" fmla="*/ 172995 w 2314305"/>
                <a:gd name="connsiteY5" fmla="*/ 684541 h 715198"/>
                <a:gd name="connsiteX6" fmla="*/ 0 w 2314305"/>
                <a:gd name="connsiteY6" fmla="*/ 231550 h 715198"/>
                <a:gd name="connsiteX0" fmla="*/ 0 w 2314305"/>
                <a:gd name="connsiteY0" fmla="*/ 233092 h 716740"/>
                <a:gd name="connsiteX1" fmla="*/ 1166388 w 2314305"/>
                <a:gd name="connsiteY1" fmla="*/ 1593 h 716740"/>
                <a:gd name="connsiteX2" fmla="*/ 2314305 w 2314305"/>
                <a:gd name="connsiteY2" fmla="*/ 251124 h 716740"/>
                <a:gd name="connsiteX3" fmla="*/ 2123986 w 2314305"/>
                <a:gd name="connsiteY3" fmla="*/ 716740 h 716740"/>
                <a:gd name="connsiteX4" fmla="*/ 1156661 w 2314305"/>
                <a:gd name="connsiteY4" fmla="*/ 481664 h 716740"/>
                <a:gd name="connsiteX5" fmla="*/ 172995 w 2314305"/>
                <a:gd name="connsiteY5" fmla="*/ 686083 h 716740"/>
                <a:gd name="connsiteX6" fmla="*/ 0 w 2314305"/>
                <a:gd name="connsiteY6" fmla="*/ 233092 h 716740"/>
                <a:gd name="connsiteX0" fmla="*/ 0 w 2314305"/>
                <a:gd name="connsiteY0" fmla="*/ 231523 h 715171"/>
                <a:gd name="connsiteX1" fmla="*/ 1166388 w 2314305"/>
                <a:gd name="connsiteY1" fmla="*/ 24 h 715171"/>
                <a:gd name="connsiteX2" fmla="*/ 2314305 w 2314305"/>
                <a:gd name="connsiteY2" fmla="*/ 249555 h 715171"/>
                <a:gd name="connsiteX3" fmla="*/ 2123986 w 2314305"/>
                <a:gd name="connsiteY3" fmla="*/ 715171 h 715171"/>
                <a:gd name="connsiteX4" fmla="*/ 1156661 w 2314305"/>
                <a:gd name="connsiteY4" fmla="*/ 480095 h 715171"/>
                <a:gd name="connsiteX5" fmla="*/ 172995 w 2314305"/>
                <a:gd name="connsiteY5" fmla="*/ 684514 h 715171"/>
                <a:gd name="connsiteX6" fmla="*/ 0 w 2314305"/>
                <a:gd name="connsiteY6" fmla="*/ 231523 h 715171"/>
                <a:gd name="connsiteX0" fmla="*/ 0 w 2314305"/>
                <a:gd name="connsiteY0" fmla="*/ 231550 h 715198"/>
                <a:gd name="connsiteX1" fmla="*/ 1166388 w 2314305"/>
                <a:gd name="connsiteY1" fmla="*/ 51 h 715198"/>
                <a:gd name="connsiteX2" fmla="*/ 2314305 w 2314305"/>
                <a:gd name="connsiteY2" fmla="*/ 249582 h 715198"/>
                <a:gd name="connsiteX3" fmla="*/ 2123986 w 2314305"/>
                <a:gd name="connsiteY3" fmla="*/ 715198 h 715198"/>
                <a:gd name="connsiteX4" fmla="*/ 1156661 w 2314305"/>
                <a:gd name="connsiteY4" fmla="*/ 480122 h 715198"/>
                <a:gd name="connsiteX5" fmla="*/ 172995 w 2314305"/>
                <a:gd name="connsiteY5" fmla="*/ 684541 h 715198"/>
                <a:gd name="connsiteX6" fmla="*/ 0 w 2314305"/>
                <a:gd name="connsiteY6" fmla="*/ 231550 h 715198"/>
                <a:gd name="connsiteX0" fmla="*/ 0 w 2314305"/>
                <a:gd name="connsiteY0" fmla="*/ 232088 h 715736"/>
                <a:gd name="connsiteX1" fmla="*/ 1166388 w 2314305"/>
                <a:gd name="connsiteY1" fmla="*/ 589 h 715736"/>
                <a:gd name="connsiteX2" fmla="*/ 2314305 w 2314305"/>
                <a:gd name="connsiteY2" fmla="*/ 250120 h 715736"/>
                <a:gd name="connsiteX3" fmla="*/ 2123986 w 2314305"/>
                <a:gd name="connsiteY3" fmla="*/ 715736 h 715736"/>
                <a:gd name="connsiteX4" fmla="*/ 1156661 w 2314305"/>
                <a:gd name="connsiteY4" fmla="*/ 480660 h 715736"/>
                <a:gd name="connsiteX5" fmla="*/ 172995 w 2314305"/>
                <a:gd name="connsiteY5" fmla="*/ 685079 h 715736"/>
                <a:gd name="connsiteX6" fmla="*/ 0 w 2314305"/>
                <a:gd name="connsiteY6" fmla="*/ 232088 h 715736"/>
                <a:gd name="connsiteX0" fmla="*/ 0 w 2314305"/>
                <a:gd name="connsiteY0" fmla="*/ 232088 h 715736"/>
                <a:gd name="connsiteX1" fmla="*/ 1166388 w 2314305"/>
                <a:gd name="connsiteY1" fmla="*/ 589 h 715736"/>
                <a:gd name="connsiteX2" fmla="*/ 2314305 w 2314305"/>
                <a:gd name="connsiteY2" fmla="*/ 250120 h 715736"/>
                <a:gd name="connsiteX3" fmla="*/ 2123986 w 2314305"/>
                <a:gd name="connsiteY3" fmla="*/ 715736 h 715736"/>
                <a:gd name="connsiteX4" fmla="*/ 1156661 w 2314305"/>
                <a:gd name="connsiteY4" fmla="*/ 480660 h 715736"/>
                <a:gd name="connsiteX5" fmla="*/ 172995 w 2314305"/>
                <a:gd name="connsiteY5" fmla="*/ 685079 h 715736"/>
                <a:gd name="connsiteX6" fmla="*/ 0 w 2314305"/>
                <a:gd name="connsiteY6" fmla="*/ 232088 h 715736"/>
                <a:gd name="connsiteX0" fmla="*/ 0 w 2314305"/>
                <a:gd name="connsiteY0" fmla="*/ 232088 h 715736"/>
                <a:gd name="connsiteX1" fmla="*/ 1166388 w 2314305"/>
                <a:gd name="connsiteY1" fmla="*/ 589 h 715736"/>
                <a:gd name="connsiteX2" fmla="*/ 2314305 w 2314305"/>
                <a:gd name="connsiteY2" fmla="*/ 250120 h 715736"/>
                <a:gd name="connsiteX3" fmla="*/ 2123986 w 2314305"/>
                <a:gd name="connsiteY3" fmla="*/ 715736 h 715736"/>
                <a:gd name="connsiteX4" fmla="*/ 1156661 w 2314305"/>
                <a:gd name="connsiteY4" fmla="*/ 480660 h 715736"/>
                <a:gd name="connsiteX5" fmla="*/ 172995 w 2314305"/>
                <a:gd name="connsiteY5" fmla="*/ 685079 h 715736"/>
                <a:gd name="connsiteX6" fmla="*/ 0 w 2314305"/>
                <a:gd name="connsiteY6" fmla="*/ 232088 h 715736"/>
                <a:gd name="connsiteX0" fmla="*/ 0 w 2314305"/>
                <a:gd name="connsiteY0" fmla="*/ 232060 h 715708"/>
                <a:gd name="connsiteX1" fmla="*/ 1166388 w 2314305"/>
                <a:gd name="connsiteY1" fmla="*/ 561 h 715708"/>
                <a:gd name="connsiteX2" fmla="*/ 2314305 w 2314305"/>
                <a:gd name="connsiteY2" fmla="*/ 250092 h 715708"/>
                <a:gd name="connsiteX3" fmla="*/ 2123986 w 2314305"/>
                <a:gd name="connsiteY3" fmla="*/ 715708 h 715708"/>
                <a:gd name="connsiteX4" fmla="*/ 1156661 w 2314305"/>
                <a:gd name="connsiteY4" fmla="*/ 480632 h 715708"/>
                <a:gd name="connsiteX5" fmla="*/ 172995 w 2314305"/>
                <a:gd name="connsiteY5" fmla="*/ 685051 h 715708"/>
                <a:gd name="connsiteX6" fmla="*/ 0 w 2314305"/>
                <a:gd name="connsiteY6" fmla="*/ 232060 h 7157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314305" h="715708">
                  <a:moveTo>
                    <a:pt x="0" y="232060"/>
                  </a:moveTo>
                  <a:cubicBezTo>
                    <a:pt x="116349" y="135016"/>
                    <a:pt x="772966" y="-10150"/>
                    <a:pt x="1166388" y="561"/>
                  </a:cubicBezTo>
                  <a:cubicBezTo>
                    <a:pt x="1559810" y="11272"/>
                    <a:pt x="1962415" y="54514"/>
                    <a:pt x="2314305" y="250092"/>
                  </a:cubicBezTo>
                  <a:cubicBezTo>
                    <a:pt x="2236857" y="411910"/>
                    <a:pt x="2305049" y="284904"/>
                    <a:pt x="2123986" y="715708"/>
                  </a:cubicBezTo>
                  <a:cubicBezTo>
                    <a:pt x="2077752" y="646036"/>
                    <a:pt x="1616289" y="480632"/>
                    <a:pt x="1156661" y="480632"/>
                  </a:cubicBezTo>
                  <a:cubicBezTo>
                    <a:pt x="697033" y="480632"/>
                    <a:pt x="257593" y="589531"/>
                    <a:pt x="172995" y="685051"/>
                  </a:cubicBezTo>
                  <a:lnTo>
                    <a:pt x="0" y="232060"/>
                  </a:lnTo>
                  <a:close/>
                </a:path>
              </a:pathLst>
            </a:custGeom>
            <a:solidFill>
              <a:srgbClr val="F18120"/>
            </a:solidFill>
            <a:ln>
              <a:solidFill>
                <a:srgbClr val="F1812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5" name="Block Arc 1">
              <a:extLst>
                <a:ext uri="{FF2B5EF4-FFF2-40B4-BE49-F238E27FC236}">
                  <a16:creationId xmlns:a16="http://schemas.microsoft.com/office/drawing/2014/main" id="{0CFC99D9-D4B4-A7EB-BC2E-0D3AABCD0784}"/>
                </a:ext>
              </a:extLst>
            </p:cNvPr>
            <p:cNvSpPr/>
            <p:nvPr/>
          </p:nvSpPr>
          <p:spPr>
            <a:xfrm rot="6099059">
              <a:off x="9940336" y="3713264"/>
              <a:ext cx="2314305" cy="715708"/>
            </a:xfrm>
            <a:custGeom>
              <a:avLst/>
              <a:gdLst>
                <a:gd name="connsiteX0" fmla="*/ 0 w 2391141"/>
                <a:gd name="connsiteY0" fmla="*/ 726679 h 1453358"/>
                <a:gd name="connsiteX1" fmla="*/ 1195571 w 2391141"/>
                <a:gd name="connsiteY1" fmla="*/ 0 h 1453358"/>
                <a:gd name="connsiteX2" fmla="*/ 2391142 w 2391141"/>
                <a:gd name="connsiteY2" fmla="*/ 726679 h 1453358"/>
                <a:gd name="connsiteX3" fmla="*/ 2027802 w 2391141"/>
                <a:gd name="connsiteY3" fmla="*/ 726679 h 1453358"/>
                <a:gd name="connsiteX4" fmla="*/ 1195571 w 2391141"/>
                <a:gd name="connsiteY4" fmla="*/ 363339 h 1453358"/>
                <a:gd name="connsiteX5" fmla="*/ 363340 w 2391141"/>
                <a:gd name="connsiteY5" fmla="*/ 726679 h 1453358"/>
                <a:gd name="connsiteX6" fmla="*/ 0 w 2391141"/>
                <a:gd name="connsiteY6" fmla="*/ 726679 h 1453358"/>
                <a:gd name="connsiteX0" fmla="*/ 0 w 2614878"/>
                <a:gd name="connsiteY0" fmla="*/ 727830 h 727830"/>
                <a:gd name="connsiteX1" fmla="*/ 1195571 w 2614878"/>
                <a:gd name="connsiteY1" fmla="*/ 1151 h 727830"/>
                <a:gd name="connsiteX2" fmla="*/ 2614878 w 2614878"/>
                <a:gd name="connsiteY2" fmla="*/ 611098 h 727830"/>
                <a:gd name="connsiteX3" fmla="*/ 2027802 w 2614878"/>
                <a:gd name="connsiteY3" fmla="*/ 727830 h 727830"/>
                <a:gd name="connsiteX4" fmla="*/ 1195571 w 2614878"/>
                <a:gd name="connsiteY4" fmla="*/ 364490 h 727830"/>
                <a:gd name="connsiteX5" fmla="*/ 363340 w 2614878"/>
                <a:gd name="connsiteY5" fmla="*/ 727830 h 727830"/>
                <a:gd name="connsiteX6" fmla="*/ 0 w 2614878"/>
                <a:gd name="connsiteY6" fmla="*/ 727830 h 727830"/>
                <a:gd name="connsiteX0" fmla="*/ 0 w 2614878"/>
                <a:gd name="connsiteY0" fmla="*/ 727830 h 727830"/>
                <a:gd name="connsiteX1" fmla="*/ 1195571 w 2614878"/>
                <a:gd name="connsiteY1" fmla="*/ 1151 h 727830"/>
                <a:gd name="connsiteX2" fmla="*/ 2614878 w 2614878"/>
                <a:gd name="connsiteY2" fmla="*/ 611098 h 727830"/>
                <a:gd name="connsiteX3" fmla="*/ 2251538 w 2614878"/>
                <a:gd name="connsiteY3" fmla="*/ 669464 h 727830"/>
                <a:gd name="connsiteX4" fmla="*/ 1195571 w 2614878"/>
                <a:gd name="connsiteY4" fmla="*/ 364490 h 727830"/>
                <a:gd name="connsiteX5" fmla="*/ 363340 w 2614878"/>
                <a:gd name="connsiteY5" fmla="*/ 727830 h 727830"/>
                <a:gd name="connsiteX6" fmla="*/ 0 w 2614878"/>
                <a:gd name="connsiteY6" fmla="*/ 727830 h 727830"/>
                <a:gd name="connsiteX0" fmla="*/ 0 w 2780249"/>
                <a:gd name="connsiteY0" fmla="*/ 590533 h 726720"/>
                <a:gd name="connsiteX1" fmla="*/ 1360942 w 2780249"/>
                <a:gd name="connsiteY1" fmla="*/ 41 h 726720"/>
                <a:gd name="connsiteX2" fmla="*/ 2780249 w 2780249"/>
                <a:gd name="connsiteY2" fmla="*/ 609988 h 726720"/>
                <a:gd name="connsiteX3" fmla="*/ 2416909 w 2780249"/>
                <a:gd name="connsiteY3" fmla="*/ 668354 h 726720"/>
                <a:gd name="connsiteX4" fmla="*/ 1360942 w 2780249"/>
                <a:gd name="connsiteY4" fmla="*/ 363380 h 726720"/>
                <a:gd name="connsiteX5" fmla="*/ 528711 w 2780249"/>
                <a:gd name="connsiteY5" fmla="*/ 726720 h 726720"/>
                <a:gd name="connsiteX6" fmla="*/ 0 w 2780249"/>
                <a:gd name="connsiteY6" fmla="*/ 590533 h 726720"/>
                <a:gd name="connsiteX0" fmla="*/ 0 w 2780249"/>
                <a:gd name="connsiteY0" fmla="*/ 590533 h 668354"/>
                <a:gd name="connsiteX1" fmla="*/ 1360942 w 2780249"/>
                <a:gd name="connsiteY1" fmla="*/ 41 h 668354"/>
                <a:gd name="connsiteX2" fmla="*/ 2780249 w 2780249"/>
                <a:gd name="connsiteY2" fmla="*/ 609988 h 668354"/>
                <a:gd name="connsiteX3" fmla="*/ 2416909 w 2780249"/>
                <a:gd name="connsiteY3" fmla="*/ 668354 h 668354"/>
                <a:gd name="connsiteX4" fmla="*/ 1360942 w 2780249"/>
                <a:gd name="connsiteY4" fmla="*/ 363380 h 668354"/>
                <a:gd name="connsiteX5" fmla="*/ 275792 w 2780249"/>
                <a:gd name="connsiteY5" fmla="*/ 639171 h 668354"/>
                <a:gd name="connsiteX6" fmla="*/ 0 w 2780249"/>
                <a:gd name="connsiteY6" fmla="*/ 590533 h 668354"/>
                <a:gd name="connsiteX0" fmla="*/ 0 w 2780249"/>
                <a:gd name="connsiteY0" fmla="*/ 590533 h 668354"/>
                <a:gd name="connsiteX1" fmla="*/ 1360942 w 2780249"/>
                <a:gd name="connsiteY1" fmla="*/ 41 h 668354"/>
                <a:gd name="connsiteX2" fmla="*/ 2780249 w 2780249"/>
                <a:gd name="connsiteY2" fmla="*/ 609988 h 668354"/>
                <a:gd name="connsiteX3" fmla="*/ 2416909 w 2780249"/>
                <a:gd name="connsiteY3" fmla="*/ 668354 h 668354"/>
                <a:gd name="connsiteX4" fmla="*/ 1351215 w 2780249"/>
                <a:gd name="connsiteY4" fmla="*/ 480112 h 668354"/>
                <a:gd name="connsiteX5" fmla="*/ 275792 w 2780249"/>
                <a:gd name="connsiteY5" fmla="*/ 639171 h 668354"/>
                <a:gd name="connsiteX6" fmla="*/ 0 w 2780249"/>
                <a:gd name="connsiteY6" fmla="*/ 590533 h 668354"/>
                <a:gd name="connsiteX0" fmla="*/ 0 w 2780249"/>
                <a:gd name="connsiteY0" fmla="*/ 590533 h 775358"/>
                <a:gd name="connsiteX1" fmla="*/ 1360942 w 2780249"/>
                <a:gd name="connsiteY1" fmla="*/ 41 h 775358"/>
                <a:gd name="connsiteX2" fmla="*/ 2780249 w 2780249"/>
                <a:gd name="connsiteY2" fmla="*/ 609988 h 775358"/>
                <a:gd name="connsiteX3" fmla="*/ 2329360 w 2780249"/>
                <a:gd name="connsiteY3" fmla="*/ 775358 h 775358"/>
                <a:gd name="connsiteX4" fmla="*/ 1351215 w 2780249"/>
                <a:gd name="connsiteY4" fmla="*/ 480112 h 775358"/>
                <a:gd name="connsiteX5" fmla="*/ 275792 w 2780249"/>
                <a:gd name="connsiteY5" fmla="*/ 639171 h 775358"/>
                <a:gd name="connsiteX6" fmla="*/ 0 w 2780249"/>
                <a:gd name="connsiteY6" fmla="*/ 590533 h 775358"/>
                <a:gd name="connsiteX0" fmla="*/ 0 w 2673245"/>
                <a:gd name="connsiteY0" fmla="*/ 600391 h 785216"/>
                <a:gd name="connsiteX1" fmla="*/ 1360942 w 2673245"/>
                <a:gd name="connsiteY1" fmla="*/ 9899 h 785216"/>
                <a:gd name="connsiteX2" fmla="*/ 2673245 w 2673245"/>
                <a:gd name="connsiteY2" fmla="*/ 405837 h 785216"/>
                <a:gd name="connsiteX3" fmla="*/ 2329360 w 2673245"/>
                <a:gd name="connsiteY3" fmla="*/ 785216 h 785216"/>
                <a:gd name="connsiteX4" fmla="*/ 1351215 w 2673245"/>
                <a:gd name="connsiteY4" fmla="*/ 489970 h 785216"/>
                <a:gd name="connsiteX5" fmla="*/ 275792 w 2673245"/>
                <a:gd name="connsiteY5" fmla="*/ 649029 h 785216"/>
                <a:gd name="connsiteX6" fmla="*/ 0 w 2673245"/>
                <a:gd name="connsiteY6" fmla="*/ 600391 h 785216"/>
                <a:gd name="connsiteX0" fmla="*/ 0 w 2673245"/>
                <a:gd name="connsiteY0" fmla="*/ 593348 h 778173"/>
                <a:gd name="connsiteX1" fmla="*/ 1360942 w 2673245"/>
                <a:gd name="connsiteY1" fmla="*/ 2856 h 778173"/>
                <a:gd name="connsiteX2" fmla="*/ 2673245 w 2673245"/>
                <a:gd name="connsiteY2" fmla="*/ 398794 h 778173"/>
                <a:gd name="connsiteX3" fmla="*/ 2329360 w 2673245"/>
                <a:gd name="connsiteY3" fmla="*/ 778173 h 778173"/>
                <a:gd name="connsiteX4" fmla="*/ 1351215 w 2673245"/>
                <a:gd name="connsiteY4" fmla="*/ 482927 h 778173"/>
                <a:gd name="connsiteX5" fmla="*/ 275792 w 2673245"/>
                <a:gd name="connsiteY5" fmla="*/ 641986 h 778173"/>
                <a:gd name="connsiteX6" fmla="*/ 0 w 2673245"/>
                <a:gd name="connsiteY6" fmla="*/ 593348 h 778173"/>
                <a:gd name="connsiteX0" fmla="*/ 0 w 2478691"/>
                <a:gd name="connsiteY0" fmla="*/ 293714 h 809279"/>
                <a:gd name="connsiteX1" fmla="*/ 1166388 w 2478691"/>
                <a:gd name="connsiteY1" fmla="*/ 33962 h 809279"/>
                <a:gd name="connsiteX2" fmla="*/ 2478691 w 2478691"/>
                <a:gd name="connsiteY2" fmla="*/ 429900 h 809279"/>
                <a:gd name="connsiteX3" fmla="*/ 2134806 w 2478691"/>
                <a:gd name="connsiteY3" fmla="*/ 809279 h 809279"/>
                <a:gd name="connsiteX4" fmla="*/ 1156661 w 2478691"/>
                <a:gd name="connsiteY4" fmla="*/ 514033 h 809279"/>
                <a:gd name="connsiteX5" fmla="*/ 81238 w 2478691"/>
                <a:gd name="connsiteY5" fmla="*/ 673092 h 809279"/>
                <a:gd name="connsiteX6" fmla="*/ 0 w 2478691"/>
                <a:gd name="connsiteY6" fmla="*/ 293714 h 809279"/>
                <a:gd name="connsiteX0" fmla="*/ 0 w 2478691"/>
                <a:gd name="connsiteY0" fmla="*/ 262275 h 777840"/>
                <a:gd name="connsiteX1" fmla="*/ 1166388 w 2478691"/>
                <a:gd name="connsiteY1" fmla="*/ 2523 h 777840"/>
                <a:gd name="connsiteX2" fmla="*/ 2478691 w 2478691"/>
                <a:gd name="connsiteY2" fmla="*/ 398461 h 777840"/>
                <a:gd name="connsiteX3" fmla="*/ 2134806 w 2478691"/>
                <a:gd name="connsiteY3" fmla="*/ 777840 h 777840"/>
                <a:gd name="connsiteX4" fmla="*/ 1156661 w 2478691"/>
                <a:gd name="connsiteY4" fmla="*/ 482594 h 777840"/>
                <a:gd name="connsiteX5" fmla="*/ 81238 w 2478691"/>
                <a:gd name="connsiteY5" fmla="*/ 641653 h 777840"/>
                <a:gd name="connsiteX6" fmla="*/ 0 w 2478691"/>
                <a:gd name="connsiteY6" fmla="*/ 262275 h 777840"/>
                <a:gd name="connsiteX0" fmla="*/ 0 w 2478691"/>
                <a:gd name="connsiteY0" fmla="*/ 262275 h 777841"/>
                <a:gd name="connsiteX1" fmla="*/ 1166388 w 2478691"/>
                <a:gd name="connsiteY1" fmla="*/ 2523 h 777841"/>
                <a:gd name="connsiteX2" fmla="*/ 2478691 w 2478691"/>
                <a:gd name="connsiteY2" fmla="*/ 398461 h 777841"/>
                <a:gd name="connsiteX3" fmla="*/ 2134806 w 2478691"/>
                <a:gd name="connsiteY3" fmla="*/ 777840 h 777841"/>
                <a:gd name="connsiteX4" fmla="*/ 1156661 w 2478691"/>
                <a:gd name="connsiteY4" fmla="*/ 482594 h 777841"/>
                <a:gd name="connsiteX5" fmla="*/ 178515 w 2478691"/>
                <a:gd name="connsiteY5" fmla="*/ 777841 h 777841"/>
                <a:gd name="connsiteX6" fmla="*/ 0 w 2478691"/>
                <a:gd name="connsiteY6" fmla="*/ 262275 h 777841"/>
                <a:gd name="connsiteX0" fmla="*/ 0 w 2478691"/>
                <a:gd name="connsiteY0" fmla="*/ 262275 h 777840"/>
                <a:gd name="connsiteX1" fmla="*/ 1166388 w 2478691"/>
                <a:gd name="connsiteY1" fmla="*/ 2523 h 777840"/>
                <a:gd name="connsiteX2" fmla="*/ 2478691 w 2478691"/>
                <a:gd name="connsiteY2" fmla="*/ 398461 h 777840"/>
                <a:gd name="connsiteX3" fmla="*/ 2134806 w 2478691"/>
                <a:gd name="connsiteY3" fmla="*/ 777840 h 777840"/>
                <a:gd name="connsiteX4" fmla="*/ 1156661 w 2478691"/>
                <a:gd name="connsiteY4" fmla="*/ 482594 h 777840"/>
                <a:gd name="connsiteX5" fmla="*/ 139604 w 2478691"/>
                <a:gd name="connsiteY5" fmla="*/ 748658 h 777840"/>
                <a:gd name="connsiteX6" fmla="*/ 0 w 2478691"/>
                <a:gd name="connsiteY6" fmla="*/ 262275 h 777840"/>
                <a:gd name="connsiteX0" fmla="*/ 0 w 2478691"/>
                <a:gd name="connsiteY0" fmla="*/ 262275 h 777840"/>
                <a:gd name="connsiteX1" fmla="*/ 1166388 w 2478691"/>
                <a:gd name="connsiteY1" fmla="*/ 2523 h 777840"/>
                <a:gd name="connsiteX2" fmla="*/ 2478691 w 2478691"/>
                <a:gd name="connsiteY2" fmla="*/ 398461 h 777840"/>
                <a:gd name="connsiteX3" fmla="*/ 2134806 w 2478691"/>
                <a:gd name="connsiteY3" fmla="*/ 777840 h 777840"/>
                <a:gd name="connsiteX4" fmla="*/ 1156661 w 2478691"/>
                <a:gd name="connsiteY4" fmla="*/ 482594 h 777840"/>
                <a:gd name="connsiteX5" fmla="*/ 139604 w 2478691"/>
                <a:gd name="connsiteY5" fmla="*/ 748658 h 777840"/>
                <a:gd name="connsiteX6" fmla="*/ 0 w 2478691"/>
                <a:gd name="connsiteY6" fmla="*/ 262275 h 777840"/>
                <a:gd name="connsiteX0" fmla="*/ 0 w 2478691"/>
                <a:gd name="connsiteY0" fmla="*/ 262275 h 797295"/>
                <a:gd name="connsiteX1" fmla="*/ 1166388 w 2478691"/>
                <a:gd name="connsiteY1" fmla="*/ 2523 h 797295"/>
                <a:gd name="connsiteX2" fmla="*/ 2478691 w 2478691"/>
                <a:gd name="connsiteY2" fmla="*/ 398461 h 797295"/>
                <a:gd name="connsiteX3" fmla="*/ 2144534 w 2478691"/>
                <a:gd name="connsiteY3" fmla="*/ 797295 h 797295"/>
                <a:gd name="connsiteX4" fmla="*/ 1156661 w 2478691"/>
                <a:gd name="connsiteY4" fmla="*/ 482594 h 797295"/>
                <a:gd name="connsiteX5" fmla="*/ 139604 w 2478691"/>
                <a:gd name="connsiteY5" fmla="*/ 748658 h 797295"/>
                <a:gd name="connsiteX6" fmla="*/ 0 w 2478691"/>
                <a:gd name="connsiteY6" fmla="*/ 262275 h 797295"/>
                <a:gd name="connsiteX0" fmla="*/ 0 w 2478691"/>
                <a:gd name="connsiteY0" fmla="*/ 262275 h 797295"/>
                <a:gd name="connsiteX1" fmla="*/ 1166388 w 2478691"/>
                <a:gd name="connsiteY1" fmla="*/ 2523 h 797295"/>
                <a:gd name="connsiteX2" fmla="*/ 2478691 w 2478691"/>
                <a:gd name="connsiteY2" fmla="*/ 398461 h 797295"/>
                <a:gd name="connsiteX3" fmla="*/ 2144534 w 2478691"/>
                <a:gd name="connsiteY3" fmla="*/ 797295 h 797295"/>
                <a:gd name="connsiteX4" fmla="*/ 1156661 w 2478691"/>
                <a:gd name="connsiteY4" fmla="*/ 482594 h 797295"/>
                <a:gd name="connsiteX5" fmla="*/ 139604 w 2478691"/>
                <a:gd name="connsiteY5" fmla="*/ 748658 h 797295"/>
                <a:gd name="connsiteX6" fmla="*/ 0 w 2478691"/>
                <a:gd name="connsiteY6" fmla="*/ 262275 h 797295"/>
                <a:gd name="connsiteX0" fmla="*/ 0 w 2309168"/>
                <a:gd name="connsiteY0" fmla="*/ 259772 h 794792"/>
                <a:gd name="connsiteX1" fmla="*/ 1166388 w 2309168"/>
                <a:gd name="connsiteY1" fmla="*/ 20 h 794792"/>
                <a:gd name="connsiteX2" fmla="*/ 2309168 w 2309168"/>
                <a:gd name="connsiteY2" fmla="*/ 270099 h 794792"/>
                <a:gd name="connsiteX3" fmla="*/ 2144534 w 2309168"/>
                <a:gd name="connsiteY3" fmla="*/ 794792 h 794792"/>
                <a:gd name="connsiteX4" fmla="*/ 1156661 w 2309168"/>
                <a:gd name="connsiteY4" fmla="*/ 480091 h 794792"/>
                <a:gd name="connsiteX5" fmla="*/ 139604 w 2309168"/>
                <a:gd name="connsiteY5" fmla="*/ 746155 h 794792"/>
                <a:gd name="connsiteX6" fmla="*/ 0 w 2309168"/>
                <a:gd name="connsiteY6" fmla="*/ 259772 h 794792"/>
                <a:gd name="connsiteX0" fmla="*/ 0 w 2309168"/>
                <a:gd name="connsiteY0" fmla="*/ 259772 h 794792"/>
                <a:gd name="connsiteX1" fmla="*/ 1166388 w 2309168"/>
                <a:gd name="connsiteY1" fmla="*/ 20 h 794792"/>
                <a:gd name="connsiteX2" fmla="*/ 2309168 w 2309168"/>
                <a:gd name="connsiteY2" fmla="*/ 270099 h 794792"/>
                <a:gd name="connsiteX3" fmla="*/ 2144534 w 2309168"/>
                <a:gd name="connsiteY3" fmla="*/ 794792 h 794792"/>
                <a:gd name="connsiteX4" fmla="*/ 1156661 w 2309168"/>
                <a:gd name="connsiteY4" fmla="*/ 480091 h 794792"/>
                <a:gd name="connsiteX5" fmla="*/ 139604 w 2309168"/>
                <a:gd name="connsiteY5" fmla="*/ 746155 h 794792"/>
                <a:gd name="connsiteX6" fmla="*/ 0 w 2309168"/>
                <a:gd name="connsiteY6" fmla="*/ 259772 h 794792"/>
                <a:gd name="connsiteX0" fmla="*/ 0 w 2309168"/>
                <a:gd name="connsiteY0" fmla="*/ 259772 h 746155"/>
                <a:gd name="connsiteX1" fmla="*/ 1166388 w 2309168"/>
                <a:gd name="connsiteY1" fmla="*/ 20 h 746155"/>
                <a:gd name="connsiteX2" fmla="*/ 2309168 w 2309168"/>
                <a:gd name="connsiteY2" fmla="*/ 270099 h 746155"/>
                <a:gd name="connsiteX3" fmla="*/ 2121417 w 2309168"/>
                <a:gd name="connsiteY3" fmla="*/ 707462 h 746155"/>
                <a:gd name="connsiteX4" fmla="*/ 1156661 w 2309168"/>
                <a:gd name="connsiteY4" fmla="*/ 480091 h 746155"/>
                <a:gd name="connsiteX5" fmla="*/ 139604 w 2309168"/>
                <a:gd name="connsiteY5" fmla="*/ 746155 h 746155"/>
                <a:gd name="connsiteX6" fmla="*/ 0 w 2309168"/>
                <a:gd name="connsiteY6" fmla="*/ 259772 h 746155"/>
                <a:gd name="connsiteX0" fmla="*/ 0 w 2309168"/>
                <a:gd name="connsiteY0" fmla="*/ 259772 h 746155"/>
                <a:gd name="connsiteX1" fmla="*/ 1166388 w 2309168"/>
                <a:gd name="connsiteY1" fmla="*/ 20 h 746155"/>
                <a:gd name="connsiteX2" fmla="*/ 2309168 w 2309168"/>
                <a:gd name="connsiteY2" fmla="*/ 270099 h 746155"/>
                <a:gd name="connsiteX3" fmla="*/ 2121417 w 2309168"/>
                <a:gd name="connsiteY3" fmla="*/ 707462 h 746155"/>
                <a:gd name="connsiteX4" fmla="*/ 1156661 w 2309168"/>
                <a:gd name="connsiteY4" fmla="*/ 480091 h 746155"/>
                <a:gd name="connsiteX5" fmla="*/ 139604 w 2309168"/>
                <a:gd name="connsiteY5" fmla="*/ 746155 h 746155"/>
                <a:gd name="connsiteX6" fmla="*/ 0 w 2309168"/>
                <a:gd name="connsiteY6" fmla="*/ 259772 h 746155"/>
                <a:gd name="connsiteX0" fmla="*/ 0 w 2309168"/>
                <a:gd name="connsiteY0" fmla="*/ 226793 h 746567"/>
                <a:gd name="connsiteX1" fmla="*/ 1166388 w 2309168"/>
                <a:gd name="connsiteY1" fmla="*/ 432 h 746567"/>
                <a:gd name="connsiteX2" fmla="*/ 2309168 w 2309168"/>
                <a:gd name="connsiteY2" fmla="*/ 270511 h 746567"/>
                <a:gd name="connsiteX3" fmla="*/ 2121417 w 2309168"/>
                <a:gd name="connsiteY3" fmla="*/ 707874 h 746567"/>
                <a:gd name="connsiteX4" fmla="*/ 1156661 w 2309168"/>
                <a:gd name="connsiteY4" fmla="*/ 480503 h 746567"/>
                <a:gd name="connsiteX5" fmla="*/ 139604 w 2309168"/>
                <a:gd name="connsiteY5" fmla="*/ 746567 h 746567"/>
                <a:gd name="connsiteX6" fmla="*/ 0 w 2309168"/>
                <a:gd name="connsiteY6" fmla="*/ 226793 h 746567"/>
                <a:gd name="connsiteX0" fmla="*/ 0 w 2309168"/>
                <a:gd name="connsiteY0" fmla="*/ 226663 h 746437"/>
                <a:gd name="connsiteX1" fmla="*/ 1166388 w 2309168"/>
                <a:gd name="connsiteY1" fmla="*/ 302 h 746437"/>
                <a:gd name="connsiteX2" fmla="*/ 2309168 w 2309168"/>
                <a:gd name="connsiteY2" fmla="*/ 270381 h 746437"/>
                <a:gd name="connsiteX3" fmla="*/ 2121417 w 2309168"/>
                <a:gd name="connsiteY3" fmla="*/ 707744 h 746437"/>
                <a:gd name="connsiteX4" fmla="*/ 1156661 w 2309168"/>
                <a:gd name="connsiteY4" fmla="*/ 480373 h 746437"/>
                <a:gd name="connsiteX5" fmla="*/ 139604 w 2309168"/>
                <a:gd name="connsiteY5" fmla="*/ 746437 h 746437"/>
                <a:gd name="connsiteX6" fmla="*/ 0 w 2309168"/>
                <a:gd name="connsiteY6" fmla="*/ 226663 h 746437"/>
                <a:gd name="connsiteX0" fmla="*/ 0 w 2309168"/>
                <a:gd name="connsiteY0" fmla="*/ 226614 h 746388"/>
                <a:gd name="connsiteX1" fmla="*/ 1166388 w 2309168"/>
                <a:gd name="connsiteY1" fmla="*/ 253 h 746388"/>
                <a:gd name="connsiteX2" fmla="*/ 2309168 w 2309168"/>
                <a:gd name="connsiteY2" fmla="*/ 270332 h 746388"/>
                <a:gd name="connsiteX3" fmla="*/ 2121417 w 2309168"/>
                <a:gd name="connsiteY3" fmla="*/ 707695 h 746388"/>
                <a:gd name="connsiteX4" fmla="*/ 1156661 w 2309168"/>
                <a:gd name="connsiteY4" fmla="*/ 480324 h 746388"/>
                <a:gd name="connsiteX5" fmla="*/ 139604 w 2309168"/>
                <a:gd name="connsiteY5" fmla="*/ 746388 h 746388"/>
                <a:gd name="connsiteX6" fmla="*/ 0 w 2309168"/>
                <a:gd name="connsiteY6" fmla="*/ 226614 h 746388"/>
                <a:gd name="connsiteX0" fmla="*/ 0 w 2309168"/>
                <a:gd name="connsiteY0" fmla="*/ 231692 h 746328"/>
                <a:gd name="connsiteX1" fmla="*/ 1166388 w 2309168"/>
                <a:gd name="connsiteY1" fmla="*/ 193 h 746328"/>
                <a:gd name="connsiteX2" fmla="*/ 2309168 w 2309168"/>
                <a:gd name="connsiteY2" fmla="*/ 270272 h 746328"/>
                <a:gd name="connsiteX3" fmla="*/ 2121417 w 2309168"/>
                <a:gd name="connsiteY3" fmla="*/ 707635 h 746328"/>
                <a:gd name="connsiteX4" fmla="*/ 1156661 w 2309168"/>
                <a:gd name="connsiteY4" fmla="*/ 480264 h 746328"/>
                <a:gd name="connsiteX5" fmla="*/ 139604 w 2309168"/>
                <a:gd name="connsiteY5" fmla="*/ 746328 h 746328"/>
                <a:gd name="connsiteX6" fmla="*/ 0 w 2309168"/>
                <a:gd name="connsiteY6" fmla="*/ 231692 h 746328"/>
                <a:gd name="connsiteX0" fmla="*/ 0 w 2309168"/>
                <a:gd name="connsiteY0" fmla="*/ 231692 h 707635"/>
                <a:gd name="connsiteX1" fmla="*/ 1166388 w 2309168"/>
                <a:gd name="connsiteY1" fmla="*/ 193 h 707635"/>
                <a:gd name="connsiteX2" fmla="*/ 2309168 w 2309168"/>
                <a:gd name="connsiteY2" fmla="*/ 270272 h 707635"/>
                <a:gd name="connsiteX3" fmla="*/ 2121417 w 2309168"/>
                <a:gd name="connsiteY3" fmla="*/ 707635 h 707635"/>
                <a:gd name="connsiteX4" fmla="*/ 1156661 w 2309168"/>
                <a:gd name="connsiteY4" fmla="*/ 480264 h 707635"/>
                <a:gd name="connsiteX5" fmla="*/ 172995 w 2309168"/>
                <a:gd name="connsiteY5" fmla="*/ 684683 h 707635"/>
                <a:gd name="connsiteX6" fmla="*/ 0 w 2309168"/>
                <a:gd name="connsiteY6" fmla="*/ 231692 h 707635"/>
                <a:gd name="connsiteX0" fmla="*/ 0 w 2309168"/>
                <a:gd name="connsiteY0" fmla="*/ 231692 h 707635"/>
                <a:gd name="connsiteX1" fmla="*/ 1166388 w 2309168"/>
                <a:gd name="connsiteY1" fmla="*/ 193 h 707635"/>
                <a:gd name="connsiteX2" fmla="*/ 2309168 w 2309168"/>
                <a:gd name="connsiteY2" fmla="*/ 270272 h 707635"/>
                <a:gd name="connsiteX3" fmla="*/ 2121417 w 2309168"/>
                <a:gd name="connsiteY3" fmla="*/ 707635 h 707635"/>
                <a:gd name="connsiteX4" fmla="*/ 1156661 w 2309168"/>
                <a:gd name="connsiteY4" fmla="*/ 480264 h 707635"/>
                <a:gd name="connsiteX5" fmla="*/ 172995 w 2309168"/>
                <a:gd name="connsiteY5" fmla="*/ 684683 h 707635"/>
                <a:gd name="connsiteX6" fmla="*/ 0 w 2309168"/>
                <a:gd name="connsiteY6" fmla="*/ 231692 h 707635"/>
                <a:gd name="connsiteX0" fmla="*/ 0 w 2309168"/>
                <a:gd name="connsiteY0" fmla="*/ 231692 h 715340"/>
                <a:gd name="connsiteX1" fmla="*/ 1166388 w 2309168"/>
                <a:gd name="connsiteY1" fmla="*/ 193 h 715340"/>
                <a:gd name="connsiteX2" fmla="*/ 2309168 w 2309168"/>
                <a:gd name="connsiteY2" fmla="*/ 270272 h 715340"/>
                <a:gd name="connsiteX3" fmla="*/ 2123986 w 2309168"/>
                <a:gd name="connsiteY3" fmla="*/ 715340 h 715340"/>
                <a:gd name="connsiteX4" fmla="*/ 1156661 w 2309168"/>
                <a:gd name="connsiteY4" fmla="*/ 480264 h 715340"/>
                <a:gd name="connsiteX5" fmla="*/ 172995 w 2309168"/>
                <a:gd name="connsiteY5" fmla="*/ 684683 h 715340"/>
                <a:gd name="connsiteX6" fmla="*/ 0 w 2309168"/>
                <a:gd name="connsiteY6" fmla="*/ 231692 h 715340"/>
                <a:gd name="connsiteX0" fmla="*/ 0 w 2309168"/>
                <a:gd name="connsiteY0" fmla="*/ 231692 h 715340"/>
                <a:gd name="connsiteX1" fmla="*/ 1166388 w 2309168"/>
                <a:gd name="connsiteY1" fmla="*/ 193 h 715340"/>
                <a:gd name="connsiteX2" fmla="*/ 2309168 w 2309168"/>
                <a:gd name="connsiteY2" fmla="*/ 270272 h 715340"/>
                <a:gd name="connsiteX3" fmla="*/ 2123986 w 2309168"/>
                <a:gd name="connsiteY3" fmla="*/ 715340 h 715340"/>
                <a:gd name="connsiteX4" fmla="*/ 1156661 w 2309168"/>
                <a:gd name="connsiteY4" fmla="*/ 480264 h 715340"/>
                <a:gd name="connsiteX5" fmla="*/ 172995 w 2309168"/>
                <a:gd name="connsiteY5" fmla="*/ 684683 h 715340"/>
                <a:gd name="connsiteX6" fmla="*/ 0 w 2309168"/>
                <a:gd name="connsiteY6" fmla="*/ 231692 h 715340"/>
                <a:gd name="connsiteX0" fmla="*/ 0 w 2309168"/>
                <a:gd name="connsiteY0" fmla="*/ 231692 h 715340"/>
                <a:gd name="connsiteX1" fmla="*/ 1166388 w 2309168"/>
                <a:gd name="connsiteY1" fmla="*/ 193 h 715340"/>
                <a:gd name="connsiteX2" fmla="*/ 2309168 w 2309168"/>
                <a:gd name="connsiteY2" fmla="*/ 270272 h 715340"/>
                <a:gd name="connsiteX3" fmla="*/ 2123986 w 2309168"/>
                <a:gd name="connsiteY3" fmla="*/ 715340 h 715340"/>
                <a:gd name="connsiteX4" fmla="*/ 1156661 w 2309168"/>
                <a:gd name="connsiteY4" fmla="*/ 480264 h 715340"/>
                <a:gd name="connsiteX5" fmla="*/ 172995 w 2309168"/>
                <a:gd name="connsiteY5" fmla="*/ 684683 h 715340"/>
                <a:gd name="connsiteX6" fmla="*/ 0 w 2309168"/>
                <a:gd name="connsiteY6" fmla="*/ 231692 h 715340"/>
                <a:gd name="connsiteX0" fmla="*/ 0 w 2314305"/>
                <a:gd name="connsiteY0" fmla="*/ 231543 h 715191"/>
                <a:gd name="connsiteX1" fmla="*/ 1166388 w 2314305"/>
                <a:gd name="connsiteY1" fmla="*/ 44 h 715191"/>
                <a:gd name="connsiteX2" fmla="*/ 2314305 w 2314305"/>
                <a:gd name="connsiteY2" fmla="*/ 249575 h 715191"/>
                <a:gd name="connsiteX3" fmla="*/ 2123986 w 2314305"/>
                <a:gd name="connsiteY3" fmla="*/ 715191 h 715191"/>
                <a:gd name="connsiteX4" fmla="*/ 1156661 w 2314305"/>
                <a:gd name="connsiteY4" fmla="*/ 480115 h 715191"/>
                <a:gd name="connsiteX5" fmla="*/ 172995 w 2314305"/>
                <a:gd name="connsiteY5" fmla="*/ 684534 h 715191"/>
                <a:gd name="connsiteX6" fmla="*/ 0 w 2314305"/>
                <a:gd name="connsiteY6" fmla="*/ 231543 h 715191"/>
                <a:gd name="connsiteX0" fmla="*/ 0 w 2314305"/>
                <a:gd name="connsiteY0" fmla="*/ 231543 h 715191"/>
                <a:gd name="connsiteX1" fmla="*/ 1166388 w 2314305"/>
                <a:gd name="connsiteY1" fmla="*/ 44 h 715191"/>
                <a:gd name="connsiteX2" fmla="*/ 2314305 w 2314305"/>
                <a:gd name="connsiteY2" fmla="*/ 249575 h 715191"/>
                <a:gd name="connsiteX3" fmla="*/ 2123986 w 2314305"/>
                <a:gd name="connsiteY3" fmla="*/ 715191 h 715191"/>
                <a:gd name="connsiteX4" fmla="*/ 1156661 w 2314305"/>
                <a:gd name="connsiteY4" fmla="*/ 480115 h 715191"/>
                <a:gd name="connsiteX5" fmla="*/ 172995 w 2314305"/>
                <a:gd name="connsiteY5" fmla="*/ 684534 h 715191"/>
                <a:gd name="connsiteX6" fmla="*/ 0 w 2314305"/>
                <a:gd name="connsiteY6" fmla="*/ 231543 h 715191"/>
                <a:gd name="connsiteX0" fmla="*/ 0 w 2314305"/>
                <a:gd name="connsiteY0" fmla="*/ 231550 h 715198"/>
                <a:gd name="connsiteX1" fmla="*/ 1166388 w 2314305"/>
                <a:gd name="connsiteY1" fmla="*/ 51 h 715198"/>
                <a:gd name="connsiteX2" fmla="*/ 2314305 w 2314305"/>
                <a:gd name="connsiteY2" fmla="*/ 249582 h 715198"/>
                <a:gd name="connsiteX3" fmla="*/ 2123986 w 2314305"/>
                <a:gd name="connsiteY3" fmla="*/ 715198 h 715198"/>
                <a:gd name="connsiteX4" fmla="*/ 1156661 w 2314305"/>
                <a:gd name="connsiteY4" fmla="*/ 480122 h 715198"/>
                <a:gd name="connsiteX5" fmla="*/ 172995 w 2314305"/>
                <a:gd name="connsiteY5" fmla="*/ 684541 h 715198"/>
                <a:gd name="connsiteX6" fmla="*/ 0 w 2314305"/>
                <a:gd name="connsiteY6" fmla="*/ 231550 h 715198"/>
                <a:gd name="connsiteX0" fmla="*/ 0 w 2314305"/>
                <a:gd name="connsiteY0" fmla="*/ 233092 h 716740"/>
                <a:gd name="connsiteX1" fmla="*/ 1166388 w 2314305"/>
                <a:gd name="connsiteY1" fmla="*/ 1593 h 716740"/>
                <a:gd name="connsiteX2" fmla="*/ 2314305 w 2314305"/>
                <a:gd name="connsiteY2" fmla="*/ 251124 h 716740"/>
                <a:gd name="connsiteX3" fmla="*/ 2123986 w 2314305"/>
                <a:gd name="connsiteY3" fmla="*/ 716740 h 716740"/>
                <a:gd name="connsiteX4" fmla="*/ 1156661 w 2314305"/>
                <a:gd name="connsiteY4" fmla="*/ 481664 h 716740"/>
                <a:gd name="connsiteX5" fmla="*/ 172995 w 2314305"/>
                <a:gd name="connsiteY5" fmla="*/ 686083 h 716740"/>
                <a:gd name="connsiteX6" fmla="*/ 0 w 2314305"/>
                <a:gd name="connsiteY6" fmla="*/ 233092 h 716740"/>
                <a:gd name="connsiteX0" fmla="*/ 0 w 2314305"/>
                <a:gd name="connsiteY0" fmla="*/ 231523 h 715171"/>
                <a:gd name="connsiteX1" fmla="*/ 1166388 w 2314305"/>
                <a:gd name="connsiteY1" fmla="*/ 24 h 715171"/>
                <a:gd name="connsiteX2" fmla="*/ 2314305 w 2314305"/>
                <a:gd name="connsiteY2" fmla="*/ 249555 h 715171"/>
                <a:gd name="connsiteX3" fmla="*/ 2123986 w 2314305"/>
                <a:gd name="connsiteY3" fmla="*/ 715171 h 715171"/>
                <a:gd name="connsiteX4" fmla="*/ 1156661 w 2314305"/>
                <a:gd name="connsiteY4" fmla="*/ 480095 h 715171"/>
                <a:gd name="connsiteX5" fmla="*/ 172995 w 2314305"/>
                <a:gd name="connsiteY5" fmla="*/ 684514 h 715171"/>
                <a:gd name="connsiteX6" fmla="*/ 0 w 2314305"/>
                <a:gd name="connsiteY6" fmla="*/ 231523 h 715171"/>
                <a:gd name="connsiteX0" fmla="*/ 0 w 2314305"/>
                <a:gd name="connsiteY0" fmla="*/ 231550 h 715198"/>
                <a:gd name="connsiteX1" fmla="*/ 1166388 w 2314305"/>
                <a:gd name="connsiteY1" fmla="*/ 51 h 715198"/>
                <a:gd name="connsiteX2" fmla="*/ 2314305 w 2314305"/>
                <a:gd name="connsiteY2" fmla="*/ 249582 h 715198"/>
                <a:gd name="connsiteX3" fmla="*/ 2123986 w 2314305"/>
                <a:gd name="connsiteY3" fmla="*/ 715198 h 715198"/>
                <a:gd name="connsiteX4" fmla="*/ 1156661 w 2314305"/>
                <a:gd name="connsiteY4" fmla="*/ 480122 h 715198"/>
                <a:gd name="connsiteX5" fmla="*/ 172995 w 2314305"/>
                <a:gd name="connsiteY5" fmla="*/ 684541 h 715198"/>
                <a:gd name="connsiteX6" fmla="*/ 0 w 2314305"/>
                <a:gd name="connsiteY6" fmla="*/ 231550 h 715198"/>
                <a:gd name="connsiteX0" fmla="*/ 0 w 2314305"/>
                <a:gd name="connsiteY0" fmla="*/ 232088 h 715736"/>
                <a:gd name="connsiteX1" fmla="*/ 1166388 w 2314305"/>
                <a:gd name="connsiteY1" fmla="*/ 589 h 715736"/>
                <a:gd name="connsiteX2" fmla="*/ 2314305 w 2314305"/>
                <a:gd name="connsiteY2" fmla="*/ 250120 h 715736"/>
                <a:gd name="connsiteX3" fmla="*/ 2123986 w 2314305"/>
                <a:gd name="connsiteY3" fmla="*/ 715736 h 715736"/>
                <a:gd name="connsiteX4" fmla="*/ 1156661 w 2314305"/>
                <a:gd name="connsiteY4" fmla="*/ 480660 h 715736"/>
                <a:gd name="connsiteX5" fmla="*/ 172995 w 2314305"/>
                <a:gd name="connsiteY5" fmla="*/ 685079 h 715736"/>
                <a:gd name="connsiteX6" fmla="*/ 0 w 2314305"/>
                <a:gd name="connsiteY6" fmla="*/ 232088 h 715736"/>
                <a:gd name="connsiteX0" fmla="*/ 0 w 2314305"/>
                <a:gd name="connsiteY0" fmla="*/ 232088 h 715736"/>
                <a:gd name="connsiteX1" fmla="*/ 1166388 w 2314305"/>
                <a:gd name="connsiteY1" fmla="*/ 589 h 715736"/>
                <a:gd name="connsiteX2" fmla="*/ 2314305 w 2314305"/>
                <a:gd name="connsiteY2" fmla="*/ 250120 h 715736"/>
                <a:gd name="connsiteX3" fmla="*/ 2123986 w 2314305"/>
                <a:gd name="connsiteY3" fmla="*/ 715736 h 715736"/>
                <a:gd name="connsiteX4" fmla="*/ 1156661 w 2314305"/>
                <a:gd name="connsiteY4" fmla="*/ 480660 h 715736"/>
                <a:gd name="connsiteX5" fmla="*/ 172995 w 2314305"/>
                <a:gd name="connsiteY5" fmla="*/ 685079 h 715736"/>
                <a:gd name="connsiteX6" fmla="*/ 0 w 2314305"/>
                <a:gd name="connsiteY6" fmla="*/ 232088 h 715736"/>
                <a:gd name="connsiteX0" fmla="*/ 0 w 2314305"/>
                <a:gd name="connsiteY0" fmla="*/ 232088 h 715736"/>
                <a:gd name="connsiteX1" fmla="*/ 1166388 w 2314305"/>
                <a:gd name="connsiteY1" fmla="*/ 589 h 715736"/>
                <a:gd name="connsiteX2" fmla="*/ 2314305 w 2314305"/>
                <a:gd name="connsiteY2" fmla="*/ 250120 h 715736"/>
                <a:gd name="connsiteX3" fmla="*/ 2123986 w 2314305"/>
                <a:gd name="connsiteY3" fmla="*/ 715736 h 715736"/>
                <a:gd name="connsiteX4" fmla="*/ 1156661 w 2314305"/>
                <a:gd name="connsiteY4" fmla="*/ 480660 h 715736"/>
                <a:gd name="connsiteX5" fmla="*/ 172995 w 2314305"/>
                <a:gd name="connsiteY5" fmla="*/ 685079 h 715736"/>
                <a:gd name="connsiteX6" fmla="*/ 0 w 2314305"/>
                <a:gd name="connsiteY6" fmla="*/ 232088 h 715736"/>
                <a:gd name="connsiteX0" fmla="*/ 0 w 2314305"/>
                <a:gd name="connsiteY0" fmla="*/ 232060 h 715708"/>
                <a:gd name="connsiteX1" fmla="*/ 1166388 w 2314305"/>
                <a:gd name="connsiteY1" fmla="*/ 561 h 715708"/>
                <a:gd name="connsiteX2" fmla="*/ 2314305 w 2314305"/>
                <a:gd name="connsiteY2" fmla="*/ 250092 h 715708"/>
                <a:gd name="connsiteX3" fmla="*/ 2123986 w 2314305"/>
                <a:gd name="connsiteY3" fmla="*/ 715708 h 715708"/>
                <a:gd name="connsiteX4" fmla="*/ 1156661 w 2314305"/>
                <a:gd name="connsiteY4" fmla="*/ 480632 h 715708"/>
                <a:gd name="connsiteX5" fmla="*/ 172995 w 2314305"/>
                <a:gd name="connsiteY5" fmla="*/ 685051 h 715708"/>
                <a:gd name="connsiteX6" fmla="*/ 0 w 2314305"/>
                <a:gd name="connsiteY6" fmla="*/ 232060 h 7157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314305" h="715708">
                  <a:moveTo>
                    <a:pt x="0" y="232060"/>
                  </a:moveTo>
                  <a:cubicBezTo>
                    <a:pt x="116349" y="135016"/>
                    <a:pt x="772966" y="-10150"/>
                    <a:pt x="1166388" y="561"/>
                  </a:cubicBezTo>
                  <a:cubicBezTo>
                    <a:pt x="1559810" y="11272"/>
                    <a:pt x="1962415" y="54514"/>
                    <a:pt x="2314305" y="250092"/>
                  </a:cubicBezTo>
                  <a:cubicBezTo>
                    <a:pt x="2236857" y="411910"/>
                    <a:pt x="2305049" y="284904"/>
                    <a:pt x="2123986" y="715708"/>
                  </a:cubicBezTo>
                  <a:cubicBezTo>
                    <a:pt x="2077752" y="646036"/>
                    <a:pt x="1616289" y="480632"/>
                    <a:pt x="1156661" y="480632"/>
                  </a:cubicBezTo>
                  <a:cubicBezTo>
                    <a:pt x="697033" y="480632"/>
                    <a:pt x="257593" y="589531"/>
                    <a:pt x="172995" y="685051"/>
                  </a:cubicBezTo>
                  <a:lnTo>
                    <a:pt x="0" y="232060"/>
                  </a:lnTo>
                  <a:close/>
                </a:path>
              </a:pathLst>
            </a:cu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7" name="Block Arc 1">
              <a:extLst>
                <a:ext uri="{FF2B5EF4-FFF2-40B4-BE49-F238E27FC236}">
                  <a16:creationId xmlns:a16="http://schemas.microsoft.com/office/drawing/2014/main" id="{6B34A44E-4DEB-6EDA-544F-227DCA97D88F}"/>
                </a:ext>
              </a:extLst>
            </p:cNvPr>
            <p:cNvSpPr/>
            <p:nvPr/>
          </p:nvSpPr>
          <p:spPr>
            <a:xfrm rot="12383279">
              <a:off x="6255443" y="5432031"/>
              <a:ext cx="2314305" cy="715708"/>
            </a:xfrm>
            <a:custGeom>
              <a:avLst/>
              <a:gdLst>
                <a:gd name="connsiteX0" fmla="*/ 0 w 2391141"/>
                <a:gd name="connsiteY0" fmla="*/ 726679 h 1453358"/>
                <a:gd name="connsiteX1" fmla="*/ 1195571 w 2391141"/>
                <a:gd name="connsiteY1" fmla="*/ 0 h 1453358"/>
                <a:gd name="connsiteX2" fmla="*/ 2391142 w 2391141"/>
                <a:gd name="connsiteY2" fmla="*/ 726679 h 1453358"/>
                <a:gd name="connsiteX3" fmla="*/ 2027802 w 2391141"/>
                <a:gd name="connsiteY3" fmla="*/ 726679 h 1453358"/>
                <a:gd name="connsiteX4" fmla="*/ 1195571 w 2391141"/>
                <a:gd name="connsiteY4" fmla="*/ 363339 h 1453358"/>
                <a:gd name="connsiteX5" fmla="*/ 363340 w 2391141"/>
                <a:gd name="connsiteY5" fmla="*/ 726679 h 1453358"/>
                <a:gd name="connsiteX6" fmla="*/ 0 w 2391141"/>
                <a:gd name="connsiteY6" fmla="*/ 726679 h 1453358"/>
                <a:gd name="connsiteX0" fmla="*/ 0 w 2614878"/>
                <a:gd name="connsiteY0" fmla="*/ 727830 h 727830"/>
                <a:gd name="connsiteX1" fmla="*/ 1195571 w 2614878"/>
                <a:gd name="connsiteY1" fmla="*/ 1151 h 727830"/>
                <a:gd name="connsiteX2" fmla="*/ 2614878 w 2614878"/>
                <a:gd name="connsiteY2" fmla="*/ 611098 h 727830"/>
                <a:gd name="connsiteX3" fmla="*/ 2027802 w 2614878"/>
                <a:gd name="connsiteY3" fmla="*/ 727830 h 727830"/>
                <a:gd name="connsiteX4" fmla="*/ 1195571 w 2614878"/>
                <a:gd name="connsiteY4" fmla="*/ 364490 h 727830"/>
                <a:gd name="connsiteX5" fmla="*/ 363340 w 2614878"/>
                <a:gd name="connsiteY5" fmla="*/ 727830 h 727830"/>
                <a:gd name="connsiteX6" fmla="*/ 0 w 2614878"/>
                <a:gd name="connsiteY6" fmla="*/ 727830 h 727830"/>
                <a:gd name="connsiteX0" fmla="*/ 0 w 2614878"/>
                <a:gd name="connsiteY0" fmla="*/ 727830 h 727830"/>
                <a:gd name="connsiteX1" fmla="*/ 1195571 w 2614878"/>
                <a:gd name="connsiteY1" fmla="*/ 1151 h 727830"/>
                <a:gd name="connsiteX2" fmla="*/ 2614878 w 2614878"/>
                <a:gd name="connsiteY2" fmla="*/ 611098 h 727830"/>
                <a:gd name="connsiteX3" fmla="*/ 2251538 w 2614878"/>
                <a:gd name="connsiteY3" fmla="*/ 669464 h 727830"/>
                <a:gd name="connsiteX4" fmla="*/ 1195571 w 2614878"/>
                <a:gd name="connsiteY4" fmla="*/ 364490 h 727830"/>
                <a:gd name="connsiteX5" fmla="*/ 363340 w 2614878"/>
                <a:gd name="connsiteY5" fmla="*/ 727830 h 727830"/>
                <a:gd name="connsiteX6" fmla="*/ 0 w 2614878"/>
                <a:gd name="connsiteY6" fmla="*/ 727830 h 727830"/>
                <a:gd name="connsiteX0" fmla="*/ 0 w 2780249"/>
                <a:gd name="connsiteY0" fmla="*/ 590533 h 726720"/>
                <a:gd name="connsiteX1" fmla="*/ 1360942 w 2780249"/>
                <a:gd name="connsiteY1" fmla="*/ 41 h 726720"/>
                <a:gd name="connsiteX2" fmla="*/ 2780249 w 2780249"/>
                <a:gd name="connsiteY2" fmla="*/ 609988 h 726720"/>
                <a:gd name="connsiteX3" fmla="*/ 2416909 w 2780249"/>
                <a:gd name="connsiteY3" fmla="*/ 668354 h 726720"/>
                <a:gd name="connsiteX4" fmla="*/ 1360942 w 2780249"/>
                <a:gd name="connsiteY4" fmla="*/ 363380 h 726720"/>
                <a:gd name="connsiteX5" fmla="*/ 528711 w 2780249"/>
                <a:gd name="connsiteY5" fmla="*/ 726720 h 726720"/>
                <a:gd name="connsiteX6" fmla="*/ 0 w 2780249"/>
                <a:gd name="connsiteY6" fmla="*/ 590533 h 726720"/>
                <a:gd name="connsiteX0" fmla="*/ 0 w 2780249"/>
                <a:gd name="connsiteY0" fmla="*/ 590533 h 668354"/>
                <a:gd name="connsiteX1" fmla="*/ 1360942 w 2780249"/>
                <a:gd name="connsiteY1" fmla="*/ 41 h 668354"/>
                <a:gd name="connsiteX2" fmla="*/ 2780249 w 2780249"/>
                <a:gd name="connsiteY2" fmla="*/ 609988 h 668354"/>
                <a:gd name="connsiteX3" fmla="*/ 2416909 w 2780249"/>
                <a:gd name="connsiteY3" fmla="*/ 668354 h 668354"/>
                <a:gd name="connsiteX4" fmla="*/ 1360942 w 2780249"/>
                <a:gd name="connsiteY4" fmla="*/ 363380 h 668354"/>
                <a:gd name="connsiteX5" fmla="*/ 275792 w 2780249"/>
                <a:gd name="connsiteY5" fmla="*/ 639171 h 668354"/>
                <a:gd name="connsiteX6" fmla="*/ 0 w 2780249"/>
                <a:gd name="connsiteY6" fmla="*/ 590533 h 668354"/>
                <a:gd name="connsiteX0" fmla="*/ 0 w 2780249"/>
                <a:gd name="connsiteY0" fmla="*/ 590533 h 668354"/>
                <a:gd name="connsiteX1" fmla="*/ 1360942 w 2780249"/>
                <a:gd name="connsiteY1" fmla="*/ 41 h 668354"/>
                <a:gd name="connsiteX2" fmla="*/ 2780249 w 2780249"/>
                <a:gd name="connsiteY2" fmla="*/ 609988 h 668354"/>
                <a:gd name="connsiteX3" fmla="*/ 2416909 w 2780249"/>
                <a:gd name="connsiteY3" fmla="*/ 668354 h 668354"/>
                <a:gd name="connsiteX4" fmla="*/ 1351215 w 2780249"/>
                <a:gd name="connsiteY4" fmla="*/ 480112 h 668354"/>
                <a:gd name="connsiteX5" fmla="*/ 275792 w 2780249"/>
                <a:gd name="connsiteY5" fmla="*/ 639171 h 668354"/>
                <a:gd name="connsiteX6" fmla="*/ 0 w 2780249"/>
                <a:gd name="connsiteY6" fmla="*/ 590533 h 668354"/>
                <a:gd name="connsiteX0" fmla="*/ 0 w 2780249"/>
                <a:gd name="connsiteY0" fmla="*/ 590533 h 775358"/>
                <a:gd name="connsiteX1" fmla="*/ 1360942 w 2780249"/>
                <a:gd name="connsiteY1" fmla="*/ 41 h 775358"/>
                <a:gd name="connsiteX2" fmla="*/ 2780249 w 2780249"/>
                <a:gd name="connsiteY2" fmla="*/ 609988 h 775358"/>
                <a:gd name="connsiteX3" fmla="*/ 2329360 w 2780249"/>
                <a:gd name="connsiteY3" fmla="*/ 775358 h 775358"/>
                <a:gd name="connsiteX4" fmla="*/ 1351215 w 2780249"/>
                <a:gd name="connsiteY4" fmla="*/ 480112 h 775358"/>
                <a:gd name="connsiteX5" fmla="*/ 275792 w 2780249"/>
                <a:gd name="connsiteY5" fmla="*/ 639171 h 775358"/>
                <a:gd name="connsiteX6" fmla="*/ 0 w 2780249"/>
                <a:gd name="connsiteY6" fmla="*/ 590533 h 775358"/>
                <a:gd name="connsiteX0" fmla="*/ 0 w 2673245"/>
                <a:gd name="connsiteY0" fmla="*/ 600391 h 785216"/>
                <a:gd name="connsiteX1" fmla="*/ 1360942 w 2673245"/>
                <a:gd name="connsiteY1" fmla="*/ 9899 h 785216"/>
                <a:gd name="connsiteX2" fmla="*/ 2673245 w 2673245"/>
                <a:gd name="connsiteY2" fmla="*/ 405837 h 785216"/>
                <a:gd name="connsiteX3" fmla="*/ 2329360 w 2673245"/>
                <a:gd name="connsiteY3" fmla="*/ 785216 h 785216"/>
                <a:gd name="connsiteX4" fmla="*/ 1351215 w 2673245"/>
                <a:gd name="connsiteY4" fmla="*/ 489970 h 785216"/>
                <a:gd name="connsiteX5" fmla="*/ 275792 w 2673245"/>
                <a:gd name="connsiteY5" fmla="*/ 649029 h 785216"/>
                <a:gd name="connsiteX6" fmla="*/ 0 w 2673245"/>
                <a:gd name="connsiteY6" fmla="*/ 600391 h 785216"/>
                <a:gd name="connsiteX0" fmla="*/ 0 w 2673245"/>
                <a:gd name="connsiteY0" fmla="*/ 593348 h 778173"/>
                <a:gd name="connsiteX1" fmla="*/ 1360942 w 2673245"/>
                <a:gd name="connsiteY1" fmla="*/ 2856 h 778173"/>
                <a:gd name="connsiteX2" fmla="*/ 2673245 w 2673245"/>
                <a:gd name="connsiteY2" fmla="*/ 398794 h 778173"/>
                <a:gd name="connsiteX3" fmla="*/ 2329360 w 2673245"/>
                <a:gd name="connsiteY3" fmla="*/ 778173 h 778173"/>
                <a:gd name="connsiteX4" fmla="*/ 1351215 w 2673245"/>
                <a:gd name="connsiteY4" fmla="*/ 482927 h 778173"/>
                <a:gd name="connsiteX5" fmla="*/ 275792 w 2673245"/>
                <a:gd name="connsiteY5" fmla="*/ 641986 h 778173"/>
                <a:gd name="connsiteX6" fmla="*/ 0 w 2673245"/>
                <a:gd name="connsiteY6" fmla="*/ 593348 h 778173"/>
                <a:gd name="connsiteX0" fmla="*/ 0 w 2478691"/>
                <a:gd name="connsiteY0" fmla="*/ 293714 h 809279"/>
                <a:gd name="connsiteX1" fmla="*/ 1166388 w 2478691"/>
                <a:gd name="connsiteY1" fmla="*/ 33962 h 809279"/>
                <a:gd name="connsiteX2" fmla="*/ 2478691 w 2478691"/>
                <a:gd name="connsiteY2" fmla="*/ 429900 h 809279"/>
                <a:gd name="connsiteX3" fmla="*/ 2134806 w 2478691"/>
                <a:gd name="connsiteY3" fmla="*/ 809279 h 809279"/>
                <a:gd name="connsiteX4" fmla="*/ 1156661 w 2478691"/>
                <a:gd name="connsiteY4" fmla="*/ 514033 h 809279"/>
                <a:gd name="connsiteX5" fmla="*/ 81238 w 2478691"/>
                <a:gd name="connsiteY5" fmla="*/ 673092 h 809279"/>
                <a:gd name="connsiteX6" fmla="*/ 0 w 2478691"/>
                <a:gd name="connsiteY6" fmla="*/ 293714 h 809279"/>
                <a:gd name="connsiteX0" fmla="*/ 0 w 2478691"/>
                <a:gd name="connsiteY0" fmla="*/ 262275 h 777840"/>
                <a:gd name="connsiteX1" fmla="*/ 1166388 w 2478691"/>
                <a:gd name="connsiteY1" fmla="*/ 2523 h 777840"/>
                <a:gd name="connsiteX2" fmla="*/ 2478691 w 2478691"/>
                <a:gd name="connsiteY2" fmla="*/ 398461 h 777840"/>
                <a:gd name="connsiteX3" fmla="*/ 2134806 w 2478691"/>
                <a:gd name="connsiteY3" fmla="*/ 777840 h 777840"/>
                <a:gd name="connsiteX4" fmla="*/ 1156661 w 2478691"/>
                <a:gd name="connsiteY4" fmla="*/ 482594 h 777840"/>
                <a:gd name="connsiteX5" fmla="*/ 81238 w 2478691"/>
                <a:gd name="connsiteY5" fmla="*/ 641653 h 777840"/>
                <a:gd name="connsiteX6" fmla="*/ 0 w 2478691"/>
                <a:gd name="connsiteY6" fmla="*/ 262275 h 777840"/>
                <a:gd name="connsiteX0" fmla="*/ 0 w 2478691"/>
                <a:gd name="connsiteY0" fmla="*/ 262275 h 777841"/>
                <a:gd name="connsiteX1" fmla="*/ 1166388 w 2478691"/>
                <a:gd name="connsiteY1" fmla="*/ 2523 h 777841"/>
                <a:gd name="connsiteX2" fmla="*/ 2478691 w 2478691"/>
                <a:gd name="connsiteY2" fmla="*/ 398461 h 777841"/>
                <a:gd name="connsiteX3" fmla="*/ 2134806 w 2478691"/>
                <a:gd name="connsiteY3" fmla="*/ 777840 h 777841"/>
                <a:gd name="connsiteX4" fmla="*/ 1156661 w 2478691"/>
                <a:gd name="connsiteY4" fmla="*/ 482594 h 777841"/>
                <a:gd name="connsiteX5" fmla="*/ 178515 w 2478691"/>
                <a:gd name="connsiteY5" fmla="*/ 777841 h 777841"/>
                <a:gd name="connsiteX6" fmla="*/ 0 w 2478691"/>
                <a:gd name="connsiteY6" fmla="*/ 262275 h 777841"/>
                <a:gd name="connsiteX0" fmla="*/ 0 w 2478691"/>
                <a:gd name="connsiteY0" fmla="*/ 262275 h 777840"/>
                <a:gd name="connsiteX1" fmla="*/ 1166388 w 2478691"/>
                <a:gd name="connsiteY1" fmla="*/ 2523 h 777840"/>
                <a:gd name="connsiteX2" fmla="*/ 2478691 w 2478691"/>
                <a:gd name="connsiteY2" fmla="*/ 398461 h 777840"/>
                <a:gd name="connsiteX3" fmla="*/ 2134806 w 2478691"/>
                <a:gd name="connsiteY3" fmla="*/ 777840 h 777840"/>
                <a:gd name="connsiteX4" fmla="*/ 1156661 w 2478691"/>
                <a:gd name="connsiteY4" fmla="*/ 482594 h 777840"/>
                <a:gd name="connsiteX5" fmla="*/ 139604 w 2478691"/>
                <a:gd name="connsiteY5" fmla="*/ 748658 h 777840"/>
                <a:gd name="connsiteX6" fmla="*/ 0 w 2478691"/>
                <a:gd name="connsiteY6" fmla="*/ 262275 h 777840"/>
                <a:gd name="connsiteX0" fmla="*/ 0 w 2478691"/>
                <a:gd name="connsiteY0" fmla="*/ 262275 h 777840"/>
                <a:gd name="connsiteX1" fmla="*/ 1166388 w 2478691"/>
                <a:gd name="connsiteY1" fmla="*/ 2523 h 777840"/>
                <a:gd name="connsiteX2" fmla="*/ 2478691 w 2478691"/>
                <a:gd name="connsiteY2" fmla="*/ 398461 h 777840"/>
                <a:gd name="connsiteX3" fmla="*/ 2134806 w 2478691"/>
                <a:gd name="connsiteY3" fmla="*/ 777840 h 777840"/>
                <a:gd name="connsiteX4" fmla="*/ 1156661 w 2478691"/>
                <a:gd name="connsiteY4" fmla="*/ 482594 h 777840"/>
                <a:gd name="connsiteX5" fmla="*/ 139604 w 2478691"/>
                <a:gd name="connsiteY5" fmla="*/ 748658 h 777840"/>
                <a:gd name="connsiteX6" fmla="*/ 0 w 2478691"/>
                <a:gd name="connsiteY6" fmla="*/ 262275 h 777840"/>
                <a:gd name="connsiteX0" fmla="*/ 0 w 2478691"/>
                <a:gd name="connsiteY0" fmla="*/ 262275 h 797295"/>
                <a:gd name="connsiteX1" fmla="*/ 1166388 w 2478691"/>
                <a:gd name="connsiteY1" fmla="*/ 2523 h 797295"/>
                <a:gd name="connsiteX2" fmla="*/ 2478691 w 2478691"/>
                <a:gd name="connsiteY2" fmla="*/ 398461 h 797295"/>
                <a:gd name="connsiteX3" fmla="*/ 2144534 w 2478691"/>
                <a:gd name="connsiteY3" fmla="*/ 797295 h 797295"/>
                <a:gd name="connsiteX4" fmla="*/ 1156661 w 2478691"/>
                <a:gd name="connsiteY4" fmla="*/ 482594 h 797295"/>
                <a:gd name="connsiteX5" fmla="*/ 139604 w 2478691"/>
                <a:gd name="connsiteY5" fmla="*/ 748658 h 797295"/>
                <a:gd name="connsiteX6" fmla="*/ 0 w 2478691"/>
                <a:gd name="connsiteY6" fmla="*/ 262275 h 797295"/>
                <a:gd name="connsiteX0" fmla="*/ 0 w 2478691"/>
                <a:gd name="connsiteY0" fmla="*/ 262275 h 797295"/>
                <a:gd name="connsiteX1" fmla="*/ 1166388 w 2478691"/>
                <a:gd name="connsiteY1" fmla="*/ 2523 h 797295"/>
                <a:gd name="connsiteX2" fmla="*/ 2478691 w 2478691"/>
                <a:gd name="connsiteY2" fmla="*/ 398461 h 797295"/>
                <a:gd name="connsiteX3" fmla="*/ 2144534 w 2478691"/>
                <a:gd name="connsiteY3" fmla="*/ 797295 h 797295"/>
                <a:gd name="connsiteX4" fmla="*/ 1156661 w 2478691"/>
                <a:gd name="connsiteY4" fmla="*/ 482594 h 797295"/>
                <a:gd name="connsiteX5" fmla="*/ 139604 w 2478691"/>
                <a:gd name="connsiteY5" fmla="*/ 748658 h 797295"/>
                <a:gd name="connsiteX6" fmla="*/ 0 w 2478691"/>
                <a:gd name="connsiteY6" fmla="*/ 262275 h 797295"/>
                <a:gd name="connsiteX0" fmla="*/ 0 w 2309168"/>
                <a:gd name="connsiteY0" fmla="*/ 259772 h 794792"/>
                <a:gd name="connsiteX1" fmla="*/ 1166388 w 2309168"/>
                <a:gd name="connsiteY1" fmla="*/ 20 h 794792"/>
                <a:gd name="connsiteX2" fmla="*/ 2309168 w 2309168"/>
                <a:gd name="connsiteY2" fmla="*/ 270099 h 794792"/>
                <a:gd name="connsiteX3" fmla="*/ 2144534 w 2309168"/>
                <a:gd name="connsiteY3" fmla="*/ 794792 h 794792"/>
                <a:gd name="connsiteX4" fmla="*/ 1156661 w 2309168"/>
                <a:gd name="connsiteY4" fmla="*/ 480091 h 794792"/>
                <a:gd name="connsiteX5" fmla="*/ 139604 w 2309168"/>
                <a:gd name="connsiteY5" fmla="*/ 746155 h 794792"/>
                <a:gd name="connsiteX6" fmla="*/ 0 w 2309168"/>
                <a:gd name="connsiteY6" fmla="*/ 259772 h 794792"/>
                <a:gd name="connsiteX0" fmla="*/ 0 w 2309168"/>
                <a:gd name="connsiteY0" fmla="*/ 259772 h 794792"/>
                <a:gd name="connsiteX1" fmla="*/ 1166388 w 2309168"/>
                <a:gd name="connsiteY1" fmla="*/ 20 h 794792"/>
                <a:gd name="connsiteX2" fmla="*/ 2309168 w 2309168"/>
                <a:gd name="connsiteY2" fmla="*/ 270099 h 794792"/>
                <a:gd name="connsiteX3" fmla="*/ 2144534 w 2309168"/>
                <a:gd name="connsiteY3" fmla="*/ 794792 h 794792"/>
                <a:gd name="connsiteX4" fmla="*/ 1156661 w 2309168"/>
                <a:gd name="connsiteY4" fmla="*/ 480091 h 794792"/>
                <a:gd name="connsiteX5" fmla="*/ 139604 w 2309168"/>
                <a:gd name="connsiteY5" fmla="*/ 746155 h 794792"/>
                <a:gd name="connsiteX6" fmla="*/ 0 w 2309168"/>
                <a:gd name="connsiteY6" fmla="*/ 259772 h 794792"/>
                <a:gd name="connsiteX0" fmla="*/ 0 w 2309168"/>
                <a:gd name="connsiteY0" fmla="*/ 259772 h 746155"/>
                <a:gd name="connsiteX1" fmla="*/ 1166388 w 2309168"/>
                <a:gd name="connsiteY1" fmla="*/ 20 h 746155"/>
                <a:gd name="connsiteX2" fmla="*/ 2309168 w 2309168"/>
                <a:gd name="connsiteY2" fmla="*/ 270099 h 746155"/>
                <a:gd name="connsiteX3" fmla="*/ 2121417 w 2309168"/>
                <a:gd name="connsiteY3" fmla="*/ 707462 h 746155"/>
                <a:gd name="connsiteX4" fmla="*/ 1156661 w 2309168"/>
                <a:gd name="connsiteY4" fmla="*/ 480091 h 746155"/>
                <a:gd name="connsiteX5" fmla="*/ 139604 w 2309168"/>
                <a:gd name="connsiteY5" fmla="*/ 746155 h 746155"/>
                <a:gd name="connsiteX6" fmla="*/ 0 w 2309168"/>
                <a:gd name="connsiteY6" fmla="*/ 259772 h 746155"/>
                <a:gd name="connsiteX0" fmla="*/ 0 w 2309168"/>
                <a:gd name="connsiteY0" fmla="*/ 259772 h 746155"/>
                <a:gd name="connsiteX1" fmla="*/ 1166388 w 2309168"/>
                <a:gd name="connsiteY1" fmla="*/ 20 h 746155"/>
                <a:gd name="connsiteX2" fmla="*/ 2309168 w 2309168"/>
                <a:gd name="connsiteY2" fmla="*/ 270099 h 746155"/>
                <a:gd name="connsiteX3" fmla="*/ 2121417 w 2309168"/>
                <a:gd name="connsiteY3" fmla="*/ 707462 h 746155"/>
                <a:gd name="connsiteX4" fmla="*/ 1156661 w 2309168"/>
                <a:gd name="connsiteY4" fmla="*/ 480091 h 746155"/>
                <a:gd name="connsiteX5" fmla="*/ 139604 w 2309168"/>
                <a:gd name="connsiteY5" fmla="*/ 746155 h 746155"/>
                <a:gd name="connsiteX6" fmla="*/ 0 w 2309168"/>
                <a:gd name="connsiteY6" fmla="*/ 259772 h 746155"/>
                <a:gd name="connsiteX0" fmla="*/ 0 w 2309168"/>
                <a:gd name="connsiteY0" fmla="*/ 226793 h 746567"/>
                <a:gd name="connsiteX1" fmla="*/ 1166388 w 2309168"/>
                <a:gd name="connsiteY1" fmla="*/ 432 h 746567"/>
                <a:gd name="connsiteX2" fmla="*/ 2309168 w 2309168"/>
                <a:gd name="connsiteY2" fmla="*/ 270511 h 746567"/>
                <a:gd name="connsiteX3" fmla="*/ 2121417 w 2309168"/>
                <a:gd name="connsiteY3" fmla="*/ 707874 h 746567"/>
                <a:gd name="connsiteX4" fmla="*/ 1156661 w 2309168"/>
                <a:gd name="connsiteY4" fmla="*/ 480503 h 746567"/>
                <a:gd name="connsiteX5" fmla="*/ 139604 w 2309168"/>
                <a:gd name="connsiteY5" fmla="*/ 746567 h 746567"/>
                <a:gd name="connsiteX6" fmla="*/ 0 w 2309168"/>
                <a:gd name="connsiteY6" fmla="*/ 226793 h 746567"/>
                <a:gd name="connsiteX0" fmla="*/ 0 w 2309168"/>
                <a:gd name="connsiteY0" fmla="*/ 226663 h 746437"/>
                <a:gd name="connsiteX1" fmla="*/ 1166388 w 2309168"/>
                <a:gd name="connsiteY1" fmla="*/ 302 h 746437"/>
                <a:gd name="connsiteX2" fmla="*/ 2309168 w 2309168"/>
                <a:gd name="connsiteY2" fmla="*/ 270381 h 746437"/>
                <a:gd name="connsiteX3" fmla="*/ 2121417 w 2309168"/>
                <a:gd name="connsiteY3" fmla="*/ 707744 h 746437"/>
                <a:gd name="connsiteX4" fmla="*/ 1156661 w 2309168"/>
                <a:gd name="connsiteY4" fmla="*/ 480373 h 746437"/>
                <a:gd name="connsiteX5" fmla="*/ 139604 w 2309168"/>
                <a:gd name="connsiteY5" fmla="*/ 746437 h 746437"/>
                <a:gd name="connsiteX6" fmla="*/ 0 w 2309168"/>
                <a:gd name="connsiteY6" fmla="*/ 226663 h 746437"/>
                <a:gd name="connsiteX0" fmla="*/ 0 w 2309168"/>
                <a:gd name="connsiteY0" fmla="*/ 226614 h 746388"/>
                <a:gd name="connsiteX1" fmla="*/ 1166388 w 2309168"/>
                <a:gd name="connsiteY1" fmla="*/ 253 h 746388"/>
                <a:gd name="connsiteX2" fmla="*/ 2309168 w 2309168"/>
                <a:gd name="connsiteY2" fmla="*/ 270332 h 746388"/>
                <a:gd name="connsiteX3" fmla="*/ 2121417 w 2309168"/>
                <a:gd name="connsiteY3" fmla="*/ 707695 h 746388"/>
                <a:gd name="connsiteX4" fmla="*/ 1156661 w 2309168"/>
                <a:gd name="connsiteY4" fmla="*/ 480324 h 746388"/>
                <a:gd name="connsiteX5" fmla="*/ 139604 w 2309168"/>
                <a:gd name="connsiteY5" fmla="*/ 746388 h 746388"/>
                <a:gd name="connsiteX6" fmla="*/ 0 w 2309168"/>
                <a:gd name="connsiteY6" fmla="*/ 226614 h 746388"/>
                <a:gd name="connsiteX0" fmla="*/ 0 w 2309168"/>
                <a:gd name="connsiteY0" fmla="*/ 231692 h 746328"/>
                <a:gd name="connsiteX1" fmla="*/ 1166388 w 2309168"/>
                <a:gd name="connsiteY1" fmla="*/ 193 h 746328"/>
                <a:gd name="connsiteX2" fmla="*/ 2309168 w 2309168"/>
                <a:gd name="connsiteY2" fmla="*/ 270272 h 746328"/>
                <a:gd name="connsiteX3" fmla="*/ 2121417 w 2309168"/>
                <a:gd name="connsiteY3" fmla="*/ 707635 h 746328"/>
                <a:gd name="connsiteX4" fmla="*/ 1156661 w 2309168"/>
                <a:gd name="connsiteY4" fmla="*/ 480264 h 746328"/>
                <a:gd name="connsiteX5" fmla="*/ 139604 w 2309168"/>
                <a:gd name="connsiteY5" fmla="*/ 746328 h 746328"/>
                <a:gd name="connsiteX6" fmla="*/ 0 w 2309168"/>
                <a:gd name="connsiteY6" fmla="*/ 231692 h 746328"/>
                <a:gd name="connsiteX0" fmla="*/ 0 w 2309168"/>
                <a:gd name="connsiteY0" fmla="*/ 231692 h 707635"/>
                <a:gd name="connsiteX1" fmla="*/ 1166388 w 2309168"/>
                <a:gd name="connsiteY1" fmla="*/ 193 h 707635"/>
                <a:gd name="connsiteX2" fmla="*/ 2309168 w 2309168"/>
                <a:gd name="connsiteY2" fmla="*/ 270272 h 707635"/>
                <a:gd name="connsiteX3" fmla="*/ 2121417 w 2309168"/>
                <a:gd name="connsiteY3" fmla="*/ 707635 h 707635"/>
                <a:gd name="connsiteX4" fmla="*/ 1156661 w 2309168"/>
                <a:gd name="connsiteY4" fmla="*/ 480264 h 707635"/>
                <a:gd name="connsiteX5" fmla="*/ 172995 w 2309168"/>
                <a:gd name="connsiteY5" fmla="*/ 684683 h 707635"/>
                <a:gd name="connsiteX6" fmla="*/ 0 w 2309168"/>
                <a:gd name="connsiteY6" fmla="*/ 231692 h 707635"/>
                <a:gd name="connsiteX0" fmla="*/ 0 w 2309168"/>
                <a:gd name="connsiteY0" fmla="*/ 231692 h 707635"/>
                <a:gd name="connsiteX1" fmla="*/ 1166388 w 2309168"/>
                <a:gd name="connsiteY1" fmla="*/ 193 h 707635"/>
                <a:gd name="connsiteX2" fmla="*/ 2309168 w 2309168"/>
                <a:gd name="connsiteY2" fmla="*/ 270272 h 707635"/>
                <a:gd name="connsiteX3" fmla="*/ 2121417 w 2309168"/>
                <a:gd name="connsiteY3" fmla="*/ 707635 h 707635"/>
                <a:gd name="connsiteX4" fmla="*/ 1156661 w 2309168"/>
                <a:gd name="connsiteY4" fmla="*/ 480264 h 707635"/>
                <a:gd name="connsiteX5" fmla="*/ 172995 w 2309168"/>
                <a:gd name="connsiteY5" fmla="*/ 684683 h 707635"/>
                <a:gd name="connsiteX6" fmla="*/ 0 w 2309168"/>
                <a:gd name="connsiteY6" fmla="*/ 231692 h 707635"/>
                <a:gd name="connsiteX0" fmla="*/ 0 w 2309168"/>
                <a:gd name="connsiteY0" fmla="*/ 231692 h 715340"/>
                <a:gd name="connsiteX1" fmla="*/ 1166388 w 2309168"/>
                <a:gd name="connsiteY1" fmla="*/ 193 h 715340"/>
                <a:gd name="connsiteX2" fmla="*/ 2309168 w 2309168"/>
                <a:gd name="connsiteY2" fmla="*/ 270272 h 715340"/>
                <a:gd name="connsiteX3" fmla="*/ 2123986 w 2309168"/>
                <a:gd name="connsiteY3" fmla="*/ 715340 h 715340"/>
                <a:gd name="connsiteX4" fmla="*/ 1156661 w 2309168"/>
                <a:gd name="connsiteY4" fmla="*/ 480264 h 715340"/>
                <a:gd name="connsiteX5" fmla="*/ 172995 w 2309168"/>
                <a:gd name="connsiteY5" fmla="*/ 684683 h 715340"/>
                <a:gd name="connsiteX6" fmla="*/ 0 w 2309168"/>
                <a:gd name="connsiteY6" fmla="*/ 231692 h 715340"/>
                <a:gd name="connsiteX0" fmla="*/ 0 w 2309168"/>
                <a:gd name="connsiteY0" fmla="*/ 231692 h 715340"/>
                <a:gd name="connsiteX1" fmla="*/ 1166388 w 2309168"/>
                <a:gd name="connsiteY1" fmla="*/ 193 h 715340"/>
                <a:gd name="connsiteX2" fmla="*/ 2309168 w 2309168"/>
                <a:gd name="connsiteY2" fmla="*/ 270272 h 715340"/>
                <a:gd name="connsiteX3" fmla="*/ 2123986 w 2309168"/>
                <a:gd name="connsiteY3" fmla="*/ 715340 h 715340"/>
                <a:gd name="connsiteX4" fmla="*/ 1156661 w 2309168"/>
                <a:gd name="connsiteY4" fmla="*/ 480264 h 715340"/>
                <a:gd name="connsiteX5" fmla="*/ 172995 w 2309168"/>
                <a:gd name="connsiteY5" fmla="*/ 684683 h 715340"/>
                <a:gd name="connsiteX6" fmla="*/ 0 w 2309168"/>
                <a:gd name="connsiteY6" fmla="*/ 231692 h 715340"/>
                <a:gd name="connsiteX0" fmla="*/ 0 w 2309168"/>
                <a:gd name="connsiteY0" fmla="*/ 231692 h 715340"/>
                <a:gd name="connsiteX1" fmla="*/ 1166388 w 2309168"/>
                <a:gd name="connsiteY1" fmla="*/ 193 h 715340"/>
                <a:gd name="connsiteX2" fmla="*/ 2309168 w 2309168"/>
                <a:gd name="connsiteY2" fmla="*/ 270272 h 715340"/>
                <a:gd name="connsiteX3" fmla="*/ 2123986 w 2309168"/>
                <a:gd name="connsiteY3" fmla="*/ 715340 h 715340"/>
                <a:gd name="connsiteX4" fmla="*/ 1156661 w 2309168"/>
                <a:gd name="connsiteY4" fmla="*/ 480264 h 715340"/>
                <a:gd name="connsiteX5" fmla="*/ 172995 w 2309168"/>
                <a:gd name="connsiteY5" fmla="*/ 684683 h 715340"/>
                <a:gd name="connsiteX6" fmla="*/ 0 w 2309168"/>
                <a:gd name="connsiteY6" fmla="*/ 231692 h 715340"/>
                <a:gd name="connsiteX0" fmla="*/ 0 w 2314305"/>
                <a:gd name="connsiteY0" fmla="*/ 231543 h 715191"/>
                <a:gd name="connsiteX1" fmla="*/ 1166388 w 2314305"/>
                <a:gd name="connsiteY1" fmla="*/ 44 h 715191"/>
                <a:gd name="connsiteX2" fmla="*/ 2314305 w 2314305"/>
                <a:gd name="connsiteY2" fmla="*/ 249575 h 715191"/>
                <a:gd name="connsiteX3" fmla="*/ 2123986 w 2314305"/>
                <a:gd name="connsiteY3" fmla="*/ 715191 h 715191"/>
                <a:gd name="connsiteX4" fmla="*/ 1156661 w 2314305"/>
                <a:gd name="connsiteY4" fmla="*/ 480115 h 715191"/>
                <a:gd name="connsiteX5" fmla="*/ 172995 w 2314305"/>
                <a:gd name="connsiteY5" fmla="*/ 684534 h 715191"/>
                <a:gd name="connsiteX6" fmla="*/ 0 w 2314305"/>
                <a:gd name="connsiteY6" fmla="*/ 231543 h 715191"/>
                <a:gd name="connsiteX0" fmla="*/ 0 w 2314305"/>
                <a:gd name="connsiteY0" fmla="*/ 231543 h 715191"/>
                <a:gd name="connsiteX1" fmla="*/ 1166388 w 2314305"/>
                <a:gd name="connsiteY1" fmla="*/ 44 h 715191"/>
                <a:gd name="connsiteX2" fmla="*/ 2314305 w 2314305"/>
                <a:gd name="connsiteY2" fmla="*/ 249575 h 715191"/>
                <a:gd name="connsiteX3" fmla="*/ 2123986 w 2314305"/>
                <a:gd name="connsiteY3" fmla="*/ 715191 h 715191"/>
                <a:gd name="connsiteX4" fmla="*/ 1156661 w 2314305"/>
                <a:gd name="connsiteY4" fmla="*/ 480115 h 715191"/>
                <a:gd name="connsiteX5" fmla="*/ 172995 w 2314305"/>
                <a:gd name="connsiteY5" fmla="*/ 684534 h 715191"/>
                <a:gd name="connsiteX6" fmla="*/ 0 w 2314305"/>
                <a:gd name="connsiteY6" fmla="*/ 231543 h 715191"/>
                <a:gd name="connsiteX0" fmla="*/ 0 w 2314305"/>
                <a:gd name="connsiteY0" fmla="*/ 231550 h 715198"/>
                <a:gd name="connsiteX1" fmla="*/ 1166388 w 2314305"/>
                <a:gd name="connsiteY1" fmla="*/ 51 h 715198"/>
                <a:gd name="connsiteX2" fmla="*/ 2314305 w 2314305"/>
                <a:gd name="connsiteY2" fmla="*/ 249582 h 715198"/>
                <a:gd name="connsiteX3" fmla="*/ 2123986 w 2314305"/>
                <a:gd name="connsiteY3" fmla="*/ 715198 h 715198"/>
                <a:gd name="connsiteX4" fmla="*/ 1156661 w 2314305"/>
                <a:gd name="connsiteY4" fmla="*/ 480122 h 715198"/>
                <a:gd name="connsiteX5" fmla="*/ 172995 w 2314305"/>
                <a:gd name="connsiteY5" fmla="*/ 684541 h 715198"/>
                <a:gd name="connsiteX6" fmla="*/ 0 w 2314305"/>
                <a:gd name="connsiteY6" fmla="*/ 231550 h 715198"/>
                <a:gd name="connsiteX0" fmla="*/ 0 w 2314305"/>
                <a:gd name="connsiteY0" fmla="*/ 233092 h 716740"/>
                <a:gd name="connsiteX1" fmla="*/ 1166388 w 2314305"/>
                <a:gd name="connsiteY1" fmla="*/ 1593 h 716740"/>
                <a:gd name="connsiteX2" fmla="*/ 2314305 w 2314305"/>
                <a:gd name="connsiteY2" fmla="*/ 251124 h 716740"/>
                <a:gd name="connsiteX3" fmla="*/ 2123986 w 2314305"/>
                <a:gd name="connsiteY3" fmla="*/ 716740 h 716740"/>
                <a:gd name="connsiteX4" fmla="*/ 1156661 w 2314305"/>
                <a:gd name="connsiteY4" fmla="*/ 481664 h 716740"/>
                <a:gd name="connsiteX5" fmla="*/ 172995 w 2314305"/>
                <a:gd name="connsiteY5" fmla="*/ 686083 h 716740"/>
                <a:gd name="connsiteX6" fmla="*/ 0 w 2314305"/>
                <a:gd name="connsiteY6" fmla="*/ 233092 h 716740"/>
                <a:gd name="connsiteX0" fmla="*/ 0 w 2314305"/>
                <a:gd name="connsiteY0" fmla="*/ 231523 h 715171"/>
                <a:gd name="connsiteX1" fmla="*/ 1166388 w 2314305"/>
                <a:gd name="connsiteY1" fmla="*/ 24 h 715171"/>
                <a:gd name="connsiteX2" fmla="*/ 2314305 w 2314305"/>
                <a:gd name="connsiteY2" fmla="*/ 249555 h 715171"/>
                <a:gd name="connsiteX3" fmla="*/ 2123986 w 2314305"/>
                <a:gd name="connsiteY3" fmla="*/ 715171 h 715171"/>
                <a:gd name="connsiteX4" fmla="*/ 1156661 w 2314305"/>
                <a:gd name="connsiteY4" fmla="*/ 480095 h 715171"/>
                <a:gd name="connsiteX5" fmla="*/ 172995 w 2314305"/>
                <a:gd name="connsiteY5" fmla="*/ 684514 h 715171"/>
                <a:gd name="connsiteX6" fmla="*/ 0 w 2314305"/>
                <a:gd name="connsiteY6" fmla="*/ 231523 h 715171"/>
                <a:gd name="connsiteX0" fmla="*/ 0 w 2314305"/>
                <a:gd name="connsiteY0" fmla="*/ 231550 h 715198"/>
                <a:gd name="connsiteX1" fmla="*/ 1166388 w 2314305"/>
                <a:gd name="connsiteY1" fmla="*/ 51 h 715198"/>
                <a:gd name="connsiteX2" fmla="*/ 2314305 w 2314305"/>
                <a:gd name="connsiteY2" fmla="*/ 249582 h 715198"/>
                <a:gd name="connsiteX3" fmla="*/ 2123986 w 2314305"/>
                <a:gd name="connsiteY3" fmla="*/ 715198 h 715198"/>
                <a:gd name="connsiteX4" fmla="*/ 1156661 w 2314305"/>
                <a:gd name="connsiteY4" fmla="*/ 480122 h 715198"/>
                <a:gd name="connsiteX5" fmla="*/ 172995 w 2314305"/>
                <a:gd name="connsiteY5" fmla="*/ 684541 h 715198"/>
                <a:gd name="connsiteX6" fmla="*/ 0 w 2314305"/>
                <a:gd name="connsiteY6" fmla="*/ 231550 h 715198"/>
                <a:gd name="connsiteX0" fmla="*/ 0 w 2314305"/>
                <a:gd name="connsiteY0" fmla="*/ 232088 h 715736"/>
                <a:gd name="connsiteX1" fmla="*/ 1166388 w 2314305"/>
                <a:gd name="connsiteY1" fmla="*/ 589 h 715736"/>
                <a:gd name="connsiteX2" fmla="*/ 2314305 w 2314305"/>
                <a:gd name="connsiteY2" fmla="*/ 250120 h 715736"/>
                <a:gd name="connsiteX3" fmla="*/ 2123986 w 2314305"/>
                <a:gd name="connsiteY3" fmla="*/ 715736 h 715736"/>
                <a:gd name="connsiteX4" fmla="*/ 1156661 w 2314305"/>
                <a:gd name="connsiteY4" fmla="*/ 480660 h 715736"/>
                <a:gd name="connsiteX5" fmla="*/ 172995 w 2314305"/>
                <a:gd name="connsiteY5" fmla="*/ 685079 h 715736"/>
                <a:gd name="connsiteX6" fmla="*/ 0 w 2314305"/>
                <a:gd name="connsiteY6" fmla="*/ 232088 h 715736"/>
                <a:gd name="connsiteX0" fmla="*/ 0 w 2314305"/>
                <a:gd name="connsiteY0" fmla="*/ 232088 h 715736"/>
                <a:gd name="connsiteX1" fmla="*/ 1166388 w 2314305"/>
                <a:gd name="connsiteY1" fmla="*/ 589 h 715736"/>
                <a:gd name="connsiteX2" fmla="*/ 2314305 w 2314305"/>
                <a:gd name="connsiteY2" fmla="*/ 250120 h 715736"/>
                <a:gd name="connsiteX3" fmla="*/ 2123986 w 2314305"/>
                <a:gd name="connsiteY3" fmla="*/ 715736 h 715736"/>
                <a:gd name="connsiteX4" fmla="*/ 1156661 w 2314305"/>
                <a:gd name="connsiteY4" fmla="*/ 480660 h 715736"/>
                <a:gd name="connsiteX5" fmla="*/ 172995 w 2314305"/>
                <a:gd name="connsiteY5" fmla="*/ 685079 h 715736"/>
                <a:gd name="connsiteX6" fmla="*/ 0 w 2314305"/>
                <a:gd name="connsiteY6" fmla="*/ 232088 h 715736"/>
                <a:gd name="connsiteX0" fmla="*/ 0 w 2314305"/>
                <a:gd name="connsiteY0" fmla="*/ 232088 h 715736"/>
                <a:gd name="connsiteX1" fmla="*/ 1166388 w 2314305"/>
                <a:gd name="connsiteY1" fmla="*/ 589 h 715736"/>
                <a:gd name="connsiteX2" fmla="*/ 2314305 w 2314305"/>
                <a:gd name="connsiteY2" fmla="*/ 250120 h 715736"/>
                <a:gd name="connsiteX3" fmla="*/ 2123986 w 2314305"/>
                <a:gd name="connsiteY3" fmla="*/ 715736 h 715736"/>
                <a:gd name="connsiteX4" fmla="*/ 1156661 w 2314305"/>
                <a:gd name="connsiteY4" fmla="*/ 480660 h 715736"/>
                <a:gd name="connsiteX5" fmla="*/ 172995 w 2314305"/>
                <a:gd name="connsiteY5" fmla="*/ 685079 h 715736"/>
                <a:gd name="connsiteX6" fmla="*/ 0 w 2314305"/>
                <a:gd name="connsiteY6" fmla="*/ 232088 h 715736"/>
                <a:gd name="connsiteX0" fmla="*/ 0 w 2314305"/>
                <a:gd name="connsiteY0" fmla="*/ 232060 h 715708"/>
                <a:gd name="connsiteX1" fmla="*/ 1166388 w 2314305"/>
                <a:gd name="connsiteY1" fmla="*/ 561 h 715708"/>
                <a:gd name="connsiteX2" fmla="*/ 2314305 w 2314305"/>
                <a:gd name="connsiteY2" fmla="*/ 250092 h 715708"/>
                <a:gd name="connsiteX3" fmla="*/ 2123986 w 2314305"/>
                <a:gd name="connsiteY3" fmla="*/ 715708 h 715708"/>
                <a:gd name="connsiteX4" fmla="*/ 1156661 w 2314305"/>
                <a:gd name="connsiteY4" fmla="*/ 480632 h 715708"/>
                <a:gd name="connsiteX5" fmla="*/ 172995 w 2314305"/>
                <a:gd name="connsiteY5" fmla="*/ 685051 h 715708"/>
                <a:gd name="connsiteX6" fmla="*/ 0 w 2314305"/>
                <a:gd name="connsiteY6" fmla="*/ 232060 h 7157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314305" h="715708">
                  <a:moveTo>
                    <a:pt x="0" y="232060"/>
                  </a:moveTo>
                  <a:cubicBezTo>
                    <a:pt x="116349" y="135016"/>
                    <a:pt x="772966" y="-10150"/>
                    <a:pt x="1166388" y="561"/>
                  </a:cubicBezTo>
                  <a:cubicBezTo>
                    <a:pt x="1559810" y="11272"/>
                    <a:pt x="1962415" y="54514"/>
                    <a:pt x="2314305" y="250092"/>
                  </a:cubicBezTo>
                  <a:cubicBezTo>
                    <a:pt x="2236857" y="411910"/>
                    <a:pt x="2305049" y="284904"/>
                    <a:pt x="2123986" y="715708"/>
                  </a:cubicBezTo>
                  <a:cubicBezTo>
                    <a:pt x="2077752" y="646036"/>
                    <a:pt x="1616289" y="480632"/>
                    <a:pt x="1156661" y="480632"/>
                  </a:cubicBezTo>
                  <a:cubicBezTo>
                    <a:pt x="697033" y="480632"/>
                    <a:pt x="257593" y="589531"/>
                    <a:pt x="172995" y="685051"/>
                  </a:cubicBezTo>
                  <a:lnTo>
                    <a:pt x="0" y="232060"/>
                  </a:lnTo>
                  <a:close/>
                </a:path>
              </a:pathLst>
            </a:custGeom>
            <a:solidFill>
              <a:srgbClr val="33CCCC"/>
            </a:solidFill>
            <a:ln>
              <a:solidFill>
                <a:srgbClr val="33CCC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8" name="Block Arc 1">
              <a:extLst>
                <a:ext uri="{FF2B5EF4-FFF2-40B4-BE49-F238E27FC236}">
                  <a16:creationId xmlns:a16="http://schemas.microsoft.com/office/drawing/2014/main" id="{AA32AB03-ABD1-EA41-ACC2-05087F227CCA}"/>
                </a:ext>
              </a:extLst>
            </p:cNvPr>
            <p:cNvSpPr/>
            <p:nvPr/>
          </p:nvSpPr>
          <p:spPr>
            <a:xfrm rot="15530126">
              <a:off x="4891919" y="3623815"/>
              <a:ext cx="2314305" cy="715708"/>
            </a:xfrm>
            <a:custGeom>
              <a:avLst/>
              <a:gdLst>
                <a:gd name="connsiteX0" fmla="*/ 0 w 2391141"/>
                <a:gd name="connsiteY0" fmla="*/ 726679 h 1453358"/>
                <a:gd name="connsiteX1" fmla="*/ 1195571 w 2391141"/>
                <a:gd name="connsiteY1" fmla="*/ 0 h 1453358"/>
                <a:gd name="connsiteX2" fmla="*/ 2391142 w 2391141"/>
                <a:gd name="connsiteY2" fmla="*/ 726679 h 1453358"/>
                <a:gd name="connsiteX3" fmla="*/ 2027802 w 2391141"/>
                <a:gd name="connsiteY3" fmla="*/ 726679 h 1453358"/>
                <a:gd name="connsiteX4" fmla="*/ 1195571 w 2391141"/>
                <a:gd name="connsiteY4" fmla="*/ 363339 h 1453358"/>
                <a:gd name="connsiteX5" fmla="*/ 363340 w 2391141"/>
                <a:gd name="connsiteY5" fmla="*/ 726679 h 1453358"/>
                <a:gd name="connsiteX6" fmla="*/ 0 w 2391141"/>
                <a:gd name="connsiteY6" fmla="*/ 726679 h 1453358"/>
                <a:gd name="connsiteX0" fmla="*/ 0 w 2614878"/>
                <a:gd name="connsiteY0" fmla="*/ 727830 h 727830"/>
                <a:gd name="connsiteX1" fmla="*/ 1195571 w 2614878"/>
                <a:gd name="connsiteY1" fmla="*/ 1151 h 727830"/>
                <a:gd name="connsiteX2" fmla="*/ 2614878 w 2614878"/>
                <a:gd name="connsiteY2" fmla="*/ 611098 h 727830"/>
                <a:gd name="connsiteX3" fmla="*/ 2027802 w 2614878"/>
                <a:gd name="connsiteY3" fmla="*/ 727830 h 727830"/>
                <a:gd name="connsiteX4" fmla="*/ 1195571 w 2614878"/>
                <a:gd name="connsiteY4" fmla="*/ 364490 h 727830"/>
                <a:gd name="connsiteX5" fmla="*/ 363340 w 2614878"/>
                <a:gd name="connsiteY5" fmla="*/ 727830 h 727830"/>
                <a:gd name="connsiteX6" fmla="*/ 0 w 2614878"/>
                <a:gd name="connsiteY6" fmla="*/ 727830 h 727830"/>
                <a:gd name="connsiteX0" fmla="*/ 0 w 2614878"/>
                <a:gd name="connsiteY0" fmla="*/ 727830 h 727830"/>
                <a:gd name="connsiteX1" fmla="*/ 1195571 w 2614878"/>
                <a:gd name="connsiteY1" fmla="*/ 1151 h 727830"/>
                <a:gd name="connsiteX2" fmla="*/ 2614878 w 2614878"/>
                <a:gd name="connsiteY2" fmla="*/ 611098 h 727830"/>
                <a:gd name="connsiteX3" fmla="*/ 2251538 w 2614878"/>
                <a:gd name="connsiteY3" fmla="*/ 669464 h 727830"/>
                <a:gd name="connsiteX4" fmla="*/ 1195571 w 2614878"/>
                <a:gd name="connsiteY4" fmla="*/ 364490 h 727830"/>
                <a:gd name="connsiteX5" fmla="*/ 363340 w 2614878"/>
                <a:gd name="connsiteY5" fmla="*/ 727830 h 727830"/>
                <a:gd name="connsiteX6" fmla="*/ 0 w 2614878"/>
                <a:gd name="connsiteY6" fmla="*/ 727830 h 727830"/>
                <a:gd name="connsiteX0" fmla="*/ 0 w 2780249"/>
                <a:gd name="connsiteY0" fmla="*/ 590533 h 726720"/>
                <a:gd name="connsiteX1" fmla="*/ 1360942 w 2780249"/>
                <a:gd name="connsiteY1" fmla="*/ 41 h 726720"/>
                <a:gd name="connsiteX2" fmla="*/ 2780249 w 2780249"/>
                <a:gd name="connsiteY2" fmla="*/ 609988 h 726720"/>
                <a:gd name="connsiteX3" fmla="*/ 2416909 w 2780249"/>
                <a:gd name="connsiteY3" fmla="*/ 668354 h 726720"/>
                <a:gd name="connsiteX4" fmla="*/ 1360942 w 2780249"/>
                <a:gd name="connsiteY4" fmla="*/ 363380 h 726720"/>
                <a:gd name="connsiteX5" fmla="*/ 528711 w 2780249"/>
                <a:gd name="connsiteY5" fmla="*/ 726720 h 726720"/>
                <a:gd name="connsiteX6" fmla="*/ 0 w 2780249"/>
                <a:gd name="connsiteY6" fmla="*/ 590533 h 726720"/>
                <a:gd name="connsiteX0" fmla="*/ 0 w 2780249"/>
                <a:gd name="connsiteY0" fmla="*/ 590533 h 668354"/>
                <a:gd name="connsiteX1" fmla="*/ 1360942 w 2780249"/>
                <a:gd name="connsiteY1" fmla="*/ 41 h 668354"/>
                <a:gd name="connsiteX2" fmla="*/ 2780249 w 2780249"/>
                <a:gd name="connsiteY2" fmla="*/ 609988 h 668354"/>
                <a:gd name="connsiteX3" fmla="*/ 2416909 w 2780249"/>
                <a:gd name="connsiteY3" fmla="*/ 668354 h 668354"/>
                <a:gd name="connsiteX4" fmla="*/ 1360942 w 2780249"/>
                <a:gd name="connsiteY4" fmla="*/ 363380 h 668354"/>
                <a:gd name="connsiteX5" fmla="*/ 275792 w 2780249"/>
                <a:gd name="connsiteY5" fmla="*/ 639171 h 668354"/>
                <a:gd name="connsiteX6" fmla="*/ 0 w 2780249"/>
                <a:gd name="connsiteY6" fmla="*/ 590533 h 668354"/>
                <a:gd name="connsiteX0" fmla="*/ 0 w 2780249"/>
                <a:gd name="connsiteY0" fmla="*/ 590533 h 668354"/>
                <a:gd name="connsiteX1" fmla="*/ 1360942 w 2780249"/>
                <a:gd name="connsiteY1" fmla="*/ 41 h 668354"/>
                <a:gd name="connsiteX2" fmla="*/ 2780249 w 2780249"/>
                <a:gd name="connsiteY2" fmla="*/ 609988 h 668354"/>
                <a:gd name="connsiteX3" fmla="*/ 2416909 w 2780249"/>
                <a:gd name="connsiteY3" fmla="*/ 668354 h 668354"/>
                <a:gd name="connsiteX4" fmla="*/ 1351215 w 2780249"/>
                <a:gd name="connsiteY4" fmla="*/ 480112 h 668354"/>
                <a:gd name="connsiteX5" fmla="*/ 275792 w 2780249"/>
                <a:gd name="connsiteY5" fmla="*/ 639171 h 668354"/>
                <a:gd name="connsiteX6" fmla="*/ 0 w 2780249"/>
                <a:gd name="connsiteY6" fmla="*/ 590533 h 668354"/>
                <a:gd name="connsiteX0" fmla="*/ 0 w 2780249"/>
                <a:gd name="connsiteY0" fmla="*/ 590533 h 775358"/>
                <a:gd name="connsiteX1" fmla="*/ 1360942 w 2780249"/>
                <a:gd name="connsiteY1" fmla="*/ 41 h 775358"/>
                <a:gd name="connsiteX2" fmla="*/ 2780249 w 2780249"/>
                <a:gd name="connsiteY2" fmla="*/ 609988 h 775358"/>
                <a:gd name="connsiteX3" fmla="*/ 2329360 w 2780249"/>
                <a:gd name="connsiteY3" fmla="*/ 775358 h 775358"/>
                <a:gd name="connsiteX4" fmla="*/ 1351215 w 2780249"/>
                <a:gd name="connsiteY4" fmla="*/ 480112 h 775358"/>
                <a:gd name="connsiteX5" fmla="*/ 275792 w 2780249"/>
                <a:gd name="connsiteY5" fmla="*/ 639171 h 775358"/>
                <a:gd name="connsiteX6" fmla="*/ 0 w 2780249"/>
                <a:gd name="connsiteY6" fmla="*/ 590533 h 775358"/>
                <a:gd name="connsiteX0" fmla="*/ 0 w 2673245"/>
                <a:gd name="connsiteY0" fmla="*/ 600391 h 785216"/>
                <a:gd name="connsiteX1" fmla="*/ 1360942 w 2673245"/>
                <a:gd name="connsiteY1" fmla="*/ 9899 h 785216"/>
                <a:gd name="connsiteX2" fmla="*/ 2673245 w 2673245"/>
                <a:gd name="connsiteY2" fmla="*/ 405837 h 785216"/>
                <a:gd name="connsiteX3" fmla="*/ 2329360 w 2673245"/>
                <a:gd name="connsiteY3" fmla="*/ 785216 h 785216"/>
                <a:gd name="connsiteX4" fmla="*/ 1351215 w 2673245"/>
                <a:gd name="connsiteY4" fmla="*/ 489970 h 785216"/>
                <a:gd name="connsiteX5" fmla="*/ 275792 w 2673245"/>
                <a:gd name="connsiteY5" fmla="*/ 649029 h 785216"/>
                <a:gd name="connsiteX6" fmla="*/ 0 w 2673245"/>
                <a:gd name="connsiteY6" fmla="*/ 600391 h 785216"/>
                <a:gd name="connsiteX0" fmla="*/ 0 w 2673245"/>
                <a:gd name="connsiteY0" fmla="*/ 593348 h 778173"/>
                <a:gd name="connsiteX1" fmla="*/ 1360942 w 2673245"/>
                <a:gd name="connsiteY1" fmla="*/ 2856 h 778173"/>
                <a:gd name="connsiteX2" fmla="*/ 2673245 w 2673245"/>
                <a:gd name="connsiteY2" fmla="*/ 398794 h 778173"/>
                <a:gd name="connsiteX3" fmla="*/ 2329360 w 2673245"/>
                <a:gd name="connsiteY3" fmla="*/ 778173 h 778173"/>
                <a:gd name="connsiteX4" fmla="*/ 1351215 w 2673245"/>
                <a:gd name="connsiteY4" fmla="*/ 482927 h 778173"/>
                <a:gd name="connsiteX5" fmla="*/ 275792 w 2673245"/>
                <a:gd name="connsiteY5" fmla="*/ 641986 h 778173"/>
                <a:gd name="connsiteX6" fmla="*/ 0 w 2673245"/>
                <a:gd name="connsiteY6" fmla="*/ 593348 h 778173"/>
                <a:gd name="connsiteX0" fmla="*/ 0 w 2478691"/>
                <a:gd name="connsiteY0" fmla="*/ 293714 h 809279"/>
                <a:gd name="connsiteX1" fmla="*/ 1166388 w 2478691"/>
                <a:gd name="connsiteY1" fmla="*/ 33962 h 809279"/>
                <a:gd name="connsiteX2" fmla="*/ 2478691 w 2478691"/>
                <a:gd name="connsiteY2" fmla="*/ 429900 h 809279"/>
                <a:gd name="connsiteX3" fmla="*/ 2134806 w 2478691"/>
                <a:gd name="connsiteY3" fmla="*/ 809279 h 809279"/>
                <a:gd name="connsiteX4" fmla="*/ 1156661 w 2478691"/>
                <a:gd name="connsiteY4" fmla="*/ 514033 h 809279"/>
                <a:gd name="connsiteX5" fmla="*/ 81238 w 2478691"/>
                <a:gd name="connsiteY5" fmla="*/ 673092 h 809279"/>
                <a:gd name="connsiteX6" fmla="*/ 0 w 2478691"/>
                <a:gd name="connsiteY6" fmla="*/ 293714 h 809279"/>
                <a:gd name="connsiteX0" fmla="*/ 0 w 2478691"/>
                <a:gd name="connsiteY0" fmla="*/ 262275 h 777840"/>
                <a:gd name="connsiteX1" fmla="*/ 1166388 w 2478691"/>
                <a:gd name="connsiteY1" fmla="*/ 2523 h 777840"/>
                <a:gd name="connsiteX2" fmla="*/ 2478691 w 2478691"/>
                <a:gd name="connsiteY2" fmla="*/ 398461 h 777840"/>
                <a:gd name="connsiteX3" fmla="*/ 2134806 w 2478691"/>
                <a:gd name="connsiteY3" fmla="*/ 777840 h 777840"/>
                <a:gd name="connsiteX4" fmla="*/ 1156661 w 2478691"/>
                <a:gd name="connsiteY4" fmla="*/ 482594 h 777840"/>
                <a:gd name="connsiteX5" fmla="*/ 81238 w 2478691"/>
                <a:gd name="connsiteY5" fmla="*/ 641653 h 777840"/>
                <a:gd name="connsiteX6" fmla="*/ 0 w 2478691"/>
                <a:gd name="connsiteY6" fmla="*/ 262275 h 777840"/>
                <a:gd name="connsiteX0" fmla="*/ 0 w 2478691"/>
                <a:gd name="connsiteY0" fmla="*/ 262275 h 777841"/>
                <a:gd name="connsiteX1" fmla="*/ 1166388 w 2478691"/>
                <a:gd name="connsiteY1" fmla="*/ 2523 h 777841"/>
                <a:gd name="connsiteX2" fmla="*/ 2478691 w 2478691"/>
                <a:gd name="connsiteY2" fmla="*/ 398461 h 777841"/>
                <a:gd name="connsiteX3" fmla="*/ 2134806 w 2478691"/>
                <a:gd name="connsiteY3" fmla="*/ 777840 h 777841"/>
                <a:gd name="connsiteX4" fmla="*/ 1156661 w 2478691"/>
                <a:gd name="connsiteY4" fmla="*/ 482594 h 777841"/>
                <a:gd name="connsiteX5" fmla="*/ 178515 w 2478691"/>
                <a:gd name="connsiteY5" fmla="*/ 777841 h 777841"/>
                <a:gd name="connsiteX6" fmla="*/ 0 w 2478691"/>
                <a:gd name="connsiteY6" fmla="*/ 262275 h 777841"/>
                <a:gd name="connsiteX0" fmla="*/ 0 w 2478691"/>
                <a:gd name="connsiteY0" fmla="*/ 262275 h 777840"/>
                <a:gd name="connsiteX1" fmla="*/ 1166388 w 2478691"/>
                <a:gd name="connsiteY1" fmla="*/ 2523 h 777840"/>
                <a:gd name="connsiteX2" fmla="*/ 2478691 w 2478691"/>
                <a:gd name="connsiteY2" fmla="*/ 398461 h 777840"/>
                <a:gd name="connsiteX3" fmla="*/ 2134806 w 2478691"/>
                <a:gd name="connsiteY3" fmla="*/ 777840 h 777840"/>
                <a:gd name="connsiteX4" fmla="*/ 1156661 w 2478691"/>
                <a:gd name="connsiteY4" fmla="*/ 482594 h 777840"/>
                <a:gd name="connsiteX5" fmla="*/ 139604 w 2478691"/>
                <a:gd name="connsiteY5" fmla="*/ 748658 h 777840"/>
                <a:gd name="connsiteX6" fmla="*/ 0 w 2478691"/>
                <a:gd name="connsiteY6" fmla="*/ 262275 h 777840"/>
                <a:gd name="connsiteX0" fmla="*/ 0 w 2478691"/>
                <a:gd name="connsiteY0" fmla="*/ 262275 h 777840"/>
                <a:gd name="connsiteX1" fmla="*/ 1166388 w 2478691"/>
                <a:gd name="connsiteY1" fmla="*/ 2523 h 777840"/>
                <a:gd name="connsiteX2" fmla="*/ 2478691 w 2478691"/>
                <a:gd name="connsiteY2" fmla="*/ 398461 h 777840"/>
                <a:gd name="connsiteX3" fmla="*/ 2134806 w 2478691"/>
                <a:gd name="connsiteY3" fmla="*/ 777840 h 777840"/>
                <a:gd name="connsiteX4" fmla="*/ 1156661 w 2478691"/>
                <a:gd name="connsiteY4" fmla="*/ 482594 h 777840"/>
                <a:gd name="connsiteX5" fmla="*/ 139604 w 2478691"/>
                <a:gd name="connsiteY5" fmla="*/ 748658 h 777840"/>
                <a:gd name="connsiteX6" fmla="*/ 0 w 2478691"/>
                <a:gd name="connsiteY6" fmla="*/ 262275 h 777840"/>
                <a:gd name="connsiteX0" fmla="*/ 0 w 2478691"/>
                <a:gd name="connsiteY0" fmla="*/ 262275 h 797295"/>
                <a:gd name="connsiteX1" fmla="*/ 1166388 w 2478691"/>
                <a:gd name="connsiteY1" fmla="*/ 2523 h 797295"/>
                <a:gd name="connsiteX2" fmla="*/ 2478691 w 2478691"/>
                <a:gd name="connsiteY2" fmla="*/ 398461 h 797295"/>
                <a:gd name="connsiteX3" fmla="*/ 2144534 w 2478691"/>
                <a:gd name="connsiteY3" fmla="*/ 797295 h 797295"/>
                <a:gd name="connsiteX4" fmla="*/ 1156661 w 2478691"/>
                <a:gd name="connsiteY4" fmla="*/ 482594 h 797295"/>
                <a:gd name="connsiteX5" fmla="*/ 139604 w 2478691"/>
                <a:gd name="connsiteY5" fmla="*/ 748658 h 797295"/>
                <a:gd name="connsiteX6" fmla="*/ 0 w 2478691"/>
                <a:gd name="connsiteY6" fmla="*/ 262275 h 797295"/>
                <a:gd name="connsiteX0" fmla="*/ 0 w 2478691"/>
                <a:gd name="connsiteY0" fmla="*/ 262275 h 797295"/>
                <a:gd name="connsiteX1" fmla="*/ 1166388 w 2478691"/>
                <a:gd name="connsiteY1" fmla="*/ 2523 h 797295"/>
                <a:gd name="connsiteX2" fmla="*/ 2478691 w 2478691"/>
                <a:gd name="connsiteY2" fmla="*/ 398461 h 797295"/>
                <a:gd name="connsiteX3" fmla="*/ 2144534 w 2478691"/>
                <a:gd name="connsiteY3" fmla="*/ 797295 h 797295"/>
                <a:gd name="connsiteX4" fmla="*/ 1156661 w 2478691"/>
                <a:gd name="connsiteY4" fmla="*/ 482594 h 797295"/>
                <a:gd name="connsiteX5" fmla="*/ 139604 w 2478691"/>
                <a:gd name="connsiteY5" fmla="*/ 748658 h 797295"/>
                <a:gd name="connsiteX6" fmla="*/ 0 w 2478691"/>
                <a:gd name="connsiteY6" fmla="*/ 262275 h 797295"/>
                <a:gd name="connsiteX0" fmla="*/ 0 w 2309168"/>
                <a:gd name="connsiteY0" fmla="*/ 259772 h 794792"/>
                <a:gd name="connsiteX1" fmla="*/ 1166388 w 2309168"/>
                <a:gd name="connsiteY1" fmla="*/ 20 h 794792"/>
                <a:gd name="connsiteX2" fmla="*/ 2309168 w 2309168"/>
                <a:gd name="connsiteY2" fmla="*/ 270099 h 794792"/>
                <a:gd name="connsiteX3" fmla="*/ 2144534 w 2309168"/>
                <a:gd name="connsiteY3" fmla="*/ 794792 h 794792"/>
                <a:gd name="connsiteX4" fmla="*/ 1156661 w 2309168"/>
                <a:gd name="connsiteY4" fmla="*/ 480091 h 794792"/>
                <a:gd name="connsiteX5" fmla="*/ 139604 w 2309168"/>
                <a:gd name="connsiteY5" fmla="*/ 746155 h 794792"/>
                <a:gd name="connsiteX6" fmla="*/ 0 w 2309168"/>
                <a:gd name="connsiteY6" fmla="*/ 259772 h 794792"/>
                <a:gd name="connsiteX0" fmla="*/ 0 w 2309168"/>
                <a:gd name="connsiteY0" fmla="*/ 259772 h 794792"/>
                <a:gd name="connsiteX1" fmla="*/ 1166388 w 2309168"/>
                <a:gd name="connsiteY1" fmla="*/ 20 h 794792"/>
                <a:gd name="connsiteX2" fmla="*/ 2309168 w 2309168"/>
                <a:gd name="connsiteY2" fmla="*/ 270099 h 794792"/>
                <a:gd name="connsiteX3" fmla="*/ 2144534 w 2309168"/>
                <a:gd name="connsiteY3" fmla="*/ 794792 h 794792"/>
                <a:gd name="connsiteX4" fmla="*/ 1156661 w 2309168"/>
                <a:gd name="connsiteY4" fmla="*/ 480091 h 794792"/>
                <a:gd name="connsiteX5" fmla="*/ 139604 w 2309168"/>
                <a:gd name="connsiteY5" fmla="*/ 746155 h 794792"/>
                <a:gd name="connsiteX6" fmla="*/ 0 w 2309168"/>
                <a:gd name="connsiteY6" fmla="*/ 259772 h 794792"/>
                <a:gd name="connsiteX0" fmla="*/ 0 w 2309168"/>
                <a:gd name="connsiteY0" fmla="*/ 259772 h 746155"/>
                <a:gd name="connsiteX1" fmla="*/ 1166388 w 2309168"/>
                <a:gd name="connsiteY1" fmla="*/ 20 h 746155"/>
                <a:gd name="connsiteX2" fmla="*/ 2309168 w 2309168"/>
                <a:gd name="connsiteY2" fmla="*/ 270099 h 746155"/>
                <a:gd name="connsiteX3" fmla="*/ 2121417 w 2309168"/>
                <a:gd name="connsiteY3" fmla="*/ 707462 h 746155"/>
                <a:gd name="connsiteX4" fmla="*/ 1156661 w 2309168"/>
                <a:gd name="connsiteY4" fmla="*/ 480091 h 746155"/>
                <a:gd name="connsiteX5" fmla="*/ 139604 w 2309168"/>
                <a:gd name="connsiteY5" fmla="*/ 746155 h 746155"/>
                <a:gd name="connsiteX6" fmla="*/ 0 w 2309168"/>
                <a:gd name="connsiteY6" fmla="*/ 259772 h 746155"/>
                <a:gd name="connsiteX0" fmla="*/ 0 w 2309168"/>
                <a:gd name="connsiteY0" fmla="*/ 259772 h 746155"/>
                <a:gd name="connsiteX1" fmla="*/ 1166388 w 2309168"/>
                <a:gd name="connsiteY1" fmla="*/ 20 h 746155"/>
                <a:gd name="connsiteX2" fmla="*/ 2309168 w 2309168"/>
                <a:gd name="connsiteY2" fmla="*/ 270099 h 746155"/>
                <a:gd name="connsiteX3" fmla="*/ 2121417 w 2309168"/>
                <a:gd name="connsiteY3" fmla="*/ 707462 h 746155"/>
                <a:gd name="connsiteX4" fmla="*/ 1156661 w 2309168"/>
                <a:gd name="connsiteY4" fmla="*/ 480091 h 746155"/>
                <a:gd name="connsiteX5" fmla="*/ 139604 w 2309168"/>
                <a:gd name="connsiteY5" fmla="*/ 746155 h 746155"/>
                <a:gd name="connsiteX6" fmla="*/ 0 w 2309168"/>
                <a:gd name="connsiteY6" fmla="*/ 259772 h 746155"/>
                <a:gd name="connsiteX0" fmla="*/ 0 w 2309168"/>
                <a:gd name="connsiteY0" fmla="*/ 226793 h 746567"/>
                <a:gd name="connsiteX1" fmla="*/ 1166388 w 2309168"/>
                <a:gd name="connsiteY1" fmla="*/ 432 h 746567"/>
                <a:gd name="connsiteX2" fmla="*/ 2309168 w 2309168"/>
                <a:gd name="connsiteY2" fmla="*/ 270511 h 746567"/>
                <a:gd name="connsiteX3" fmla="*/ 2121417 w 2309168"/>
                <a:gd name="connsiteY3" fmla="*/ 707874 h 746567"/>
                <a:gd name="connsiteX4" fmla="*/ 1156661 w 2309168"/>
                <a:gd name="connsiteY4" fmla="*/ 480503 h 746567"/>
                <a:gd name="connsiteX5" fmla="*/ 139604 w 2309168"/>
                <a:gd name="connsiteY5" fmla="*/ 746567 h 746567"/>
                <a:gd name="connsiteX6" fmla="*/ 0 w 2309168"/>
                <a:gd name="connsiteY6" fmla="*/ 226793 h 746567"/>
                <a:gd name="connsiteX0" fmla="*/ 0 w 2309168"/>
                <a:gd name="connsiteY0" fmla="*/ 226663 h 746437"/>
                <a:gd name="connsiteX1" fmla="*/ 1166388 w 2309168"/>
                <a:gd name="connsiteY1" fmla="*/ 302 h 746437"/>
                <a:gd name="connsiteX2" fmla="*/ 2309168 w 2309168"/>
                <a:gd name="connsiteY2" fmla="*/ 270381 h 746437"/>
                <a:gd name="connsiteX3" fmla="*/ 2121417 w 2309168"/>
                <a:gd name="connsiteY3" fmla="*/ 707744 h 746437"/>
                <a:gd name="connsiteX4" fmla="*/ 1156661 w 2309168"/>
                <a:gd name="connsiteY4" fmla="*/ 480373 h 746437"/>
                <a:gd name="connsiteX5" fmla="*/ 139604 w 2309168"/>
                <a:gd name="connsiteY5" fmla="*/ 746437 h 746437"/>
                <a:gd name="connsiteX6" fmla="*/ 0 w 2309168"/>
                <a:gd name="connsiteY6" fmla="*/ 226663 h 746437"/>
                <a:gd name="connsiteX0" fmla="*/ 0 w 2309168"/>
                <a:gd name="connsiteY0" fmla="*/ 226614 h 746388"/>
                <a:gd name="connsiteX1" fmla="*/ 1166388 w 2309168"/>
                <a:gd name="connsiteY1" fmla="*/ 253 h 746388"/>
                <a:gd name="connsiteX2" fmla="*/ 2309168 w 2309168"/>
                <a:gd name="connsiteY2" fmla="*/ 270332 h 746388"/>
                <a:gd name="connsiteX3" fmla="*/ 2121417 w 2309168"/>
                <a:gd name="connsiteY3" fmla="*/ 707695 h 746388"/>
                <a:gd name="connsiteX4" fmla="*/ 1156661 w 2309168"/>
                <a:gd name="connsiteY4" fmla="*/ 480324 h 746388"/>
                <a:gd name="connsiteX5" fmla="*/ 139604 w 2309168"/>
                <a:gd name="connsiteY5" fmla="*/ 746388 h 746388"/>
                <a:gd name="connsiteX6" fmla="*/ 0 w 2309168"/>
                <a:gd name="connsiteY6" fmla="*/ 226614 h 746388"/>
                <a:gd name="connsiteX0" fmla="*/ 0 w 2309168"/>
                <a:gd name="connsiteY0" fmla="*/ 231692 h 746328"/>
                <a:gd name="connsiteX1" fmla="*/ 1166388 w 2309168"/>
                <a:gd name="connsiteY1" fmla="*/ 193 h 746328"/>
                <a:gd name="connsiteX2" fmla="*/ 2309168 w 2309168"/>
                <a:gd name="connsiteY2" fmla="*/ 270272 h 746328"/>
                <a:gd name="connsiteX3" fmla="*/ 2121417 w 2309168"/>
                <a:gd name="connsiteY3" fmla="*/ 707635 h 746328"/>
                <a:gd name="connsiteX4" fmla="*/ 1156661 w 2309168"/>
                <a:gd name="connsiteY4" fmla="*/ 480264 h 746328"/>
                <a:gd name="connsiteX5" fmla="*/ 139604 w 2309168"/>
                <a:gd name="connsiteY5" fmla="*/ 746328 h 746328"/>
                <a:gd name="connsiteX6" fmla="*/ 0 w 2309168"/>
                <a:gd name="connsiteY6" fmla="*/ 231692 h 746328"/>
                <a:gd name="connsiteX0" fmla="*/ 0 w 2309168"/>
                <a:gd name="connsiteY0" fmla="*/ 231692 h 707635"/>
                <a:gd name="connsiteX1" fmla="*/ 1166388 w 2309168"/>
                <a:gd name="connsiteY1" fmla="*/ 193 h 707635"/>
                <a:gd name="connsiteX2" fmla="*/ 2309168 w 2309168"/>
                <a:gd name="connsiteY2" fmla="*/ 270272 h 707635"/>
                <a:gd name="connsiteX3" fmla="*/ 2121417 w 2309168"/>
                <a:gd name="connsiteY3" fmla="*/ 707635 h 707635"/>
                <a:gd name="connsiteX4" fmla="*/ 1156661 w 2309168"/>
                <a:gd name="connsiteY4" fmla="*/ 480264 h 707635"/>
                <a:gd name="connsiteX5" fmla="*/ 172995 w 2309168"/>
                <a:gd name="connsiteY5" fmla="*/ 684683 h 707635"/>
                <a:gd name="connsiteX6" fmla="*/ 0 w 2309168"/>
                <a:gd name="connsiteY6" fmla="*/ 231692 h 707635"/>
                <a:gd name="connsiteX0" fmla="*/ 0 w 2309168"/>
                <a:gd name="connsiteY0" fmla="*/ 231692 h 707635"/>
                <a:gd name="connsiteX1" fmla="*/ 1166388 w 2309168"/>
                <a:gd name="connsiteY1" fmla="*/ 193 h 707635"/>
                <a:gd name="connsiteX2" fmla="*/ 2309168 w 2309168"/>
                <a:gd name="connsiteY2" fmla="*/ 270272 h 707635"/>
                <a:gd name="connsiteX3" fmla="*/ 2121417 w 2309168"/>
                <a:gd name="connsiteY3" fmla="*/ 707635 h 707635"/>
                <a:gd name="connsiteX4" fmla="*/ 1156661 w 2309168"/>
                <a:gd name="connsiteY4" fmla="*/ 480264 h 707635"/>
                <a:gd name="connsiteX5" fmla="*/ 172995 w 2309168"/>
                <a:gd name="connsiteY5" fmla="*/ 684683 h 707635"/>
                <a:gd name="connsiteX6" fmla="*/ 0 w 2309168"/>
                <a:gd name="connsiteY6" fmla="*/ 231692 h 707635"/>
                <a:gd name="connsiteX0" fmla="*/ 0 w 2309168"/>
                <a:gd name="connsiteY0" fmla="*/ 231692 h 715340"/>
                <a:gd name="connsiteX1" fmla="*/ 1166388 w 2309168"/>
                <a:gd name="connsiteY1" fmla="*/ 193 h 715340"/>
                <a:gd name="connsiteX2" fmla="*/ 2309168 w 2309168"/>
                <a:gd name="connsiteY2" fmla="*/ 270272 h 715340"/>
                <a:gd name="connsiteX3" fmla="*/ 2123986 w 2309168"/>
                <a:gd name="connsiteY3" fmla="*/ 715340 h 715340"/>
                <a:gd name="connsiteX4" fmla="*/ 1156661 w 2309168"/>
                <a:gd name="connsiteY4" fmla="*/ 480264 h 715340"/>
                <a:gd name="connsiteX5" fmla="*/ 172995 w 2309168"/>
                <a:gd name="connsiteY5" fmla="*/ 684683 h 715340"/>
                <a:gd name="connsiteX6" fmla="*/ 0 w 2309168"/>
                <a:gd name="connsiteY6" fmla="*/ 231692 h 715340"/>
                <a:gd name="connsiteX0" fmla="*/ 0 w 2309168"/>
                <a:gd name="connsiteY0" fmla="*/ 231692 h 715340"/>
                <a:gd name="connsiteX1" fmla="*/ 1166388 w 2309168"/>
                <a:gd name="connsiteY1" fmla="*/ 193 h 715340"/>
                <a:gd name="connsiteX2" fmla="*/ 2309168 w 2309168"/>
                <a:gd name="connsiteY2" fmla="*/ 270272 h 715340"/>
                <a:gd name="connsiteX3" fmla="*/ 2123986 w 2309168"/>
                <a:gd name="connsiteY3" fmla="*/ 715340 h 715340"/>
                <a:gd name="connsiteX4" fmla="*/ 1156661 w 2309168"/>
                <a:gd name="connsiteY4" fmla="*/ 480264 h 715340"/>
                <a:gd name="connsiteX5" fmla="*/ 172995 w 2309168"/>
                <a:gd name="connsiteY5" fmla="*/ 684683 h 715340"/>
                <a:gd name="connsiteX6" fmla="*/ 0 w 2309168"/>
                <a:gd name="connsiteY6" fmla="*/ 231692 h 715340"/>
                <a:gd name="connsiteX0" fmla="*/ 0 w 2309168"/>
                <a:gd name="connsiteY0" fmla="*/ 231692 h 715340"/>
                <a:gd name="connsiteX1" fmla="*/ 1166388 w 2309168"/>
                <a:gd name="connsiteY1" fmla="*/ 193 h 715340"/>
                <a:gd name="connsiteX2" fmla="*/ 2309168 w 2309168"/>
                <a:gd name="connsiteY2" fmla="*/ 270272 h 715340"/>
                <a:gd name="connsiteX3" fmla="*/ 2123986 w 2309168"/>
                <a:gd name="connsiteY3" fmla="*/ 715340 h 715340"/>
                <a:gd name="connsiteX4" fmla="*/ 1156661 w 2309168"/>
                <a:gd name="connsiteY4" fmla="*/ 480264 h 715340"/>
                <a:gd name="connsiteX5" fmla="*/ 172995 w 2309168"/>
                <a:gd name="connsiteY5" fmla="*/ 684683 h 715340"/>
                <a:gd name="connsiteX6" fmla="*/ 0 w 2309168"/>
                <a:gd name="connsiteY6" fmla="*/ 231692 h 715340"/>
                <a:gd name="connsiteX0" fmla="*/ 0 w 2314305"/>
                <a:gd name="connsiteY0" fmla="*/ 231543 h 715191"/>
                <a:gd name="connsiteX1" fmla="*/ 1166388 w 2314305"/>
                <a:gd name="connsiteY1" fmla="*/ 44 h 715191"/>
                <a:gd name="connsiteX2" fmla="*/ 2314305 w 2314305"/>
                <a:gd name="connsiteY2" fmla="*/ 249575 h 715191"/>
                <a:gd name="connsiteX3" fmla="*/ 2123986 w 2314305"/>
                <a:gd name="connsiteY3" fmla="*/ 715191 h 715191"/>
                <a:gd name="connsiteX4" fmla="*/ 1156661 w 2314305"/>
                <a:gd name="connsiteY4" fmla="*/ 480115 h 715191"/>
                <a:gd name="connsiteX5" fmla="*/ 172995 w 2314305"/>
                <a:gd name="connsiteY5" fmla="*/ 684534 h 715191"/>
                <a:gd name="connsiteX6" fmla="*/ 0 w 2314305"/>
                <a:gd name="connsiteY6" fmla="*/ 231543 h 715191"/>
                <a:gd name="connsiteX0" fmla="*/ 0 w 2314305"/>
                <a:gd name="connsiteY0" fmla="*/ 231543 h 715191"/>
                <a:gd name="connsiteX1" fmla="*/ 1166388 w 2314305"/>
                <a:gd name="connsiteY1" fmla="*/ 44 h 715191"/>
                <a:gd name="connsiteX2" fmla="*/ 2314305 w 2314305"/>
                <a:gd name="connsiteY2" fmla="*/ 249575 h 715191"/>
                <a:gd name="connsiteX3" fmla="*/ 2123986 w 2314305"/>
                <a:gd name="connsiteY3" fmla="*/ 715191 h 715191"/>
                <a:gd name="connsiteX4" fmla="*/ 1156661 w 2314305"/>
                <a:gd name="connsiteY4" fmla="*/ 480115 h 715191"/>
                <a:gd name="connsiteX5" fmla="*/ 172995 w 2314305"/>
                <a:gd name="connsiteY5" fmla="*/ 684534 h 715191"/>
                <a:gd name="connsiteX6" fmla="*/ 0 w 2314305"/>
                <a:gd name="connsiteY6" fmla="*/ 231543 h 715191"/>
                <a:gd name="connsiteX0" fmla="*/ 0 w 2314305"/>
                <a:gd name="connsiteY0" fmla="*/ 231550 h 715198"/>
                <a:gd name="connsiteX1" fmla="*/ 1166388 w 2314305"/>
                <a:gd name="connsiteY1" fmla="*/ 51 h 715198"/>
                <a:gd name="connsiteX2" fmla="*/ 2314305 w 2314305"/>
                <a:gd name="connsiteY2" fmla="*/ 249582 h 715198"/>
                <a:gd name="connsiteX3" fmla="*/ 2123986 w 2314305"/>
                <a:gd name="connsiteY3" fmla="*/ 715198 h 715198"/>
                <a:gd name="connsiteX4" fmla="*/ 1156661 w 2314305"/>
                <a:gd name="connsiteY4" fmla="*/ 480122 h 715198"/>
                <a:gd name="connsiteX5" fmla="*/ 172995 w 2314305"/>
                <a:gd name="connsiteY5" fmla="*/ 684541 h 715198"/>
                <a:gd name="connsiteX6" fmla="*/ 0 w 2314305"/>
                <a:gd name="connsiteY6" fmla="*/ 231550 h 715198"/>
                <a:gd name="connsiteX0" fmla="*/ 0 w 2314305"/>
                <a:gd name="connsiteY0" fmla="*/ 233092 h 716740"/>
                <a:gd name="connsiteX1" fmla="*/ 1166388 w 2314305"/>
                <a:gd name="connsiteY1" fmla="*/ 1593 h 716740"/>
                <a:gd name="connsiteX2" fmla="*/ 2314305 w 2314305"/>
                <a:gd name="connsiteY2" fmla="*/ 251124 h 716740"/>
                <a:gd name="connsiteX3" fmla="*/ 2123986 w 2314305"/>
                <a:gd name="connsiteY3" fmla="*/ 716740 h 716740"/>
                <a:gd name="connsiteX4" fmla="*/ 1156661 w 2314305"/>
                <a:gd name="connsiteY4" fmla="*/ 481664 h 716740"/>
                <a:gd name="connsiteX5" fmla="*/ 172995 w 2314305"/>
                <a:gd name="connsiteY5" fmla="*/ 686083 h 716740"/>
                <a:gd name="connsiteX6" fmla="*/ 0 w 2314305"/>
                <a:gd name="connsiteY6" fmla="*/ 233092 h 716740"/>
                <a:gd name="connsiteX0" fmla="*/ 0 w 2314305"/>
                <a:gd name="connsiteY0" fmla="*/ 231523 h 715171"/>
                <a:gd name="connsiteX1" fmla="*/ 1166388 w 2314305"/>
                <a:gd name="connsiteY1" fmla="*/ 24 h 715171"/>
                <a:gd name="connsiteX2" fmla="*/ 2314305 w 2314305"/>
                <a:gd name="connsiteY2" fmla="*/ 249555 h 715171"/>
                <a:gd name="connsiteX3" fmla="*/ 2123986 w 2314305"/>
                <a:gd name="connsiteY3" fmla="*/ 715171 h 715171"/>
                <a:gd name="connsiteX4" fmla="*/ 1156661 w 2314305"/>
                <a:gd name="connsiteY4" fmla="*/ 480095 h 715171"/>
                <a:gd name="connsiteX5" fmla="*/ 172995 w 2314305"/>
                <a:gd name="connsiteY5" fmla="*/ 684514 h 715171"/>
                <a:gd name="connsiteX6" fmla="*/ 0 w 2314305"/>
                <a:gd name="connsiteY6" fmla="*/ 231523 h 715171"/>
                <a:gd name="connsiteX0" fmla="*/ 0 w 2314305"/>
                <a:gd name="connsiteY0" fmla="*/ 231550 h 715198"/>
                <a:gd name="connsiteX1" fmla="*/ 1166388 w 2314305"/>
                <a:gd name="connsiteY1" fmla="*/ 51 h 715198"/>
                <a:gd name="connsiteX2" fmla="*/ 2314305 w 2314305"/>
                <a:gd name="connsiteY2" fmla="*/ 249582 h 715198"/>
                <a:gd name="connsiteX3" fmla="*/ 2123986 w 2314305"/>
                <a:gd name="connsiteY3" fmla="*/ 715198 h 715198"/>
                <a:gd name="connsiteX4" fmla="*/ 1156661 w 2314305"/>
                <a:gd name="connsiteY4" fmla="*/ 480122 h 715198"/>
                <a:gd name="connsiteX5" fmla="*/ 172995 w 2314305"/>
                <a:gd name="connsiteY5" fmla="*/ 684541 h 715198"/>
                <a:gd name="connsiteX6" fmla="*/ 0 w 2314305"/>
                <a:gd name="connsiteY6" fmla="*/ 231550 h 715198"/>
                <a:gd name="connsiteX0" fmla="*/ 0 w 2314305"/>
                <a:gd name="connsiteY0" fmla="*/ 232088 h 715736"/>
                <a:gd name="connsiteX1" fmla="*/ 1166388 w 2314305"/>
                <a:gd name="connsiteY1" fmla="*/ 589 h 715736"/>
                <a:gd name="connsiteX2" fmla="*/ 2314305 w 2314305"/>
                <a:gd name="connsiteY2" fmla="*/ 250120 h 715736"/>
                <a:gd name="connsiteX3" fmla="*/ 2123986 w 2314305"/>
                <a:gd name="connsiteY3" fmla="*/ 715736 h 715736"/>
                <a:gd name="connsiteX4" fmla="*/ 1156661 w 2314305"/>
                <a:gd name="connsiteY4" fmla="*/ 480660 h 715736"/>
                <a:gd name="connsiteX5" fmla="*/ 172995 w 2314305"/>
                <a:gd name="connsiteY5" fmla="*/ 685079 h 715736"/>
                <a:gd name="connsiteX6" fmla="*/ 0 w 2314305"/>
                <a:gd name="connsiteY6" fmla="*/ 232088 h 715736"/>
                <a:gd name="connsiteX0" fmla="*/ 0 w 2314305"/>
                <a:gd name="connsiteY0" fmla="*/ 232088 h 715736"/>
                <a:gd name="connsiteX1" fmla="*/ 1166388 w 2314305"/>
                <a:gd name="connsiteY1" fmla="*/ 589 h 715736"/>
                <a:gd name="connsiteX2" fmla="*/ 2314305 w 2314305"/>
                <a:gd name="connsiteY2" fmla="*/ 250120 h 715736"/>
                <a:gd name="connsiteX3" fmla="*/ 2123986 w 2314305"/>
                <a:gd name="connsiteY3" fmla="*/ 715736 h 715736"/>
                <a:gd name="connsiteX4" fmla="*/ 1156661 w 2314305"/>
                <a:gd name="connsiteY4" fmla="*/ 480660 h 715736"/>
                <a:gd name="connsiteX5" fmla="*/ 172995 w 2314305"/>
                <a:gd name="connsiteY5" fmla="*/ 685079 h 715736"/>
                <a:gd name="connsiteX6" fmla="*/ 0 w 2314305"/>
                <a:gd name="connsiteY6" fmla="*/ 232088 h 715736"/>
                <a:gd name="connsiteX0" fmla="*/ 0 w 2314305"/>
                <a:gd name="connsiteY0" fmla="*/ 232088 h 715736"/>
                <a:gd name="connsiteX1" fmla="*/ 1166388 w 2314305"/>
                <a:gd name="connsiteY1" fmla="*/ 589 h 715736"/>
                <a:gd name="connsiteX2" fmla="*/ 2314305 w 2314305"/>
                <a:gd name="connsiteY2" fmla="*/ 250120 h 715736"/>
                <a:gd name="connsiteX3" fmla="*/ 2123986 w 2314305"/>
                <a:gd name="connsiteY3" fmla="*/ 715736 h 715736"/>
                <a:gd name="connsiteX4" fmla="*/ 1156661 w 2314305"/>
                <a:gd name="connsiteY4" fmla="*/ 480660 h 715736"/>
                <a:gd name="connsiteX5" fmla="*/ 172995 w 2314305"/>
                <a:gd name="connsiteY5" fmla="*/ 685079 h 715736"/>
                <a:gd name="connsiteX6" fmla="*/ 0 w 2314305"/>
                <a:gd name="connsiteY6" fmla="*/ 232088 h 715736"/>
                <a:gd name="connsiteX0" fmla="*/ 0 w 2314305"/>
                <a:gd name="connsiteY0" fmla="*/ 232060 h 715708"/>
                <a:gd name="connsiteX1" fmla="*/ 1166388 w 2314305"/>
                <a:gd name="connsiteY1" fmla="*/ 561 h 715708"/>
                <a:gd name="connsiteX2" fmla="*/ 2314305 w 2314305"/>
                <a:gd name="connsiteY2" fmla="*/ 250092 h 715708"/>
                <a:gd name="connsiteX3" fmla="*/ 2123986 w 2314305"/>
                <a:gd name="connsiteY3" fmla="*/ 715708 h 715708"/>
                <a:gd name="connsiteX4" fmla="*/ 1156661 w 2314305"/>
                <a:gd name="connsiteY4" fmla="*/ 480632 h 715708"/>
                <a:gd name="connsiteX5" fmla="*/ 172995 w 2314305"/>
                <a:gd name="connsiteY5" fmla="*/ 685051 h 715708"/>
                <a:gd name="connsiteX6" fmla="*/ 0 w 2314305"/>
                <a:gd name="connsiteY6" fmla="*/ 232060 h 7157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314305" h="715708">
                  <a:moveTo>
                    <a:pt x="0" y="232060"/>
                  </a:moveTo>
                  <a:cubicBezTo>
                    <a:pt x="116349" y="135016"/>
                    <a:pt x="772966" y="-10150"/>
                    <a:pt x="1166388" y="561"/>
                  </a:cubicBezTo>
                  <a:cubicBezTo>
                    <a:pt x="1559810" y="11272"/>
                    <a:pt x="1962415" y="54514"/>
                    <a:pt x="2314305" y="250092"/>
                  </a:cubicBezTo>
                  <a:cubicBezTo>
                    <a:pt x="2236857" y="411910"/>
                    <a:pt x="2305049" y="284904"/>
                    <a:pt x="2123986" y="715708"/>
                  </a:cubicBezTo>
                  <a:cubicBezTo>
                    <a:pt x="2077752" y="646036"/>
                    <a:pt x="1616289" y="480632"/>
                    <a:pt x="1156661" y="480632"/>
                  </a:cubicBezTo>
                  <a:cubicBezTo>
                    <a:pt x="697033" y="480632"/>
                    <a:pt x="257593" y="589531"/>
                    <a:pt x="172995" y="685051"/>
                  </a:cubicBezTo>
                  <a:lnTo>
                    <a:pt x="0" y="232060"/>
                  </a:lnTo>
                  <a:close/>
                </a:path>
              </a:pathLst>
            </a:custGeom>
            <a:solidFill>
              <a:srgbClr val="0070C0"/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9" name="Block Arc 1">
              <a:extLst>
                <a:ext uri="{FF2B5EF4-FFF2-40B4-BE49-F238E27FC236}">
                  <a16:creationId xmlns:a16="http://schemas.microsoft.com/office/drawing/2014/main" id="{8F201011-5760-E1DE-4E7A-20AFB5B3134D}"/>
                </a:ext>
              </a:extLst>
            </p:cNvPr>
            <p:cNvSpPr/>
            <p:nvPr/>
          </p:nvSpPr>
          <p:spPr>
            <a:xfrm rot="18602280">
              <a:off x="5465551" y="1431121"/>
              <a:ext cx="2314305" cy="715708"/>
            </a:xfrm>
            <a:custGeom>
              <a:avLst/>
              <a:gdLst>
                <a:gd name="connsiteX0" fmla="*/ 0 w 2391141"/>
                <a:gd name="connsiteY0" fmla="*/ 726679 h 1453358"/>
                <a:gd name="connsiteX1" fmla="*/ 1195571 w 2391141"/>
                <a:gd name="connsiteY1" fmla="*/ 0 h 1453358"/>
                <a:gd name="connsiteX2" fmla="*/ 2391142 w 2391141"/>
                <a:gd name="connsiteY2" fmla="*/ 726679 h 1453358"/>
                <a:gd name="connsiteX3" fmla="*/ 2027802 w 2391141"/>
                <a:gd name="connsiteY3" fmla="*/ 726679 h 1453358"/>
                <a:gd name="connsiteX4" fmla="*/ 1195571 w 2391141"/>
                <a:gd name="connsiteY4" fmla="*/ 363339 h 1453358"/>
                <a:gd name="connsiteX5" fmla="*/ 363340 w 2391141"/>
                <a:gd name="connsiteY5" fmla="*/ 726679 h 1453358"/>
                <a:gd name="connsiteX6" fmla="*/ 0 w 2391141"/>
                <a:gd name="connsiteY6" fmla="*/ 726679 h 1453358"/>
                <a:gd name="connsiteX0" fmla="*/ 0 w 2614878"/>
                <a:gd name="connsiteY0" fmla="*/ 727830 h 727830"/>
                <a:gd name="connsiteX1" fmla="*/ 1195571 w 2614878"/>
                <a:gd name="connsiteY1" fmla="*/ 1151 h 727830"/>
                <a:gd name="connsiteX2" fmla="*/ 2614878 w 2614878"/>
                <a:gd name="connsiteY2" fmla="*/ 611098 h 727830"/>
                <a:gd name="connsiteX3" fmla="*/ 2027802 w 2614878"/>
                <a:gd name="connsiteY3" fmla="*/ 727830 h 727830"/>
                <a:gd name="connsiteX4" fmla="*/ 1195571 w 2614878"/>
                <a:gd name="connsiteY4" fmla="*/ 364490 h 727830"/>
                <a:gd name="connsiteX5" fmla="*/ 363340 w 2614878"/>
                <a:gd name="connsiteY5" fmla="*/ 727830 h 727830"/>
                <a:gd name="connsiteX6" fmla="*/ 0 w 2614878"/>
                <a:gd name="connsiteY6" fmla="*/ 727830 h 727830"/>
                <a:gd name="connsiteX0" fmla="*/ 0 w 2614878"/>
                <a:gd name="connsiteY0" fmla="*/ 727830 h 727830"/>
                <a:gd name="connsiteX1" fmla="*/ 1195571 w 2614878"/>
                <a:gd name="connsiteY1" fmla="*/ 1151 h 727830"/>
                <a:gd name="connsiteX2" fmla="*/ 2614878 w 2614878"/>
                <a:gd name="connsiteY2" fmla="*/ 611098 h 727830"/>
                <a:gd name="connsiteX3" fmla="*/ 2251538 w 2614878"/>
                <a:gd name="connsiteY3" fmla="*/ 669464 h 727830"/>
                <a:gd name="connsiteX4" fmla="*/ 1195571 w 2614878"/>
                <a:gd name="connsiteY4" fmla="*/ 364490 h 727830"/>
                <a:gd name="connsiteX5" fmla="*/ 363340 w 2614878"/>
                <a:gd name="connsiteY5" fmla="*/ 727830 h 727830"/>
                <a:gd name="connsiteX6" fmla="*/ 0 w 2614878"/>
                <a:gd name="connsiteY6" fmla="*/ 727830 h 727830"/>
                <a:gd name="connsiteX0" fmla="*/ 0 w 2780249"/>
                <a:gd name="connsiteY0" fmla="*/ 590533 h 726720"/>
                <a:gd name="connsiteX1" fmla="*/ 1360942 w 2780249"/>
                <a:gd name="connsiteY1" fmla="*/ 41 h 726720"/>
                <a:gd name="connsiteX2" fmla="*/ 2780249 w 2780249"/>
                <a:gd name="connsiteY2" fmla="*/ 609988 h 726720"/>
                <a:gd name="connsiteX3" fmla="*/ 2416909 w 2780249"/>
                <a:gd name="connsiteY3" fmla="*/ 668354 h 726720"/>
                <a:gd name="connsiteX4" fmla="*/ 1360942 w 2780249"/>
                <a:gd name="connsiteY4" fmla="*/ 363380 h 726720"/>
                <a:gd name="connsiteX5" fmla="*/ 528711 w 2780249"/>
                <a:gd name="connsiteY5" fmla="*/ 726720 h 726720"/>
                <a:gd name="connsiteX6" fmla="*/ 0 w 2780249"/>
                <a:gd name="connsiteY6" fmla="*/ 590533 h 726720"/>
                <a:gd name="connsiteX0" fmla="*/ 0 w 2780249"/>
                <a:gd name="connsiteY0" fmla="*/ 590533 h 668354"/>
                <a:gd name="connsiteX1" fmla="*/ 1360942 w 2780249"/>
                <a:gd name="connsiteY1" fmla="*/ 41 h 668354"/>
                <a:gd name="connsiteX2" fmla="*/ 2780249 w 2780249"/>
                <a:gd name="connsiteY2" fmla="*/ 609988 h 668354"/>
                <a:gd name="connsiteX3" fmla="*/ 2416909 w 2780249"/>
                <a:gd name="connsiteY3" fmla="*/ 668354 h 668354"/>
                <a:gd name="connsiteX4" fmla="*/ 1360942 w 2780249"/>
                <a:gd name="connsiteY4" fmla="*/ 363380 h 668354"/>
                <a:gd name="connsiteX5" fmla="*/ 275792 w 2780249"/>
                <a:gd name="connsiteY5" fmla="*/ 639171 h 668354"/>
                <a:gd name="connsiteX6" fmla="*/ 0 w 2780249"/>
                <a:gd name="connsiteY6" fmla="*/ 590533 h 668354"/>
                <a:gd name="connsiteX0" fmla="*/ 0 w 2780249"/>
                <a:gd name="connsiteY0" fmla="*/ 590533 h 668354"/>
                <a:gd name="connsiteX1" fmla="*/ 1360942 w 2780249"/>
                <a:gd name="connsiteY1" fmla="*/ 41 h 668354"/>
                <a:gd name="connsiteX2" fmla="*/ 2780249 w 2780249"/>
                <a:gd name="connsiteY2" fmla="*/ 609988 h 668354"/>
                <a:gd name="connsiteX3" fmla="*/ 2416909 w 2780249"/>
                <a:gd name="connsiteY3" fmla="*/ 668354 h 668354"/>
                <a:gd name="connsiteX4" fmla="*/ 1351215 w 2780249"/>
                <a:gd name="connsiteY4" fmla="*/ 480112 h 668354"/>
                <a:gd name="connsiteX5" fmla="*/ 275792 w 2780249"/>
                <a:gd name="connsiteY5" fmla="*/ 639171 h 668354"/>
                <a:gd name="connsiteX6" fmla="*/ 0 w 2780249"/>
                <a:gd name="connsiteY6" fmla="*/ 590533 h 668354"/>
                <a:gd name="connsiteX0" fmla="*/ 0 w 2780249"/>
                <a:gd name="connsiteY0" fmla="*/ 590533 h 775358"/>
                <a:gd name="connsiteX1" fmla="*/ 1360942 w 2780249"/>
                <a:gd name="connsiteY1" fmla="*/ 41 h 775358"/>
                <a:gd name="connsiteX2" fmla="*/ 2780249 w 2780249"/>
                <a:gd name="connsiteY2" fmla="*/ 609988 h 775358"/>
                <a:gd name="connsiteX3" fmla="*/ 2329360 w 2780249"/>
                <a:gd name="connsiteY3" fmla="*/ 775358 h 775358"/>
                <a:gd name="connsiteX4" fmla="*/ 1351215 w 2780249"/>
                <a:gd name="connsiteY4" fmla="*/ 480112 h 775358"/>
                <a:gd name="connsiteX5" fmla="*/ 275792 w 2780249"/>
                <a:gd name="connsiteY5" fmla="*/ 639171 h 775358"/>
                <a:gd name="connsiteX6" fmla="*/ 0 w 2780249"/>
                <a:gd name="connsiteY6" fmla="*/ 590533 h 775358"/>
                <a:gd name="connsiteX0" fmla="*/ 0 w 2673245"/>
                <a:gd name="connsiteY0" fmla="*/ 600391 h 785216"/>
                <a:gd name="connsiteX1" fmla="*/ 1360942 w 2673245"/>
                <a:gd name="connsiteY1" fmla="*/ 9899 h 785216"/>
                <a:gd name="connsiteX2" fmla="*/ 2673245 w 2673245"/>
                <a:gd name="connsiteY2" fmla="*/ 405837 h 785216"/>
                <a:gd name="connsiteX3" fmla="*/ 2329360 w 2673245"/>
                <a:gd name="connsiteY3" fmla="*/ 785216 h 785216"/>
                <a:gd name="connsiteX4" fmla="*/ 1351215 w 2673245"/>
                <a:gd name="connsiteY4" fmla="*/ 489970 h 785216"/>
                <a:gd name="connsiteX5" fmla="*/ 275792 w 2673245"/>
                <a:gd name="connsiteY5" fmla="*/ 649029 h 785216"/>
                <a:gd name="connsiteX6" fmla="*/ 0 w 2673245"/>
                <a:gd name="connsiteY6" fmla="*/ 600391 h 785216"/>
                <a:gd name="connsiteX0" fmla="*/ 0 w 2673245"/>
                <a:gd name="connsiteY0" fmla="*/ 593348 h 778173"/>
                <a:gd name="connsiteX1" fmla="*/ 1360942 w 2673245"/>
                <a:gd name="connsiteY1" fmla="*/ 2856 h 778173"/>
                <a:gd name="connsiteX2" fmla="*/ 2673245 w 2673245"/>
                <a:gd name="connsiteY2" fmla="*/ 398794 h 778173"/>
                <a:gd name="connsiteX3" fmla="*/ 2329360 w 2673245"/>
                <a:gd name="connsiteY3" fmla="*/ 778173 h 778173"/>
                <a:gd name="connsiteX4" fmla="*/ 1351215 w 2673245"/>
                <a:gd name="connsiteY4" fmla="*/ 482927 h 778173"/>
                <a:gd name="connsiteX5" fmla="*/ 275792 w 2673245"/>
                <a:gd name="connsiteY5" fmla="*/ 641986 h 778173"/>
                <a:gd name="connsiteX6" fmla="*/ 0 w 2673245"/>
                <a:gd name="connsiteY6" fmla="*/ 593348 h 778173"/>
                <a:gd name="connsiteX0" fmla="*/ 0 w 2478691"/>
                <a:gd name="connsiteY0" fmla="*/ 293714 h 809279"/>
                <a:gd name="connsiteX1" fmla="*/ 1166388 w 2478691"/>
                <a:gd name="connsiteY1" fmla="*/ 33962 h 809279"/>
                <a:gd name="connsiteX2" fmla="*/ 2478691 w 2478691"/>
                <a:gd name="connsiteY2" fmla="*/ 429900 h 809279"/>
                <a:gd name="connsiteX3" fmla="*/ 2134806 w 2478691"/>
                <a:gd name="connsiteY3" fmla="*/ 809279 h 809279"/>
                <a:gd name="connsiteX4" fmla="*/ 1156661 w 2478691"/>
                <a:gd name="connsiteY4" fmla="*/ 514033 h 809279"/>
                <a:gd name="connsiteX5" fmla="*/ 81238 w 2478691"/>
                <a:gd name="connsiteY5" fmla="*/ 673092 h 809279"/>
                <a:gd name="connsiteX6" fmla="*/ 0 w 2478691"/>
                <a:gd name="connsiteY6" fmla="*/ 293714 h 809279"/>
                <a:gd name="connsiteX0" fmla="*/ 0 w 2478691"/>
                <a:gd name="connsiteY0" fmla="*/ 262275 h 777840"/>
                <a:gd name="connsiteX1" fmla="*/ 1166388 w 2478691"/>
                <a:gd name="connsiteY1" fmla="*/ 2523 h 777840"/>
                <a:gd name="connsiteX2" fmla="*/ 2478691 w 2478691"/>
                <a:gd name="connsiteY2" fmla="*/ 398461 h 777840"/>
                <a:gd name="connsiteX3" fmla="*/ 2134806 w 2478691"/>
                <a:gd name="connsiteY3" fmla="*/ 777840 h 777840"/>
                <a:gd name="connsiteX4" fmla="*/ 1156661 w 2478691"/>
                <a:gd name="connsiteY4" fmla="*/ 482594 h 777840"/>
                <a:gd name="connsiteX5" fmla="*/ 81238 w 2478691"/>
                <a:gd name="connsiteY5" fmla="*/ 641653 h 777840"/>
                <a:gd name="connsiteX6" fmla="*/ 0 w 2478691"/>
                <a:gd name="connsiteY6" fmla="*/ 262275 h 777840"/>
                <a:gd name="connsiteX0" fmla="*/ 0 w 2478691"/>
                <a:gd name="connsiteY0" fmla="*/ 262275 h 777841"/>
                <a:gd name="connsiteX1" fmla="*/ 1166388 w 2478691"/>
                <a:gd name="connsiteY1" fmla="*/ 2523 h 777841"/>
                <a:gd name="connsiteX2" fmla="*/ 2478691 w 2478691"/>
                <a:gd name="connsiteY2" fmla="*/ 398461 h 777841"/>
                <a:gd name="connsiteX3" fmla="*/ 2134806 w 2478691"/>
                <a:gd name="connsiteY3" fmla="*/ 777840 h 777841"/>
                <a:gd name="connsiteX4" fmla="*/ 1156661 w 2478691"/>
                <a:gd name="connsiteY4" fmla="*/ 482594 h 777841"/>
                <a:gd name="connsiteX5" fmla="*/ 178515 w 2478691"/>
                <a:gd name="connsiteY5" fmla="*/ 777841 h 777841"/>
                <a:gd name="connsiteX6" fmla="*/ 0 w 2478691"/>
                <a:gd name="connsiteY6" fmla="*/ 262275 h 777841"/>
                <a:gd name="connsiteX0" fmla="*/ 0 w 2478691"/>
                <a:gd name="connsiteY0" fmla="*/ 262275 h 777840"/>
                <a:gd name="connsiteX1" fmla="*/ 1166388 w 2478691"/>
                <a:gd name="connsiteY1" fmla="*/ 2523 h 777840"/>
                <a:gd name="connsiteX2" fmla="*/ 2478691 w 2478691"/>
                <a:gd name="connsiteY2" fmla="*/ 398461 h 777840"/>
                <a:gd name="connsiteX3" fmla="*/ 2134806 w 2478691"/>
                <a:gd name="connsiteY3" fmla="*/ 777840 h 777840"/>
                <a:gd name="connsiteX4" fmla="*/ 1156661 w 2478691"/>
                <a:gd name="connsiteY4" fmla="*/ 482594 h 777840"/>
                <a:gd name="connsiteX5" fmla="*/ 139604 w 2478691"/>
                <a:gd name="connsiteY5" fmla="*/ 748658 h 777840"/>
                <a:gd name="connsiteX6" fmla="*/ 0 w 2478691"/>
                <a:gd name="connsiteY6" fmla="*/ 262275 h 777840"/>
                <a:gd name="connsiteX0" fmla="*/ 0 w 2478691"/>
                <a:gd name="connsiteY0" fmla="*/ 262275 h 777840"/>
                <a:gd name="connsiteX1" fmla="*/ 1166388 w 2478691"/>
                <a:gd name="connsiteY1" fmla="*/ 2523 h 777840"/>
                <a:gd name="connsiteX2" fmla="*/ 2478691 w 2478691"/>
                <a:gd name="connsiteY2" fmla="*/ 398461 h 777840"/>
                <a:gd name="connsiteX3" fmla="*/ 2134806 w 2478691"/>
                <a:gd name="connsiteY3" fmla="*/ 777840 h 777840"/>
                <a:gd name="connsiteX4" fmla="*/ 1156661 w 2478691"/>
                <a:gd name="connsiteY4" fmla="*/ 482594 h 777840"/>
                <a:gd name="connsiteX5" fmla="*/ 139604 w 2478691"/>
                <a:gd name="connsiteY5" fmla="*/ 748658 h 777840"/>
                <a:gd name="connsiteX6" fmla="*/ 0 w 2478691"/>
                <a:gd name="connsiteY6" fmla="*/ 262275 h 777840"/>
                <a:gd name="connsiteX0" fmla="*/ 0 w 2478691"/>
                <a:gd name="connsiteY0" fmla="*/ 262275 h 797295"/>
                <a:gd name="connsiteX1" fmla="*/ 1166388 w 2478691"/>
                <a:gd name="connsiteY1" fmla="*/ 2523 h 797295"/>
                <a:gd name="connsiteX2" fmla="*/ 2478691 w 2478691"/>
                <a:gd name="connsiteY2" fmla="*/ 398461 h 797295"/>
                <a:gd name="connsiteX3" fmla="*/ 2144534 w 2478691"/>
                <a:gd name="connsiteY3" fmla="*/ 797295 h 797295"/>
                <a:gd name="connsiteX4" fmla="*/ 1156661 w 2478691"/>
                <a:gd name="connsiteY4" fmla="*/ 482594 h 797295"/>
                <a:gd name="connsiteX5" fmla="*/ 139604 w 2478691"/>
                <a:gd name="connsiteY5" fmla="*/ 748658 h 797295"/>
                <a:gd name="connsiteX6" fmla="*/ 0 w 2478691"/>
                <a:gd name="connsiteY6" fmla="*/ 262275 h 797295"/>
                <a:gd name="connsiteX0" fmla="*/ 0 w 2478691"/>
                <a:gd name="connsiteY0" fmla="*/ 262275 h 797295"/>
                <a:gd name="connsiteX1" fmla="*/ 1166388 w 2478691"/>
                <a:gd name="connsiteY1" fmla="*/ 2523 h 797295"/>
                <a:gd name="connsiteX2" fmla="*/ 2478691 w 2478691"/>
                <a:gd name="connsiteY2" fmla="*/ 398461 h 797295"/>
                <a:gd name="connsiteX3" fmla="*/ 2144534 w 2478691"/>
                <a:gd name="connsiteY3" fmla="*/ 797295 h 797295"/>
                <a:gd name="connsiteX4" fmla="*/ 1156661 w 2478691"/>
                <a:gd name="connsiteY4" fmla="*/ 482594 h 797295"/>
                <a:gd name="connsiteX5" fmla="*/ 139604 w 2478691"/>
                <a:gd name="connsiteY5" fmla="*/ 748658 h 797295"/>
                <a:gd name="connsiteX6" fmla="*/ 0 w 2478691"/>
                <a:gd name="connsiteY6" fmla="*/ 262275 h 797295"/>
                <a:gd name="connsiteX0" fmla="*/ 0 w 2309168"/>
                <a:gd name="connsiteY0" fmla="*/ 259772 h 794792"/>
                <a:gd name="connsiteX1" fmla="*/ 1166388 w 2309168"/>
                <a:gd name="connsiteY1" fmla="*/ 20 h 794792"/>
                <a:gd name="connsiteX2" fmla="*/ 2309168 w 2309168"/>
                <a:gd name="connsiteY2" fmla="*/ 270099 h 794792"/>
                <a:gd name="connsiteX3" fmla="*/ 2144534 w 2309168"/>
                <a:gd name="connsiteY3" fmla="*/ 794792 h 794792"/>
                <a:gd name="connsiteX4" fmla="*/ 1156661 w 2309168"/>
                <a:gd name="connsiteY4" fmla="*/ 480091 h 794792"/>
                <a:gd name="connsiteX5" fmla="*/ 139604 w 2309168"/>
                <a:gd name="connsiteY5" fmla="*/ 746155 h 794792"/>
                <a:gd name="connsiteX6" fmla="*/ 0 w 2309168"/>
                <a:gd name="connsiteY6" fmla="*/ 259772 h 794792"/>
                <a:gd name="connsiteX0" fmla="*/ 0 w 2309168"/>
                <a:gd name="connsiteY0" fmla="*/ 259772 h 794792"/>
                <a:gd name="connsiteX1" fmla="*/ 1166388 w 2309168"/>
                <a:gd name="connsiteY1" fmla="*/ 20 h 794792"/>
                <a:gd name="connsiteX2" fmla="*/ 2309168 w 2309168"/>
                <a:gd name="connsiteY2" fmla="*/ 270099 h 794792"/>
                <a:gd name="connsiteX3" fmla="*/ 2144534 w 2309168"/>
                <a:gd name="connsiteY3" fmla="*/ 794792 h 794792"/>
                <a:gd name="connsiteX4" fmla="*/ 1156661 w 2309168"/>
                <a:gd name="connsiteY4" fmla="*/ 480091 h 794792"/>
                <a:gd name="connsiteX5" fmla="*/ 139604 w 2309168"/>
                <a:gd name="connsiteY5" fmla="*/ 746155 h 794792"/>
                <a:gd name="connsiteX6" fmla="*/ 0 w 2309168"/>
                <a:gd name="connsiteY6" fmla="*/ 259772 h 794792"/>
                <a:gd name="connsiteX0" fmla="*/ 0 w 2309168"/>
                <a:gd name="connsiteY0" fmla="*/ 259772 h 746155"/>
                <a:gd name="connsiteX1" fmla="*/ 1166388 w 2309168"/>
                <a:gd name="connsiteY1" fmla="*/ 20 h 746155"/>
                <a:gd name="connsiteX2" fmla="*/ 2309168 w 2309168"/>
                <a:gd name="connsiteY2" fmla="*/ 270099 h 746155"/>
                <a:gd name="connsiteX3" fmla="*/ 2121417 w 2309168"/>
                <a:gd name="connsiteY3" fmla="*/ 707462 h 746155"/>
                <a:gd name="connsiteX4" fmla="*/ 1156661 w 2309168"/>
                <a:gd name="connsiteY4" fmla="*/ 480091 h 746155"/>
                <a:gd name="connsiteX5" fmla="*/ 139604 w 2309168"/>
                <a:gd name="connsiteY5" fmla="*/ 746155 h 746155"/>
                <a:gd name="connsiteX6" fmla="*/ 0 w 2309168"/>
                <a:gd name="connsiteY6" fmla="*/ 259772 h 746155"/>
                <a:gd name="connsiteX0" fmla="*/ 0 w 2309168"/>
                <a:gd name="connsiteY0" fmla="*/ 259772 h 746155"/>
                <a:gd name="connsiteX1" fmla="*/ 1166388 w 2309168"/>
                <a:gd name="connsiteY1" fmla="*/ 20 h 746155"/>
                <a:gd name="connsiteX2" fmla="*/ 2309168 w 2309168"/>
                <a:gd name="connsiteY2" fmla="*/ 270099 h 746155"/>
                <a:gd name="connsiteX3" fmla="*/ 2121417 w 2309168"/>
                <a:gd name="connsiteY3" fmla="*/ 707462 h 746155"/>
                <a:gd name="connsiteX4" fmla="*/ 1156661 w 2309168"/>
                <a:gd name="connsiteY4" fmla="*/ 480091 h 746155"/>
                <a:gd name="connsiteX5" fmla="*/ 139604 w 2309168"/>
                <a:gd name="connsiteY5" fmla="*/ 746155 h 746155"/>
                <a:gd name="connsiteX6" fmla="*/ 0 w 2309168"/>
                <a:gd name="connsiteY6" fmla="*/ 259772 h 746155"/>
                <a:gd name="connsiteX0" fmla="*/ 0 w 2309168"/>
                <a:gd name="connsiteY0" fmla="*/ 226793 h 746567"/>
                <a:gd name="connsiteX1" fmla="*/ 1166388 w 2309168"/>
                <a:gd name="connsiteY1" fmla="*/ 432 h 746567"/>
                <a:gd name="connsiteX2" fmla="*/ 2309168 w 2309168"/>
                <a:gd name="connsiteY2" fmla="*/ 270511 h 746567"/>
                <a:gd name="connsiteX3" fmla="*/ 2121417 w 2309168"/>
                <a:gd name="connsiteY3" fmla="*/ 707874 h 746567"/>
                <a:gd name="connsiteX4" fmla="*/ 1156661 w 2309168"/>
                <a:gd name="connsiteY4" fmla="*/ 480503 h 746567"/>
                <a:gd name="connsiteX5" fmla="*/ 139604 w 2309168"/>
                <a:gd name="connsiteY5" fmla="*/ 746567 h 746567"/>
                <a:gd name="connsiteX6" fmla="*/ 0 w 2309168"/>
                <a:gd name="connsiteY6" fmla="*/ 226793 h 746567"/>
                <a:gd name="connsiteX0" fmla="*/ 0 w 2309168"/>
                <a:gd name="connsiteY0" fmla="*/ 226663 h 746437"/>
                <a:gd name="connsiteX1" fmla="*/ 1166388 w 2309168"/>
                <a:gd name="connsiteY1" fmla="*/ 302 h 746437"/>
                <a:gd name="connsiteX2" fmla="*/ 2309168 w 2309168"/>
                <a:gd name="connsiteY2" fmla="*/ 270381 h 746437"/>
                <a:gd name="connsiteX3" fmla="*/ 2121417 w 2309168"/>
                <a:gd name="connsiteY3" fmla="*/ 707744 h 746437"/>
                <a:gd name="connsiteX4" fmla="*/ 1156661 w 2309168"/>
                <a:gd name="connsiteY4" fmla="*/ 480373 h 746437"/>
                <a:gd name="connsiteX5" fmla="*/ 139604 w 2309168"/>
                <a:gd name="connsiteY5" fmla="*/ 746437 h 746437"/>
                <a:gd name="connsiteX6" fmla="*/ 0 w 2309168"/>
                <a:gd name="connsiteY6" fmla="*/ 226663 h 746437"/>
                <a:gd name="connsiteX0" fmla="*/ 0 w 2309168"/>
                <a:gd name="connsiteY0" fmla="*/ 226614 h 746388"/>
                <a:gd name="connsiteX1" fmla="*/ 1166388 w 2309168"/>
                <a:gd name="connsiteY1" fmla="*/ 253 h 746388"/>
                <a:gd name="connsiteX2" fmla="*/ 2309168 w 2309168"/>
                <a:gd name="connsiteY2" fmla="*/ 270332 h 746388"/>
                <a:gd name="connsiteX3" fmla="*/ 2121417 w 2309168"/>
                <a:gd name="connsiteY3" fmla="*/ 707695 h 746388"/>
                <a:gd name="connsiteX4" fmla="*/ 1156661 w 2309168"/>
                <a:gd name="connsiteY4" fmla="*/ 480324 h 746388"/>
                <a:gd name="connsiteX5" fmla="*/ 139604 w 2309168"/>
                <a:gd name="connsiteY5" fmla="*/ 746388 h 746388"/>
                <a:gd name="connsiteX6" fmla="*/ 0 w 2309168"/>
                <a:gd name="connsiteY6" fmla="*/ 226614 h 746388"/>
                <a:gd name="connsiteX0" fmla="*/ 0 w 2309168"/>
                <a:gd name="connsiteY0" fmla="*/ 231692 h 746328"/>
                <a:gd name="connsiteX1" fmla="*/ 1166388 w 2309168"/>
                <a:gd name="connsiteY1" fmla="*/ 193 h 746328"/>
                <a:gd name="connsiteX2" fmla="*/ 2309168 w 2309168"/>
                <a:gd name="connsiteY2" fmla="*/ 270272 h 746328"/>
                <a:gd name="connsiteX3" fmla="*/ 2121417 w 2309168"/>
                <a:gd name="connsiteY3" fmla="*/ 707635 h 746328"/>
                <a:gd name="connsiteX4" fmla="*/ 1156661 w 2309168"/>
                <a:gd name="connsiteY4" fmla="*/ 480264 h 746328"/>
                <a:gd name="connsiteX5" fmla="*/ 139604 w 2309168"/>
                <a:gd name="connsiteY5" fmla="*/ 746328 h 746328"/>
                <a:gd name="connsiteX6" fmla="*/ 0 w 2309168"/>
                <a:gd name="connsiteY6" fmla="*/ 231692 h 746328"/>
                <a:gd name="connsiteX0" fmla="*/ 0 w 2309168"/>
                <a:gd name="connsiteY0" fmla="*/ 231692 h 707635"/>
                <a:gd name="connsiteX1" fmla="*/ 1166388 w 2309168"/>
                <a:gd name="connsiteY1" fmla="*/ 193 h 707635"/>
                <a:gd name="connsiteX2" fmla="*/ 2309168 w 2309168"/>
                <a:gd name="connsiteY2" fmla="*/ 270272 h 707635"/>
                <a:gd name="connsiteX3" fmla="*/ 2121417 w 2309168"/>
                <a:gd name="connsiteY3" fmla="*/ 707635 h 707635"/>
                <a:gd name="connsiteX4" fmla="*/ 1156661 w 2309168"/>
                <a:gd name="connsiteY4" fmla="*/ 480264 h 707635"/>
                <a:gd name="connsiteX5" fmla="*/ 172995 w 2309168"/>
                <a:gd name="connsiteY5" fmla="*/ 684683 h 707635"/>
                <a:gd name="connsiteX6" fmla="*/ 0 w 2309168"/>
                <a:gd name="connsiteY6" fmla="*/ 231692 h 707635"/>
                <a:gd name="connsiteX0" fmla="*/ 0 w 2309168"/>
                <a:gd name="connsiteY0" fmla="*/ 231692 h 707635"/>
                <a:gd name="connsiteX1" fmla="*/ 1166388 w 2309168"/>
                <a:gd name="connsiteY1" fmla="*/ 193 h 707635"/>
                <a:gd name="connsiteX2" fmla="*/ 2309168 w 2309168"/>
                <a:gd name="connsiteY2" fmla="*/ 270272 h 707635"/>
                <a:gd name="connsiteX3" fmla="*/ 2121417 w 2309168"/>
                <a:gd name="connsiteY3" fmla="*/ 707635 h 707635"/>
                <a:gd name="connsiteX4" fmla="*/ 1156661 w 2309168"/>
                <a:gd name="connsiteY4" fmla="*/ 480264 h 707635"/>
                <a:gd name="connsiteX5" fmla="*/ 172995 w 2309168"/>
                <a:gd name="connsiteY5" fmla="*/ 684683 h 707635"/>
                <a:gd name="connsiteX6" fmla="*/ 0 w 2309168"/>
                <a:gd name="connsiteY6" fmla="*/ 231692 h 707635"/>
                <a:gd name="connsiteX0" fmla="*/ 0 w 2309168"/>
                <a:gd name="connsiteY0" fmla="*/ 231692 h 715340"/>
                <a:gd name="connsiteX1" fmla="*/ 1166388 w 2309168"/>
                <a:gd name="connsiteY1" fmla="*/ 193 h 715340"/>
                <a:gd name="connsiteX2" fmla="*/ 2309168 w 2309168"/>
                <a:gd name="connsiteY2" fmla="*/ 270272 h 715340"/>
                <a:gd name="connsiteX3" fmla="*/ 2123986 w 2309168"/>
                <a:gd name="connsiteY3" fmla="*/ 715340 h 715340"/>
                <a:gd name="connsiteX4" fmla="*/ 1156661 w 2309168"/>
                <a:gd name="connsiteY4" fmla="*/ 480264 h 715340"/>
                <a:gd name="connsiteX5" fmla="*/ 172995 w 2309168"/>
                <a:gd name="connsiteY5" fmla="*/ 684683 h 715340"/>
                <a:gd name="connsiteX6" fmla="*/ 0 w 2309168"/>
                <a:gd name="connsiteY6" fmla="*/ 231692 h 715340"/>
                <a:gd name="connsiteX0" fmla="*/ 0 w 2309168"/>
                <a:gd name="connsiteY0" fmla="*/ 231692 h 715340"/>
                <a:gd name="connsiteX1" fmla="*/ 1166388 w 2309168"/>
                <a:gd name="connsiteY1" fmla="*/ 193 h 715340"/>
                <a:gd name="connsiteX2" fmla="*/ 2309168 w 2309168"/>
                <a:gd name="connsiteY2" fmla="*/ 270272 h 715340"/>
                <a:gd name="connsiteX3" fmla="*/ 2123986 w 2309168"/>
                <a:gd name="connsiteY3" fmla="*/ 715340 h 715340"/>
                <a:gd name="connsiteX4" fmla="*/ 1156661 w 2309168"/>
                <a:gd name="connsiteY4" fmla="*/ 480264 h 715340"/>
                <a:gd name="connsiteX5" fmla="*/ 172995 w 2309168"/>
                <a:gd name="connsiteY5" fmla="*/ 684683 h 715340"/>
                <a:gd name="connsiteX6" fmla="*/ 0 w 2309168"/>
                <a:gd name="connsiteY6" fmla="*/ 231692 h 715340"/>
                <a:gd name="connsiteX0" fmla="*/ 0 w 2309168"/>
                <a:gd name="connsiteY0" fmla="*/ 231692 h 715340"/>
                <a:gd name="connsiteX1" fmla="*/ 1166388 w 2309168"/>
                <a:gd name="connsiteY1" fmla="*/ 193 h 715340"/>
                <a:gd name="connsiteX2" fmla="*/ 2309168 w 2309168"/>
                <a:gd name="connsiteY2" fmla="*/ 270272 h 715340"/>
                <a:gd name="connsiteX3" fmla="*/ 2123986 w 2309168"/>
                <a:gd name="connsiteY3" fmla="*/ 715340 h 715340"/>
                <a:gd name="connsiteX4" fmla="*/ 1156661 w 2309168"/>
                <a:gd name="connsiteY4" fmla="*/ 480264 h 715340"/>
                <a:gd name="connsiteX5" fmla="*/ 172995 w 2309168"/>
                <a:gd name="connsiteY5" fmla="*/ 684683 h 715340"/>
                <a:gd name="connsiteX6" fmla="*/ 0 w 2309168"/>
                <a:gd name="connsiteY6" fmla="*/ 231692 h 715340"/>
                <a:gd name="connsiteX0" fmla="*/ 0 w 2314305"/>
                <a:gd name="connsiteY0" fmla="*/ 231543 h 715191"/>
                <a:gd name="connsiteX1" fmla="*/ 1166388 w 2314305"/>
                <a:gd name="connsiteY1" fmla="*/ 44 h 715191"/>
                <a:gd name="connsiteX2" fmla="*/ 2314305 w 2314305"/>
                <a:gd name="connsiteY2" fmla="*/ 249575 h 715191"/>
                <a:gd name="connsiteX3" fmla="*/ 2123986 w 2314305"/>
                <a:gd name="connsiteY3" fmla="*/ 715191 h 715191"/>
                <a:gd name="connsiteX4" fmla="*/ 1156661 w 2314305"/>
                <a:gd name="connsiteY4" fmla="*/ 480115 h 715191"/>
                <a:gd name="connsiteX5" fmla="*/ 172995 w 2314305"/>
                <a:gd name="connsiteY5" fmla="*/ 684534 h 715191"/>
                <a:gd name="connsiteX6" fmla="*/ 0 w 2314305"/>
                <a:gd name="connsiteY6" fmla="*/ 231543 h 715191"/>
                <a:gd name="connsiteX0" fmla="*/ 0 w 2314305"/>
                <a:gd name="connsiteY0" fmla="*/ 231543 h 715191"/>
                <a:gd name="connsiteX1" fmla="*/ 1166388 w 2314305"/>
                <a:gd name="connsiteY1" fmla="*/ 44 h 715191"/>
                <a:gd name="connsiteX2" fmla="*/ 2314305 w 2314305"/>
                <a:gd name="connsiteY2" fmla="*/ 249575 h 715191"/>
                <a:gd name="connsiteX3" fmla="*/ 2123986 w 2314305"/>
                <a:gd name="connsiteY3" fmla="*/ 715191 h 715191"/>
                <a:gd name="connsiteX4" fmla="*/ 1156661 w 2314305"/>
                <a:gd name="connsiteY4" fmla="*/ 480115 h 715191"/>
                <a:gd name="connsiteX5" fmla="*/ 172995 w 2314305"/>
                <a:gd name="connsiteY5" fmla="*/ 684534 h 715191"/>
                <a:gd name="connsiteX6" fmla="*/ 0 w 2314305"/>
                <a:gd name="connsiteY6" fmla="*/ 231543 h 715191"/>
                <a:gd name="connsiteX0" fmla="*/ 0 w 2314305"/>
                <a:gd name="connsiteY0" fmla="*/ 231550 h 715198"/>
                <a:gd name="connsiteX1" fmla="*/ 1166388 w 2314305"/>
                <a:gd name="connsiteY1" fmla="*/ 51 h 715198"/>
                <a:gd name="connsiteX2" fmla="*/ 2314305 w 2314305"/>
                <a:gd name="connsiteY2" fmla="*/ 249582 h 715198"/>
                <a:gd name="connsiteX3" fmla="*/ 2123986 w 2314305"/>
                <a:gd name="connsiteY3" fmla="*/ 715198 h 715198"/>
                <a:gd name="connsiteX4" fmla="*/ 1156661 w 2314305"/>
                <a:gd name="connsiteY4" fmla="*/ 480122 h 715198"/>
                <a:gd name="connsiteX5" fmla="*/ 172995 w 2314305"/>
                <a:gd name="connsiteY5" fmla="*/ 684541 h 715198"/>
                <a:gd name="connsiteX6" fmla="*/ 0 w 2314305"/>
                <a:gd name="connsiteY6" fmla="*/ 231550 h 715198"/>
                <a:gd name="connsiteX0" fmla="*/ 0 w 2314305"/>
                <a:gd name="connsiteY0" fmla="*/ 233092 h 716740"/>
                <a:gd name="connsiteX1" fmla="*/ 1166388 w 2314305"/>
                <a:gd name="connsiteY1" fmla="*/ 1593 h 716740"/>
                <a:gd name="connsiteX2" fmla="*/ 2314305 w 2314305"/>
                <a:gd name="connsiteY2" fmla="*/ 251124 h 716740"/>
                <a:gd name="connsiteX3" fmla="*/ 2123986 w 2314305"/>
                <a:gd name="connsiteY3" fmla="*/ 716740 h 716740"/>
                <a:gd name="connsiteX4" fmla="*/ 1156661 w 2314305"/>
                <a:gd name="connsiteY4" fmla="*/ 481664 h 716740"/>
                <a:gd name="connsiteX5" fmla="*/ 172995 w 2314305"/>
                <a:gd name="connsiteY5" fmla="*/ 686083 h 716740"/>
                <a:gd name="connsiteX6" fmla="*/ 0 w 2314305"/>
                <a:gd name="connsiteY6" fmla="*/ 233092 h 716740"/>
                <a:gd name="connsiteX0" fmla="*/ 0 w 2314305"/>
                <a:gd name="connsiteY0" fmla="*/ 231523 h 715171"/>
                <a:gd name="connsiteX1" fmla="*/ 1166388 w 2314305"/>
                <a:gd name="connsiteY1" fmla="*/ 24 h 715171"/>
                <a:gd name="connsiteX2" fmla="*/ 2314305 w 2314305"/>
                <a:gd name="connsiteY2" fmla="*/ 249555 h 715171"/>
                <a:gd name="connsiteX3" fmla="*/ 2123986 w 2314305"/>
                <a:gd name="connsiteY3" fmla="*/ 715171 h 715171"/>
                <a:gd name="connsiteX4" fmla="*/ 1156661 w 2314305"/>
                <a:gd name="connsiteY4" fmla="*/ 480095 h 715171"/>
                <a:gd name="connsiteX5" fmla="*/ 172995 w 2314305"/>
                <a:gd name="connsiteY5" fmla="*/ 684514 h 715171"/>
                <a:gd name="connsiteX6" fmla="*/ 0 w 2314305"/>
                <a:gd name="connsiteY6" fmla="*/ 231523 h 715171"/>
                <a:gd name="connsiteX0" fmla="*/ 0 w 2314305"/>
                <a:gd name="connsiteY0" fmla="*/ 231550 h 715198"/>
                <a:gd name="connsiteX1" fmla="*/ 1166388 w 2314305"/>
                <a:gd name="connsiteY1" fmla="*/ 51 h 715198"/>
                <a:gd name="connsiteX2" fmla="*/ 2314305 w 2314305"/>
                <a:gd name="connsiteY2" fmla="*/ 249582 h 715198"/>
                <a:gd name="connsiteX3" fmla="*/ 2123986 w 2314305"/>
                <a:gd name="connsiteY3" fmla="*/ 715198 h 715198"/>
                <a:gd name="connsiteX4" fmla="*/ 1156661 w 2314305"/>
                <a:gd name="connsiteY4" fmla="*/ 480122 h 715198"/>
                <a:gd name="connsiteX5" fmla="*/ 172995 w 2314305"/>
                <a:gd name="connsiteY5" fmla="*/ 684541 h 715198"/>
                <a:gd name="connsiteX6" fmla="*/ 0 w 2314305"/>
                <a:gd name="connsiteY6" fmla="*/ 231550 h 715198"/>
                <a:gd name="connsiteX0" fmla="*/ 0 w 2314305"/>
                <a:gd name="connsiteY0" fmla="*/ 232088 h 715736"/>
                <a:gd name="connsiteX1" fmla="*/ 1166388 w 2314305"/>
                <a:gd name="connsiteY1" fmla="*/ 589 h 715736"/>
                <a:gd name="connsiteX2" fmla="*/ 2314305 w 2314305"/>
                <a:gd name="connsiteY2" fmla="*/ 250120 h 715736"/>
                <a:gd name="connsiteX3" fmla="*/ 2123986 w 2314305"/>
                <a:gd name="connsiteY3" fmla="*/ 715736 h 715736"/>
                <a:gd name="connsiteX4" fmla="*/ 1156661 w 2314305"/>
                <a:gd name="connsiteY4" fmla="*/ 480660 h 715736"/>
                <a:gd name="connsiteX5" fmla="*/ 172995 w 2314305"/>
                <a:gd name="connsiteY5" fmla="*/ 685079 h 715736"/>
                <a:gd name="connsiteX6" fmla="*/ 0 w 2314305"/>
                <a:gd name="connsiteY6" fmla="*/ 232088 h 715736"/>
                <a:gd name="connsiteX0" fmla="*/ 0 w 2314305"/>
                <a:gd name="connsiteY0" fmla="*/ 232088 h 715736"/>
                <a:gd name="connsiteX1" fmla="*/ 1166388 w 2314305"/>
                <a:gd name="connsiteY1" fmla="*/ 589 h 715736"/>
                <a:gd name="connsiteX2" fmla="*/ 2314305 w 2314305"/>
                <a:gd name="connsiteY2" fmla="*/ 250120 h 715736"/>
                <a:gd name="connsiteX3" fmla="*/ 2123986 w 2314305"/>
                <a:gd name="connsiteY3" fmla="*/ 715736 h 715736"/>
                <a:gd name="connsiteX4" fmla="*/ 1156661 w 2314305"/>
                <a:gd name="connsiteY4" fmla="*/ 480660 h 715736"/>
                <a:gd name="connsiteX5" fmla="*/ 172995 w 2314305"/>
                <a:gd name="connsiteY5" fmla="*/ 685079 h 715736"/>
                <a:gd name="connsiteX6" fmla="*/ 0 w 2314305"/>
                <a:gd name="connsiteY6" fmla="*/ 232088 h 715736"/>
                <a:gd name="connsiteX0" fmla="*/ 0 w 2314305"/>
                <a:gd name="connsiteY0" fmla="*/ 232088 h 715736"/>
                <a:gd name="connsiteX1" fmla="*/ 1166388 w 2314305"/>
                <a:gd name="connsiteY1" fmla="*/ 589 h 715736"/>
                <a:gd name="connsiteX2" fmla="*/ 2314305 w 2314305"/>
                <a:gd name="connsiteY2" fmla="*/ 250120 h 715736"/>
                <a:gd name="connsiteX3" fmla="*/ 2123986 w 2314305"/>
                <a:gd name="connsiteY3" fmla="*/ 715736 h 715736"/>
                <a:gd name="connsiteX4" fmla="*/ 1156661 w 2314305"/>
                <a:gd name="connsiteY4" fmla="*/ 480660 h 715736"/>
                <a:gd name="connsiteX5" fmla="*/ 172995 w 2314305"/>
                <a:gd name="connsiteY5" fmla="*/ 685079 h 715736"/>
                <a:gd name="connsiteX6" fmla="*/ 0 w 2314305"/>
                <a:gd name="connsiteY6" fmla="*/ 232088 h 715736"/>
                <a:gd name="connsiteX0" fmla="*/ 0 w 2314305"/>
                <a:gd name="connsiteY0" fmla="*/ 232060 h 715708"/>
                <a:gd name="connsiteX1" fmla="*/ 1166388 w 2314305"/>
                <a:gd name="connsiteY1" fmla="*/ 561 h 715708"/>
                <a:gd name="connsiteX2" fmla="*/ 2314305 w 2314305"/>
                <a:gd name="connsiteY2" fmla="*/ 250092 h 715708"/>
                <a:gd name="connsiteX3" fmla="*/ 2123986 w 2314305"/>
                <a:gd name="connsiteY3" fmla="*/ 715708 h 715708"/>
                <a:gd name="connsiteX4" fmla="*/ 1156661 w 2314305"/>
                <a:gd name="connsiteY4" fmla="*/ 480632 h 715708"/>
                <a:gd name="connsiteX5" fmla="*/ 172995 w 2314305"/>
                <a:gd name="connsiteY5" fmla="*/ 685051 h 715708"/>
                <a:gd name="connsiteX6" fmla="*/ 0 w 2314305"/>
                <a:gd name="connsiteY6" fmla="*/ 232060 h 7157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314305" h="715708">
                  <a:moveTo>
                    <a:pt x="0" y="232060"/>
                  </a:moveTo>
                  <a:cubicBezTo>
                    <a:pt x="116349" y="135016"/>
                    <a:pt x="772966" y="-10150"/>
                    <a:pt x="1166388" y="561"/>
                  </a:cubicBezTo>
                  <a:cubicBezTo>
                    <a:pt x="1559810" y="11272"/>
                    <a:pt x="1962415" y="54514"/>
                    <a:pt x="2314305" y="250092"/>
                  </a:cubicBezTo>
                  <a:cubicBezTo>
                    <a:pt x="2236857" y="411910"/>
                    <a:pt x="2305049" y="284904"/>
                    <a:pt x="2123986" y="715708"/>
                  </a:cubicBezTo>
                  <a:cubicBezTo>
                    <a:pt x="2077752" y="646036"/>
                    <a:pt x="1616289" y="480632"/>
                    <a:pt x="1156661" y="480632"/>
                  </a:cubicBezTo>
                  <a:cubicBezTo>
                    <a:pt x="697033" y="480632"/>
                    <a:pt x="257593" y="589531"/>
                    <a:pt x="172995" y="685051"/>
                  </a:cubicBezTo>
                  <a:lnTo>
                    <a:pt x="0" y="232060"/>
                  </a:lnTo>
                  <a:close/>
                </a:path>
              </a:pathLst>
            </a:custGeom>
            <a:solidFill>
              <a:srgbClr val="252260"/>
            </a:solidFill>
            <a:ln>
              <a:solidFill>
                <a:srgbClr val="2522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60A35A71-AD7F-2773-210C-70D0C1064C54}"/>
                </a:ext>
              </a:extLst>
            </p:cNvPr>
            <p:cNvSpPr txBox="1"/>
            <p:nvPr/>
          </p:nvSpPr>
          <p:spPr>
            <a:xfrm rot="2976467">
              <a:off x="9461974" y="1744448"/>
              <a:ext cx="1841899" cy="638175"/>
            </a:xfrm>
            <a:prstGeom prst="rect">
              <a:avLst/>
            </a:prstGeom>
            <a:noFill/>
          </p:spPr>
          <p:txBody>
            <a:bodyPr wrap="square" rtlCol="0">
              <a:prstTxWarp prst="textArchUp">
                <a:avLst>
                  <a:gd name="adj" fmla="val 11053946"/>
                </a:avLst>
              </a:prstTxWarp>
              <a:spAutoFit/>
            </a:bodyPr>
            <a:lstStyle/>
            <a:p>
              <a:pPr algn="ctr"/>
              <a:r>
                <a:rPr lang="en-US" sz="2400" dirty="0">
                  <a:solidFill>
                    <a:schemeClr val="bg1"/>
                  </a:solidFill>
                </a:rPr>
                <a:t>Connect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5B60CAB7-94DD-6759-3D0C-BA7D3AD77D22}"/>
                </a:ext>
              </a:extLst>
            </p:cNvPr>
            <p:cNvSpPr txBox="1"/>
            <p:nvPr/>
          </p:nvSpPr>
          <p:spPr>
            <a:xfrm rot="6218390">
              <a:off x="9925946" y="3694976"/>
              <a:ext cx="1841899" cy="638175"/>
            </a:xfrm>
            <a:prstGeom prst="rect">
              <a:avLst/>
            </a:prstGeom>
            <a:noFill/>
          </p:spPr>
          <p:txBody>
            <a:bodyPr wrap="square" rtlCol="0">
              <a:prstTxWarp prst="textArchUp">
                <a:avLst/>
              </a:prstTxWarp>
              <a:spAutoFit/>
            </a:bodyPr>
            <a:lstStyle/>
            <a:p>
              <a:pPr algn="ctr"/>
              <a:r>
                <a:rPr lang="en-US" sz="2400" dirty="0">
                  <a:solidFill>
                    <a:schemeClr val="bg1"/>
                  </a:solidFill>
                </a:rPr>
                <a:t>Learn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092D22A5-05C8-D181-81F6-1BBFC5577D75}"/>
                </a:ext>
              </a:extLst>
            </p:cNvPr>
            <p:cNvSpPr txBox="1"/>
            <p:nvPr/>
          </p:nvSpPr>
          <p:spPr>
            <a:xfrm rot="12622647">
              <a:off x="6593675" y="5243488"/>
              <a:ext cx="1841899" cy="638175"/>
            </a:xfrm>
            <a:prstGeom prst="rect">
              <a:avLst/>
            </a:prstGeom>
            <a:noFill/>
          </p:spPr>
          <p:txBody>
            <a:bodyPr wrap="square" rtlCol="0">
              <a:prstTxWarp prst="textArchUp">
                <a:avLst/>
              </a:prstTxWarp>
              <a:spAutoFit/>
            </a:bodyPr>
            <a:lstStyle/>
            <a:p>
              <a:pPr algn="ctr"/>
              <a:r>
                <a:rPr lang="en-US" sz="2400" dirty="0">
                  <a:solidFill>
                    <a:schemeClr val="bg1"/>
                  </a:solidFill>
                </a:rPr>
                <a:t>Invite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B8D10961-798C-3E82-DBE7-392638BA61E2}"/>
                </a:ext>
              </a:extLst>
            </p:cNvPr>
            <p:cNvSpPr txBox="1"/>
            <p:nvPr/>
          </p:nvSpPr>
          <p:spPr>
            <a:xfrm rot="15697400">
              <a:off x="5263361" y="3507272"/>
              <a:ext cx="2027125" cy="638175"/>
            </a:xfrm>
            <a:prstGeom prst="rect">
              <a:avLst/>
            </a:prstGeom>
            <a:noFill/>
          </p:spPr>
          <p:txBody>
            <a:bodyPr wrap="square" rtlCol="0">
              <a:prstTxWarp prst="textArchUp">
                <a:avLst>
                  <a:gd name="adj" fmla="val 10820778"/>
                </a:avLst>
              </a:prstTxWarp>
              <a:spAutoFit/>
            </a:bodyPr>
            <a:lstStyle/>
            <a:p>
              <a:pPr algn="ctr"/>
              <a:r>
                <a:rPr lang="en-US" sz="2400" dirty="0">
                  <a:solidFill>
                    <a:schemeClr val="bg1"/>
                  </a:solidFill>
                </a:rPr>
                <a:t>Appreciate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6A34E2CE-5138-5BC5-2D0A-18105858E39F}"/>
                </a:ext>
              </a:extLst>
            </p:cNvPr>
            <p:cNvSpPr txBox="1"/>
            <p:nvPr/>
          </p:nvSpPr>
          <p:spPr>
            <a:xfrm rot="18734748">
              <a:off x="5921532" y="1587556"/>
              <a:ext cx="1841899" cy="638175"/>
            </a:xfrm>
            <a:prstGeom prst="rect">
              <a:avLst/>
            </a:prstGeom>
            <a:noFill/>
          </p:spPr>
          <p:txBody>
            <a:bodyPr wrap="square" rtlCol="0">
              <a:prstTxWarp prst="textArchUp">
                <a:avLst/>
              </a:prstTxWarp>
              <a:spAutoFit/>
            </a:bodyPr>
            <a:lstStyle/>
            <a:p>
              <a:pPr algn="ctr"/>
              <a:r>
                <a:rPr lang="en-US" sz="2400" dirty="0">
                  <a:solidFill>
                    <a:schemeClr val="bg1"/>
                  </a:solidFill>
                </a:rPr>
                <a:t>Motivate</a:t>
              </a:r>
            </a:p>
          </p:txBody>
        </p:sp>
        <p:sp>
          <p:nvSpPr>
            <p:cNvPr id="17" name="Isosceles Triangle 16">
              <a:extLst>
                <a:ext uri="{FF2B5EF4-FFF2-40B4-BE49-F238E27FC236}">
                  <a16:creationId xmlns:a16="http://schemas.microsoft.com/office/drawing/2014/main" id="{66BAF7AA-9886-8CAB-1EBD-20A3721ED1C2}"/>
                </a:ext>
              </a:extLst>
            </p:cNvPr>
            <p:cNvSpPr/>
            <p:nvPr/>
          </p:nvSpPr>
          <p:spPr>
            <a:xfrm rot="6649031">
              <a:off x="9283774" y="854270"/>
              <a:ext cx="1097280" cy="457200"/>
            </a:xfrm>
            <a:prstGeom prst="triangle">
              <a:avLst>
                <a:gd name="adj" fmla="val 49630"/>
              </a:avLst>
            </a:prstGeom>
            <a:solidFill>
              <a:srgbClr val="EE4238"/>
            </a:solidFill>
            <a:ln>
              <a:solidFill>
                <a:srgbClr val="EE423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" name="Isosceles Triangle 17">
              <a:extLst>
                <a:ext uri="{FF2B5EF4-FFF2-40B4-BE49-F238E27FC236}">
                  <a16:creationId xmlns:a16="http://schemas.microsoft.com/office/drawing/2014/main" id="{36E1D5FB-05B9-4303-195D-3FA0304492A8}"/>
                </a:ext>
              </a:extLst>
            </p:cNvPr>
            <p:cNvSpPr/>
            <p:nvPr/>
          </p:nvSpPr>
          <p:spPr>
            <a:xfrm rot="10033193">
              <a:off x="10653102" y="2772840"/>
              <a:ext cx="1097280" cy="457200"/>
            </a:xfrm>
            <a:prstGeom prst="triangle">
              <a:avLst>
                <a:gd name="adj" fmla="val 49630"/>
              </a:avLst>
            </a:prstGeom>
            <a:solidFill>
              <a:srgbClr val="F18120"/>
            </a:solidFill>
            <a:ln>
              <a:solidFill>
                <a:srgbClr val="F1812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9" name="Block Arc 1">
              <a:extLst>
                <a:ext uri="{FF2B5EF4-FFF2-40B4-BE49-F238E27FC236}">
                  <a16:creationId xmlns:a16="http://schemas.microsoft.com/office/drawing/2014/main" id="{FB12AED3-376C-EC6D-51F0-AEEB90A2B8F0}"/>
                </a:ext>
              </a:extLst>
            </p:cNvPr>
            <p:cNvSpPr/>
            <p:nvPr/>
          </p:nvSpPr>
          <p:spPr>
            <a:xfrm>
              <a:off x="7436948" y="567120"/>
              <a:ext cx="2314305" cy="715708"/>
            </a:xfrm>
            <a:custGeom>
              <a:avLst/>
              <a:gdLst>
                <a:gd name="connsiteX0" fmla="*/ 0 w 2391141"/>
                <a:gd name="connsiteY0" fmla="*/ 726679 h 1453358"/>
                <a:gd name="connsiteX1" fmla="*/ 1195571 w 2391141"/>
                <a:gd name="connsiteY1" fmla="*/ 0 h 1453358"/>
                <a:gd name="connsiteX2" fmla="*/ 2391142 w 2391141"/>
                <a:gd name="connsiteY2" fmla="*/ 726679 h 1453358"/>
                <a:gd name="connsiteX3" fmla="*/ 2027802 w 2391141"/>
                <a:gd name="connsiteY3" fmla="*/ 726679 h 1453358"/>
                <a:gd name="connsiteX4" fmla="*/ 1195571 w 2391141"/>
                <a:gd name="connsiteY4" fmla="*/ 363339 h 1453358"/>
                <a:gd name="connsiteX5" fmla="*/ 363340 w 2391141"/>
                <a:gd name="connsiteY5" fmla="*/ 726679 h 1453358"/>
                <a:gd name="connsiteX6" fmla="*/ 0 w 2391141"/>
                <a:gd name="connsiteY6" fmla="*/ 726679 h 1453358"/>
                <a:gd name="connsiteX0" fmla="*/ 0 w 2614878"/>
                <a:gd name="connsiteY0" fmla="*/ 727830 h 727830"/>
                <a:gd name="connsiteX1" fmla="*/ 1195571 w 2614878"/>
                <a:gd name="connsiteY1" fmla="*/ 1151 h 727830"/>
                <a:gd name="connsiteX2" fmla="*/ 2614878 w 2614878"/>
                <a:gd name="connsiteY2" fmla="*/ 611098 h 727830"/>
                <a:gd name="connsiteX3" fmla="*/ 2027802 w 2614878"/>
                <a:gd name="connsiteY3" fmla="*/ 727830 h 727830"/>
                <a:gd name="connsiteX4" fmla="*/ 1195571 w 2614878"/>
                <a:gd name="connsiteY4" fmla="*/ 364490 h 727830"/>
                <a:gd name="connsiteX5" fmla="*/ 363340 w 2614878"/>
                <a:gd name="connsiteY5" fmla="*/ 727830 h 727830"/>
                <a:gd name="connsiteX6" fmla="*/ 0 w 2614878"/>
                <a:gd name="connsiteY6" fmla="*/ 727830 h 727830"/>
                <a:gd name="connsiteX0" fmla="*/ 0 w 2614878"/>
                <a:gd name="connsiteY0" fmla="*/ 727830 h 727830"/>
                <a:gd name="connsiteX1" fmla="*/ 1195571 w 2614878"/>
                <a:gd name="connsiteY1" fmla="*/ 1151 h 727830"/>
                <a:gd name="connsiteX2" fmla="*/ 2614878 w 2614878"/>
                <a:gd name="connsiteY2" fmla="*/ 611098 h 727830"/>
                <a:gd name="connsiteX3" fmla="*/ 2251538 w 2614878"/>
                <a:gd name="connsiteY3" fmla="*/ 669464 h 727830"/>
                <a:gd name="connsiteX4" fmla="*/ 1195571 w 2614878"/>
                <a:gd name="connsiteY4" fmla="*/ 364490 h 727830"/>
                <a:gd name="connsiteX5" fmla="*/ 363340 w 2614878"/>
                <a:gd name="connsiteY5" fmla="*/ 727830 h 727830"/>
                <a:gd name="connsiteX6" fmla="*/ 0 w 2614878"/>
                <a:gd name="connsiteY6" fmla="*/ 727830 h 727830"/>
                <a:gd name="connsiteX0" fmla="*/ 0 w 2780249"/>
                <a:gd name="connsiteY0" fmla="*/ 590533 h 726720"/>
                <a:gd name="connsiteX1" fmla="*/ 1360942 w 2780249"/>
                <a:gd name="connsiteY1" fmla="*/ 41 h 726720"/>
                <a:gd name="connsiteX2" fmla="*/ 2780249 w 2780249"/>
                <a:gd name="connsiteY2" fmla="*/ 609988 h 726720"/>
                <a:gd name="connsiteX3" fmla="*/ 2416909 w 2780249"/>
                <a:gd name="connsiteY3" fmla="*/ 668354 h 726720"/>
                <a:gd name="connsiteX4" fmla="*/ 1360942 w 2780249"/>
                <a:gd name="connsiteY4" fmla="*/ 363380 h 726720"/>
                <a:gd name="connsiteX5" fmla="*/ 528711 w 2780249"/>
                <a:gd name="connsiteY5" fmla="*/ 726720 h 726720"/>
                <a:gd name="connsiteX6" fmla="*/ 0 w 2780249"/>
                <a:gd name="connsiteY6" fmla="*/ 590533 h 726720"/>
                <a:gd name="connsiteX0" fmla="*/ 0 w 2780249"/>
                <a:gd name="connsiteY0" fmla="*/ 590533 h 668354"/>
                <a:gd name="connsiteX1" fmla="*/ 1360942 w 2780249"/>
                <a:gd name="connsiteY1" fmla="*/ 41 h 668354"/>
                <a:gd name="connsiteX2" fmla="*/ 2780249 w 2780249"/>
                <a:gd name="connsiteY2" fmla="*/ 609988 h 668354"/>
                <a:gd name="connsiteX3" fmla="*/ 2416909 w 2780249"/>
                <a:gd name="connsiteY3" fmla="*/ 668354 h 668354"/>
                <a:gd name="connsiteX4" fmla="*/ 1360942 w 2780249"/>
                <a:gd name="connsiteY4" fmla="*/ 363380 h 668354"/>
                <a:gd name="connsiteX5" fmla="*/ 275792 w 2780249"/>
                <a:gd name="connsiteY5" fmla="*/ 639171 h 668354"/>
                <a:gd name="connsiteX6" fmla="*/ 0 w 2780249"/>
                <a:gd name="connsiteY6" fmla="*/ 590533 h 668354"/>
                <a:gd name="connsiteX0" fmla="*/ 0 w 2780249"/>
                <a:gd name="connsiteY0" fmla="*/ 590533 h 668354"/>
                <a:gd name="connsiteX1" fmla="*/ 1360942 w 2780249"/>
                <a:gd name="connsiteY1" fmla="*/ 41 h 668354"/>
                <a:gd name="connsiteX2" fmla="*/ 2780249 w 2780249"/>
                <a:gd name="connsiteY2" fmla="*/ 609988 h 668354"/>
                <a:gd name="connsiteX3" fmla="*/ 2416909 w 2780249"/>
                <a:gd name="connsiteY3" fmla="*/ 668354 h 668354"/>
                <a:gd name="connsiteX4" fmla="*/ 1351215 w 2780249"/>
                <a:gd name="connsiteY4" fmla="*/ 480112 h 668354"/>
                <a:gd name="connsiteX5" fmla="*/ 275792 w 2780249"/>
                <a:gd name="connsiteY5" fmla="*/ 639171 h 668354"/>
                <a:gd name="connsiteX6" fmla="*/ 0 w 2780249"/>
                <a:gd name="connsiteY6" fmla="*/ 590533 h 668354"/>
                <a:gd name="connsiteX0" fmla="*/ 0 w 2780249"/>
                <a:gd name="connsiteY0" fmla="*/ 590533 h 775358"/>
                <a:gd name="connsiteX1" fmla="*/ 1360942 w 2780249"/>
                <a:gd name="connsiteY1" fmla="*/ 41 h 775358"/>
                <a:gd name="connsiteX2" fmla="*/ 2780249 w 2780249"/>
                <a:gd name="connsiteY2" fmla="*/ 609988 h 775358"/>
                <a:gd name="connsiteX3" fmla="*/ 2329360 w 2780249"/>
                <a:gd name="connsiteY3" fmla="*/ 775358 h 775358"/>
                <a:gd name="connsiteX4" fmla="*/ 1351215 w 2780249"/>
                <a:gd name="connsiteY4" fmla="*/ 480112 h 775358"/>
                <a:gd name="connsiteX5" fmla="*/ 275792 w 2780249"/>
                <a:gd name="connsiteY5" fmla="*/ 639171 h 775358"/>
                <a:gd name="connsiteX6" fmla="*/ 0 w 2780249"/>
                <a:gd name="connsiteY6" fmla="*/ 590533 h 775358"/>
                <a:gd name="connsiteX0" fmla="*/ 0 w 2673245"/>
                <a:gd name="connsiteY0" fmla="*/ 600391 h 785216"/>
                <a:gd name="connsiteX1" fmla="*/ 1360942 w 2673245"/>
                <a:gd name="connsiteY1" fmla="*/ 9899 h 785216"/>
                <a:gd name="connsiteX2" fmla="*/ 2673245 w 2673245"/>
                <a:gd name="connsiteY2" fmla="*/ 405837 h 785216"/>
                <a:gd name="connsiteX3" fmla="*/ 2329360 w 2673245"/>
                <a:gd name="connsiteY3" fmla="*/ 785216 h 785216"/>
                <a:gd name="connsiteX4" fmla="*/ 1351215 w 2673245"/>
                <a:gd name="connsiteY4" fmla="*/ 489970 h 785216"/>
                <a:gd name="connsiteX5" fmla="*/ 275792 w 2673245"/>
                <a:gd name="connsiteY5" fmla="*/ 649029 h 785216"/>
                <a:gd name="connsiteX6" fmla="*/ 0 w 2673245"/>
                <a:gd name="connsiteY6" fmla="*/ 600391 h 785216"/>
                <a:gd name="connsiteX0" fmla="*/ 0 w 2673245"/>
                <a:gd name="connsiteY0" fmla="*/ 593348 h 778173"/>
                <a:gd name="connsiteX1" fmla="*/ 1360942 w 2673245"/>
                <a:gd name="connsiteY1" fmla="*/ 2856 h 778173"/>
                <a:gd name="connsiteX2" fmla="*/ 2673245 w 2673245"/>
                <a:gd name="connsiteY2" fmla="*/ 398794 h 778173"/>
                <a:gd name="connsiteX3" fmla="*/ 2329360 w 2673245"/>
                <a:gd name="connsiteY3" fmla="*/ 778173 h 778173"/>
                <a:gd name="connsiteX4" fmla="*/ 1351215 w 2673245"/>
                <a:gd name="connsiteY4" fmla="*/ 482927 h 778173"/>
                <a:gd name="connsiteX5" fmla="*/ 275792 w 2673245"/>
                <a:gd name="connsiteY5" fmla="*/ 641986 h 778173"/>
                <a:gd name="connsiteX6" fmla="*/ 0 w 2673245"/>
                <a:gd name="connsiteY6" fmla="*/ 593348 h 778173"/>
                <a:gd name="connsiteX0" fmla="*/ 0 w 2478691"/>
                <a:gd name="connsiteY0" fmla="*/ 293714 h 809279"/>
                <a:gd name="connsiteX1" fmla="*/ 1166388 w 2478691"/>
                <a:gd name="connsiteY1" fmla="*/ 33962 h 809279"/>
                <a:gd name="connsiteX2" fmla="*/ 2478691 w 2478691"/>
                <a:gd name="connsiteY2" fmla="*/ 429900 h 809279"/>
                <a:gd name="connsiteX3" fmla="*/ 2134806 w 2478691"/>
                <a:gd name="connsiteY3" fmla="*/ 809279 h 809279"/>
                <a:gd name="connsiteX4" fmla="*/ 1156661 w 2478691"/>
                <a:gd name="connsiteY4" fmla="*/ 514033 h 809279"/>
                <a:gd name="connsiteX5" fmla="*/ 81238 w 2478691"/>
                <a:gd name="connsiteY5" fmla="*/ 673092 h 809279"/>
                <a:gd name="connsiteX6" fmla="*/ 0 w 2478691"/>
                <a:gd name="connsiteY6" fmla="*/ 293714 h 809279"/>
                <a:gd name="connsiteX0" fmla="*/ 0 w 2478691"/>
                <a:gd name="connsiteY0" fmla="*/ 262275 h 777840"/>
                <a:gd name="connsiteX1" fmla="*/ 1166388 w 2478691"/>
                <a:gd name="connsiteY1" fmla="*/ 2523 h 777840"/>
                <a:gd name="connsiteX2" fmla="*/ 2478691 w 2478691"/>
                <a:gd name="connsiteY2" fmla="*/ 398461 h 777840"/>
                <a:gd name="connsiteX3" fmla="*/ 2134806 w 2478691"/>
                <a:gd name="connsiteY3" fmla="*/ 777840 h 777840"/>
                <a:gd name="connsiteX4" fmla="*/ 1156661 w 2478691"/>
                <a:gd name="connsiteY4" fmla="*/ 482594 h 777840"/>
                <a:gd name="connsiteX5" fmla="*/ 81238 w 2478691"/>
                <a:gd name="connsiteY5" fmla="*/ 641653 h 777840"/>
                <a:gd name="connsiteX6" fmla="*/ 0 w 2478691"/>
                <a:gd name="connsiteY6" fmla="*/ 262275 h 777840"/>
                <a:gd name="connsiteX0" fmla="*/ 0 w 2478691"/>
                <a:gd name="connsiteY0" fmla="*/ 262275 h 777841"/>
                <a:gd name="connsiteX1" fmla="*/ 1166388 w 2478691"/>
                <a:gd name="connsiteY1" fmla="*/ 2523 h 777841"/>
                <a:gd name="connsiteX2" fmla="*/ 2478691 w 2478691"/>
                <a:gd name="connsiteY2" fmla="*/ 398461 h 777841"/>
                <a:gd name="connsiteX3" fmla="*/ 2134806 w 2478691"/>
                <a:gd name="connsiteY3" fmla="*/ 777840 h 777841"/>
                <a:gd name="connsiteX4" fmla="*/ 1156661 w 2478691"/>
                <a:gd name="connsiteY4" fmla="*/ 482594 h 777841"/>
                <a:gd name="connsiteX5" fmla="*/ 178515 w 2478691"/>
                <a:gd name="connsiteY5" fmla="*/ 777841 h 777841"/>
                <a:gd name="connsiteX6" fmla="*/ 0 w 2478691"/>
                <a:gd name="connsiteY6" fmla="*/ 262275 h 777841"/>
                <a:gd name="connsiteX0" fmla="*/ 0 w 2478691"/>
                <a:gd name="connsiteY0" fmla="*/ 262275 h 777840"/>
                <a:gd name="connsiteX1" fmla="*/ 1166388 w 2478691"/>
                <a:gd name="connsiteY1" fmla="*/ 2523 h 777840"/>
                <a:gd name="connsiteX2" fmla="*/ 2478691 w 2478691"/>
                <a:gd name="connsiteY2" fmla="*/ 398461 h 777840"/>
                <a:gd name="connsiteX3" fmla="*/ 2134806 w 2478691"/>
                <a:gd name="connsiteY3" fmla="*/ 777840 h 777840"/>
                <a:gd name="connsiteX4" fmla="*/ 1156661 w 2478691"/>
                <a:gd name="connsiteY4" fmla="*/ 482594 h 777840"/>
                <a:gd name="connsiteX5" fmla="*/ 139604 w 2478691"/>
                <a:gd name="connsiteY5" fmla="*/ 748658 h 777840"/>
                <a:gd name="connsiteX6" fmla="*/ 0 w 2478691"/>
                <a:gd name="connsiteY6" fmla="*/ 262275 h 777840"/>
                <a:gd name="connsiteX0" fmla="*/ 0 w 2478691"/>
                <a:gd name="connsiteY0" fmla="*/ 262275 h 777840"/>
                <a:gd name="connsiteX1" fmla="*/ 1166388 w 2478691"/>
                <a:gd name="connsiteY1" fmla="*/ 2523 h 777840"/>
                <a:gd name="connsiteX2" fmla="*/ 2478691 w 2478691"/>
                <a:gd name="connsiteY2" fmla="*/ 398461 h 777840"/>
                <a:gd name="connsiteX3" fmla="*/ 2134806 w 2478691"/>
                <a:gd name="connsiteY3" fmla="*/ 777840 h 777840"/>
                <a:gd name="connsiteX4" fmla="*/ 1156661 w 2478691"/>
                <a:gd name="connsiteY4" fmla="*/ 482594 h 777840"/>
                <a:gd name="connsiteX5" fmla="*/ 139604 w 2478691"/>
                <a:gd name="connsiteY5" fmla="*/ 748658 h 777840"/>
                <a:gd name="connsiteX6" fmla="*/ 0 w 2478691"/>
                <a:gd name="connsiteY6" fmla="*/ 262275 h 777840"/>
                <a:gd name="connsiteX0" fmla="*/ 0 w 2478691"/>
                <a:gd name="connsiteY0" fmla="*/ 262275 h 797295"/>
                <a:gd name="connsiteX1" fmla="*/ 1166388 w 2478691"/>
                <a:gd name="connsiteY1" fmla="*/ 2523 h 797295"/>
                <a:gd name="connsiteX2" fmla="*/ 2478691 w 2478691"/>
                <a:gd name="connsiteY2" fmla="*/ 398461 h 797295"/>
                <a:gd name="connsiteX3" fmla="*/ 2144534 w 2478691"/>
                <a:gd name="connsiteY3" fmla="*/ 797295 h 797295"/>
                <a:gd name="connsiteX4" fmla="*/ 1156661 w 2478691"/>
                <a:gd name="connsiteY4" fmla="*/ 482594 h 797295"/>
                <a:gd name="connsiteX5" fmla="*/ 139604 w 2478691"/>
                <a:gd name="connsiteY5" fmla="*/ 748658 h 797295"/>
                <a:gd name="connsiteX6" fmla="*/ 0 w 2478691"/>
                <a:gd name="connsiteY6" fmla="*/ 262275 h 797295"/>
                <a:gd name="connsiteX0" fmla="*/ 0 w 2478691"/>
                <a:gd name="connsiteY0" fmla="*/ 262275 h 797295"/>
                <a:gd name="connsiteX1" fmla="*/ 1166388 w 2478691"/>
                <a:gd name="connsiteY1" fmla="*/ 2523 h 797295"/>
                <a:gd name="connsiteX2" fmla="*/ 2478691 w 2478691"/>
                <a:gd name="connsiteY2" fmla="*/ 398461 h 797295"/>
                <a:gd name="connsiteX3" fmla="*/ 2144534 w 2478691"/>
                <a:gd name="connsiteY3" fmla="*/ 797295 h 797295"/>
                <a:gd name="connsiteX4" fmla="*/ 1156661 w 2478691"/>
                <a:gd name="connsiteY4" fmla="*/ 482594 h 797295"/>
                <a:gd name="connsiteX5" fmla="*/ 139604 w 2478691"/>
                <a:gd name="connsiteY5" fmla="*/ 748658 h 797295"/>
                <a:gd name="connsiteX6" fmla="*/ 0 w 2478691"/>
                <a:gd name="connsiteY6" fmla="*/ 262275 h 797295"/>
                <a:gd name="connsiteX0" fmla="*/ 0 w 2309168"/>
                <a:gd name="connsiteY0" fmla="*/ 259772 h 794792"/>
                <a:gd name="connsiteX1" fmla="*/ 1166388 w 2309168"/>
                <a:gd name="connsiteY1" fmla="*/ 20 h 794792"/>
                <a:gd name="connsiteX2" fmla="*/ 2309168 w 2309168"/>
                <a:gd name="connsiteY2" fmla="*/ 270099 h 794792"/>
                <a:gd name="connsiteX3" fmla="*/ 2144534 w 2309168"/>
                <a:gd name="connsiteY3" fmla="*/ 794792 h 794792"/>
                <a:gd name="connsiteX4" fmla="*/ 1156661 w 2309168"/>
                <a:gd name="connsiteY4" fmla="*/ 480091 h 794792"/>
                <a:gd name="connsiteX5" fmla="*/ 139604 w 2309168"/>
                <a:gd name="connsiteY5" fmla="*/ 746155 h 794792"/>
                <a:gd name="connsiteX6" fmla="*/ 0 w 2309168"/>
                <a:gd name="connsiteY6" fmla="*/ 259772 h 794792"/>
                <a:gd name="connsiteX0" fmla="*/ 0 w 2309168"/>
                <a:gd name="connsiteY0" fmla="*/ 259772 h 794792"/>
                <a:gd name="connsiteX1" fmla="*/ 1166388 w 2309168"/>
                <a:gd name="connsiteY1" fmla="*/ 20 h 794792"/>
                <a:gd name="connsiteX2" fmla="*/ 2309168 w 2309168"/>
                <a:gd name="connsiteY2" fmla="*/ 270099 h 794792"/>
                <a:gd name="connsiteX3" fmla="*/ 2144534 w 2309168"/>
                <a:gd name="connsiteY3" fmla="*/ 794792 h 794792"/>
                <a:gd name="connsiteX4" fmla="*/ 1156661 w 2309168"/>
                <a:gd name="connsiteY4" fmla="*/ 480091 h 794792"/>
                <a:gd name="connsiteX5" fmla="*/ 139604 w 2309168"/>
                <a:gd name="connsiteY5" fmla="*/ 746155 h 794792"/>
                <a:gd name="connsiteX6" fmla="*/ 0 w 2309168"/>
                <a:gd name="connsiteY6" fmla="*/ 259772 h 794792"/>
                <a:gd name="connsiteX0" fmla="*/ 0 w 2309168"/>
                <a:gd name="connsiteY0" fmla="*/ 259772 h 746155"/>
                <a:gd name="connsiteX1" fmla="*/ 1166388 w 2309168"/>
                <a:gd name="connsiteY1" fmla="*/ 20 h 746155"/>
                <a:gd name="connsiteX2" fmla="*/ 2309168 w 2309168"/>
                <a:gd name="connsiteY2" fmla="*/ 270099 h 746155"/>
                <a:gd name="connsiteX3" fmla="*/ 2121417 w 2309168"/>
                <a:gd name="connsiteY3" fmla="*/ 707462 h 746155"/>
                <a:gd name="connsiteX4" fmla="*/ 1156661 w 2309168"/>
                <a:gd name="connsiteY4" fmla="*/ 480091 h 746155"/>
                <a:gd name="connsiteX5" fmla="*/ 139604 w 2309168"/>
                <a:gd name="connsiteY5" fmla="*/ 746155 h 746155"/>
                <a:gd name="connsiteX6" fmla="*/ 0 w 2309168"/>
                <a:gd name="connsiteY6" fmla="*/ 259772 h 746155"/>
                <a:gd name="connsiteX0" fmla="*/ 0 w 2309168"/>
                <a:gd name="connsiteY0" fmla="*/ 259772 h 746155"/>
                <a:gd name="connsiteX1" fmla="*/ 1166388 w 2309168"/>
                <a:gd name="connsiteY1" fmla="*/ 20 h 746155"/>
                <a:gd name="connsiteX2" fmla="*/ 2309168 w 2309168"/>
                <a:gd name="connsiteY2" fmla="*/ 270099 h 746155"/>
                <a:gd name="connsiteX3" fmla="*/ 2121417 w 2309168"/>
                <a:gd name="connsiteY3" fmla="*/ 707462 h 746155"/>
                <a:gd name="connsiteX4" fmla="*/ 1156661 w 2309168"/>
                <a:gd name="connsiteY4" fmla="*/ 480091 h 746155"/>
                <a:gd name="connsiteX5" fmla="*/ 139604 w 2309168"/>
                <a:gd name="connsiteY5" fmla="*/ 746155 h 746155"/>
                <a:gd name="connsiteX6" fmla="*/ 0 w 2309168"/>
                <a:gd name="connsiteY6" fmla="*/ 259772 h 746155"/>
                <a:gd name="connsiteX0" fmla="*/ 0 w 2309168"/>
                <a:gd name="connsiteY0" fmla="*/ 226793 h 746567"/>
                <a:gd name="connsiteX1" fmla="*/ 1166388 w 2309168"/>
                <a:gd name="connsiteY1" fmla="*/ 432 h 746567"/>
                <a:gd name="connsiteX2" fmla="*/ 2309168 w 2309168"/>
                <a:gd name="connsiteY2" fmla="*/ 270511 h 746567"/>
                <a:gd name="connsiteX3" fmla="*/ 2121417 w 2309168"/>
                <a:gd name="connsiteY3" fmla="*/ 707874 h 746567"/>
                <a:gd name="connsiteX4" fmla="*/ 1156661 w 2309168"/>
                <a:gd name="connsiteY4" fmla="*/ 480503 h 746567"/>
                <a:gd name="connsiteX5" fmla="*/ 139604 w 2309168"/>
                <a:gd name="connsiteY5" fmla="*/ 746567 h 746567"/>
                <a:gd name="connsiteX6" fmla="*/ 0 w 2309168"/>
                <a:gd name="connsiteY6" fmla="*/ 226793 h 746567"/>
                <a:gd name="connsiteX0" fmla="*/ 0 w 2309168"/>
                <a:gd name="connsiteY0" fmla="*/ 226663 h 746437"/>
                <a:gd name="connsiteX1" fmla="*/ 1166388 w 2309168"/>
                <a:gd name="connsiteY1" fmla="*/ 302 h 746437"/>
                <a:gd name="connsiteX2" fmla="*/ 2309168 w 2309168"/>
                <a:gd name="connsiteY2" fmla="*/ 270381 h 746437"/>
                <a:gd name="connsiteX3" fmla="*/ 2121417 w 2309168"/>
                <a:gd name="connsiteY3" fmla="*/ 707744 h 746437"/>
                <a:gd name="connsiteX4" fmla="*/ 1156661 w 2309168"/>
                <a:gd name="connsiteY4" fmla="*/ 480373 h 746437"/>
                <a:gd name="connsiteX5" fmla="*/ 139604 w 2309168"/>
                <a:gd name="connsiteY5" fmla="*/ 746437 h 746437"/>
                <a:gd name="connsiteX6" fmla="*/ 0 w 2309168"/>
                <a:gd name="connsiteY6" fmla="*/ 226663 h 746437"/>
                <a:gd name="connsiteX0" fmla="*/ 0 w 2309168"/>
                <a:gd name="connsiteY0" fmla="*/ 226614 h 746388"/>
                <a:gd name="connsiteX1" fmla="*/ 1166388 w 2309168"/>
                <a:gd name="connsiteY1" fmla="*/ 253 h 746388"/>
                <a:gd name="connsiteX2" fmla="*/ 2309168 w 2309168"/>
                <a:gd name="connsiteY2" fmla="*/ 270332 h 746388"/>
                <a:gd name="connsiteX3" fmla="*/ 2121417 w 2309168"/>
                <a:gd name="connsiteY3" fmla="*/ 707695 h 746388"/>
                <a:gd name="connsiteX4" fmla="*/ 1156661 w 2309168"/>
                <a:gd name="connsiteY4" fmla="*/ 480324 h 746388"/>
                <a:gd name="connsiteX5" fmla="*/ 139604 w 2309168"/>
                <a:gd name="connsiteY5" fmla="*/ 746388 h 746388"/>
                <a:gd name="connsiteX6" fmla="*/ 0 w 2309168"/>
                <a:gd name="connsiteY6" fmla="*/ 226614 h 746388"/>
                <a:gd name="connsiteX0" fmla="*/ 0 w 2309168"/>
                <a:gd name="connsiteY0" fmla="*/ 231692 h 746328"/>
                <a:gd name="connsiteX1" fmla="*/ 1166388 w 2309168"/>
                <a:gd name="connsiteY1" fmla="*/ 193 h 746328"/>
                <a:gd name="connsiteX2" fmla="*/ 2309168 w 2309168"/>
                <a:gd name="connsiteY2" fmla="*/ 270272 h 746328"/>
                <a:gd name="connsiteX3" fmla="*/ 2121417 w 2309168"/>
                <a:gd name="connsiteY3" fmla="*/ 707635 h 746328"/>
                <a:gd name="connsiteX4" fmla="*/ 1156661 w 2309168"/>
                <a:gd name="connsiteY4" fmla="*/ 480264 h 746328"/>
                <a:gd name="connsiteX5" fmla="*/ 139604 w 2309168"/>
                <a:gd name="connsiteY5" fmla="*/ 746328 h 746328"/>
                <a:gd name="connsiteX6" fmla="*/ 0 w 2309168"/>
                <a:gd name="connsiteY6" fmla="*/ 231692 h 746328"/>
                <a:gd name="connsiteX0" fmla="*/ 0 w 2309168"/>
                <a:gd name="connsiteY0" fmla="*/ 231692 h 707635"/>
                <a:gd name="connsiteX1" fmla="*/ 1166388 w 2309168"/>
                <a:gd name="connsiteY1" fmla="*/ 193 h 707635"/>
                <a:gd name="connsiteX2" fmla="*/ 2309168 w 2309168"/>
                <a:gd name="connsiteY2" fmla="*/ 270272 h 707635"/>
                <a:gd name="connsiteX3" fmla="*/ 2121417 w 2309168"/>
                <a:gd name="connsiteY3" fmla="*/ 707635 h 707635"/>
                <a:gd name="connsiteX4" fmla="*/ 1156661 w 2309168"/>
                <a:gd name="connsiteY4" fmla="*/ 480264 h 707635"/>
                <a:gd name="connsiteX5" fmla="*/ 172995 w 2309168"/>
                <a:gd name="connsiteY5" fmla="*/ 684683 h 707635"/>
                <a:gd name="connsiteX6" fmla="*/ 0 w 2309168"/>
                <a:gd name="connsiteY6" fmla="*/ 231692 h 707635"/>
                <a:gd name="connsiteX0" fmla="*/ 0 w 2309168"/>
                <a:gd name="connsiteY0" fmla="*/ 231692 h 707635"/>
                <a:gd name="connsiteX1" fmla="*/ 1166388 w 2309168"/>
                <a:gd name="connsiteY1" fmla="*/ 193 h 707635"/>
                <a:gd name="connsiteX2" fmla="*/ 2309168 w 2309168"/>
                <a:gd name="connsiteY2" fmla="*/ 270272 h 707635"/>
                <a:gd name="connsiteX3" fmla="*/ 2121417 w 2309168"/>
                <a:gd name="connsiteY3" fmla="*/ 707635 h 707635"/>
                <a:gd name="connsiteX4" fmla="*/ 1156661 w 2309168"/>
                <a:gd name="connsiteY4" fmla="*/ 480264 h 707635"/>
                <a:gd name="connsiteX5" fmla="*/ 172995 w 2309168"/>
                <a:gd name="connsiteY5" fmla="*/ 684683 h 707635"/>
                <a:gd name="connsiteX6" fmla="*/ 0 w 2309168"/>
                <a:gd name="connsiteY6" fmla="*/ 231692 h 707635"/>
                <a:gd name="connsiteX0" fmla="*/ 0 w 2309168"/>
                <a:gd name="connsiteY0" fmla="*/ 231692 h 715340"/>
                <a:gd name="connsiteX1" fmla="*/ 1166388 w 2309168"/>
                <a:gd name="connsiteY1" fmla="*/ 193 h 715340"/>
                <a:gd name="connsiteX2" fmla="*/ 2309168 w 2309168"/>
                <a:gd name="connsiteY2" fmla="*/ 270272 h 715340"/>
                <a:gd name="connsiteX3" fmla="*/ 2123986 w 2309168"/>
                <a:gd name="connsiteY3" fmla="*/ 715340 h 715340"/>
                <a:gd name="connsiteX4" fmla="*/ 1156661 w 2309168"/>
                <a:gd name="connsiteY4" fmla="*/ 480264 h 715340"/>
                <a:gd name="connsiteX5" fmla="*/ 172995 w 2309168"/>
                <a:gd name="connsiteY5" fmla="*/ 684683 h 715340"/>
                <a:gd name="connsiteX6" fmla="*/ 0 w 2309168"/>
                <a:gd name="connsiteY6" fmla="*/ 231692 h 715340"/>
                <a:gd name="connsiteX0" fmla="*/ 0 w 2309168"/>
                <a:gd name="connsiteY0" fmla="*/ 231692 h 715340"/>
                <a:gd name="connsiteX1" fmla="*/ 1166388 w 2309168"/>
                <a:gd name="connsiteY1" fmla="*/ 193 h 715340"/>
                <a:gd name="connsiteX2" fmla="*/ 2309168 w 2309168"/>
                <a:gd name="connsiteY2" fmla="*/ 270272 h 715340"/>
                <a:gd name="connsiteX3" fmla="*/ 2123986 w 2309168"/>
                <a:gd name="connsiteY3" fmla="*/ 715340 h 715340"/>
                <a:gd name="connsiteX4" fmla="*/ 1156661 w 2309168"/>
                <a:gd name="connsiteY4" fmla="*/ 480264 h 715340"/>
                <a:gd name="connsiteX5" fmla="*/ 172995 w 2309168"/>
                <a:gd name="connsiteY5" fmla="*/ 684683 h 715340"/>
                <a:gd name="connsiteX6" fmla="*/ 0 w 2309168"/>
                <a:gd name="connsiteY6" fmla="*/ 231692 h 715340"/>
                <a:gd name="connsiteX0" fmla="*/ 0 w 2309168"/>
                <a:gd name="connsiteY0" fmla="*/ 231692 h 715340"/>
                <a:gd name="connsiteX1" fmla="*/ 1166388 w 2309168"/>
                <a:gd name="connsiteY1" fmla="*/ 193 h 715340"/>
                <a:gd name="connsiteX2" fmla="*/ 2309168 w 2309168"/>
                <a:gd name="connsiteY2" fmla="*/ 270272 h 715340"/>
                <a:gd name="connsiteX3" fmla="*/ 2123986 w 2309168"/>
                <a:gd name="connsiteY3" fmla="*/ 715340 h 715340"/>
                <a:gd name="connsiteX4" fmla="*/ 1156661 w 2309168"/>
                <a:gd name="connsiteY4" fmla="*/ 480264 h 715340"/>
                <a:gd name="connsiteX5" fmla="*/ 172995 w 2309168"/>
                <a:gd name="connsiteY5" fmla="*/ 684683 h 715340"/>
                <a:gd name="connsiteX6" fmla="*/ 0 w 2309168"/>
                <a:gd name="connsiteY6" fmla="*/ 231692 h 715340"/>
                <a:gd name="connsiteX0" fmla="*/ 0 w 2314305"/>
                <a:gd name="connsiteY0" fmla="*/ 231543 h 715191"/>
                <a:gd name="connsiteX1" fmla="*/ 1166388 w 2314305"/>
                <a:gd name="connsiteY1" fmla="*/ 44 h 715191"/>
                <a:gd name="connsiteX2" fmla="*/ 2314305 w 2314305"/>
                <a:gd name="connsiteY2" fmla="*/ 249575 h 715191"/>
                <a:gd name="connsiteX3" fmla="*/ 2123986 w 2314305"/>
                <a:gd name="connsiteY3" fmla="*/ 715191 h 715191"/>
                <a:gd name="connsiteX4" fmla="*/ 1156661 w 2314305"/>
                <a:gd name="connsiteY4" fmla="*/ 480115 h 715191"/>
                <a:gd name="connsiteX5" fmla="*/ 172995 w 2314305"/>
                <a:gd name="connsiteY5" fmla="*/ 684534 h 715191"/>
                <a:gd name="connsiteX6" fmla="*/ 0 w 2314305"/>
                <a:gd name="connsiteY6" fmla="*/ 231543 h 715191"/>
                <a:gd name="connsiteX0" fmla="*/ 0 w 2314305"/>
                <a:gd name="connsiteY0" fmla="*/ 231543 h 715191"/>
                <a:gd name="connsiteX1" fmla="*/ 1166388 w 2314305"/>
                <a:gd name="connsiteY1" fmla="*/ 44 h 715191"/>
                <a:gd name="connsiteX2" fmla="*/ 2314305 w 2314305"/>
                <a:gd name="connsiteY2" fmla="*/ 249575 h 715191"/>
                <a:gd name="connsiteX3" fmla="*/ 2123986 w 2314305"/>
                <a:gd name="connsiteY3" fmla="*/ 715191 h 715191"/>
                <a:gd name="connsiteX4" fmla="*/ 1156661 w 2314305"/>
                <a:gd name="connsiteY4" fmla="*/ 480115 h 715191"/>
                <a:gd name="connsiteX5" fmla="*/ 172995 w 2314305"/>
                <a:gd name="connsiteY5" fmla="*/ 684534 h 715191"/>
                <a:gd name="connsiteX6" fmla="*/ 0 w 2314305"/>
                <a:gd name="connsiteY6" fmla="*/ 231543 h 715191"/>
                <a:gd name="connsiteX0" fmla="*/ 0 w 2314305"/>
                <a:gd name="connsiteY0" fmla="*/ 231550 h 715198"/>
                <a:gd name="connsiteX1" fmla="*/ 1166388 w 2314305"/>
                <a:gd name="connsiteY1" fmla="*/ 51 h 715198"/>
                <a:gd name="connsiteX2" fmla="*/ 2314305 w 2314305"/>
                <a:gd name="connsiteY2" fmla="*/ 249582 h 715198"/>
                <a:gd name="connsiteX3" fmla="*/ 2123986 w 2314305"/>
                <a:gd name="connsiteY3" fmla="*/ 715198 h 715198"/>
                <a:gd name="connsiteX4" fmla="*/ 1156661 w 2314305"/>
                <a:gd name="connsiteY4" fmla="*/ 480122 h 715198"/>
                <a:gd name="connsiteX5" fmla="*/ 172995 w 2314305"/>
                <a:gd name="connsiteY5" fmla="*/ 684541 h 715198"/>
                <a:gd name="connsiteX6" fmla="*/ 0 w 2314305"/>
                <a:gd name="connsiteY6" fmla="*/ 231550 h 715198"/>
                <a:gd name="connsiteX0" fmla="*/ 0 w 2314305"/>
                <a:gd name="connsiteY0" fmla="*/ 233092 h 716740"/>
                <a:gd name="connsiteX1" fmla="*/ 1166388 w 2314305"/>
                <a:gd name="connsiteY1" fmla="*/ 1593 h 716740"/>
                <a:gd name="connsiteX2" fmla="*/ 2314305 w 2314305"/>
                <a:gd name="connsiteY2" fmla="*/ 251124 h 716740"/>
                <a:gd name="connsiteX3" fmla="*/ 2123986 w 2314305"/>
                <a:gd name="connsiteY3" fmla="*/ 716740 h 716740"/>
                <a:gd name="connsiteX4" fmla="*/ 1156661 w 2314305"/>
                <a:gd name="connsiteY4" fmla="*/ 481664 h 716740"/>
                <a:gd name="connsiteX5" fmla="*/ 172995 w 2314305"/>
                <a:gd name="connsiteY5" fmla="*/ 686083 h 716740"/>
                <a:gd name="connsiteX6" fmla="*/ 0 w 2314305"/>
                <a:gd name="connsiteY6" fmla="*/ 233092 h 716740"/>
                <a:gd name="connsiteX0" fmla="*/ 0 w 2314305"/>
                <a:gd name="connsiteY0" fmla="*/ 231523 h 715171"/>
                <a:gd name="connsiteX1" fmla="*/ 1166388 w 2314305"/>
                <a:gd name="connsiteY1" fmla="*/ 24 h 715171"/>
                <a:gd name="connsiteX2" fmla="*/ 2314305 w 2314305"/>
                <a:gd name="connsiteY2" fmla="*/ 249555 h 715171"/>
                <a:gd name="connsiteX3" fmla="*/ 2123986 w 2314305"/>
                <a:gd name="connsiteY3" fmla="*/ 715171 h 715171"/>
                <a:gd name="connsiteX4" fmla="*/ 1156661 w 2314305"/>
                <a:gd name="connsiteY4" fmla="*/ 480095 h 715171"/>
                <a:gd name="connsiteX5" fmla="*/ 172995 w 2314305"/>
                <a:gd name="connsiteY5" fmla="*/ 684514 h 715171"/>
                <a:gd name="connsiteX6" fmla="*/ 0 w 2314305"/>
                <a:gd name="connsiteY6" fmla="*/ 231523 h 715171"/>
                <a:gd name="connsiteX0" fmla="*/ 0 w 2314305"/>
                <a:gd name="connsiteY0" fmla="*/ 231550 h 715198"/>
                <a:gd name="connsiteX1" fmla="*/ 1166388 w 2314305"/>
                <a:gd name="connsiteY1" fmla="*/ 51 h 715198"/>
                <a:gd name="connsiteX2" fmla="*/ 2314305 w 2314305"/>
                <a:gd name="connsiteY2" fmla="*/ 249582 h 715198"/>
                <a:gd name="connsiteX3" fmla="*/ 2123986 w 2314305"/>
                <a:gd name="connsiteY3" fmla="*/ 715198 h 715198"/>
                <a:gd name="connsiteX4" fmla="*/ 1156661 w 2314305"/>
                <a:gd name="connsiteY4" fmla="*/ 480122 h 715198"/>
                <a:gd name="connsiteX5" fmla="*/ 172995 w 2314305"/>
                <a:gd name="connsiteY5" fmla="*/ 684541 h 715198"/>
                <a:gd name="connsiteX6" fmla="*/ 0 w 2314305"/>
                <a:gd name="connsiteY6" fmla="*/ 231550 h 715198"/>
                <a:gd name="connsiteX0" fmla="*/ 0 w 2314305"/>
                <a:gd name="connsiteY0" fmla="*/ 232088 h 715736"/>
                <a:gd name="connsiteX1" fmla="*/ 1166388 w 2314305"/>
                <a:gd name="connsiteY1" fmla="*/ 589 h 715736"/>
                <a:gd name="connsiteX2" fmla="*/ 2314305 w 2314305"/>
                <a:gd name="connsiteY2" fmla="*/ 250120 h 715736"/>
                <a:gd name="connsiteX3" fmla="*/ 2123986 w 2314305"/>
                <a:gd name="connsiteY3" fmla="*/ 715736 h 715736"/>
                <a:gd name="connsiteX4" fmla="*/ 1156661 w 2314305"/>
                <a:gd name="connsiteY4" fmla="*/ 480660 h 715736"/>
                <a:gd name="connsiteX5" fmla="*/ 172995 w 2314305"/>
                <a:gd name="connsiteY5" fmla="*/ 685079 h 715736"/>
                <a:gd name="connsiteX6" fmla="*/ 0 w 2314305"/>
                <a:gd name="connsiteY6" fmla="*/ 232088 h 715736"/>
                <a:gd name="connsiteX0" fmla="*/ 0 w 2314305"/>
                <a:gd name="connsiteY0" fmla="*/ 232088 h 715736"/>
                <a:gd name="connsiteX1" fmla="*/ 1166388 w 2314305"/>
                <a:gd name="connsiteY1" fmla="*/ 589 h 715736"/>
                <a:gd name="connsiteX2" fmla="*/ 2314305 w 2314305"/>
                <a:gd name="connsiteY2" fmla="*/ 250120 h 715736"/>
                <a:gd name="connsiteX3" fmla="*/ 2123986 w 2314305"/>
                <a:gd name="connsiteY3" fmla="*/ 715736 h 715736"/>
                <a:gd name="connsiteX4" fmla="*/ 1156661 w 2314305"/>
                <a:gd name="connsiteY4" fmla="*/ 480660 h 715736"/>
                <a:gd name="connsiteX5" fmla="*/ 172995 w 2314305"/>
                <a:gd name="connsiteY5" fmla="*/ 685079 h 715736"/>
                <a:gd name="connsiteX6" fmla="*/ 0 w 2314305"/>
                <a:gd name="connsiteY6" fmla="*/ 232088 h 715736"/>
                <a:gd name="connsiteX0" fmla="*/ 0 w 2314305"/>
                <a:gd name="connsiteY0" fmla="*/ 232088 h 715736"/>
                <a:gd name="connsiteX1" fmla="*/ 1166388 w 2314305"/>
                <a:gd name="connsiteY1" fmla="*/ 589 h 715736"/>
                <a:gd name="connsiteX2" fmla="*/ 2314305 w 2314305"/>
                <a:gd name="connsiteY2" fmla="*/ 250120 h 715736"/>
                <a:gd name="connsiteX3" fmla="*/ 2123986 w 2314305"/>
                <a:gd name="connsiteY3" fmla="*/ 715736 h 715736"/>
                <a:gd name="connsiteX4" fmla="*/ 1156661 w 2314305"/>
                <a:gd name="connsiteY4" fmla="*/ 480660 h 715736"/>
                <a:gd name="connsiteX5" fmla="*/ 172995 w 2314305"/>
                <a:gd name="connsiteY5" fmla="*/ 685079 h 715736"/>
                <a:gd name="connsiteX6" fmla="*/ 0 w 2314305"/>
                <a:gd name="connsiteY6" fmla="*/ 232088 h 715736"/>
                <a:gd name="connsiteX0" fmla="*/ 0 w 2314305"/>
                <a:gd name="connsiteY0" fmla="*/ 232060 h 715708"/>
                <a:gd name="connsiteX1" fmla="*/ 1166388 w 2314305"/>
                <a:gd name="connsiteY1" fmla="*/ 561 h 715708"/>
                <a:gd name="connsiteX2" fmla="*/ 2314305 w 2314305"/>
                <a:gd name="connsiteY2" fmla="*/ 250092 h 715708"/>
                <a:gd name="connsiteX3" fmla="*/ 2123986 w 2314305"/>
                <a:gd name="connsiteY3" fmla="*/ 715708 h 715708"/>
                <a:gd name="connsiteX4" fmla="*/ 1156661 w 2314305"/>
                <a:gd name="connsiteY4" fmla="*/ 480632 h 715708"/>
                <a:gd name="connsiteX5" fmla="*/ 172995 w 2314305"/>
                <a:gd name="connsiteY5" fmla="*/ 685051 h 715708"/>
                <a:gd name="connsiteX6" fmla="*/ 0 w 2314305"/>
                <a:gd name="connsiteY6" fmla="*/ 232060 h 7157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314305" h="715708">
                  <a:moveTo>
                    <a:pt x="0" y="232060"/>
                  </a:moveTo>
                  <a:cubicBezTo>
                    <a:pt x="116349" y="135016"/>
                    <a:pt x="772966" y="-10150"/>
                    <a:pt x="1166388" y="561"/>
                  </a:cubicBezTo>
                  <a:cubicBezTo>
                    <a:pt x="1559810" y="11272"/>
                    <a:pt x="1962415" y="54514"/>
                    <a:pt x="2314305" y="250092"/>
                  </a:cubicBezTo>
                  <a:cubicBezTo>
                    <a:pt x="2236857" y="411910"/>
                    <a:pt x="2305049" y="284904"/>
                    <a:pt x="2123986" y="715708"/>
                  </a:cubicBezTo>
                  <a:cubicBezTo>
                    <a:pt x="2077752" y="646036"/>
                    <a:pt x="1616289" y="480632"/>
                    <a:pt x="1156661" y="480632"/>
                  </a:cubicBezTo>
                  <a:cubicBezTo>
                    <a:pt x="697033" y="480632"/>
                    <a:pt x="257593" y="589531"/>
                    <a:pt x="172995" y="685051"/>
                  </a:cubicBezTo>
                  <a:lnTo>
                    <a:pt x="0" y="232060"/>
                  </a:lnTo>
                  <a:close/>
                </a:path>
              </a:pathLst>
            </a:custGeom>
            <a:solidFill>
              <a:srgbClr val="EE4238"/>
            </a:solidFill>
            <a:ln>
              <a:solidFill>
                <a:srgbClr val="EE423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0" name="Isosceles Triangle 19">
              <a:extLst>
                <a:ext uri="{FF2B5EF4-FFF2-40B4-BE49-F238E27FC236}">
                  <a16:creationId xmlns:a16="http://schemas.microsoft.com/office/drawing/2014/main" id="{184515E6-B851-C754-274F-499CEAE57E02}"/>
                </a:ext>
              </a:extLst>
            </p:cNvPr>
            <p:cNvSpPr/>
            <p:nvPr/>
          </p:nvSpPr>
          <p:spPr>
            <a:xfrm rot="12756092">
              <a:off x="10065502" y="5009385"/>
              <a:ext cx="1097280" cy="457200"/>
            </a:xfrm>
            <a:prstGeom prst="triangle">
              <a:avLst>
                <a:gd name="adj" fmla="val 49630"/>
              </a:avLst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2" name="Isosceles Triangle 21">
              <a:extLst>
                <a:ext uri="{FF2B5EF4-FFF2-40B4-BE49-F238E27FC236}">
                  <a16:creationId xmlns:a16="http://schemas.microsoft.com/office/drawing/2014/main" id="{BDA07C0D-84DB-4B8C-D609-0FC60C1D1E2C}"/>
                </a:ext>
              </a:extLst>
            </p:cNvPr>
            <p:cNvSpPr/>
            <p:nvPr/>
          </p:nvSpPr>
          <p:spPr>
            <a:xfrm rot="19068017">
              <a:off x="5803319" y="4833342"/>
              <a:ext cx="1097280" cy="457200"/>
            </a:xfrm>
            <a:prstGeom prst="triangle">
              <a:avLst>
                <a:gd name="adj" fmla="val 49630"/>
              </a:avLst>
            </a:prstGeom>
            <a:solidFill>
              <a:srgbClr val="33CCCC"/>
            </a:solidFill>
            <a:ln>
              <a:solidFill>
                <a:srgbClr val="33CCC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3" name="Isosceles Triangle 22">
              <a:extLst>
                <a:ext uri="{FF2B5EF4-FFF2-40B4-BE49-F238E27FC236}">
                  <a16:creationId xmlns:a16="http://schemas.microsoft.com/office/drawing/2014/main" id="{90D9A080-DDEE-6E5A-71E0-0B59E29652F1}"/>
                </a:ext>
              </a:extLst>
            </p:cNvPr>
            <p:cNvSpPr/>
            <p:nvPr/>
          </p:nvSpPr>
          <p:spPr>
            <a:xfrm rot="722318">
              <a:off x="5436198" y="2460377"/>
              <a:ext cx="1097280" cy="457200"/>
            </a:xfrm>
            <a:prstGeom prst="triangle">
              <a:avLst>
                <a:gd name="adj" fmla="val 49630"/>
              </a:avLst>
            </a:prstGeom>
            <a:solidFill>
              <a:srgbClr val="0070C0"/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4" name="Isosceles Triangle 23">
              <a:extLst>
                <a:ext uri="{FF2B5EF4-FFF2-40B4-BE49-F238E27FC236}">
                  <a16:creationId xmlns:a16="http://schemas.microsoft.com/office/drawing/2014/main" id="{5FE737BF-29F3-253B-F372-82F26AE216E7}"/>
                </a:ext>
              </a:extLst>
            </p:cNvPr>
            <p:cNvSpPr/>
            <p:nvPr/>
          </p:nvSpPr>
          <p:spPr>
            <a:xfrm rot="4150195">
              <a:off x="7002567" y="831281"/>
              <a:ext cx="1097280" cy="457200"/>
            </a:xfrm>
            <a:prstGeom prst="triangle">
              <a:avLst>
                <a:gd name="adj" fmla="val 49630"/>
              </a:avLst>
            </a:prstGeom>
            <a:solidFill>
              <a:srgbClr val="252260"/>
            </a:solidFill>
            <a:ln>
              <a:solidFill>
                <a:srgbClr val="2522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F6354306-6CCB-13D7-FBCF-0131E8E0524F}"/>
                </a:ext>
              </a:extLst>
            </p:cNvPr>
            <p:cNvSpPr txBox="1"/>
            <p:nvPr/>
          </p:nvSpPr>
          <p:spPr>
            <a:xfrm>
              <a:off x="7612778" y="888506"/>
              <a:ext cx="1841899" cy="638175"/>
            </a:xfrm>
            <a:prstGeom prst="rect">
              <a:avLst/>
            </a:prstGeom>
            <a:noFill/>
          </p:spPr>
          <p:txBody>
            <a:bodyPr wrap="square" rtlCol="0">
              <a:prstTxWarp prst="textArchUp">
                <a:avLst/>
              </a:prstTxWarp>
              <a:spAutoFit/>
            </a:bodyPr>
            <a:lstStyle/>
            <a:p>
              <a:pPr algn="ctr"/>
              <a:r>
                <a:rPr lang="en-US" sz="2400" dirty="0">
                  <a:solidFill>
                    <a:schemeClr val="bg1"/>
                  </a:solidFill>
                </a:rPr>
                <a:t>Inspire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14825B25-72E2-5DA6-9FFA-9F7980FC4324}"/>
                </a:ext>
              </a:extLst>
            </p:cNvPr>
            <p:cNvSpPr txBox="1"/>
            <p:nvPr/>
          </p:nvSpPr>
          <p:spPr>
            <a:xfrm rot="6235923">
              <a:off x="6622169" y="2523716"/>
              <a:ext cx="3973684" cy="212365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400" dirty="0">
                  <a:solidFill>
                    <a:srgbClr val="252260"/>
                  </a:solidFill>
                </a:rPr>
                <a:t>Donor </a:t>
              </a:r>
            </a:p>
            <a:p>
              <a:pPr algn="ctr"/>
              <a:r>
                <a:rPr lang="en-US" sz="4400" dirty="0">
                  <a:solidFill>
                    <a:srgbClr val="252260"/>
                  </a:solidFill>
                </a:rPr>
                <a:t>Engagement </a:t>
              </a:r>
            </a:p>
            <a:p>
              <a:pPr algn="ctr"/>
              <a:r>
                <a:rPr lang="en-US" sz="4400" dirty="0">
                  <a:solidFill>
                    <a:srgbClr val="252260"/>
                  </a:solidFill>
                </a:rPr>
                <a:t>Cycle</a:t>
              </a: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9B62E35C-2004-7D54-3A33-73D986413616}"/>
              </a:ext>
            </a:extLst>
          </p:cNvPr>
          <p:cNvGrpSpPr/>
          <p:nvPr/>
        </p:nvGrpSpPr>
        <p:grpSpPr>
          <a:xfrm>
            <a:off x="0" y="6078071"/>
            <a:ext cx="12192000" cy="779929"/>
            <a:chOff x="0" y="6078071"/>
            <a:chExt cx="12192000" cy="779929"/>
          </a:xfrm>
        </p:grpSpPr>
        <p:sp>
          <p:nvSpPr>
            <p:cNvPr id="12" name="Rectangle 24">
              <a:extLst>
                <a:ext uri="{FF2B5EF4-FFF2-40B4-BE49-F238E27FC236}">
                  <a16:creationId xmlns:a16="http://schemas.microsoft.com/office/drawing/2014/main" id="{333A28EC-8F85-2E8D-828A-74B41EFF03E0}"/>
                </a:ext>
              </a:extLst>
            </p:cNvPr>
            <p:cNvSpPr/>
            <p:nvPr/>
          </p:nvSpPr>
          <p:spPr>
            <a:xfrm>
              <a:off x="0" y="6078071"/>
              <a:ext cx="12192000" cy="779929"/>
            </a:xfrm>
            <a:custGeom>
              <a:avLst/>
              <a:gdLst>
                <a:gd name="connsiteX0" fmla="*/ 0 w 12876028"/>
                <a:gd name="connsiteY0" fmla="*/ 0 h 1662721"/>
                <a:gd name="connsiteX1" fmla="*/ 12876028 w 12876028"/>
                <a:gd name="connsiteY1" fmla="*/ 0 h 1662721"/>
                <a:gd name="connsiteX2" fmla="*/ 12876028 w 12876028"/>
                <a:gd name="connsiteY2" fmla="*/ 1662721 h 1662721"/>
                <a:gd name="connsiteX3" fmla="*/ 0 w 12876028"/>
                <a:gd name="connsiteY3" fmla="*/ 1662721 h 1662721"/>
                <a:gd name="connsiteX4" fmla="*/ 0 w 12876028"/>
                <a:gd name="connsiteY4" fmla="*/ 0 h 1662721"/>
                <a:gd name="connsiteX0" fmla="*/ 0 w 12876028"/>
                <a:gd name="connsiteY0" fmla="*/ 893135 h 1662721"/>
                <a:gd name="connsiteX1" fmla="*/ 12876028 w 12876028"/>
                <a:gd name="connsiteY1" fmla="*/ 0 h 1662721"/>
                <a:gd name="connsiteX2" fmla="*/ 12876028 w 12876028"/>
                <a:gd name="connsiteY2" fmla="*/ 1662721 h 1662721"/>
                <a:gd name="connsiteX3" fmla="*/ 0 w 12876028"/>
                <a:gd name="connsiteY3" fmla="*/ 1662721 h 1662721"/>
                <a:gd name="connsiteX4" fmla="*/ 0 w 12876028"/>
                <a:gd name="connsiteY4" fmla="*/ 893135 h 16627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876028" h="1662721">
                  <a:moveTo>
                    <a:pt x="0" y="893135"/>
                  </a:moveTo>
                  <a:lnTo>
                    <a:pt x="12876028" y="0"/>
                  </a:lnTo>
                  <a:lnTo>
                    <a:pt x="12876028" y="1662721"/>
                  </a:lnTo>
                  <a:lnTo>
                    <a:pt x="0" y="1662721"/>
                  </a:lnTo>
                  <a:lnTo>
                    <a:pt x="0" y="893135"/>
                  </a:lnTo>
                  <a:close/>
                </a:path>
              </a:pathLst>
            </a:custGeom>
            <a:solidFill>
              <a:srgbClr val="DD403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53806474-5236-ADFF-F4CE-8991C6A0377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4486" b="24288"/>
            <a:stretch/>
          </p:blipFill>
          <p:spPr>
            <a:xfrm>
              <a:off x="9825318" y="6236638"/>
              <a:ext cx="2079811" cy="559334"/>
            </a:xfrm>
            <a:prstGeom prst="rect">
              <a:avLst/>
            </a:prstGeom>
          </p:spPr>
        </p:pic>
      </p:grpSp>
      <p:sp>
        <p:nvSpPr>
          <p:cNvPr id="21" name="Slide Number Placeholder 5">
            <a:extLst>
              <a:ext uri="{FF2B5EF4-FFF2-40B4-BE49-F238E27FC236}">
                <a16:creationId xmlns:a16="http://schemas.microsoft.com/office/drawing/2014/main" id="{A0A3B642-7B0A-9C98-0DAB-2607E65D10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-1" y="6492875"/>
            <a:ext cx="528919" cy="365125"/>
          </a:xfrm>
        </p:spPr>
        <p:txBody>
          <a:bodyPr/>
          <a:lstStyle/>
          <a:p>
            <a:fld id="{0F897CD2-57D8-4610-8E64-C03C1E4E4E05}" type="slidenum">
              <a:rPr lang="en-US" sz="1600" b="1" smtClean="0">
                <a:solidFill>
                  <a:schemeClr val="bg1"/>
                </a:solidFill>
              </a:rPr>
              <a:t>12</a:t>
            </a:fld>
            <a:endParaRPr lang="en-US" sz="16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661921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D5C5515-93AC-28C5-DBAF-E8F0684E991E}"/>
              </a:ext>
            </a:extLst>
          </p:cNvPr>
          <p:cNvSpPr/>
          <p:nvPr/>
        </p:nvSpPr>
        <p:spPr>
          <a:xfrm>
            <a:off x="5264914" y="897236"/>
            <a:ext cx="5213448" cy="1210123"/>
          </a:xfrm>
          <a:prstGeom prst="rect">
            <a:avLst/>
          </a:prstGeom>
          <a:solidFill>
            <a:srgbClr val="33CC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Isosceles Triangle 25">
            <a:extLst>
              <a:ext uri="{FF2B5EF4-FFF2-40B4-BE49-F238E27FC236}">
                <a16:creationId xmlns:a16="http://schemas.microsoft.com/office/drawing/2014/main" id="{187A778D-2547-34D1-A5F5-97BC24E5AE17}"/>
              </a:ext>
            </a:extLst>
          </p:cNvPr>
          <p:cNvSpPr/>
          <p:nvPr/>
        </p:nvSpPr>
        <p:spPr>
          <a:xfrm rot="5400000">
            <a:off x="9902599" y="1029140"/>
            <a:ext cx="1859690" cy="869879"/>
          </a:xfrm>
          <a:prstGeom prst="triangle">
            <a:avLst/>
          </a:prstGeom>
          <a:solidFill>
            <a:srgbClr val="33CC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A836DBD-B06B-C6BB-0A42-DFA3BD67A78B}"/>
              </a:ext>
            </a:extLst>
          </p:cNvPr>
          <p:cNvSpPr txBox="1"/>
          <p:nvPr/>
        </p:nvSpPr>
        <p:spPr>
          <a:xfrm>
            <a:off x="5239521" y="910081"/>
            <a:ext cx="602786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600" dirty="0">
                <a:solidFill>
                  <a:schemeClr val="bg1"/>
                </a:solidFill>
                <a:latin typeface="Century Gothic" panose="020B0502020202020204" pitchFamily="34" charset="0"/>
              </a:rPr>
              <a:t>Invite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4ADFE021-7A52-F9D3-8D15-8995D4F0F921}"/>
              </a:ext>
            </a:extLst>
          </p:cNvPr>
          <p:cNvGrpSpPr/>
          <p:nvPr/>
        </p:nvGrpSpPr>
        <p:grpSpPr>
          <a:xfrm rot="12349142">
            <a:off x="561201" y="10610"/>
            <a:ext cx="5714589" cy="5780590"/>
            <a:chOff x="5436198" y="511241"/>
            <a:chExt cx="6314184" cy="6240076"/>
          </a:xfrm>
        </p:grpSpPr>
        <p:sp>
          <p:nvSpPr>
            <p:cNvPr id="4" name="Block Arc 1">
              <a:extLst>
                <a:ext uri="{FF2B5EF4-FFF2-40B4-BE49-F238E27FC236}">
                  <a16:creationId xmlns:a16="http://schemas.microsoft.com/office/drawing/2014/main" id="{3F548CDE-172C-5260-CE20-2F4807EE1972}"/>
                </a:ext>
              </a:extLst>
            </p:cNvPr>
            <p:cNvSpPr/>
            <p:nvPr/>
          </p:nvSpPr>
          <p:spPr>
            <a:xfrm rot="3037373">
              <a:off x="9392654" y="1530696"/>
              <a:ext cx="2314305" cy="715708"/>
            </a:xfrm>
            <a:custGeom>
              <a:avLst/>
              <a:gdLst>
                <a:gd name="connsiteX0" fmla="*/ 0 w 2391141"/>
                <a:gd name="connsiteY0" fmla="*/ 726679 h 1453358"/>
                <a:gd name="connsiteX1" fmla="*/ 1195571 w 2391141"/>
                <a:gd name="connsiteY1" fmla="*/ 0 h 1453358"/>
                <a:gd name="connsiteX2" fmla="*/ 2391142 w 2391141"/>
                <a:gd name="connsiteY2" fmla="*/ 726679 h 1453358"/>
                <a:gd name="connsiteX3" fmla="*/ 2027802 w 2391141"/>
                <a:gd name="connsiteY3" fmla="*/ 726679 h 1453358"/>
                <a:gd name="connsiteX4" fmla="*/ 1195571 w 2391141"/>
                <a:gd name="connsiteY4" fmla="*/ 363339 h 1453358"/>
                <a:gd name="connsiteX5" fmla="*/ 363340 w 2391141"/>
                <a:gd name="connsiteY5" fmla="*/ 726679 h 1453358"/>
                <a:gd name="connsiteX6" fmla="*/ 0 w 2391141"/>
                <a:gd name="connsiteY6" fmla="*/ 726679 h 1453358"/>
                <a:gd name="connsiteX0" fmla="*/ 0 w 2614878"/>
                <a:gd name="connsiteY0" fmla="*/ 727830 h 727830"/>
                <a:gd name="connsiteX1" fmla="*/ 1195571 w 2614878"/>
                <a:gd name="connsiteY1" fmla="*/ 1151 h 727830"/>
                <a:gd name="connsiteX2" fmla="*/ 2614878 w 2614878"/>
                <a:gd name="connsiteY2" fmla="*/ 611098 h 727830"/>
                <a:gd name="connsiteX3" fmla="*/ 2027802 w 2614878"/>
                <a:gd name="connsiteY3" fmla="*/ 727830 h 727830"/>
                <a:gd name="connsiteX4" fmla="*/ 1195571 w 2614878"/>
                <a:gd name="connsiteY4" fmla="*/ 364490 h 727830"/>
                <a:gd name="connsiteX5" fmla="*/ 363340 w 2614878"/>
                <a:gd name="connsiteY5" fmla="*/ 727830 h 727830"/>
                <a:gd name="connsiteX6" fmla="*/ 0 w 2614878"/>
                <a:gd name="connsiteY6" fmla="*/ 727830 h 727830"/>
                <a:gd name="connsiteX0" fmla="*/ 0 w 2614878"/>
                <a:gd name="connsiteY0" fmla="*/ 727830 h 727830"/>
                <a:gd name="connsiteX1" fmla="*/ 1195571 w 2614878"/>
                <a:gd name="connsiteY1" fmla="*/ 1151 h 727830"/>
                <a:gd name="connsiteX2" fmla="*/ 2614878 w 2614878"/>
                <a:gd name="connsiteY2" fmla="*/ 611098 h 727830"/>
                <a:gd name="connsiteX3" fmla="*/ 2251538 w 2614878"/>
                <a:gd name="connsiteY3" fmla="*/ 669464 h 727830"/>
                <a:gd name="connsiteX4" fmla="*/ 1195571 w 2614878"/>
                <a:gd name="connsiteY4" fmla="*/ 364490 h 727830"/>
                <a:gd name="connsiteX5" fmla="*/ 363340 w 2614878"/>
                <a:gd name="connsiteY5" fmla="*/ 727830 h 727830"/>
                <a:gd name="connsiteX6" fmla="*/ 0 w 2614878"/>
                <a:gd name="connsiteY6" fmla="*/ 727830 h 727830"/>
                <a:gd name="connsiteX0" fmla="*/ 0 w 2780249"/>
                <a:gd name="connsiteY0" fmla="*/ 590533 h 726720"/>
                <a:gd name="connsiteX1" fmla="*/ 1360942 w 2780249"/>
                <a:gd name="connsiteY1" fmla="*/ 41 h 726720"/>
                <a:gd name="connsiteX2" fmla="*/ 2780249 w 2780249"/>
                <a:gd name="connsiteY2" fmla="*/ 609988 h 726720"/>
                <a:gd name="connsiteX3" fmla="*/ 2416909 w 2780249"/>
                <a:gd name="connsiteY3" fmla="*/ 668354 h 726720"/>
                <a:gd name="connsiteX4" fmla="*/ 1360942 w 2780249"/>
                <a:gd name="connsiteY4" fmla="*/ 363380 h 726720"/>
                <a:gd name="connsiteX5" fmla="*/ 528711 w 2780249"/>
                <a:gd name="connsiteY5" fmla="*/ 726720 h 726720"/>
                <a:gd name="connsiteX6" fmla="*/ 0 w 2780249"/>
                <a:gd name="connsiteY6" fmla="*/ 590533 h 726720"/>
                <a:gd name="connsiteX0" fmla="*/ 0 w 2780249"/>
                <a:gd name="connsiteY0" fmla="*/ 590533 h 668354"/>
                <a:gd name="connsiteX1" fmla="*/ 1360942 w 2780249"/>
                <a:gd name="connsiteY1" fmla="*/ 41 h 668354"/>
                <a:gd name="connsiteX2" fmla="*/ 2780249 w 2780249"/>
                <a:gd name="connsiteY2" fmla="*/ 609988 h 668354"/>
                <a:gd name="connsiteX3" fmla="*/ 2416909 w 2780249"/>
                <a:gd name="connsiteY3" fmla="*/ 668354 h 668354"/>
                <a:gd name="connsiteX4" fmla="*/ 1360942 w 2780249"/>
                <a:gd name="connsiteY4" fmla="*/ 363380 h 668354"/>
                <a:gd name="connsiteX5" fmla="*/ 275792 w 2780249"/>
                <a:gd name="connsiteY5" fmla="*/ 639171 h 668354"/>
                <a:gd name="connsiteX6" fmla="*/ 0 w 2780249"/>
                <a:gd name="connsiteY6" fmla="*/ 590533 h 668354"/>
                <a:gd name="connsiteX0" fmla="*/ 0 w 2780249"/>
                <a:gd name="connsiteY0" fmla="*/ 590533 h 668354"/>
                <a:gd name="connsiteX1" fmla="*/ 1360942 w 2780249"/>
                <a:gd name="connsiteY1" fmla="*/ 41 h 668354"/>
                <a:gd name="connsiteX2" fmla="*/ 2780249 w 2780249"/>
                <a:gd name="connsiteY2" fmla="*/ 609988 h 668354"/>
                <a:gd name="connsiteX3" fmla="*/ 2416909 w 2780249"/>
                <a:gd name="connsiteY3" fmla="*/ 668354 h 668354"/>
                <a:gd name="connsiteX4" fmla="*/ 1351215 w 2780249"/>
                <a:gd name="connsiteY4" fmla="*/ 480112 h 668354"/>
                <a:gd name="connsiteX5" fmla="*/ 275792 w 2780249"/>
                <a:gd name="connsiteY5" fmla="*/ 639171 h 668354"/>
                <a:gd name="connsiteX6" fmla="*/ 0 w 2780249"/>
                <a:gd name="connsiteY6" fmla="*/ 590533 h 668354"/>
                <a:gd name="connsiteX0" fmla="*/ 0 w 2780249"/>
                <a:gd name="connsiteY0" fmla="*/ 590533 h 775358"/>
                <a:gd name="connsiteX1" fmla="*/ 1360942 w 2780249"/>
                <a:gd name="connsiteY1" fmla="*/ 41 h 775358"/>
                <a:gd name="connsiteX2" fmla="*/ 2780249 w 2780249"/>
                <a:gd name="connsiteY2" fmla="*/ 609988 h 775358"/>
                <a:gd name="connsiteX3" fmla="*/ 2329360 w 2780249"/>
                <a:gd name="connsiteY3" fmla="*/ 775358 h 775358"/>
                <a:gd name="connsiteX4" fmla="*/ 1351215 w 2780249"/>
                <a:gd name="connsiteY4" fmla="*/ 480112 h 775358"/>
                <a:gd name="connsiteX5" fmla="*/ 275792 w 2780249"/>
                <a:gd name="connsiteY5" fmla="*/ 639171 h 775358"/>
                <a:gd name="connsiteX6" fmla="*/ 0 w 2780249"/>
                <a:gd name="connsiteY6" fmla="*/ 590533 h 775358"/>
                <a:gd name="connsiteX0" fmla="*/ 0 w 2673245"/>
                <a:gd name="connsiteY0" fmla="*/ 600391 h 785216"/>
                <a:gd name="connsiteX1" fmla="*/ 1360942 w 2673245"/>
                <a:gd name="connsiteY1" fmla="*/ 9899 h 785216"/>
                <a:gd name="connsiteX2" fmla="*/ 2673245 w 2673245"/>
                <a:gd name="connsiteY2" fmla="*/ 405837 h 785216"/>
                <a:gd name="connsiteX3" fmla="*/ 2329360 w 2673245"/>
                <a:gd name="connsiteY3" fmla="*/ 785216 h 785216"/>
                <a:gd name="connsiteX4" fmla="*/ 1351215 w 2673245"/>
                <a:gd name="connsiteY4" fmla="*/ 489970 h 785216"/>
                <a:gd name="connsiteX5" fmla="*/ 275792 w 2673245"/>
                <a:gd name="connsiteY5" fmla="*/ 649029 h 785216"/>
                <a:gd name="connsiteX6" fmla="*/ 0 w 2673245"/>
                <a:gd name="connsiteY6" fmla="*/ 600391 h 785216"/>
                <a:gd name="connsiteX0" fmla="*/ 0 w 2673245"/>
                <a:gd name="connsiteY0" fmla="*/ 593348 h 778173"/>
                <a:gd name="connsiteX1" fmla="*/ 1360942 w 2673245"/>
                <a:gd name="connsiteY1" fmla="*/ 2856 h 778173"/>
                <a:gd name="connsiteX2" fmla="*/ 2673245 w 2673245"/>
                <a:gd name="connsiteY2" fmla="*/ 398794 h 778173"/>
                <a:gd name="connsiteX3" fmla="*/ 2329360 w 2673245"/>
                <a:gd name="connsiteY3" fmla="*/ 778173 h 778173"/>
                <a:gd name="connsiteX4" fmla="*/ 1351215 w 2673245"/>
                <a:gd name="connsiteY4" fmla="*/ 482927 h 778173"/>
                <a:gd name="connsiteX5" fmla="*/ 275792 w 2673245"/>
                <a:gd name="connsiteY5" fmla="*/ 641986 h 778173"/>
                <a:gd name="connsiteX6" fmla="*/ 0 w 2673245"/>
                <a:gd name="connsiteY6" fmla="*/ 593348 h 778173"/>
                <a:gd name="connsiteX0" fmla="*/ 0 w 2478691"/>
                <a:gd name="connsiteY0" fmla="*/ 293714 h 809279"/>
                <a:gd name="connsiteX1" fmla="*/ 1166388 w 2478691"/>
                <a:gd name="connsiteY1" fmla="*/ 33962 h 809279"/>
                <a:gd name="connsiteX2" fmla="*/ 2478691 w 2478691"/>
                <a:gd name="connsiteY2" fmla="*/ 429900 h 809279"/>
                <a:gd name="connsiteX3" fmla="*/ 2134806 w 2478691"/>
                <a:gd name="connsiteY3" fmla="*/ 809279 h 809279"/>
                <a:gd name="connsiteX4" fmla="*/ 1156661 w 2478691"/>
                <a:gd name="connsiteY4" fmla="*/ 514033 h 809279"/>
                <a:gd name="connsiteX5" fmla="*/ 81238 w 2478691"/>
                <a:gd name="connsiteY5" fmla="*/ 673092 h 809279"/>
                <a:gd name="connsiteX6" fmla="*/ 0 w 2478691"/>
                <a:gd name="connsiteY6" fmla="*/ 293714 h 809279"/>
                <a:gd name="connsiteX0" fmla="*/ 0 w 2478691"/>
                <a:gd name="connsiteY0" fmla="*/ 262275 h 777840"/>
                <a:gd name="connsiteX1" fmla="*/ 1166388 w 2478691"/>
                <a:gd name="connsiteY1" fmla="*/ 2523 h 777840"/>
                <a:gd name="connsiteX2" fmla="*/ 2478691 w 2478691"/>
                <a:gd name="connsiteY2" fmla="*/ 398461 h 777840"/>
                <a:gd name="connsiteX3" fmla="*/ 2134806 w 2478691"/>
                <a:gd name="connsiteY3" fmla="*/ 777840 h 777840"/>
                <a:gd name="connsiteX4" fmla="*/ 1156661 w 2478691"/>
                <a:gd name="connsiteY4" fmla="*/ 482594 h 777840"/>
                <a:gd name="connsiteX5" fmla="*/ 81238 w 2478691"/>
                <a:gd name="connsiteY5" fmla="*/ 641653 h 777840"/>
                <a:gd name="connsiteX6" fmla="*/ 0 w 2478691"/>
                <a:gd name="connsiteY6" fmla="*/ 262275 h 777840"/>
                <a:gd name="connsiteX0" fmla="*/ 0 w 2478691"/>
                <a:gd name="connsiteY0" fmla="*/ 262275 h 777841"/>
                <a:gd name="connsiteX1" fmla="*/ 1166388 w 2478691"/>
                <a:gd name="connsiteY1" fmla="*/ 2523 h 777841"/>
                <a:gd name="connsiteX2" fmla="*/ 2478691 w 2478691"/>
                <a:gd name="connsiteY2" fmla="*/ 398461 h 777841"/>
                <a:gd name="connsiteX3" fmla="*/ 2134806 w 2478691"/>
                <a:gd name="connsiteY3" fmla="*/ 777840 h 777841"/>
                <a:gd name="connsiteX4" fmla="*/ 1156661 w 2478691"/>
                <a:gd name="connsiteY4" fmla="*/ 482594 h 777841"/>
                <a:gd name="connsiteX5" fmla="*/ 178515 w 2478691"/>
                <a:gd name="connsiteY5" fmla="*/ 777841 h 777841"/>
                <a:gd name="connsiteX6" fmla="*/ 0 w 2478691"/>
                <a:gd name="connsiteY6" fmla="*/ 262275 h 777841"/>
                <a:gd name="connsiteX0" fmla="*/ 0 w 2478691"/>
                <a:gd name="connsiteY0" fmla="*/ 262275 h 777840"/>
                <a:gd name="connsiteX1" fmla="*/ 1166388 w 2478691"/>
                <a:gd name="connsiteY1" fmla="*/ 2523 h 777840"/>
                <a:gd name="connsiteX2" fmla="*/ 2478691 w 2478691"/>
                <a:gd name="connsiteY2" fmla="*/ 398461 h 777840"/>
                <a:gd name="connsiteX3" fmla="*/ 2134806 w 2478691"/>
                <a:gd name="connsiteY3" fmla="*/ 777840 h 777840"/>
                <a:gd name="connsiteX4" fmla="*/ 1156661 w 2478691"/>
                <a:gd name="connsiteY4" fmla="*/ 482594 h 777840"/>
                <a:gd name="connsiteX5" fmla="*/ 139604 w 2478691"/>
                <a:gd name="connsiteY5" fmla="*/ 748658 h 777840"/>
                <a:gd name="connsiteX6" fmla="*/ 0 w 2478691"/>
                <a:gd name="connsiteY6" fmla="*/ 262275 h 777840"/>
                <a:gd name="connsiteX0" fmla="*/ 0 w 2478691"/>
                <a:gd name="connsiteY0" fmla="*/ 262275 h 777840"/>
                <a:gd name="connsiteX1" fmla="*/ 1166388 w 2478691"/>
                <a:gd name="connsiteY1" fmla="*/ 2523 h 777840"/>
                <a:gd name="connsiteX2" fmla="*/ 2478691 w 2478691"/>
                <a:gd name="connsiteY2" fmla="*/ 398461 h 777840"/>
                <a:gd name="connsiteX3" fmla="*/ 2134806 w 2478691"/>
                <a:gd name="connsiteY3" fmla="*/ 777840 h 777840"/>
                <a:gd name="connsiteX4" fmla="*/ 1156661 w 2478691"/>
                <a:gd name="connsiteY4" fmla="*/ 482594 h 777840"/>
                <a:gd name="connsiteX5" fmla="*/ 139604 w 2478691"/>
                <a:gd name="connsiteY5" fmla="*/ 748658 h 777840"/>
                <a:gd name="connsiteX6" fmla="*/ 0 w 2478691"/>
                <a:gd name="connsiteY6" fmla="*/ 262275 h 777840"/>
                <a:gd name="connsiteX0" fmla="*/ 0 w 2478691"/>
                <a:gd name="connsiteY0" fmla="*/ 262275 h 797295"/>
                <a:gd name="connsiteX1" fmla="*/ 1166388 w 2478691"/>
                <a:gd name="connsiteY1" fmla="*/ 2523 h 797295"/>
                <a:gd name="connsiteX2" fmla="*/ 2478691 w 2478691"/>
                <a:gd name="connsiteY2" fmla="*/ 398461 h 797295"/>
                <a:gd name="connsiteX3" fmla="*/ 2144534 w 2478691"/>
                <a:gd name="connsiteY3" fmla="*/ 797295 h 797295"/>
                <a:gd name="connsiteX4" fmla="*/ 1156661 w 2478691"/>
                <a:gd name="connsiteY4" fmla="*/ 482594 h 797295"/>
                <a:gd name="connsiteX5" fmla="*/ 139604 w 2478691"/>
                <a:gd name="connsiteY5" fmla="*/ 748658 h 797295"/>
                <a:gd name="connsiteX6" fmla="*/ 0 w 2478691"/>
                <a:gd name="connsiteY6" fmla="*/ 262275 h 797295"/>
                <a:gd name="connsiteX0" fmla="*/ 0 w 2478691"/>
                <a:gd name="connsiteY0" fmla="*/ 262275 h 797295"/>
                <a:gd name="connsiteX1" fmla="*/ 1166388 w 2478691"/>
                <a:gd name="connsiteY1" fmla="*/ 2523 h 797295"/>
                <a:gd name="connsiteX2" fmla="*/ 2478691 w 2478691"/>
                <a:gd name="connsiteY2" fmla="*/ 398461 h 797295"/>
                <a:gd name="connsiteX3" fmla="*/ 2144534 w 2478691"/>
                <a:gd name="connsiteY3" fmla="*/ 797295 h 797295"/>
                <a:gd name="connsiteX4" fmla="*/ 1156661 w 2478691"/>
                <a:gd name="connsiteY4" fmla="*/ 482594 h 797295"/>
                <a:gd name="connsiteX5" fmla="*/ 139604 w 2478691"/>
                <a:gd name="connsiteY5" fmla="*/ 748658 h 797295"/>
                <a:gd name="connsiteX6" fmla="*/ 0 w 2478691"/>
                <a:gd name="connsiteY6" fmla="*/ 262275 h 797295"/>
                <a:gd name="connsiteX0" fmla="*/ 0 w 2309168"/>
                <a:gd name="connsiteY0" fmla="*/ 259772 h 794792"/>
                <a:gd name="connsiteX1" fmla="*/ 1166388 w 2309168"/>
                <a:gd name="connsiteY1" fmla="*/ 20 h 794792"/>
                <a:gd name="connsiteX2" fmla="*/ 2309168 w 2309168"/>
                <a:gd name="connsiteY2" fmla="*/ 270099 h 794792"/>
                <a:gd name="connsiteX3" fmla="*/ 2144534 w 2309168"/>
                <a:gd name="connsiteY3" fmla="*/ 794792 h 794792"/>
                <a:gd name="connsiteX4" fmla="*/ 1156661 w 2309168"/>
                <a:gd name="connsiteY4" fmla="*/ 480091 h 794792"/>
                <a:gd name="connsiteX5" fmla="*/ 139604 w 2309168"/>
                <a:gd name="connsiteY5" fmla="*/ 746155 h 794792"/>
                <a:gd name="connsiteX6" fmla="*/ 0 w 2309168"/>
                <a:gd name="connsiteY6" fmla="*/ 259772 h 794792"/>
                <a:gd name="connsiteX0" fmla="*/ 0 w 2309168"/>
                <a:gd name="connsiteY0" fmla="*/ 259772 h 794792"/>
                <a:gd name="connsiteX1" fmla="*/ 1166388 w 2309168"/>
                <a:gd name="connsiteY1" fmla="*/ 20 h 794792"/>
                <a:gd name="connsiteX2" fmla="*/ 2309168 w 2309168"/>
                <a:gd name="connsiteY2" fmla="*/ 270099 h 794792"/>
                <a:gd name="connsiteX3" fmla="*/ 2144534 w 2309168"/>
                <a:gd name="connsiteY3" fmla="*/ 794792 h 794792"/>
                <a:gd name="connsiteX4" fmla="*/ 1156661 w 2309168"/>
                <a:gd name="connsiteY4" fmla="*/ 480091 h 794792"/>
                <a:gd name="connsiteX5" fmla="*/ 139604 w 2309168"/>
                <a:gd name="connsiteY5" fmla="*/ 746155 h 794792"/>
                <a:gd name="connsiteX6" fmla="*/ 0 w 2309168"/>
                <a:gd name="connsiteY6" fmla="*/ 259772 h 794792"/>
                <a:gd name="connsiteX0" fmla="*/ 0 w 2309168"/>
                <a:gd name="connsiteY0" fmla="*/ 259772 h 746155"/>
                <a:gd name="connsiteX1" fmla="*/ 1166388 w 2309168"/>
                <a:gd name="connsiteY1" fmla="*/ 20 h 746155"/>
                <a:gd name="connsiteX2" fmla="*/ 2309168 w 2309168"/>
                <a:gd name="connsiteY2" fmla="*/ 270099 h 746155"/>
                <a:gd name="connsiteX3" fmla="*/ 2121417 w 2309168"/>
                <a:gd name="connsiteY3" fmla="*/ 707462 h 746155"/>
                <a:gd name="connsiteX4" fmla="*/ 1156661 w 2309168"/>
                <a:gd name="connsiteY4" fmla="*/ 480091 h 746155"/>
                <a:gd name="connsiteX5" fmla="*/ 139604 w 2309168"/>
                <a:gd name="connsiteY5" fmla="*/ 746155 h 746155"/>
                <a:gd name="connsiteX6" fmla="*/ 0 w 2309168"/>
                <a:gd name="connsiteY6" fmla="*/ 259772 h 746155"/>
                <a:gd name="connsiteX0" fmla="*/ 0 w 2309168"/>
                <a:gd name="connsiteY0" fmla="*/ 259772 h 746155"/>
                <a:gd name="connsiteX1" fmla="*/ 1166388 w 2309168"/>
                <a:gd name="connsiteY1" fmla="*/ 20 h 746155"/>
                <a:gd name="connsiteX2" fmla="*/ 2309168 w 2309168"/>
                <a:gd name="connsiteY2" fmla="*/ 270099 h 746155"/>
                <a:gd name="connsiteX3" fmla="*/ 2121417 w 2309168"/>
                <a:gd name="connsiteY3" fmla="*/ 707462 h 746155"/>
                <a:gd name="connsiteX4" fmla="*/ 1156661 w 2309168"/>
                <a:gd name="connsiteY4" fmla="*/ 480091 h 746155"/>
                <a:gd name="connsiteX5" fmla="*/ 139604 w 2309168"/>
                <a:gd name="connsiteY5" fmla="*/ 746155 h 746155"/>
                <a:gd name="connsiteX6" fmla="*/ 0 w 2309168"/>
                <a:gd name="connsiteY6" fmla="*/ 259772 h 746155"/>
                <a:gd name="connsiteX0" fmla="*/ 0 w 2309168"/>
                <a:gd name="connsiteY0" fmla="*/ 226793 h 746567"/>
                <a:gd name="connsiteX1" fmla="*/ 1166388 w 2309168"/>
                <a:gd name="connsiteY1" fmla="*/ 432 h 746567"/>
                <a:gd name="connsiteX2" fmla="*/ 2309168 w 2309168"/>
                <a:gd name="connsiteY2" fmla="*/ 270511 h 746567"/>
                <a:gd name="connsiteX3" fmla="*/ 2121417 w 2309168"/>
                <a:gd name="connsiteY3" fmla="*/ 707874 h 746567"/>
                <a:gd name="connsiteX4" fmla="*/ 1156661 w 2309168"/>
                <a:gd name="connsiteY4" fmla="*/ 480503 h 746567"/>
                <a:gd name="connsiteX5" fmla="*/ 139604 w 2309168"/>
                <a:gd name="connsiteY5" fmla="*/ 746567 h 746567"/>
                <a:gd name="connsiteX6" fmla="*/ 0 w 2309168"/>
                <a:gd name="connsiteY6" fmla="*/ 226793 h 746567"/>
                <a:gd name="connsiteX0" fmla="*/ 0 w 2309168"/>
                <a:gd name="connsiteY0" fmla="*/ 226663 h 746437"/>
                <a:gd name="connsiteX1" fmla="*/ 1166388 w 2309168"/>
                <a:gd name="connsiteY1" fmla="*/ 302 h 746437"/>
                <a:gd name="connsiteX2" fmla="*/ 2309168 w 2309168"/>
                <a:gd name="connsiteY2" fmla="*/ 270381 h 746437"/>
                <a:gd name="connsiteX3" fmla="*/ 2121417 w 2309168"/>
                <a:gd name="connsiteY3" fmla="*/ 707744 h 746437"/>
                <a:gd name="connsiteX4" fmla="*/ 1156661 w 2309168"/>
                <a:gd name="connsiteY4" fmla="*/ 480373 h 746437"/>
                <a:gd name="connsiteX5" fmla="*/ 139604 w 2309168"/>
                <a:gd name="connsiteY5" fmla="*/ 746437 h 746437"/>
                <a:gd name="connsiteX6" fmla="*/ 0 w 2309168"/>
                <a:gd name="connsiteY6" fmla="*/ 226663 h 746437"/>
                <a:gd name="connsiteX0" fmla="*/ 0 w 2309168"/>
                <a:gd name="connsiteY0" fmla="*/ 226614 h 746388"/>
                <a:gd name="connsiteX1" fmla="*/ 1166388 w 2309168"/>
                <a:gd name="connsiteY1" fmla="*/ 253 h 746388"/>
                <a:gd name="connsiteX2" fmla="*/ 2309168 w 2309168"/>
                <a:gd name="connsiteY2" fmla="*/ 270332 h 746388"/>
                <a:gd name="connsiteX3" fmla="*/ 2121417 w 2309168"/>
                <a:gd name="connsiteY3" fmla="*/ 707695 h 746388"/>
                <a:gd name="connsiteX4" fmla="*/ 1156661 w 2309168"/>
                <a:gd name="connsiteY4" fmla="*/ 480324 h 746388"/>
                <a:gd name="connsiteX5" fmla="*/ 139604 w 2309168"/>
                <a:gd name="connsiteY5" fmla="*/ 746388 h 746388"/>
                <a:gd name="connsiteX6" fmla="*/ 0 w 2309168"/>
                <a:gd name="connsiteY6" fmla="*/ 226614 h 746388"/>
                <a:gd name="connsiteX0" fmla="*/ 0 w 2309168"/>
                <a:gd name="connsiteY0" fmla="*/ 231692 h 746328"/>
                <a:gd name="connsiteX1" fmla="*/ 1166388 w 2309168"/>
                <a:gd name="connsiteY1" fmla="*/ 193 h 746328"/>
                <a:gd name="connsiteX2" fmla="*/ 2309168 w 2309168"/>
                <a:gd name="connsiteY2" fmla="*/ 270272 h 746328"/>
                <a:gd name="connsiteX3" fmla="*/ 2121417 w 2309168"/>
                <a:gd name="connsiteY3" fmla="*/ 707635 h 746328"/>
                <a:gd name="connsiteX4" fmla="*/ 1156661 w 2309168"/>
                <a:gd name="connsiteY4" fmla="*/ 480264 h 746328"/>
                <a:gd name="connsiteX5" fmla="*/ 139604 w 2309168"/>
                <a:gd name="connsiteY5" fmla="*/ 746328 h 746328"/>
                <a:gd name="connsiteX6" fmla="*/ 0 w 2309168"/>
                <a:gd name="connsiteY6" fmla="*/ 231692 h 746328"/>
                <a:gd name="connsiteX0" fmla="*/ 0 w 2309168"/>
                <a:gd name="connsiteY0" fmla="*/ 231692 h 707635"/>
                <a:gd name="connsiteX1" fmla="*/ 1166388 w 2309168"/>
                <a:gd name="connsiteY1" fmla="*/ 193 h 707635"/>
                <a:gd name="connsiteX2" fmla="*/ 2309168 w 2309168"/>
                <a:gd name="connsiteY2" fmla="*/ 270272 h 707635"/>
                <a:gd name="connsiteX3" fmla="*/ 2121417 w 2309168"/>
                <a:gd name="connsiteY3" fmla="*/ 707635 h 707635"/>
                <a:gd name="connsiteX4" fmla="*/ 1156661 w 2309168"/>
                <a:gd name="connsiteY4" fmla="*/ 480264 h 707635"/>
                <a:gd name="connsiteX5" fmla="*/ 172995 w 2309168"/>
                <a:gd name="connsiteY5" fmla="*/ 684683 h 707635"/>
                <a:gd name="connsiteX6" fmla="*/ 0 w 2309168"/>
                <a:gd name="connsiteY6" fmla="*/ 231692 h 707635"/>
                <a:gd name="connsiteX0" fmla="*/ 0 w 2309168"/>
                <a:gd name="connsiteY0" fmla="*/ 231692 h 707635"/>
                <a:gd name="connsiteX1" fmla="*/ 1166388 w 2309168"/>
                <a:gd name="connsiteY1" fmla="*/ 193 h 707635"/>
                <a:gd name="connsiteX2" fmla="*/ 2309168 w 2309168"/>
                <a:gd name="connsiteY2" fmla="*/ 270272 h 707635"/>
                <a:gd name="connsiteX3" fmla="*/ 2121417 w 2309168"/>
                <a:gd name="connsiteY3" fmla="*/ 707635 h 707635"/>
                <a:gd name="connsiteX4" fmla="*/ 1156661 w 2309168"/>
                <a:gd name="connsiteY4" fmla="*/ 480264 h 707635"/>
                <a:gd name="connsiteX5" fmla="*/ 172995 w 2309168"/>
                <a:gd name="connsiteY5" fmla="*/ 684683 h 707635"/>
                <a:gd name="connsiteX6" fmla="*/ 0 w 2309168"/>
                <a:gd name="connsiteY6" fmla="*/ 231692 h 707635"/>
                <a:gd name="connsiteX0" fmla="*/ 0 w 2309168"/>
                <a:gd name="connsiteY0" fmla="*/ 231692 h 715340"/>
                <a:gd name="connsiteX1" fmla="*/ 1166388 w 2309168"/>
                <a:gd name="connsiteY1" fmla="*/ 193 h 715340"/>
                <a:gd name="connsiteX2" fmla="*/ 2309168 w 2309168"/>
                <a:gd name="connsiteY2" fmla="*/ 270272 h 715340"/>
                <a:gd name="connsiteX3" fmla="*/ 2123986 w 2309168"/>
                <a:gd name="connsiteY3" fmla="*/ 715340 h 715340"/>
                <a:gd name="connsiteX4" fmla="*/ 1156661 w 2309168"/>
                <a:gd name="connsiteY4" fmla="*/ 480264 h 715340"/>
                <a:gd name="connsiteX5" fmla="*/ 172995 w 2309168"/>
                <a:gd name="connsiteY5" fmla="*/ 684683 h 715340"/>
                <a:gd name="connsiteX6" fmla="*/ 0 w 2309168"/>
                <a:gd name="connsiteY6" fmla="*/ 231692 h 715340"/>
                <a:gd name="connsiteX0" fmla="*/ 0 w 2309168"/>
                <a:gd name="connsiteY0" fmla="*/ 231692 h 715340"/>
                <a:gd name="connsiteX1" fmla="*/ 1166388 w 2309168"/>
                <a:gd name="connsiteY1" fmla="*/ 193 h 715340"/>
                <a:gd name="connsiteX2" fmla="*/ 2309168 w 2309168"/>
                <a:gd name="connsiteY2" fmla="*/ 270272 h 715340"/>
                <a:gd name="connsiteX3" fmla="*/ 2123986 w 2309168"/>
                <a:gd name="connsiteY3" fmla="*/ 715340 h 715340"/>
                <a:gd name="connsiteX4" fmla="*/ 1156661 w 2309168"/>
                <a:gd name="connsiteY4" fmla="*/ 480264 h 715340"/>
                <a:gd name="connsiteX5" fmla="*/ 172995 w 2309168"/>
                <a:gd name="connsiteY5" fmla="*/ 684683 h 715340"/>
                <a:gd name="connsiteX6" fmla="*/ 0 w 2309168"/>
                <a:gd name="connsiteY6" fmla="*/ 231692 h 715340"/>
                <a:gd name="connsiteX0" fmla="*/ 0 w 2309168"/>
                <a:gd name="connsiteY0" fmla="*/ 231692 h 715340"/>
                <a:gd name="connsiteX1" fmla="*/ 1166388 w 2309168"/>
                <a:gd name="connsiteY1" fmla="*/ 193 h 715340"/>
                <a:gd name="connsiteX2" fmla="*/ 2309168 w 2309168"/>
                <a:gd name="connsiteY2" fmla="*/ 270272 h 715340"/>
                <a:gd name="connsiteX3" fmla="*/ 2123986 w 2309168"/>
                <a:gd name="connsiteY3" fmla="*/ 715340 h 715340"/>
                <a:gd name="connsiteX4" fmla="*/ 1156661 w 2309168"/>
                <a:gd name="connsiteY4" fmla="*/ 480264 h 715340"/>
                <a:gd name="connsiteX5" fmla="*/ 172995 w 2309168"/>
                <a:gd name="connsiteY5" fmla="*/ 684683 h 715340"/>
                <a:gd name="connsiteX6" fmla="*/ 0 w 2309168"/>
                <a:gd name="connsiteY6" fmla="*/ 231692 h 715340"/>
                <a:gd name="connsiteX0" fmla="*/ 0 w 2314305"/>
                <a:gd name="connsiteY0" fmla="*/ 231543 h 715191"/>
                <a:gd name="connsiteX1" fmla="*/ 1166388 w 2314305"/>
                <a:gd name="connsiteY1" fmla="*/ 44 h 715191"/>
                <a:gd name="connsiteX2" fmla="*/ 2314305 w 2314305"/>
                <a:gd name="connsiteY2" fmla="*/ 249575 h 715191"/>
                <a:gd name="connsiteX3" fmla="*/ 2123986 w 2314305"/>
                <a:gd name="connsiteY3" fmla="*/ 715191 h 715191"/>
                <a:gd name="connsiteX4" fmla="*/ 1156661 w 2314305"/>
                <a:gd name="connsiteY4" fmla="*/ 480115 h 715191"/>
                <a:gd name="connsiteX5" fmla="*/ 172995 w 2314305"/>
                <a:gd name="connsiteY5" fmla="*/ 684534 h 715191"/>
                <a:gd name="connsiteX6" fmla="*/ 0 w 2314305"/>
                <a:gd name="connsiteY6" fmla="*/ 231543 h 715191"/>
                <a:gd name="connsiteX0" fmla="*/ 0 w 2314305"/>
                <a:gd name="connsiteY0" fmla="*/ 231543 h 715191"/>
                <a:gd name="connsiteX1" fmla="*/ 1166388 w 2314305"/>
                <a:gd name="connsiteY1" fmla="*/ 44 h 715191"/>
                <a:gd name="connsiteX2" fmla="*/ 2314305 w 2314305"/>
                <a:gd name="connsiteY2" fmla="*/ 249575 h 715191"/>
                <a:gd name="connsiteX3" fmla="*/ 2123986 w 2314305"/>
                <a:gd name="connsiteY3" fmla="*/ 715191 h 715191"/>
                <a:gd name="connsiteX4" fmla="*/ 1156661 w 2314305"/>
                <a:gd name="connsiteY4" fmla="*/ 480115 h 715191"/>
                <a:gd name="connsiteX5" fmla="*/ 172995 w 2314305"/>
                <a:gd name="connsiteY5" fmla="*/ 684534 h 715191"/>
                <a:gd name="connsiteX6" fmla="*/ 0 w 2314305"/>
                <a:gd name="connsiteY6" fmla="*/ 231543 h 715191"/>
                <a:gd name="connsiteX0" fmla="*/ 0 w 2314305"/>
                <a:gd name="connsiteY0" fmla="*/ 231550 h 715198"/>
                <a:gd name="connsiteX1" fmla="*/ 1166388 w 2314305"/>
                <a:gd name="connsiteY1" fmla="*/ 51 h 715198"/>
                <a:gd name="connsiteX2" fmla="*/ 2314305 w 2314305"/>
                <a:gd name="connsiteY2" fmla="*/ 249582 h 715198"/>
                <a:gd name="connsiteX3" fmla="*/ 2123986 w 2314305"/>
                <a:gd name="connsiteY3" fmla="*/ 715198 h 715198"/>
                <a:gd name="connsiteX4" fmla="*/ 1156661 w 2314305"/>
                <a:gd name="connsiteY4" fmla="*/ 480122 h 715198"/>
                <a:gd name="connsiteX5" fmla="*/ 172995 w 2314305"/>
                <a:gd name="connsiteY5" fmla="*/ 684541 h 715198"/>
                <a:gd name="connsiteX6" fmla="*/ 0 w 2314305"/>
                <a:gd name="connsiteY6" fmla="*/ 231550 h 715198"/>
                <a:gd name="connsiteX0" fmla="*/ 0 w 2314305"/>
                <a:gd name="connsiteY0" fmla="*/ 233092 h 716740"/>
                <a:gd name="connsiteX1" fmla="*/ 1166388 w 2314305"/>
                <a:gd name="connsiteY1" fmla="*/ 1593 h 716740"/>
                <a:gd name="connsiteX2" fmla="*/ 2314305 w 2314305"/>
                <a:gd name="connsiteY2" fmla="*/ 251124 h 716740"/>
                <a:gd name="connsiteX3" fmla="*/ 2123986 w 2314305"/>
                <a:gd name="connsiteY3" fmla="*/ 716740 h 716740"/>
                <a:gd name="connsiteX4" fmla="*/ 1156661 w 2314305"/>
                <a:gd name="connsiteY4" fmla="*/ 481664 h 716740"/>
                <a:gd name="connsiteX5" fmla="*/ 172995 w 2314305"/>
                <a:gd name="connsiteY5" fmla="*/ 686083 h 716740"/>
                <a:gd name="connsiteX6" fmla="*/ 0 w 2314305"/>
                <a:gd name="connsiteY6" fmla="*/ 233092 h 716740"/>
                <a:gd name="connsiteX0" fmla="*/ 0 w 2314305"/>
                <a:gd name="connsiteY0" fmla="*/ 231523 h 715171"/>
                <a:gd name="connsiteX1" fmla="*/ 1166388 w 2314305"/>
                <a:gd name="connsiteY1" fmla="*/ 24 h 715171"/>
                <a:gd name="connsiteX2" fmla="*/ 2314305 w 2314305"/>
                <a:gd name="connsiteY2" fmla="*/ 249555 h 715171"/>
                <a:gd name="connsiteX3" fmla="*/ 2123986 w 2314305"/>
                <a:gd name="connsiteY3" fmla="*/ 715171 h 715171"/>
                <a:gd name="connsiteX4" fmla="*/ 1156661 w 2314305"/>
                <a:gd name="connsiteY4" fmla="*/ 480095 h 715171"/>
                <a:gd name="connsiteX5" fmla="*/ 172995 w 2314305"/>
                <a:gd name="connsiteY5" fmla="*/ 684514 h 715171"/>
                <a:gd name="connsiteX6" fmla="*/ 0 w 2314305"/>
                <a:gd name="connsiteY6" fmla="*/ 231523 h 715171"/>
                <a:gd name="connsiteX0" fmla="*/ 0 w 2314305"/>
                <a:gd name="connsiteY0" fmla="*/ 231550 h 715198"/>
                <a:gd name="connsiteX1" fmla="*/ 1166388 w 2314305"/>
                <a:gd name="connsiteY1" fmla="*/ 51 h 715198"/>
                <a:gd name="connsiteX2" fmla="*/ 2314305 w 2314305"/>
                <a:gd name="connsiteY2" fmla="*/ 249582 h 715198"/>
                <a:gd name="connsiteX3" fmla="*/ 2123986 w 2314305"/>
                <a:gd name="connsiteY3" fmla="*/ 715198 h 715198"/>
                <a:gd name="connsiteX4" fmla="*/ 1156661 w 2314305"/>
                <a:gd name="connsiteY4" fmla="*/ 480122 h 715198"/>
                <a:gd name="connsiteX5" fmla="*/ 172995 w 2314305"/>
                <a:gd name="connsiteY5" fmla="*/ 684541 h 715198"/>
                <a:gd name="connsiteX6" fmla="*/ 0 w 2314305"/>
                <a:gd name="connsiteY6" fmla="*/ 231550 h 715198"/>
                <a:gd name="connsiteX0" fmla="*/ 0 w 2314305"/>
                <a:gd name="connsiteY0" fmla="*/ 232088 h 715736"/>
                <a:gd name="connsiteX1" fmla="*/ 1166388 w 2314305"/>
                <a:gd name="connsiteY1" fmla="*/ 589 h 715736"/>
                <a:gd name="connsiteX2" fmla="*/ 2314305 w 2314305"/>
                <a:gd name="connsiteY2" fmla="*/ 250120 h 715736"/>
                <a:gd name="connsiteX3" fmla="*/ 2123986 w 2314305"/>
                <a:gd name="connsiteY3" fmla="*/ 715736 h 715736"/>
                <a:gd name="connsiteX4" fmla="*/ 1156661 w 2314305"/>
                <a:gd name="connsiteY4" fmla="*/ 480660 h 715736"/>
                <a:gd name="connsiteX5" fmla="*/ 172995 w 2314305"/>
                <a:gd name="connsiteY5" fmla="*/ 685079 h 715736"/>
                <a:gd name="connsiteX6" fmla="*/ 0 w 2314305"/>
                <a:gd name="connsiteY6" fmla="*/ 232088 h 715736"/>
                <a:gd name="connsiteX0" fmla="*/ 0 w 2314305"/>
                <a:gd name="connsiteY0" fmla="*/ 232088 h 715736"/>
                <a:gd name="connsiteX1" fmla="*/ 1166388 w 2314305"/>
                <a:gd name="connsiteY1" fmla="*/ 589 h 715736"/>
                <a:gd name="connsiteX2" fmla="*/ 2314305 w 2314305"/>
                <a:gd name="connsiteY2" fmla="*/ 250120 h 715736"/>
                <a:gd name="connsiteX3" fmla="*/ 2123986 w 2314305"/>
                <a:gd name="connsiteY3" fmla="*/ 715736 h 715736"/>
                <a:gd name="connsiteX4" fmla="*/ 1156661 w 2314305"/>
                <a:gd name="connsiteY4" fmla="*/ 480660 h 715736"/>
                <a:gd name="connsiteX5" fmla="*/ 172995 w 2314305"/>
                <a:gd name="connsiteY5" fmla="*/ 685079 h 715736"/>
                <a:gd name="connsiteX6" fmla="*/ 0 w 2314305"/>
                <a:gd name="connsiteY6" fmla="*/ 232088 h 715736"/>
                <a:gd name="connsiteX0" fmla="*/ 0 w 2314305"/>
                <a:gd name="connsiteY0" fmla="*/ 232088 h 715736"/>
                <a:gd name="connsiteX1" fmla="*/ 1166388 w 2314305"/>
                <a:gd name="connsiteY1" fmla="*/ 589 h 715736"/>
                <a:gd name="connsiteX2" fmla="*/ 2314305 w 2314305"/>
                <a:gd name="connsiteY2" fmla="*/ 250120 h 715736"/>
                <a:gd name="connsiteX3" fmla="*/ 2123986 w 2314305"/>
                <a:gd name="connsiteY3" fmla="*/ 715736 h 715736"/>
                <a:gd name="connsiteX4" fmla="*/ 1156661 w 2314305"/>
                <a:gd name="connsiteY4" fmla="*/ 480660 h 715736"/>
                <a:gd name="connsiteX5" fmla="*/ 172995 w 2314305"/>
                <a:gd name="connsiteY5" fmla="*/ 685079 h 715736"/>
                <a:gd name="connsiteX6" fmla="*/ 0 w 2314305"/>
                <a:gd name="connsiteY6" fmla="*/ 232088 h 715736"/>
                <a:gd name="connsiteX0" fmla="*/ 0 w 2314305"/>
                <a:gd name="connsiteY0" fmla="*/ 232060 h 715708"/>
                <a:gd name="connsiteX1" fmla="*/ 1166388 w 2314305"/>
                <a:gd name="connsiteY1" fmla="*/ 561 h 715708"/>
                <a:gd name="connsiteX2" fmla="*/ 2314305 w 2314305"/>
                <a:gd name="connsiteY2" fmla="*/ 250092 h 715708"/>
                <a:gd name="connsiteX3" fmla="*/ 2123986 w 2314305"/>
                <a:gd name="connsiteY3" fmla="*/ 715708 h 715708"/>
                <a:gd name="connsiteX4" fmla="*/ 1156661 w 2314305"/>
                <a:gd name="connsiteY4" fmla="*/ 480632 h 715708"/>
                <a:gd name="connsiteX5" fmla="*/ 172995 w 2314305"/>
                <a:gd name="connsiteY5" fmla="*/ 685051 h 715708"/>
                <a:gd name="connsiteX6" fmla="*/ 0 w 2314305"/>
                <a:gd name="connsiteY6" fmla="*/ 232060 h 7157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314305" h="715708">
                  <a:moveTo>
                    <a:pt x="0" y="232060"/>
                  </a:moveTo>
                  <a:cubicBezTo>
                    <a:pt x="116349" y="135016"/>
                    <a:pt x="772966" y="-10150"/>
                    <a:pt x="1166388" y="561"/>
                  </a:cubicBezTo>
                  <a:cubicBezTo>
                    <a:pt x="1559810" y="11272"/>
                    <a:pt x="1962415" y="54514"/>
                    <a:pt x="2314305" y="250092"/>
                  </a:cubicBezTo>
                  <a:cubicBezTo>
                    <a:pt x="2236857" y="411910"/>
                    <a:pt x="2305049" y="284904"/>
                    <a:pt x="2123986" y="715708"/>
                  </a:cubicBezTo>
                  <a:cubicBezTo>
                    <a:pt x="2077752" y="646036"/>
                    <a:pt x="1616289" y="480632"/>
                    <a:pt x="1156661" y="480632"/>
                  </a:cubicBezTo>
                  <a:cubicBezTo>
                    <a:pt x="697033" y="480632"/>
                    <a:pt x="257593" y="589531"/>
                    <a:pt x="172995" y="685051"/>
                  </a:cubicBezTo>
                  <a:lnTo>
                    <a:pt x="0" y="232060"/>
                  </a:lnTo>
                  <a:close/>
                </a:path>
              </a:pathLst>
            </a:custGeom>
            <a:solidFill>
              <a:srgbClr val="F18120"/>
            </a:solidFill>
            <a:ln>
              <a:solidFill>
                <a:srgbClr val="F1812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5" name="Block Arc 1">
              <a:extLst>
                <a:ext uri="{FF2B5EF4-FFF2-40B4-BE49-F238E27FC236}">
                  <a16:creationId xmlns:a16="http://schemas.microsoft.com/office/drawing/2014/main" id="{0CFC99D9-D4B4-A7EB-BC2E-0D3AABCD0784}"/>
                </a:ext>
              </a:extLst>
            </p:cNvPr>
            <p:cNvSpPr/>
            <p:nvPr/>
          </p:nvSpPr>
          <p:spPr>
            <a:xfrm rot="6099059">
              <a:off x="9940336" y="3713264"/>
              <a:ext cx="2314305" cy="715708"/>
            </a:xfrm>
            <a:custGeom>
              <a:avLst/>
              <a:gdLst>
                <a:gd name="connsiteX0" fmla="*/ 0 w 2391141"/>
                <a:gd name="connsiteY0" fmla="*/ 726679 h 1453358"/>
                <a:gd name="connsiteX1" fmla="*/ 1195571 w 2391141"/>
                <a:gd name="connsiteY1" fmla="*/ 0 h 1453358"/>
                <a:gd name="connsiteX2" fmla="*/ 2391142 w 2391141"/>
                <a:gd name="connsiteY2" fmla="*/ 726679 h 1453358"/>
                <a:gd name="connsiteX3" fmla="*/ 2027802 w 2391141"/>
                <a:gd name="connsiteY3" fmla="*/ 726679 h 1453358"/>
                <a:gd name="connsiteX4" fmla="*/ 1195571 w 2391141"/>
                <a:gd name="connsiteY4" fmla="*/ 363339 h 1453358"/>
                <a:gd name="connsiteX5" fmla="*/ 363340 w 2391141"/>
                <a:gd name="connsiteY5" fmla="*/ 726679 h 1453358"/>
                <a:gd name="connsiteX6" fmla="*/ 0 w 2391141"/>
                <a:gd name="connsiteY6" fmla="*/ 726679 h 1453358"/>
                <a:gd name="connsiteX0" fmla="*/ 0 w 2614878"/>
                <a:gd name="connsiteY0" fmla="*/ 727830 h 727830"/>
                <a:gd name="connsiteX1" fmla="*/ 1195571 w 2614878"/>
                <a:gd name="connsiteY1" fmla="*/ 1151 h 727830"/>
                <a:gd name="connsiteX2" fmla="*/ 2614878 w 2614878"/>
                <a:gd name="connsiteY2" fmla="*/ 611098 h 727830"/>
                <a:gd name="connsiteX3" fmla="*/ 2027802 w 2614878"/>
                <a:gd name="connsiteY3" fmla="*/ 727830 h 727830"/>
                <a:gd name="connsiteX4" fmla="*/ 1195571 w 2614878"/>
                <a:gd name="connsiteY4" fmla="*/ 364490 h 727830"/>
                <a:gd name="connsiteX5" fmla="*/ 363340 w 2614878"/>
                <a:gd name="connsiteY5" fmla="*/ 727830 h 727830"/>
                <a:gd name="connsiteX6" fmla="*/ 0 w 2614878"/>
                <a:gd name="connsiteY6" fmla="*/ 727830 h 727830"/>
                <a:gd name="connsiteX0" fmla="*/ 0 w 2614878"/>
                <a:gd name="connsiteY0" fmla="*/ 727830 h 727830"/>
                <a:gd name="connsiteX1" fmla="*/ 1195571 w 2614878"/>
                <a:gd name="connsiteY1" fmla="*/ 1151 h 727830"/>
                <a:gd name="connsiteX2" fmla="*/ 2614878 w 2614878"/>
                <a:gd name="connsiteY2" fmla="*/ 611098 h 727830"/>
                <a:gd name="connsiteX3" fmla="*/ 2251538 w 2614878"/>
                <a:gd name="connsiteY3" fmla="*/ 669464 h 727830"/>
                <a:gd name="connsiteX4" fmla="*/ 1195571 w 2614878"/>
                <a:gd name="connsiteY4" fmla="*/ 364490 h 727830"/>
                <a:gd name="connsiteX5" fmla="*/ 363340 w 2614878"/>
                <a:gd name="connsiteY5" fmla="*/ 727830 h 727830"/>
                <a:gd name="connsiteX6" fmla="*/ 0 w 2614878"/>
                <a:gd name="connsiteY6" fmla="*/ 727830 h 727830"/>
                <a:gd name="connsiteX0" fmla="*/ 0 w 2780249"/>
                <a:gd name="connsiteY0" fmla="*/ 590533 h 726720"/>
                <a:gd name="connsiteX1" fmla="*/ 1360942 w 2780249"/>
                <a:gd name="connsiteY1" fmla="*/ 41 h 726720"/>
                <a:gd name="connsiteX2" fmla="*/ 2780249 w 2780249"/>
                <a:gd name="connsiteY2" fmla="*/ 609988 h 726720"/>
                <a:gd name="connsiteX3" fmla="*/ 2416909 w 2780249"/>
                <a:gd name="connsiteY3" fmla="*/ 668354 h 726720"/>
                <a:gd name="connsiteX4" fmla="*/ 1360942 w 2780249"/>
                <a:gd name="connsiteY4" fmla="*/ 363380 h 726720"/>
                <a:gd name="connsiteX5" fmla="*/ 528711 w 2780249"/>
                <a:gd name="connsiteY5" fmla="*/ 726720 h 726720"/>
                <a:gd name="connsiteX6" fmla="*/ 0 w 2780249"/>
                <a:gd name="connsiteY6" fmla="*/ 590533 h 726720"/>
                <a:gd name="connsiteX0" fmla="*/ 0 w 2780249"/>
                <a:gd name="connsiteY0" fmla="*/ 590533 h 668354"/>
                <a:gd name="connsiteX1" fmla="*/ 1360942 w 2780249"/>
                <a:gd name="connsiteY1" fmla="*/ 41 h 668354"/>
                <a:gd name="connsiteX2" fmla="*/ 2780249 w 2780249"/>
                <a:gd name="connsiteY2" fmla="*/ 609988 h 668354"/>
                <a:gd name="connsiteX3" fmla="*/ 2416909 w 2780249"/>
                <a:gd name="connsiteY3" fmla="*/ 668354 h 668354"/>
                <a:gd name="connsiteX4" fmla="*/ 1360942 w 2780249"/>
                <a:gd name="connsiteY4" fmla="*/ 363380 h 668354"/>
                <a:gd name="connsiteX5" fmla="*/ 275792 w 2780249"/>
                <a:gd name="connsiteY5" fmla="*/ 639171 h 668354"/>
                <a:gd name="connsiteX6" fmla="*/ 0 w 2780249"/>
                <a:gd name="connsiteY6" fmla="*/ 590533 h 668354"/>
                <a:gd name="connsiteX0" fmla="*/ 0 w 2780249"/>
                <a:gd name="connsiteY0" fmla="*/ 590533 h 668354"/>
                <a:gd name="connsiteX1" fmla="*/ 1360942 w 2780249"/>
                <a:gd name="connsiteY1" fmla="*/ 41 h 668354"/>
                <a:gd name="connsiteX2" fmla="*/ 2780249 w 2780249"/>
                <a:gd name="connsiteY2" fmla="*/ 609988 h 668354"/>
                <a:gd name="connsiteX3" fmla="*/ 2416909 w 2780249"/>
                <a:gd name="connsiteY3" fmla="*/ 668354 h 668354"/>
                <a:gd name="connsiteX4" fmla="*/ 1351215 w 2780249"/>
                <a:gd name="connsiteY4" fmla="*/ 480112 h 668354"/>
                <a:gd name="connsiteX5" fmla="*/ 275792 w 2780249"/>
                <a:gd name="connsiteY5" fmla="*/ 639171 h 668354"/>
                <a:gd name="connsiteX6" fmla="*/ 0 w 2780249"/>
                <a:gd name="connsiteY6" fmla="*/ 590533 h 668354"/>
                <a:gd name="connsiteX0" fmla="*/ 0 w 2780249"/>
                <a:gd name="connsiteY0" fmla="*/ 590533 h 775358"/>
                <a:gd name="connsiteX1" fmla="*/ 1360942 w 2780249"/>
                <a:gd name="connsiteY1" fmla="*/ 41 h 775358"/>
                <a:gd name="connsiteX2" fmla="*/ 2780249 w 2780249"/>
                <a:gd name="connsiteY2" fmla="*/ 609988 h 775358"/>
                <a:gd name="connsiteX3" fmla="*/ 2329360 w 2780249"/>
                <a:gd name="connsiteY3" fmla="*/ 775358 h 775358"/>
                <a:gd name="connsiteX4" fmla="*/ 1351215 w 2780249"/>
                <a:gd name="connsiteY4" fmla="*/ 480112 h 775358"/>
                <a:gd name="connsiteX5" fmla="*/ 275792 w 2780249"/>
                <a:gd name="connsiteY5" fmla="*/ 639171 h 775358"/>
                <a:gd name="connsiteX6" fmla="*/ 0 w 2780249"/>
                <a:gd name="connsiteY6" fmla="*/ 590533 h 775358"/>
                <a:gd name="connsiteX0" fmla="*/ 0 w 2673245"/>
                <a:gd name="connsiteY0" fmla="*/ 600391 h 785216"/>
                <a:gd name="connsiteX1" fmla="*/ 1360942 w 2673245"/>
                <a:gd name="connsiteY1" fmla="*/ 9899 h 785216"/>
                <a:gd name="connsiteX2" fmla="*/ 2673245 w 2673245"/>
                <a:gd name="connsiteY2" fmla="*/ 405837 h 785216"/>
                <a:gd name="connsiteX3" fmla="*/ 2329360 w 2673245"/>
                <a:gd name="connsiteY3" fmla="*/ 785216 h 785216"/>
                <a:gd name="connsiteX4" fmla="*/ 1351215 w 2673245"/>
                <a:gd name="connsiteY4" fmla="*/ 489970 h 785216"/>
                <a:gd name="connsiteX5" fmla="*/ 275792 w 2673245"/>
                <a:gd name="connsiteY5" fmla="*/ 649029 h 785216"/>
                <a:gd name="connsiteX6" fmla="*/ 0 w 2673245"/>
                <a:gd name="connsiteY6" fmla="*/ 600391 h 785216"/>
                <a:gd name="connsiteX0" fmla="*/ 0 w 2673245"/>
                <a:gd name="connsiteY0" fmla="*/ 593348 h 778173"/>
                <a:gd name="connsiteX1" fmla="*/ 1360942 w 2673245"/>
                <a:gd name="connsiteY1" fmla="*/ 2856 h 778173"/>
                <a:gd name="connsiteX2" fmla="*/ 2673245 w 2673245"/>
                <a:gd name="connsiteY2" fmla="*/ 398794 h 778173"/>
                <a:gd name="connsiteX3" fmla="*/ 2329360 w 2673245"/>
                <a:gd name="connsiteY3" fmla="*/ 778173 h 778173"/>
                <a:gd name="connsiteX4" fmla="*/ 1351215 w 2673245"/>
                <a:gd name="connsiteY4" fmla="*/ 482927 h 778173"/>
                <a:gd name="connsiteX5" fmla="*/ 275792 w 2673245"/>
                <a:gd name="connsiteY5" fmla="*/ 641986 h 778173"/>
                <a:gd name="connsiteX6" fmla="*/ 0 w 2673245"/>
                <a:gd name="connsiteY6" fmla="*/ 593348 h 778173"/>
                <a:gd name="connsiteX0" fmla="*/ 0 w 2478691"/>
                <a:gd name="connsiteY0" fmla="*/ 293714 h 809279"/>
                <a:gd name="connsiteX1" fmla="*/ 1166388 w 2478691"/>
                <a:gd name="connsiteY1" fmla="*/ 33962 h 809279"/>
                <a:gd name="connsiteX2" fmla="*/ 2478691 w 2478691"/>
                <a:gd name="connsiteY2" fmla="*/ 429900 h 809279"/>
                <a:gd name="connsiteX3" fmla="*/ 2134806 w 2478691"/>
                <a:gd name="connsiteY3" fmla="*/ 809279 h 809279"/>
                <a:gd name="connsiteX4" fmla="*/ 1156661 w 2478691"/>
                <a:gd name="connsiteY4" fmla="*/ 514033 h 809279"/>
                <a:gd name="connsiteX5" fmla="*/ 81238 w 2478691"/>
                <a:gd name="connsiteY5" fmla="*/ 673092 h 809279"/>
                <a:gd name="connsiteX6" fmla="*/ 0 w 2478691"/>
                <a:gd name="connsiteY6" fmla="*/ 293714 h 809279"/>
                <a:gd name="connsiteX0" fmla="*/ 0 w 2478691"/>
                <a:gd name="connsiteY0" fmla="*/ 262275 h 777840"/>
                <a:gd name="connsiteX1" fmla="*/ 1166388 w 2478691"/>
                <a:gd name="connsiteY1" fmla="*/ 2523 h 777840"/>
                <a:gd name="connsiteX2" fmla="*/ 2478691 w 2478691"/>
                <a:gd name="connsiteY2" fmla="*/ 398461 h 777840"/>
                <a:gd name="connsiteX3" fmla="*/ 2134806 w 2478691"/>
                <a:gd name="connsiteY3" fmla="*/ 777840 h 777840"/>
                <a:gd name="connsiteX4" fmla="*/ 1156661 w 2478691"/>
                <a:gd name="connsiteY4" fmla="*/ 482594 h 777840"/>
                <a:gd name="connsiteX5" fmla="*/ 81238 w 2478691"/>
                <a:gd name="connsiteY5" fmla="*/ 641653 h 777840"/>
                <a:gd name="connsiteX6" fmla="*/ 0 w 2478691"/>
                <a:gd name="connsiteY6" fmla="*/ 262275 h 777840"/>
                <a:gd name="connsiteX0" fmla="*/ 0 w 2478691"/>
                <a:gd name="connsiteY0" fmla="*/ 262275 h 777841"/>
                <a:gd name="connsiteX1" fmla="*/ 1166388 w 2478691"/>
                <a:gd name="connsiteY1" fmla="*/ 2523 h 777841"/>
                <a:gd name="connsiteX2" fmla="*/ 2478691 w 2478691"/>
                <a:gd name="connsiteY2" fmla="*/ 398461 h 777841"/>
                <a:gd name="connsiteX3" fmla="*/ 2134806 w 2478691"/>
                <a:gd name="connsiteY3" fmla="*/ 777840 h 777841"/>
                <a:gd name="connsiteX4" fmla="*/ 1156661 w 2478691"/>
                <a:gd name="connsiteY4" fmla="*/ 482594 h 777841"/>
                <a:gd name="connsiteX5" fmla="*/ 178515 w 2478691"/>
                <a:gd name="connsiteY5" fmla="*/ 777841 h 777841"/>
                <a:gd name="connsiteX6" fmla="*/ 0 w 2478691"/>
                <a:gd name="connsiteY6" fmla="*/ 262275 h 777841"/>
                <a:gd name="connsiteX0" fmla="*/ 0 w 2478691"/>
                <a:gd name="connsiteY0" fmla="*/ 262275 h 777840"/>
                <a:gd name="connsiteX1" fmla="*/ 1166388 w 2478691"/>
                <a:gd name="connsiteY1" fmla="*/ 2523 h 777840"/>
                <a:gd name="connsiteX2" fmla="*/ 2478691 w 2478691"/>
                <a:gd name="connsiteY2" fmla="*/ 398461 h 777840"/>
                <a:gd name="connsiteX3" fmla="*/ 2134806 w 2478691"/>
                <a:gd name="connsiteY3" fmla="*/ 777840 h 777840"/>
                <a:gd name="connsiteX4" fmla="*/ 1156661 w 2478691"/>
                <a:gd name="connsiteY4" fmla="*/ 482594 h 777840"/>
                <a:gd name="connsiteX5" fmla="*/ 139604 w 2478691"/>
                <a:gd name="connsiteY5" fmla="*/ 748658 h 777840"/>
                <a:gd name="connsiteX6" fmla="*/ 0 w 2478691"/>
                <a:gd name="connsiteY6" fmla="*/ 262275 h 777840"/>
                <a:gd name="connsiteX0" fmla="*/ 0 w 2478691"/>
                <a:gd name="connsiteY0" fmla="*/ 262275 h 777840"/>
                <a:gd name="connsiteX1" fmla="*/ 1166388 w 2478691"/>
                <a:gd name="connsiteY1" fmla="*/ 2523 h 777840"/>
                <a:gd name="connsiteX2" fmla="*/ 2478691 w 2478691"/>
                <a:gd name="connsiteY2" fmla="*/ 398461 h 777840"/>
                <a:gd name="connsiteX3" fmla="*/ 2134806 w 2478691"/>
                <a:gd name="connsiteY3" fmla="*/ 777840 h 777840"/>
                <a:gd name="connsiteX4" fmla="*/ 1156661 w 2478691"/>
                <a:gd name="connsiteY4" fmla="*/ 482594 h 777840"/>
                <a:gd name="connsiteX5" fmla="*/ 139604 w 2478691"/>
                <a:gd name="connsiteY5" fmla="*/ 748658 h 777840"/>
                <a:gd name="connsiteX6" fmla="*/ 0 w 2478691"/>
                <a:gd name="connsiteY6" fmla="*/ 262275 h 777840"/>
                <a:gd name="connsiteX0" fmla="*/ 0 w 2478691"/>
                <a:gd name="connsiteY0" fmla="*/ 262275 h 797295"/>
                <a:gd name="connsiteX1" fmla="*/ 1166388 w 2478691"/>
                <a:gd name="connsiteY1" fmla="*/ 2523 h 797295"/>
                <a:gd name="connsiteX2" fmla="*/ 2478691 w 2478691"/>
                <a:gd name="connsiteY2" fmla="*/ 398461 h 797295"/>
                <a:gd name="connsiteX3" fmla="*/ 2144534 w 2478691"/>
                <a:gd name="connsiteY3" fmla="*/ 797295 h 797295"/>
                <a:gd name="connsiteX4" fmla="*/ 1156661 w 2478691"/>
                <a:gd name="connsiteY4" fmla="*/ 482594 h 797295"/>
                <a:gd name="connsiteX5" fmla="*/ 139604 w 2478691"/>
                <a:gd name="connsiteY5" fmla="*/ 748658 h 797295"/>
                <a:gd name="connsiteX6" fmla="*/ 0 w 2478691"/>
                <a:gd name="connsiteY6" fmla="*/ 262275 h 797295"/>
                <a:gd name="connsiteX0" fmla="*/ 0 w 2478691"/>
                <a:gd name="connsiteY0" fmla="*/ 262275 h 797295"/>
                <a:gd name="connsiteX1" fmla="*/ 1166388 w 2478691"/>
                <a:gd name="connsiteY1" fmla="*/ 2523 h 797295"/>
                <a:gd name="connsiteX2" fmla="*/ 2478691 w 2478691"/>
                <a:gd name="connsiteY2" fmla="*/ 398461 h 797295"/>
                <a:gd name="connsiteX3" fmla="*/ 2144534 w 2478691"/>
                <a:gd name="connsiteY3" fmla="*/ 797295 h 797295"/>
                <a:gd name="connsiteX4" fmla="*/ 1156661 w 2478691"/>
                <a:gd name="connsiteY4" fmla="*/ 482594 h 797295"/>
                <a:gd name="connsiteX5" fmla="*/ 139604 w 2478691"/>
                <a:gd name="connsiteY5" fmla="*/ 748658 h 797295"/>
                <a:gd name="connsiteX6" fmla="*/ 0 w 2478691"/>
                <a:gd name="connsiteY6" fmla="*/ 262275 h 797295"/>
                <a:gd name="connsiteX0" fmla="*/ 0 w 2309168"/>
                <a:gd name="connsiteY0" fmla="*/ 259772 h 794792"/>
                <a:gd name="connsiteX1" fmla="*/ 1166388 w 2309168"/>
                <a:gd name="connsiteY1" fmla="*/ 20 h 794792"/>
                <a:gd name="connsiteX2" fmla="*/ 2309168 w 2309168"/>
                <a:gd name="connsiteY2" fmla="*/ 270099 h 794792"/>
                <a:gd name="connsiteX3" fmla="*/ 2144534 w 2309168"/>
                <a:gd name="connsiteY3" fmla="*/ 794792 h 794792"/>
                <a:gd name="connsiteX4" fmla="*/ 1156661 w 2309168"/>
                <a:gd name="connsiteY4" fmla="*/ 480091 h 794792"/>
                <a:gd name="connsiteX5" fmla="*/ 139604 w 2309168"/>
                <a:gd name="connsiteY5" fmla="*/ 746155 h 794792"/>
                <a:gd name="connsiteX6" fmla="*/ 0 w 2309168"/>
                <a:gd name="connsiteY6" fmla="*/ 259772 h 794792"/>
                <a:gd name="connsiteX0" fmla="*/ 0 w 2309168"/>
                <a:gd name="connsiteY0" fmla="*/ 259772 h 794792"/>
                <a:gd name="connsiteX1" fmla="*/ 1166388 w 2309168"/>
                <a:gd name="connsiteY1" fmla="*/ 20 h 794792"/>
                <a:gd name="connsiteX2" fmla="*/ 2309168 w 2309168"/>
                <a:gd name="connsiteY2" fmla="*/ 270099 h 794792"/>
                <a:gd name="connsiteX3" fmla="*/ 2144534 w 2309168"/>
                <a:gd name="connsiteY3" fmla="*/ 794792 h 794792"/>
                <a:gd name="connsiteX4" fmla="*/ 1156661 w 2309168"/>
                <a:gd name="connsiteY4" fmla="*/ 480091 h 794792"/>
                <a:gd name="connsiteX5" fmla="*/ 139604 w 2309168"/>
                <a:gd name="connsiteY5" fmla="*/ 746155 h 794792"/>
                <a:gd name="connsiteX6" fmla="*/ 0 w 2309168"/>
                <a:gd name="connsiteY6" fmla="*/ 259772 h 794792"/>
                <a:gd name="connsiteX0" fmla="*/ 0 w 2309168"/>
                <a:gd name="connsiteY0" fmla="*/ 259772 h 746155"/>
                <a:gd name="connsiteX1" fmla="*/ 1166388 w 2309168"/>
                <a:gd name="connsiteY1" fmla="*/ 20 h 746155"/>
                <a:gd name="connsiteX2" fmla="*/ 2309168 w 2309168"/>
                <a:gd name="connsiteY2" fmla="*/ 270099 h 746155"/>
                <a:gd name="connsiteX3" fmla="*/ 2121417 w 2309168"/>
                <a:gd name="connsiteY3" fmla="*/ 707462 h 746155"/>
                <a:gd name="connsiteX4" fmla="*/ 1156661 w 2309168"/>
                <a:gd name="connsiteY4" fmla="*/ 480091 h 746155"/>
                <a:gd name="connsiteX5" fmla="*/ 139604 w 2309168"/>
                <a:gd name="connsiteY5" fmla="*/ 746155 h 746155"/>
                <a:gd name="connsiteX6" fmla="*/ 0 w 2309168"/>
                <a:gd name="connsiteY6" fmla="*/ 259772 h 746155"/>
                <a:gd name="connsiteX0" fmla="*/ 0 w 2309168"/>
                <a:gd name="connsiteY0" fmla="*/ 259772 h 746155"/>
                <a:gd name="connsiteX1" fmla="*/ 1166388 w 2309168"/>
                <a:gd name="connsiteY1" fmla="*/ 20 h 746155"/>
                <a:gd name="connsiteX2" fmla="*/ 2309168 w 2309168"/>
                <a:gd name="connsiteY2" fmla="*/ 270099 h 746155"/>
                <a:gd name="connsiteX3" fmla="*/ 2121417 w 2309168"/>
                <a:gd name="connsiteY3" fmla="*/ 707462 h 746155"/>
                <a:gd name="connsiteX4" fmla="*/ 1156661 w 2309168"/>
                <a:gd name="connsiteY4" fmla="*/ 480091 h 746155"/>
                <a:gd name="connsiteX5" fmla="*/ 139604 w 2309168"/>
                <a:gd name="connsiteY5" fmla="*/ 746155 h 746155"/>
                <a:gd name="connsiteX6" fmla="*/ 0 w 2309168"/>
                <a:gd name="connsiteY6" fmla="*/ 259772 h 746155"/>
                <a:gd name="connsiteX0" fmla="*/ 0 w 2309168"/>
                <a:gd name="connsiteY0" fmla="*/ 226793 h 746567"/>
                <a:gd name="connsiteX1" fmla="*/ 1166388 w 2309168"/>
                <a:gd name="connsiteY1" fmla="*/ 432 h 746567"/>
                <a:gd name="connsiteX2" fmla="*/ 2309168 w 2309168"/>
                <a:gd name="connsiteY2" fmla="*/ 270511 h 746567"/>
                <a:gd name="connsiteX3" fmla="*/ 2121417 w 2309168"/>
                <a:gd name="connsiteY3" fmla="*/ 707874 h 746567"/>
                <a:gd name="connsiteX4" fmla="*/ 1156661 w 2309168"/>
                <a:gd name="connsiteY4" fmla="*/ 480503 h 746567"/>
                <a:gd name="connsiteX5" fmla="*/ 139604 w 2309168"/>
                <a:gd name="connsiteY5" fmla="*/ 746567 h 746567"/>
                <a:gd name="connsiteX6" fmla="*/ 0 w 2309168"/>
                <a:gd name="connsiteY6" fmla="*/ 226793 h 746567"/>
                <a:gd name="connsiteX0" fmla="*/ 0 w 2309168"/>
                <a:gd name="connsiteY0" fmla="*/ 226663 h 746437"/>
                <a:gd name="connsiteX1" fmla="*/ 1166388 w 2309168"/>
                <a:gd name="connsiteY1" fmla="*/ 302 h 746437"/>
                <a:gd name="connsiteX2" fmla="*/ 2309168 w 2309168"/>
                <a:gd name="connsiteY2" fmla="*/ 270381 h 746437"/>
                <a:gd name="connsiteX3" fmla="*/ 2121417 w 2309168"/>
                <a:gd name="connsiteY3" fmla="*/ 707744 h 746437"/>
                <a:gd name="connsiteX4" fmla="*/ 1156661 w 2309168"/>
                <a:gd name="connsiteY4" fmla="*/ 480373 h 746437"/>
                <a:gd name="connsiteX5" fmla="*/ 139604 w 2309168"/>
                <a:gd name="connsiteY5" fmla="*/ 746437 h 746437"/>
                <a:gd name="connsiteX6" fmla="*/ 0 w 2309168"/>
                <a:gd name="connsiteY6" fmla="*/ 226663 h 746437"/>
                <a:gd name="connsiteX0" fmla="*/ 0 w 2309168"/>
                <a:gd name="connsiteY0" fmla="*/ 226614 h 746388"/>
                <a:gd name="connsiteX1" fmla="*/ 1166388 w 2309168"/>
                <a:gd name="connsiteY1" fmla="*/ 253 h 746388"/>
                <a:gd name="connsiteX2" fmla="*/ 2309168 w 2309168"/>
                <a:gd name="connsiteY2" fmla="*/ 270332 h 746388"/>
                <a:gd name="connsiteX3" fmla="*/ 2121417 w 2309168"/>
                <a:gd name="connsiteY3" fmla="*/ 707695 h 746388"/>
                <a:gd name="connsiteX4" fmla="*/ 1156661 w 2309168"/>
                <a:gd name="connsiteY4" fmla="*/ 480324 h 746388"/>
                <a:gd name="connsiteX5" fmla="*/ 139604 w 2309168"/>
                <a:gd name="connsiteY5" fmla="*/ 746388 h 746388"/>
                <a:gd name="connsiteX6" fmla="*/ 0 w 2309168"/>
                <a:gd name="connsiteY6" fmla="*/ 226614 h 746388"/>
                <a:gd name="connsiteX0" fmla="*/ 0 w 2309168"/>
                <a:gd name="connsiteY0" fmla="*/ 231692 h 746328"/>
                <a:gd name="connsiteX1" fmla="*/ 1166388 w 2309168"/>
                <a:gd name="connsiteY1" fmla="*/ 193 h 746328"/>
                <a:gd name="connsiteX2" fmla="*/ 2309168 w 2309168"/>
                <a:gd name="connsiteY2" fmla="*/ 270272 h 746328"/>
                <a:gd name="connsiteX3" fmla="*/ 2121417 w 2309168"/>
                <a:gd name="connsiteY3" fmla="*/ 707635 h 746328"/>
                <a:gd name="connsiteX4" fmla="*/ 1156661 w 2309168"/>
                <a:gd name="connsiteY4" fmla="*/ 480264 h 746328"/>
                <a:gd name="connsiteX5" fmla="*/ 139604 w 2309168"/>
                <a:gd name="connsiteY5" fmla="*/ 746328 h 746328"/>
                <a:gd name="connsiteX6" fmla="*/ 0 w 2309168"/>
                <a:gd name="connsiteY6" fmla="*/ 231692 h 746328"/>
                <a:gd name="connsiteX0" fmla="*/ 0 w 2309168"/>
                <a:gd name="connsiteY0" fmla="*/ 231692 h 707635"/>
                <a:gd name="connsiteX1" fmla="*/ 1166388 w 2309168"/>
                <a:gd name="connsiteY1" fmla="*/ 193 h 707635"/>
                <a:gd name="connsiteX2" fmla="*/ 2309168 w 2309168"/>
                <a:gd name="connsiteY2" fmla="*/ 270272 h 707635"/>
                <a:gd name="connsiteX3" fmla="*/ 2121417 w 2309168"/>
                <a:gd name="connsiteY3" fmla="*/ 707635 h 707635"/>
                <a:gd name="connsiteX4" fmla="*/ 1156661 w 2309168"/>
                <a:gd name="connsiteY4" fmla="*/ 480264 h 707635"/>
                <a:gd name="connsiteX5" fmla="*/ 172995 w 2309168"/>
                <a:gd name="connsiteY5" fmla="*/ 684683 h 707635"/>
                <a:gd name="connsiteX6" fmla="*/ 0 w 2309168"/>
                <a:gd name="connsiteY6" fmla="*/ 231692 h 707635"/>
                <a:gd name="connsiteX0" fmla="*/ 0 w 2309168"/>
                <a:gd name="connsiteY0" fmla="*/ 231692 h 707635"/>
                <a:gd name="connsiteX1" fmla="*/ 1166388 w 2309168"/>
                <a:gd name="connsiteY1" fmla="*/ 193 h 707635"/>
                <a:gd name="connsiteX2" fmla="*/ 2309168 w 2309168"/>
                <a:gd name="connsiteY2" fmla="*/ 270272 h 707635"/>
                <a:gd name="connsiteX3" fmla="*/ 2121417 w 2309168"/>
                <a:gd name="connsiteY3" fmla="*/ 707635 h 707635"/>
                <a:gd name="connsiteX4" fmla="*/ 1156661 w 2309168"/>
                <a:gd name="connsiteY4" fmla="*/ 480264 h 707635"/>
                <a:gd name="connsiteX5" fmla="*/ 172995 w 2309168"/>
                <a:gd name="connsiteY5" fmla="*/ 684683 h 707635"/>
                <a:gd name="connsiteX6" fmla="*/ 0 w 2309168"/>
                <a:gd name="connsiteY6" fmla="*/ 231692 h 707635"/>
                <a:gd name="connsiteX0" fmla="*/ 0 w 2309168"/>
                <a:gd name="connsiteY0" fmla="*/ 231692 h 715340"/>
                <a:gd name="connsiteX1" fmla="*/ 1166388 w 2309168"/>
                <a:gd name="connsiteY1" fmla="*/ 193 h 715340"/>
                <a:gd name="connsiteX2" fmla="*/ 2309168 w 2309168"/>
                <a:gd name="connsiteY2" fmla="*/ 270272 h 715340"/>
                <a:gd name="connsiteX3" fmla="*/ 2123986 w 2309168"/>
                <a:gd name="connsiteY3" fmla="*/ 715340 h 715340"/>
                <a:gd name="connsiteX4" fmla="*/ 1156661 w 2309168"/>
                <a:gd name="connsiteY4" fmla="*/ 480264 h 715340"/>
                <a:gd name="connsiteX5" fmla="*/ 172995 w 2309168"/>
                <a:gd name="connsiteY5" fmla="*/ 684683 h 715340"/>
                <a:gd name="connsiteX6" fmla="*/ 0 w 2309168"/>
                <a:gd name="connsiteY6" fmla="*/ 231692 h 715340"/>
                <a:gd name="connsiteX0" fmla="*/ 0 w 2309168"/>
                <a:gd name="connsiteY0" fmla="*/ 231692 h 715340"/>
                <a:gd name="connsiteX1" fmla="*/ 1166388 w 2309168"/>
                <a:gd name="connsiteY1" fmla="*/ 193 h 715340"/>
                <a:gd name="connsiteX2" fmla="*/ 2309168 w 2309168"/>
                <a:gd name="connsiteY2" fmla="*/ 270272 h 715340"/>
                <a:gd name="connsiteX3" fmla="*/ 2123986 w 2309168"/>
                <a:gd name="connsiteY3" fmla="*/ 715340 h 715340"/>
                <a:gd name="connsiteX4" fmla="*/ 1156661 w 2309168"/>
                <a:gd name="connsiteY4" fmla="*/ 480264 h 715340"/>
                <a:gd name="connsiteX5" fmla="*/ 172995 w 2309168"/>
                <a:gd name="connsiteY5" fmla="*/ 684683 h 715340"/>
                <a:gd name="connsiteX6" fmla="*/ 0 w 2309168"/>
                <a:gd name="connsiteY6" fmla="*/ 231692 h 715340"/>
                <a:gd name="connsiteX0" fmla="*/ 0 w 2309168"/>
                <a:gd name="connsiteY0" fmla="*/ 231692 h 715340"/>
                <a:gd name="connsiteX1" fmla="*/ 1166388 w 2309168"/>
                <a:gd name="connsiteY1" fmla="*/ 193 h 715340"/>
                <a:gd name="connsiteX2" fmla="*/ 2309168 w 2309168"/>
                <a:gd name="connsiteY2" fmla="*/ 270272 h 715340"/>
                <a:gd name="connsiteX3" fmla="*/ 2123986 w 2309168"/>
                <a:gd name="connsiteY3" fmla="*/ 715340 h 715340"/>
                <a:gd name="connsiteX4" fmla="*/ 1156661 w 2309168"/>
                <a:gd name="connsiteY4" fmla="*/ 480264 h 715340"/>
                <a:gd name="connsiteX5" fmla="*/ 172995 w 2309168"/>
                <a:gd name="connsiteY5" fmla="*/ 684683 h 715340"/>
                <a:gd name="connsiteX6" fmla="*/ 0 w 2309168"/>
                <a:gd name="connsiteY6" fmla="*/ 231692 h 715340"/>
                <a:gd name="connsiteX0" fmla="*/ 0 w 2314305"/>
                <a:gd name="connsiteY0" fmla="*/ 231543 h 715191"/>
                <a:gd name="connsiteX1" fmla="*/ 1166388 w 2314305"/>
                <a:gd name="connsiteY1" fmla="*/ 44 h 715191"/>
                <a:gd name="connsiteX2" fmla="*/ 2314305 w 2314305"/>
                <a:gd name="connsiteY2" fmla="*/ 249575 h 715191"/>
                <a:gd name="connsiteX3" fmla="*/ 2123986 w 2314305"/>
                <a:gd name="connsiteY3" fmla="*/ 715191 h 715191"/>
                <a:gd name="connsiteX4" fmla="*/ 1156661 w 2314305"/>
                <a:gd name="connsiteY4" fmla="*/ 480115 h 715191"/>
                <a:gd name="connsiteX5" fmla="*/ 172995 w 2314305"/>
                <a:gd name="connsiteY5" fmla="*/ 684534 h 715191"/>
                <a:gd name="connsiteX6" fmla="*/ 0 w 2314305"/>
                <a:gd name="connsiteY6" fmla="*/ 231543 h 715191"/>
                <a:gd name="connsiteX0" fmla="*/ 0 w 2314305"/>
                <a:gd name="connsiteY0" fmla="*/ 231543 h 715191"/>
                <a:gd name="connsiteX1" fmla="*/ 1166388 w 2314305"/>
                <a:gd name="connsiteY1" fmla="*/ 44 h 715191"/>
                <a:gd name="connsiteX2" fmla="*/ 2314305 w 2314305"/>
                <a:gd name="connsiteY2" fmla="*/ 249575 h 715191"/>
                <a:gd name="connsiteX3" fmla="*/ 2123986 w 2314305"/>
                <a:gd name="connsiteY3" fmla="*/ 715191 h 715191"/>
                <a:gd name="connsiteX4" fmla="*/ 1156661 w 2314305"/>
                <a:gd name="connsiteY4" fmla="*/ 480115 h 715191"/>
                <a:gd name="connsiteX5" fmla="*/ 172995 w 2314305"/>
                <a:gd name="connsiteY5" fmla="*/ 684534 h 715191"/>
                <a:gd name="connsiteX6" fmla="*/ 0 w 2314305"/>
                <a:gd name="connsiteY6" fmla="*/ 231543 h 715191"/>
                <a:gd name="connsiteX0" fmla="*/ 0 w 2314305"/>
                <a:gd name="connsiteY0" fmla="*/ 231550 h 715198"/>
                <a:gd name="connsiteX1" fmla="*/ 1166388 w 2314305"/>
                <a:gd name="connsiteY1" fmla="*/ 51 h 715198"/>
                <a:gd name="connsiteX2" fmla="*/ 2314305 w 2314305"/>
                <a:gd name="connsiteY2" fmla="*/ 249582 h 715198"/>
                <a:gd name="connsiteX3" fmla="*/ 2123986 w 2314305"/>
                <a:gd name="connsiteY3" fmla="*/ 715198 h 715198"/>
                <a:gd name="connsiteX4" fmla="*/ 1156661 w 2314305"/>
                <a:gd name="connsiteY4" fmla="*/ 480122 h 715198"/>
                <a:gd name="connsiteX5" fmla="*/ 172995 w 2314305"/>
                <a:gd name="connsiteY5" fmla="*/ 684541 h 715198"/>
                <a:gd name="connsiteX6" fmla="*/ 0 w 2314305"/>
                <a:gd name="connsiteY6" fmla="*/ 231550 h 715198"/>
                <a:gd name="connsiteX0" fmla="*/ 0 w 2314305"/>
                <a:gd name="connsiteY0" fmla="*/ 233092 h 716740"/>
                <a:gd name="connsiteX1" fmla="*/ 1166388 w 2314305"/>
                <a:gd name="connsiteY1" fmla="*/ 1593 h 716740"/>
                <a:gd name="connsiteX2" fmla="*/ 2314305 w 2314305"/>
                <a:gd name="connsiteY2" fmla="*/ 251124 h 716740"/>
                <a:gd name="connsiteX3" fmla="*/ 2123986 w 2314305"/>
                <a:gd name="connsiteY3" fmla="*/ 716740 h 716740"/>
                <a:gd name="connsiteX4" fmla="*/ 1156661 w 2314305"/>
                <a:gd name="connsiteY4" fmla="*/ 481664 h 716740"/>
                <a:gd name="connsiteX5" fmla="*/ 172995 w 2314305"/>
                <a:gd name="connsiteY5" fmla="*/ 686083 h 716740"/>
                <a:gd name="connsiteX6" fmla="*/ 0 w 2314305"/>
                <a:gd name="connsiteY6" fmla="*/ 233092 h 716740"/>
                <a:gd name="connsiteX0" fmla="*/ 0 w 2314305"/>
                <a:gd name="connsiteY0" fmla="*/ 231523 h 715171"/>
                <a:gd name="connsiteX1" fmla="*/ 1166388 w 2314305"/>
                <a:gd name="connsiteY1" fmla="*/ 24 h 715171"/>
                <a:gd name="connsiteX2" fmla="*/ 2314305 w 2314305"/>
                <a:gd name="connsiteY2" fmla="*/ 249555 h 715171"/>
                <a:gd name="connsiteX3" fmla="*/ 2123986 w 2314305"/>
                <a:gd name="connsiteY3" fmla="*/ 715171 h 715171"/>
                <a:gd name="connsiteX4" fmla="*/ 1156661 w 2314305"/>
                <a:gd name="connsiteY4" fmla="*/ 480095 h 715171"/>
                <a:gd name="connsiteX5" fmla="*/ 172995 w 2314305"/>
                <a:gd name="connsiteY5" fmla="*/ 684514 h 715171"/>
                <a:gd name="connsiteX6" fmla="*/ 0 w 2314305"/>
                <a:gd name="connsiteY6" fmla="*/ 231523 h 715171"/>
                <a:gd name="connsiteX0" fmla="*/ 0 w 2314305"/>
                <a:gd name="connsiteY0" fmla="*/ 231550 h 715198"/>
                <a:gd name="connsiteX1" fmla="*/ 1166388 w 2314305"/>
                <a:gd name="connsiteY1" fmla="*/ 51 h 715198"/>
                <a:gd name="connsiteX2" fmla="*/ 2314305 w 2314305"/>
                <a:gd name="connsiteY2" fmla="*/ 249582 h 715198"/>
                <a:gd name="connsiteX3" fmla="*/ 2123986 w 2314305"/>
                <a:gd name="connsiteY3" fmla="*/ 715198 h 715198"/>
                <a:gd name="connsiteX4" fmla="*/ 1156661 w 2314305"/>
                <a:gd name="connsiteY4" fmla="*/ 480122 h 715198"/>
                <a:gd name="connsiteX5" fmla="*/ 172995 w 2314305"/>
                <a:gd name="connsiteY5" fmla="*/ 684541 h 715198"/>
                <a:gd name="connsiteX6" fmla="*/ 0 w 2314305"/>
                <a:gd name="connsiteY6" fmla="*/ 231550 h 715198"/>
                <a:gd name="connsiteX0" fmla="*/ 0 w 2314305"/>
                <a:gd name="connsiteY0" fmla="*/ 232088 h 715736"/>
                <a:gd name="connsiteX1" fmla="*/ 1166388 w 2314305"/>
                <a:gd name="connsiteY1" fmla="*/ 589 h 715736"/>
                <a:gd name="connsiteX2" fmla="*/ 2314305 w 2314305"/>
                <a:gd name="connsiteY2" fmla="*/ 250120 h 715736"/>
                <a:gd name="connsiteX3" fmla="*/ 2123986 w 2314305"/>
                <a:gd name="connsiteY3" fmla="*/ 715736 h 715736"/>
                <a:gd name="connsiteX4" fmla="*/ 1156661 w 2314305"/>
                <a:gd name="connsiteY4" fmla="*/ 480660 h 715736"/>
                <a:gd name="connsiteX5" fmla="*/ 172995 w 2314305"/>
                <a:gd name="connsiteY5" fmla="*/ 685079 h 715736"/>
                <a:gd name="connsiteX6" fmla="*/ 0 w 2314305"/>
                <a:gd name="connsiteY6" fmla="*/ 232088 h 715736"/>
                <a:gd name="connsiteX0" fmla="*/ 0 w 2314305"/>
                <a:gd name="connsiteY0" fmla="*/ 232088 h 715736"/>
                <a:gd name="connsiteX1" fmla="*/ 1166388 w 2314305"/>
                <a:gd name="connsiteY1" fmla="*/ 589 h 715736"/>
                <a:gd name="connsiteX2" fmla="*/ 2314305 w 2314305"/>
                <a:gd name="connsiteY2" fmla="*/ 250120 h 715736"/>
                <a:gd name="connsiteX3" fmla="*/ 2123986 w 2314305"/>
                <a:gd name="connsiteY3" fmla="*/ 715736 h 715736"/>
                <a:gd name="connsiteX4" fmla="*/ 1156661 w 2314305"/>
                <a:gd name="connsiteY4" fmla="*/ 480660 h 715736"/>
                <a:gd name="connsiteX5" fmla="*/ 172995 w 2314305"/>
                <a:gd name="connsiteY5" fmla="*/ 685079 h 715736"/>
                <a:gd name="connsiteX6" fmla="*/ 0 w 2314305"/>
                <a:gd name="connsiteY6" fmla="*/ 232088 h 715736"/>
                <a:gd name="connsiteX0" fmla="*/ 0 w 2314305"/>
                <a:gd name="connsiteY0" fmla="*/ 232088 h 715736"/>
                <a:gd name="connsiteX1" fmla="*/ 1166388 w 2314305"/>
                <a:gd name="connsiteY1" fmla="*/ 589 h 715736"/>
                <a:gd name="connsiteX2" fmla="*/ 2314305 w 2314305"/>
                <a:gd name="connsiteY2" fmla="*/ 250120 h 715736"/>
                <a:gd name="connsiteX3" fmla="*/ 2123986 w 2314305"/>
                <a:gd name="connsiteY3" fmla="*/ 715736 h 715736"/>
                <a:gd name="connsiteX4" fmla="*/ 1156661 w 2314305"/>
                <a:gd name="connsiteY4" fmla="*/ 480660 h 715736"/>
                <a:gd name="connsiteX5" fmla="*/ 172995 w 2314305"/>
                <a:gd name="connsiteY5" fmla="*/ 685079 h 715736"/>
                <a:gd name="connsiteX6" fmla="*/ 0 w 2314305"/>
                <a:gd name="connsiteY6" fmla="*/ 232088 h 715736"/>
                <a:gd name="connsiteX0" fmla="*/ 0 w 2314305"/>
                <a:gd name="connsiteY0" fmla="*/ 232060 h 715708"/>
                <a:gd name="connsiteX1" fmla="*/ 1166388 w 2314305"/>
                <a:gd name="connsiteY1" fmla="*/ 561 h 715708"/>
                <a:gd name="connsiteX2" fmla="*/ 2314305 w 2314305"/>
                <a:gd name="connsiteY2" fmla="*/ 250092 h 715708"/>
                <a:gd name="connsiteX3" fmla="*/ 2123986 w 2314305"/>
                <a:gd name="connsiteY3" fmla="*/ 715708 h 715708"/>
                <a:gd name="connsiteX4" fmla="*/ 1156661 w 2314305"/>
                <a:gd name="connsiteY4" fmla="*/ 480632 h 715708"/>
                <a:gd name="connsiteX5" fmla="*/ 172995 w 2314305"/>
                <a:gd name="connsiteY5" fmla="*/ 685051 h 715708"/>
                <a:gd name="connsiteX6" fmla="*/ 0 w 2314305"/>
                <a:gd name="connsiteY6" fmla="*/ 232060 h 7157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314305" h="715708">
                  <a:moveTo>
                    <a:pt x="0" y="232060"/>
                  </a:moveTo>
                  <a:cubicBezTo>
                    <a:pt x="116349" y="135016"/>
                    <a:pt x="772966" y="-10150"/>
                    <a:pt x="1166388" y="561"/>
                  </a:cubicBezTo>
                  <a:cubicBezTo>
                    <a:pt x="1559810" y="11272"/>
                    <a:pt x="1962415" y="54514"/>
                    <a:pt x="2314305" y="250092"/>
                  </a:cubicBezTo>
                  <a:cubicBezTo>
                    <a:pt x="2236857" y="411910"/>
                    <a:pt x="2305049" y="284904"/>
                    <a:pt x="2123986" y="715708"/>
                  </a:cubicBezTo>
                  <a:cubicBezTo>
                    <a:pt x="2077752" y="646036"/>
                    <a:pt x="1616289" y="480632"/>
                    <a:pt x="1156661" y="480632"/>
                  </a:cubicBezTo>
                  <a:cubicBezTo>
                    <a:pt x="697033" y="480632"/>
                    <a:pt x="257593" y="589531"/>
                    <a:pt x="172995" y="685051"/>
                  </a:cubicBezTo>
                  <a:lnTo>
                    <a:pt x="0" y="232060"/>
                  </a:lnTo>
                  <a:close/>
                </a:path>
              </a:pathLst>
            </a:cu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6" name="Block Arc 1">
              <a:extLst>
                <a:ext uri="{FF2B5EF4-FFF2-40B4-BE49-F238E27FC236}">
                  <a16:creationId xmlns:a16="http://schemas.microsoft.com/office/drawing/2014/main" id="{77F81D69-D021-608D-0773-D3DDE81CC74F}"/>
                </a:ext>
              </a:extLst>
            </p:cNvPr>
            <p:cNvSpPr/>
            <p:nvPr/>
          </p:nvSpPr>
          <p:spPr>
            <a:xfrm rot="9231251">
              <a:off x="8493305" y="5452344"/>
              <a:ext cx="2314305" cy="715708"/>
            </a:xfrm>
            <a:custGeom>
              <a:avLst/>
              <a:gdLst>
                <a:gd name="connsiteX0" fmla="*/ 0 w 2391141"/>
                <a:gd name="connsiteY0" fmla="*/ 726679 h 1453358"/>
                <a:gd name="connsiteX1" fmla="*/ 1195571 w 2391141"/>
                <a:gd name="connsiteY1" fmla="*/ 0 h 1453358"/>
                <a:gd name="connsiteX2" fmla="*/ 2391142 w 2391141"/>
                <a:gd name="connsiteY2" fmla="*/ 726679 h 1453358"/>
                <a:gd name="connsiteX3" fmla="*/ 2027802 w 2391141"/>
                <a:gd name="connsiteY3" fmla="*/ 726679 h 1453358"/>
                <a:gd name="connsiteX4" fmla="*/ 1195571 w 2391141"/>
                <a:gd name="connsiteY4" fmla="*/ 363339 h 1453358"/>
                <a:gd name="connsiteX5" fmla="*/ 363340 w 2391141"/>
                <a:gd name="connsiteY5" fmla="*/ 726679 h 1453358"/>
                <a:gd name="connsiteX6" fmla="*/ 0 w 2391141"/>
                <a:gd name="connsiteY6" fmla="*/ 726679 h 1453358"/>
                <a:gd name="connsiteX0" fmla="*/ 0 w 2614878"/>
                <a:gd name="connsiteY0" fmla="*/ 727830 h 727830"/>
                <a:gd name="connsiteX1" fmla="*/ 1195571 w 2614878"/>
                <a:gd name="connsiteY1" fmla="*/ 1151 h 727830"/>
                <a:gd name="connsiteX2" fmla="*/ 2614878 w 2614878"/>
                <a:gd name="connsiteY2" fmla="*/ 611098 h 727830"/>
                <a:gd name="connsiteX3" fmla="*/ 2027802 w 2614878"/>
                <a:gd name="connsiteY3" fmla="*/ 727830 h 727830"/>
                <a:gd name="connsiteX4" fmla="*/ 1195571 w 2614878"/>
                <a:gd name="connsiteY4" fmla="*/ 364490 h 727830"/>
                <a:gd name="connsiteX5" fmla="*/ 363340 w 2614878"/>
                <a:gd name="connsiteY5" fmla="*/ 727830 h 727830"/>
                <a:gd name="connsiteX6" fmla="*/ 0 w 2614878"/>
                <a:gd name="connsiteY6" fmla="*/ 727830 h 727830"/>
                <a:gd name="connsiteX0" fmla="*/ 0 w 2614878"/>
                <a:gd name="connsiteY0" fmla="*/ 727830 h 727830"/>
                <a:gd name="connsiteX1" fmla="*/ 1195571 w 2614878"/>
                <a:gd name="connsiteY1" fmla="*/ 1151 h 727830"/>
                <a:gd name="connsiteX2" fmla="*/ 2614878 w 2614878"/>
                <a:gd name="connsiteY2" fmla="*/ 611098 h 727830"/>
                <a:gd name="connsiteX3" fmla="*/ 2251538 w 2614878"/>
                <a:gd name="connsiteY3" fmla="*/ 669464 h 727830"/>
                <a:gd name="connsiteX4" fmla="*/ 1195571 w 2614878"/>
                <a:gd name="connsiteY4" fmla="*/ 364490 h 727830"/>
                <a:gd name="connsiteX5" fmla="*/ 363340 w 2614878"/>
                <a:gd name="connsiteY5" fmla="*/ 727830 h 727830"/>
                <a:gd name="connsiteX6" fmla="*/ 0 w 2614878"/>
                <a:gd name="connsiteY6" fmla="*/ 727830 h 727830"/>
                <a:gd name="connsiteX0" fmla="*/ 0 w 2780249"/>
                <a:gd name="connsiteY0" fmla="*/ 590533 h 726720"/>
                <a:gd name="connsiteX1" fmla="*/ 1360942 w 2780249"/>
                <a:gd name="connsiteY1" fmla="*/ 41 h 726720"/>
                <a:gd name="connsiteX2" fmla="*/ 2780249 w 2780249"/>
                <a:gd name="connsiteY2" fmla="*/ 609988 h 726720"/>
                <a:gd name="connsiteX3" fmla="*/ 2416909 w 2780249"/>
                <a:gd name="connsiteY3" fmla="*/ 668354 h 726720"/>
                <a:gd name="connsiteX4" fmla="*/ 1360942 w 2780249"/>
                <a:gd name="connsiteY4" fmla="*/ 363380 h 726720"/>
                <a:gd name="connsiteX5" fmla="*/ 528711 w 2780249"/>
                <a:gd name="connsiteY5" fmla="*/ 726720 h 726720"/>
                <a:gd name="connsiteX6" fmla="*/ 0 w 2780249"/>
                <a:gd name="connsiteY6" fmla="*/ 590533 h 726720"/>
                <a:gd name="connsiteX0" fmla="*/ 0 w 2780249"/>
                <a:gd name="connsiteY0" fmla="*/ 590533 h 668354"/>
                <a:gd name="connsiteX1" fmla="*/ 1360942 w 2780249"/>
                <a:gd name="connsiteY1" fmla="*/ 41 h 668354"/>
                <a:gd name="connsiteX2" fmla="*/ 2780249 w 2780249"/>
                <a:gd name="connsiteY2" fmla="*/ 609988 h 668354"/>
                <a:gd name="connsiteX3" fmla="*/ 2416909 w 2780249"/>
                <a:gd name="connsiteY3" fmla="*/ 668354 h 668354"/>
                <a:gd name="connsiteX4" fmla="*/ 1360942 w 2780249"/>
                <a:gd name="connsiteY4" fmla="*/ 363380 h 668354"/>
                <a:gd name="connsiteX5" fmla="*/ 275792 w 2780249"/>
                <a:gd name="connsiteY5" fmla="*/ 639171 h 668354"/>
                <a:gd name="connsiteX6" fmla="*/ 0 w 2780249"/>
                <a:gd name="connsiteY6" fmla="*/ 590533 h 668354"/>
                <a:gd name="connsiteX0" fmla="*/ 0 w 2780249"/>
                <a:gd name="connsiteY0" fmla="*/ 590533 h 668354"/>
                <a:gd name="connsiteX1" fmla="*/ 1360942 w 2780249"/>
                <a:gd name="connsiteY1" fmla="*/ 41 h 668354"/>
                <a:gd name="connsiteX2" fmla="*/ 2780249 w 2780249"/>
                <a:gd name="connsiteY2" fmla="*/ 609988 h 668354"/>
                <a:gd name="connsiteX3" fmla="*/ 2416909 w 2780249"/>
                <a:gd name="connsiteY3" fmla="*/ 668354 h 668354"/>
                <a:gd name="connsiteX4" fmla="*/ 1351215 w 2780249"/>
                <a:gd name="connsiteY4" fmla="*/ 480112 h 668354"/>
                <a:gd name="connsiteX5" fmla="*/ 275792 w 2780249"/>
                <a:gd name="connsiteY5" fmla="*/ 639171 h 668354"/>
                <a:gd name="connsiteX6" fmla="*/ 0 w 2780249"/>
                <a:gd name="connsiteY6" fmla="*/ 590533 h 668354"/>
                <a:gd name="connsiteX0" fmla="*/ 0 w 2780249"/>
                <a:gd name="connsiteY0" fmla="*/ 590533 h 775358"/>
                <a:gd name="connsiteX1" fmla="*/ 1360942 w 2780249"/>
                <a:gd name="connsiteY1" fmla="*/ 41 h 775358"/>
                <a:gd name="connsiteX2" fmla="*/ 2780249 w 2780249"/>
                <a:gd name="connsiteY2" fmla="*/ 609988 h 775358"/>
                <a:gd name="connsiteX3" fmla="*/ 2329360 w 2780249"/>
                <a:gd name="connsiteY3" fmla="*/ 775358 h 775358"/>
                <a:gd name="connsiteX4" fmla="*/ 1351215 w 2780249"/>
                <a:gd name="connsiteY4" fmla="*/ 480112 h 775358"/>
                <a:gd name="connsiteX5" fmla="*/ 275792 w 2780249"/>
                <a:gd name="connsiteY5" fmla="*/ 639171 h 775358"/>
                <a:gd name="connsiteX6" fmla="*/ 0 w 2780249"/>
                <a:gd name="connsiteY6" fmla="*/ 590533 h 775358"/>
                <a:gd name="connsiteX0" fmla="*/ 0 w 2673245"/>
                <a:gd name="connsiteY0" fmla="*/ 600391 h 785216"/>
                <a:gd name="connsiteX1" fmla="*/ 1360942 w 2673245"/>
                <a:gd name="connsiteY1" fmla="*/ 9899 h 785216"/>
                <a:gd name="connsiteX2" fmla="*/ 2673245 w 2673245"/>
                <a:gd name="connsiteY2" fmla="*/ 405837 h 785216"/>
                <a:gd name="connsiteX3" fmla="*/ 2329360 w 2673245"/>
                <a:gd name="connsiteY3" fmla="*/ 785216 h 785216"/>
                <a:gd name="connsiteX4" fmla="*/ 1351215 w 2673245"/>
                <a:gd name="connsiteY4" fmla="*/ 489970 h 785216"/>
                <a:gd name="connsiteX5" fmla="*/ 275792 w 2673245"/>
                <a:gd name="connsiteY5" fmla="*/ 649029 h 785216"/>
                <a:gd name="connsiteX6" fmla="*/ 0 w 2673245"/>
                <a:gd name="connsiteY6" fmla="*/ 600391 h 785216"/>
                <a:gd name="connsiteX0" fmla="*/ 0 w 2673245"/>
                <a:gd name="connsiteY0" fmla="*/ 593348 h 778173"/>
                <a:gd name="connsiteX1" fmla="*/ 1360942 w 2673245"/>
                <a:gd name="connsiteY1" fmla="*/ 2856 h 778173"/>
                <a:gd name="connsiteX2" fmla="*/ 2673245 w 2673245"/>
                <a:gd name="connsiteY2" fmla="*/ 398794 h 778173"/>
                <a:gd name="connsiteX3" fmla="*/ 2329360 w 2673245"/>
                <a:gd name="connsiteY3" fmla="*/ 778173 h 778173"/>
                <a:gd name="connsiteX4" fmla="*/ 1351215 w 2673245"/>
                <a:gd name="connsiteY4" fmla="*/ 482927 h 778173"/>
                <a:gd name="connsiteX5" fmla="*/ 275792 w 2673245"/>
                <a:gd name="connsiteY5" fmla="*/ 641986 h 778173"/>
                <a:gd name="connsiteX6" fmla="*/ 0 w 2673245"/>
                <a:gd name="connsiteY6" fmla="*/ 593348 h 778173"/>
                <a:gd name="connsiteX0" fmla="*/ 0 w 2478691"/>
                <a:gd name="connsiteY0" fmla="*/ 293714 h 809279"/>
                <a:gd name="connsiteX1" fmla="*/ 1166388 w 2478691"/>
                <a:gd name="connsiteY1" fmla="*/ 33962 h 809279"/>
                <a:gd name="connsiteX2" fmla="*/ 2478691 w 2478691"/>
                <a:gd name="connsiteY2" fmla="*/ 429900 h 809279"/>
                <a:gd name="connsiteX3" fmla="*/ 2134806 w 2478691"/>
                <a:gd name="connsiteY3" fmla="*/ 809279 h 809279"/>
                <a:gd name="connsiteX4" fmla="*/ 1156661 w 2478691"/>
                <a:gd name="connsiteY4" fmla="*/ 514033 h 809279"/>
                <a:gd name="connsiteX5" fmla="*/ 81238 w 2478691"/>
                <a:gd name="connsiteY5" fmla="*/ 673092 h 809279"/>
                <a:gd name="connsiteX6" fmla="*/ 0 w 2478691"/>
                <a:gd name="connsiteY6" fmla="*/ 293714 h 809279"/>
                <a:gd name="connsiteX0" fmla="*/ 0 w 2478691"/>
                <a:gd name="connsiteY0" fmla="*/ 262275 h 777840"/>
                <a:gd name="connsiteX1" fmla="*/ 1166388 w 2478691"/>
                <a:gd name="connsiteY1" fmla="*/ 2523 h 777840"/>
                <a:gd name="connsiteX2" fmla="*/ 2478691 w 2478691"/>
                <a:gd name="connsiteY2" fmla="*/ 398461 h 777840"/>
                <a:gd name="connsiteX3" fmla="*/ 2134806 w 2478691"/>
                <a:gd name="connsiteY3" fmla="*/ 777840 h 777840"/>
                <a:gd name="connsiteX4" fmla="*/ 1156661 w 2478691"/>
                <a:gd name="connsiteY4" fmla="*/ 482594 h 777840"/>
                <a:gd name="connsiteX5" fmla="*/ 81238 w 2478691"/>
                <a:gd name="connsiteY5" fmla="*/ 641653 h 777840"/>
                <a:gd name="connsiteX6" fmla="*/ 0 w 2478691"/>
                <a:gd name="connsiteY6" fmla="*/ 262275 h 777840"/>
                <a:gd name="connsiteX0" fmla="*/ 0 w 2478691"/>
                <a:gd name="connsiteY0" fmla="*/ 262275 h 777841"/>
                <a:gd name="connsiteX1" fmla="*/ 1166388 w 2478691"/>
                <a:gd name="connsiteY1" fmla="*/ 2523 h 777841"/>
                <a:gd name="connsiteX2" fmla="*/ 2478691 w 2478691"/>
                <a:gd name="connsiteY2" fmla="*/ 398461 h 777841"/>
                <a:gd name="connsiteX3" fmla="*/ 2134806 w 2478691"/>
                <a:gd name="connsiteY3" fmla="*/ 777840 h 777841"/>
                <a:gd name="connsiteX4" fmla="*/ 1156661 w 2478691"/>
                <a:gd name="connsiteY4" fmla="*/ 482594 h 777841"/>
                <a:gd name="connsiteX5" fmla="*/ 178515 w 2478691"/>
                <a:gd name="connsiteY5" fmla="*/ 777841 h 777841"/>
                <a:gd name="connsiteX6" fmla="*/ 0 w 2478691"/>
                <a:gd name="connsiteY6" fmla="*/ 262275 h 777841"/>
                <a:gd name="connsiteX0" fmla="*/ 0 w 2478691"/>
                <a:gd name="connsiteY0" fmla="*/ 262275 h 777840"/>
                <a:gd name="connsiteX1" fmla="*/ 1166388 w 2478691"/>
                <a:gd name="connsiteY1" fmla="*/ 2523 h 777840"/>
                <a:gd name="connsiteX2" fmla="*/ 2478691 w 2478691"/>
                <a:gd name="connsiteY2" fmla="*/ 398461 h 777840"/>
                <a:gd name="connsiteX3" fmla="*/ 2134806 w 2478691"/>
                <a:gd name="connsiteY3" fmla="*/ 777840 h 777840"/>
                <a:gd name="connsiteX4" fmla="*/ 1156661 w 2478691"/>
                <a:gd name="connsiteY4" fmla="*/ 482594 h 777840"/>
                <a:gd name="connsiteX5" fmla="*/ 139604 w 2478691"/>
                <a:gd name="connsiteY5" fmla="*/ 748658 h 777840"/>
                <a:gd name="connsiteX6" fmla="*/ 0 w 2478691"/>
                <a:gd name="connsiteY6" fmla="*/ 262275 h 777840"/>
                <a:gd name="connsiteX0" fmla="*/ 0 w 2478691"/>
                <a:gd name="connsiteY0" fmla="*/ 262275 h 777840"/>
                <a:gd name="connsiteX1" fmla="*/ 1166388 w 2478691"/>
                <a:gd name="connsiteY1" fmla="*/ 2523 h 777840"/>
                <a:gd name="connsiteX2" fmla="*/ 2478691 w 2478691"/>
                <a:gd name="connsiteY2" fmla="*/ 398461 h 777840"/>
                <a:gd name="connsiteX3" fmla="*/ 2134806 w 2478691"/>
                <a:gd name="connsiteY3" fmla="*/ 777840 h 777840"/>
                <a:gd name="connsiteX4" fmla="*/ 1156661 w 2478691"/>
                <a:gd name="connsiteY4" fmla="*/ 482594 h 777840"/>
                <a:gd name="connsiteX5" fmla="*/ 139604 w 2478691"/>
                <a:gd name="connsiteY5" fmla="*/ 748658 h 777840"/>
                <a:gd name="connsiteX6" fmla="*/ 0 w 2478691"/>
                <a:gd name="connsiteY6" fmla="*/ 262275 h 777840"/>
                <a:gd name="connsiteX0" fmla="*/ 0 w 2478691"/>
                <a:gd name="connsiteY0" fmla="*/ 262275 h 797295"/>
                <a:gd name="connsiteX1" fmla="*/ 1166388 w 2478691"/>
                <a:gd name="connsiteY1" fmla="*/ 2523 h 797295"/>
                <a:gd name="connsiteX2" fmla="*/ 2478691 w 2478691"/>
                <a:gd name="connsiteY2" fmla="*/ 398461 h 797295"/>
                <a:gd name="connsiteX3" fmla="*/ 2144534 w 2478691"/>
                <a:gd name="connsiteY3" fmla="*/ 797295 h 797295"/>
                <a:gd name="connsiteX4" fmla="*/ 1156661 w 2478691"/>
                <a:gd name="connsiteY4" fmla="*/ 482594 h 797295"/>
                <a:gd name="connsiteX5" fmla="*/ 139604 w 2478691"/>
                <a:gd name="connsiteY5" fmla="*/ 748658 h 797295"/>
                <a:gd name="connsiteX6" fmla="*/ 0 w 2478691"/>
                <a:gd name="connsiteY6" fmla="*/ 262275 h 797295"/>
                <a:gd name="connsiteX0" fmla="*/ 0 w 2478691"/>
                <a:gd name="connsiteY0" fmla="*/ 262275 h 797295"/>
                <a:gd name="connsiteX1" fmla="*/ 1166388 w 2478691"/>
                <a:gd name="connsiteY1" fmla="*/ 2523 h 797295"/>
                <a:gd name="connsiteX2" fmla="*/ 2478691 w 2478691"/>
                <a:gd name="connsiteY2" fmla="*/ 398461 h 797295"/>
                <a:gd name="connsiteX3" fmla="*/ 2144534 w 2478691"/>
                <a:gd name="connsiteY3" fmla="*/ 797295 h 797295"/>
                <a:gd name="connsiteX4" fmla="*/ 1156661 w 2478691"/>
                <a:gd name="connsiteY4" fmla="*/ 482594 h 797295"/>
                <a:gd name="connsiteX5" fmla="*/ 139604 w 2478691"/>
                <a:gd name="connsiteY5" fmla="*/ 748658 h 797295"/>
                <a:gd name="connsiteX6" fmla="*/ 0 w 2478691"/>
                <a:gd name="connsiteY6" fmla="*/ 262275 h 797295"/>
                <a:gd name="connsiteX0" fmla="*/ 0 w 2309168"/>
                <a:gd name="connsiteY0" fmla="*/ 259772 h 794792"/>
                <a:gd name="connsiteX1" fmla="*/ 1166388 w 2309168"/>
                <a:gd name="connsiteY1" fmla="*/ 20 h 794792"/>
                <a:gd name="connsiteX2" fmla="*/ 2309168 w 2309168"/>
                <a:gd name="connsiteY2" fmla="*/ 270099 h 794792"/>
                <a:gd name="connsiteX3" fmla="*/ 2144534 w 2309168"/>
                <a:gd name="connsiteY3" fmla="*/ 794792 h 794792"/>
                <a:gd name="connsiteX4" fmla="*/ 1156661 w 2309168"/>
                <a:gd name="connsiteY4" fmla="*/ 480091 h 794792"/>
                <a:gd name="connsiteX5" fmla="*/ 139604 w 2309168"/>
                <a:gd name="connsiteY5" fmla="*/ 746155 h 794792"/>
                <a:gd name="connsiteX6" fmla="*/ 0 w 2309168"/>
                <a:gd name="connsiteY6" fmla="*/ 259772 h 794792"/>
                <a:gd name="connsiteX0" fmla="*/ 0 w 2309168"/>
                <a:gd name="connsiteY0" fmla="*/ 259772 h 794792"/>
                <a:gd name="connsiteX1" fmla="*/ 1166388 w 2309168"/>
                <a:gd name="connsiteY1" fmla="*/ 20 h 794792"/>
                <a:gd name="connsiteX2" fmla="*/ 2309168 w 2309168"/>
                <a:gd name="connsiteY2" fmla="*/ 270099 h 794792"/>
                <a:gd name="connsiteX3" fmla="*/ 2144534 w 2309168"/>
                <a:gd name="connsiteY3" fmla="*/ 794792 h 794792"/>
                <a:gd name="connsiteX4" fmla="*/ 1156661 w 2309168"/>
                <a:gd name="connsiteY4" fmla="*/ 480091 h 794792"/>
                <a:gd name="connsiteX5" fmla="*/ 139604 w 2309168"/>
                <a:gd name="connsiteY5" fmla="*/ 746155 h 794792"/>
                <a:gd name="connsiteX6" fmla="*/ 0 w 2309168"/>
                <a:gd name="connsiteY6" fmla="*/ 259772 h 794792"/>
                <a:gd name="connsiteX0" fmla="*/ 0 w 2309168"/>
                <a:gd name="connsiteY0" fmla="*/ 259772 h 746155"/>
                <a:gd name="connsiteX1" fmla="*/ 1166388 w 2309168"/>
                <a:gd name="connsiteY1" fmla="*/ 20 h 746155"/>
                <a:gd name="connsiteX2" fmla="*/ 2309168 w 2309168"/>
                <a:gd name="connsiteY2" fmla="*/ 270099 h 746155"/>
                <a:gd name="connsiteX3" fmla="*/ 2121417 w 2309168"/>
                <a:gd name="connsiteY3" fmla="*/ 707462 h 746155"/>
                <a:gd name="connsiteX4" fmla="*/ 1156661 w 2309168"/>
                <a:gd name="connsiteY4" fmla="*/ 480091 h 746155"/>
                <a:gd name="connsiteX5" fmla="*/ 139604 w 2309168"/>
                <a:gd name="connsiteY5" fmla="*/ 746155 h 746155"/>
                <a:gd name="connsiteX6" fmla="*/ 0 w 2309168"/>
                <a:gd name="connsiteY6" fmla="*/ 259772 h 746155"/>
                <a:gd name="connsiteX0" fmla="*/ 0 w 2309168"/>
                <a:gd name="connsiteY0" fmla="*/ 259772 h 746155"/>
                <a:gd name="connsiteX1" fmla="*/ 1166388 w 2309168"/>
                <a:gd name="connsiteY1" fmla="*/ 20 h 746155"/>
                <a:gd name="connsiteX2" fmla="*/ 2309168 w 2309168"/>
                <a:gd name="connsiteY2" fmla="*/ 270099 h 746155"/>
                <a:gd name="connsiteX3" fmla="*/ 2121417 w 2309168"/>
                <a:gd name="connsiteY3" fmla="*/ 707462 h 746155"/>
                <a:gd name="connsiteX4" fmla="*/ 1156661 w 2309168"/>
                <a:gd name="connsiteY4" fmla="*/ 480091 h 746155"/>
                <a:gd name="connsiteX5" fmla="*/ 139604 w 2309168"/>
                <a:gd name="connsiteY5" fmla="*/ 746155 h 746155"/>
                <a:gd name="connsiteX6" fmla="*/ 0 w 2309168"/>
                <a:gd name="connsiteY6" fmla="*/ 259772 h 746155"/>
                <a:gd name="connsiteX0" fmla="*/ 0 w 2309168"/>
                <a:gd name="connsiteY0" fmla="*/ 226793 h 746567"/>
                <a:gd name="connsiteX1" fmla="*/ 1166388 w 2309168"/>
                <a:gd name="connsiteY1" fmla="*/ 432 h 746567"/>
                <a:gd name="connsiteX2" fmla="*/ 2309168 w 2309168"/>
                <a:gd name="connsiteY2" fmla="*/ 270511 h 746567"/>
                <a:gd name="connsiteX3" fmla="*/ 2121417 w 2309168"/>
                <a:gd name="connsiteY3" fmla="*/ 707874 h 746567"/>
                <a:gd name="connsiteX4" fmla="*/ 1156661 w 2309168"/>
                <a:gd name="connsiteY4" fmla="*/ 480503 h 746567"/>
                <a:gd name="connsiteX5" fmla="*/ 139604 w 2309168"/>
                <a:gd name="connsiteY5" fmla="*/ 746567 h 746567"/>
                <a:gd name="connsiteX6" fmla="*/ 0 w 2309168"/>
                <a:gd name="connsiteY6" fmla="*/ 226793 h 746567"/>
                <a:gd name="connsiteX0" fmla="*/ 0 w 2309168"/>
                <a:gd name="connsiteY0" fmla="*/ 226663 h 746437"/>
                <a:gd name="connsiteX1" fmla="*/ 1166388 w 2309168"/>
                <a:gd name="connsiteY1" fmla="*/ 302 h 746437"/>
                <a:gd name="connsiteX2" fmla="*/ 2309168 w 2309168"/>
                <a:gd name="connsiteY2" fmla="*/ 270381 h 746437"/>
                <a:gd name="connsiteX3" fmla="*/ 2121417 w 2309168"/>
                <a:gd name="connsiteY3" fmla="*/ 707744 h 746437"/>
                <a:gd name="connsiteX4" fmla="*/ 1156661 w 2309168"/>
                <a:gd name="connsiteY4" fmla="*/ 480373 h 746437"/>
                <a:gd name="connsiteX5" fmla="*/ 139604 w 2309168"/>
                <a:gd name="connsiteY5" fmla="*/ 746437 h 746437"/>
                <a:gd name="connsiteX6" fmla="*/ 0 w 2309168"/>
                <a:gd name="connsiteY6" fmla="*/ 226663 h 746437"/>
                <a:gd name="connsiteX0" fmla="*/ 0 w 2309168"/>
                <a:gd name="connsiteY0" fmla="*/ 226614 h 746388"/>
                <a:gd name="connsiteX1" fmla="*/ 1166388 w 2309168"/>
                <a:gd name="connsiteY1" fmla="*/ 253 h 746388"/>
                <a:gd name="connsiteX2" fmla="*/ 2309168 w 2309168"/>
                <a:gd name="connsiteY2" fmla="*/ 270332 h 746388"/>
                <a:gd name="connsiteX3" fmla="*/ 2121417 w 2309168"/>
                <a:gd name="connsiteY3" fmla="*/ 707695 h 746388"/>
                <a:gd name="connsiteX4" fmla="*/ 1156661 w 2309168"/>
                <a:gd name="connsiteY4" fmla="*/ 480324 h 746388"/>
                <a:gd name="connsiteX5" fmla="*/ 139604 w 2309168"/>
                <a:gd name="connsiteY5" fmla="*/ 746388 h 746388"/>
                <a:gd name="connsiteX6" fmla="*/ 0 w 2309168"/>
                <a:gd name="connsiteY6" fmla="*/ 226614 h 746388"/>
                <a:gd name="connsiteX0" fmla="*/ 0 w 2309168"/>
                <a:gd name="connsiteY0" fmla="*/ 231692 h 746328"/>
                <a:gd name="connsiteX1" fmla="*/ 1166388 w 2309168"/>
                <a:gd name="connsiteY1" fmla="*/ 193 h 746328"/>
                <a:gd name="connsiteX2" fmla="*/ 2309168 w 2309168"/>
                <a:gd name="connsiteY2" fmla="*/ 270272 h 746328"/>
                <a:gd name="connsiteX3" fmla="*/ 2121417 w 2309168"/>
                <a:gd name="connsiteY3" fmla="*/ 707635 h 746328"/>
                <a:gd name="connsiteX4" fmla="*/ 1156661 w 2309168"/>
                <a:gd name="connsiteY4" fmla="*/ 480264 h 746328"/>
                <a:gd name="connsiteX5" fmla="*/ 139604 w 2309168"/>
                <a:gd name="connsiteY5" fmla="*/ 746328 h 746328"/>
                <a:gd name="connsiteX6" fmla="*/ 0 w 2309168"/>
                <a:gd name="connsiteY6" fmla="*/ 231692 h 746328"/>
                <a:gd name="connsiteX0" fmla="*/ 0 w 2309168"/>
                <a:gd name="connsiteY0" fmla="*/ 231692 h 707635"/>
                <a:gd name="connsiteX1" fmla="*/ 1166388 w 2309168"/>
                <a:gd name="connsiteY1" fmla="*/ 193 h 707635"/>
                <a:gd name="connsiteX2" fmla="*/ 2309168 w 2309168"/>
                <a:gd name="connsiteY2" fmla="*/ 270272 h 707635"/>
                <a:gd name="connsiteX3" fmla="*/ 2121417 w 2309168"/>
                <a:gd name="connsiteY3" fmla="*/ 707635 h 707635"/>
                <a:gd name="connsiteX4" fmla="*/ 1156661 w 2309168"/>
                <a:gd name="connsiteY4" fmla="*/ 480264 h 707635"/>
                <a:gd name="connsiteX5" fmla="*/ 172995 w 2309168"/>
                <a:gd name="connsiteY5" fmla="*/ 684683 h 707635"/>
                <a:gd name="connsiteX6" fmla="*/ 0 w 2309168"/>
                <a:gd name="connsiteY6" fmla="*/ 231692 h 707635"/>
                <a:gd name="connsiteX0" fmla="*/ 0 w 2309168"/>
                <a:gd name="connsiteY0" fmla="*/ 231692 h 707635"/>
                <a:gd name="connsiteX1" fmla="*/ 1166388 w 2309168"/>
                <a:gd name="connsiteY1" fmla="*/ 193 h 707635"/>
                <a:gd name="connsiteX2" fmla="*/ 2309168 w 2309168"/>
                <a:gd name="connsiteY2" fmla="*/ 270272 h 707635"/>
                <a:gd name="connsiteX3" fmla="*/ 2121417 w 2309168"/>
                <a:gd name="connsiteY3" fmla="*/ 707635 h 707635"/>
                <a:gd name="connsiteX4" fmla="*/ 1156661 w 2309168"/>
                <a:gd name="connsiteY4" fmla="*/ 480264 h 707635"/>
                <a:gd name="connsiteX5" fmla="*/ 172995 w 2309168"/>
                <a:gd name="connsiteY5" fmla="*/ 684683 h 707635"/>
                <a:gd name="connsiteX6" fmla="*/ 0 w 2309168"/>
                <a:gd name="connsiteY6" fmla="*/ 231692 h 707635"/>
                <a:gd name="connsiteX0" fmla="*/ 0 w 2309168"/>
                <a:gd name="connsiteY0" fmla="*/ 231692 h 715340"/>
                <a:gd name="connsiteX1" fmla="*/ 1166388 w 2309168"/>
                <a:gd name="connsiteY1" fmla="*/ 193 h 715340"/>
                <a:gd name="connsiteX2" fmla="*/ 2309168 w 2309168"/>
                <a:gd name="connsiteY2" fmla="*/ 270272 h 715340"/>
                <a:gd name="connsiteX3" fmla="*/ 2123986 w 2309168"/>
                <a:gd name="connsiteY3" fmla="*/ 715340 h 715340"/>
                <a:gd name="connsiteX4" fmla="*/ 1156661 w 2309168"/>
                <a:gd name="connsiteY4" fmla="*/ 480264 h 715340"/>
                <a:gd name="connsiteX5" fmla="*/ 172995 w 2309168"/>
                <a:gd name="connsiteY5" fmla="*/ 684683 h 715340"/>
                <a:gd name="connsiteX6" fmla="*/ 0 w 2309168"/>
                <a:gd name="connsiteY6" fmla="*/ 231692 h 715340"/>
                <a:gd name="connsiteX0" fmla="*/ 0 w 2309168"/>
                <a:gd name="connsiteY0" fmla="*/ 231692 h 715340"/>
                <a:gd name="connsiteX1" fmla="*/ 1166388 w 2309168"/>
                <a:gd name="connsiteY1" fmla="*/ 193 h 715340"/>
                <a:gd name="connsiteX2" fmla="*/ 2309168 w 2309168"/>
                <a:gd name="connsiteY2" fmla="*/ 270272 h 715340"/>
                <a:gd name="connsiteX3" fmla="*/ 2123986 w 2309168"/>
                <a:gd name="connsiteY3" fmla="*/ 715340 h 715340"/>
                <a:gd name="connsiteX4" fmla="*/ 1156661 w 2309168"/>
                <a:gd name="connsiteY4" fmla="*/ 480264 h 715340"/>
                <a:gd name="connsiteX5" fmla="*/ 172995 w 2309168"/>
                <a:gd name="connsiteY5" fmla="*/ 684683 h 715340"/>
                <a:gd name="connsiteX6" fmla="*/ 0 w 2309168"/>
                <a:gd name="connsiteY6" fmla="*/ 231692 h 715340"/>
                <a:gd name="connsiteX0" fmla="*/ 0 w 2309168"/>
                <a:gd name="connsiteY0" fmla="*/ 231692 h 715340"/>
                <a:gd name="connsiteX1" fmla="*/ 1166388 w 2309168"/>
                <a:gd name="connsiteY1" fmla="*/ 193 h 715340"/>
                <a:gd name="connsiteX2" fmla="*/ 2309168 w 2309168"/>
                <a:gd name="connsiteY2" fmla="*/ 270272 h 715340"/>
                <a:gd name="connsiteX3" fmla="*/ 2123986 w 2309168"/>
                <a:gd name="connsiteY3" fmla="*/ 715340 h 715340"/>
                <a:gd name="connsiteX4" fmla="*/ 1156661 w 2309168"/>
                <a:gd name="connsiteY4" fmla="*/ 480264 h 715340"/>
                <a:gd name="connsiteX5" fmla="*/ 172995 w 2309168"/>
                <a:gd name="connsiteY5" fmla="*/ 684683 h 715340"/>
                <a:gd name="connsiteX6" fmla="*/ 0 w 2309168"/>
                <a:gd name="connsiteY6" fmla="*/ 231692 h 715340"/>
                <a:gd name="connsiteX0" fmla="*/ 0 w 2314305"/>
                <a:gd name="connsiteY0" fmla="*/ 231543 h 715191"/>
                <a:gd name="connsiteX1" fmla="*/ 1166388 w 2314305"/>
                <a:gd name="connsiteY1" fmla="*/ 44 h 715191"/>
                <a:gd name="connsiteX2" fmla="*/ 2314305 w 2314305"/>
                <a:gd name="connsiteY2" fmla="*/ 249575 h 715191"/>
                <a:gd name="connsiteX3" fmla="*/ 2123986 w 2314305"/>
                <a:gd name="connsiteY3" fmla="*/ 715191 h 715191"/>
                <a:gd name="connsiteX4" fmla="*/ 1156661 w 2314305"/>
                <a:gd name="connsiteY4" fmla="*/ 480115 h 715191"/>
                <a:gd name="connsiteX5" fmla="*/ 172995 w 2314305"/>
                <a:gd name="connsiteY5" fmla="*/ 684534 h 715191"/>
                <a:gd name="connsiteX6" fmla="*/ 0 w 2314305"/>
                <a:gd name="connsiteY6" fmla="*/ 231543 h 715191"/>
                <a:gd name="connsiteX0" fmla="*/ 0 w 2314305"/>
                <a:gd name="connsiteY0" fmla="*/ 231543 h 715191"/>
                <a:gd name="connsiteX1" fmla="*/ 1166388 w 2314305"/>
                <a:gd name="connsiteY1" fmla="*/ 44 h 715191"/>
                <a:gd name="connsiteX2" fmla="*/ 2314305 w 2314305"/>
                <a:gd name="connsiteY2" fmla="*/ 249575 h 715191"/>
                <a:gd name="connsiteX3" fmla="*/ 2123986 w 2314305"/>
                <a:gd name="connsiteY3" fmla="*/ 715191 h 715191"/>
                <a:gd name="connsiteX4" fmla="*/ 1156661 w 2314305"/>
                <a:gd name="connsiteY4" fmla="*/ 480115 h 715191"/>
                <a:gd name="connsiteX5" fmla="*/ 172995 w 2314305"/>
                <a:gd name="connsiteY5" fmla="*/ 684534 h 715191"/>
                <a:gd name="connsiteX6" fmla="*/ 0 w 2314305"/>
                <a:gd name="connsiteY6" fmla="*/ 231543 h 715191"/>
                <a:gd name="connsiteX0" fmla="*/ 0 w 2314305"/>
                <a:gd name="connsiteY0" fmla="*/ 231550 h 715198"/>
                <a:gd name="connsiteX1" fmla="*/ 1166388 w 2314305"/>
                <a:gd name="connsiteY1" fmla="*/ 51 h 715198"/>
                <a:gd name="connsiteX2" fmla="*/ 2314305 w 2314305"/>
                <a:gd name="connsiteY2" fmla="*/ 249582 h 715198"/>
                <a:gd name="connsiteX3" fmla="*/ 2123986 w 2314305"/>
                <a:gd name="connsiteY3" fmla="*/ 715198 h 715198"/>
                <a:gd name="connsiteX4" fmla="*/ 1156661 w 2314305"/>
                <a:gd name="connsiteY4" fmla="*/ 480122 h 715198"/>
                <a:gd name="connsiteX5" fmla="*/ 172995 w 2314305"/>
                <a:gd name="connsiteY5" fmla="*/ 684541 h 715198"/>
                <a:gd name="connsiteX6" fmla="*/ 0 w 2314305"/>
                <a:gd name="connsiteY6" fmla="*/ 231550 h 715198"/>
                <a:gd name="connsiteX0" fmla="*/ 0 w 2314305"/>
                <a:gd name="connsiteY0" fmla="*/ 233092 h 716740"/>
                <a:gd name="connsiteX1" fmla="*/ 1166388 w 2314305"/>
                <a:gd name="connsiteY1" fmla="*/ 1593 h 716740"/>
                <a:gd name="connsiteX2" fmla="*/ 2314305 w 2314305"/>
                <a:gd name="connsiteY2" fmla="*/ 251124 h 716740"/>
                <a:gd name="connsiteX3" fmla="*/ 2123986 w 2314305"/>
                <a:gd name="connsiteY3" fmla="*/ 716740 h 716740"/>
                <a:gd name="connsiteX4" fmla="*/ 1156661 w 2314305"/>
                <a:gd name="connsiteY4" fmla="*/ 481664 h 716740"/>
                <a:gd name="connsiteX5" fmla="*/ 172995 w 2314305"/>
                <a:gd name="connsiteY5" fmla="*/ 686083 h 716740"/>
                <a:gd name="connsiteX6" fmla="*/ 0 w 2314305"/>
                <a:gd name="connsiteY6" fmla="*/ 233092 h 716740"/>
                <a:gd name="connsiteX0" fmla="*/ 0 w 2314305"/>
                <a:gd name="connsiteY0" fmla="*/ 231523 h 715171"/>
                <a:gd name="connsiteX1" fmla="*/ 1166388 w 2314305"/>
                <a:gd name="connsiteY1" fmla="*/ 24 h 715171"/>
                <a:gd name="connsiteX2" fmla="*/ 2314305 w 2314305"/>
                <a:gd name="connsiteY2" fmla="*/ 249555 h 715171"/>
                <a:gd name="connsiteX3" fmla="*/ 2123986 w 2314305"/>
                <a:gd name="connsiteY3" fmla="*/ 715171 h 715171"/>
                <a:gd name="connsiteX4" fmla="*/ 1156661 w 2314305"/>
                <a:gd name="connsiteY4" fmla="*/ 480095 h 715171"/>
                <a:gd name="connsiteX5" fmla="*/ 172995 w 2314305"/>
                <a:gd name="connsiteY5" fmla="*/ 684514 h 715171"/>
                <a:gd name="connsiteX6" fmla="*/ 0 w 2314305"/>
                <a:gd name="connsiteY6" fmla="*/ 231523 h 715171"/>
                <a:gd name="connsiteX0" fmla="*/ 0 w 2314305"/>
                <a:gd name="connsiteY0" fmla="*/ 231550 h 715198"/>
                <a:gd name="connsiteX1" fmla="*/ 1166388 w 2314305"/>
                <a:gd name="connsiteY1" fmla="*/ 51 h 715198"/>
                <a:gd name="connsiteX2" fmla="*/ 2314305 w 2314305"/>
                <a:gd name="connsiteY2" fmla="*/ 249582 h 715198"/>
                <a:gd name="connsiteX3" fmla="*/ 2123986 w 2314305"/>
                <a:gd name="connsiteY3" fmla="*/ 715198 h 715198"/>
                <a:gd name="connsiteX4" fmla="*/ 1156661 w 2314305"/>
                <a:gd name="connsiteY4" fmla="*/ 480122 h 715198"/>
                <a:gd name="connsiteX5" fmla="*/ 172995 w 2314305"/>
                <a:gd name="connsiteY5" fmla="*/ 684541 h 715198"/>
                <a:gd name="connsiteX6" fmla="*/ 0 w 2314305"/>
                <a:gd name="connsiteY6" fmla="*/ 231550 h 715198"/>
                <a:gd name="connsiteX0" fmla="*/ 0 w 2314305"/>
                <a:gd name="connsiteY0" fmla="*/ 232088 h 715736"/>
                <a:gd name="connsiteX1" fmla="*/ 1166388 w 2314305"/>
                <a:gd name="connsiteY1" fmla="*/ 589 h 715736"/>
                <a:gd name="connsiteX2" fmla="*/ 2314305 w 2314305"/>
                <a:gd name="connsiteY2" fmla="*/ 250120 h 715736"/>
                <a:gd name="connsiteX3" fmla="*/ 2123986 w 2314305"/>
                <a:gd name="connsiteY3" fmla="*/ 715736 h 715736"/>
                <a:gd name="connsiteX4" fmla="*/ 1156661 w 2314305"/>
                <a:gd name="connsiteY4" fmla="*/ 480660 h 715736"/>
                <a:gd name="connsiteX5" fmla="*/ 172995 w 2314305"/>
                <a:gd name="connsiteY5" fmla="*/ 685079 h 715736"/>
                <a:gd name="connsiteX6" fmla="*/ 0 w 2314305"/>
                <a:gd name="connsiteY6" fmla="*/ 232088 h 715736"/>
                <a:gd name="connsiteX0" fmla="*/ 0 w 2314305"/>
                <a:gd name="connsiteY0" fmla="*/ 232088 h 715736"/>
                <a:gd name="connsiteX1" fmla="*/ 1166388 w 2314305"/>
                <a:gd name="connsiteY1" fmla="*/ 589 h 715736"/>
                <a:gd name="connsiteX2" fmla="*/ 2314305 w 2314305"/>
                <a:gd name="connsiteY2" fmla="*/ 250120 h 715736"/>
                <a:gd name="connsiteX3" fmla="*/ 2123986 w 2314305"/>
                <a:gd name="connsiteY3" fmla="*/ 715736 h 715736"/>
                <a:gd name="connsiteX4" fmla="*/ 1156661 w 2314305"/>
                <a:gd name="connsiteY4" fmla="*/ 480660 h 715736"/>
                <a:gd name="connsiteX5" fmla="*/ 172995 w 2314305"/>
                <a:gd name="connsiteY5" fmla="*/ 685079 h 715736"/>
                <a:gd name="connsiteX6" fmla="*/ 0 w 2314305"/>
                <a:gd name="connsiteY6" fmla="*/ 232088 h 715736"/>
                <a:gd name="connsiteX0" fmla="*/ 0 w 2314305"/>
                <a:gd name="connsiteY0" fmla="*/ 232088 h 715736"/>
                <a:gd name="connsiteX1" fmla="*/ 1166388 w 2314305"/>
                <a:gd name="connsiteY1" fmla="*/ 589 h 715736"/>
                <a:gd name="connsiteX2" fmla="*/ 2314305 w 2314305"/>
                <a:gd name="connsiteY2" fmla="*/ 250120 h 715736"/>
                <a:gd name="connsiteX3" fmla="*/ 2123986 w 2314305"/>
                <a:gd name="connsiteY3" fmla="*/ 715736 h 715736"/>
                <a:gd name="connsiteX4" fmla="*/ 1156661 w 2314305"/>
                <a:gd name="connsiteY4" fmla="*/ 480660 h 715736"/>
                <a:gd name="connsiteX5" fmla="*/ 172995 w 2314305"/>
                <a:gd name="connsiteY5" fmla="*/ 685079 h 715736"/>
                <a:gd name="connsiteX6" fmla="*/ 0 w 2314305"/>
                <a:gd name="connsiteY6" fmla="*/ 232088 h 715736"/>
                <a:gd name="connsiteX0" fmla="*/ 0 w 2314305"/>
                <a:gd name="connsiteY0" fmla="*/ 232060 h 715708"/>
                <a:gd name="connsiteX1" fmla="*/ 1166388 w 2314305"/>
                <a:gd name="connsiteY1" fmla="*/ 561 h 715708"/>
                <a:gd name="connsiteX2" fmla="*/ 2314305 w 2314305"/>
                <a:gd name="connsiteY2" fmla="*/ 250092 h 715708"/>
                <a:gd name="connsiteX3" fmla="*/ 2123986 w 2314305"/>
                <a:gd name="connsiteY3" fmla="*/ 715708 h 715708"/>
                <a:gd name="connsiteX4" fmla="*/ 1156661 w 2314305"/>
                <a:gd name="connsiteY4" fmla="*/ 480632 h 715708"/>
                <a:gd name="connsiteX5" fmla="*/ 172995 w 2314305"/>
                <a:gd name="connsiteY5" fmla="*/ 685051 h 715708"/>
                <a:gd name="connsiteX6" fmla="*/ 0 w 2314305"/>
                <a:gd name="connsiteY6" fmla="*/ 232060 h 7157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314305" h="715708">
                  <a:moveTo>
                    <a:pt x="0" y="232060"/>
                  </a:moveTo>
                  <a:cubicBezTo>
                    <a:pt x="116349" y="135016"/>
                    <a:pt x="772966" y="-10150"/>
                    <a:pt x="1166388" y="561"/>
                  </a:cubicBezTo>
                  <a:cubicBezTo>
                    <a:pt x="1559810" y="11272"/>
                    <a:pt x="1962415" y="54514"/>
                    <a:pt x="2314305" y="250092"/>
                  </a:cubicBezTo>
                  <a:cubicBezTo>
                    <a:pt x="2236857" y="411910"/>
                    <a:pt x="2305049" y="284904"/>
                    <a:pt x="2123986" y="715708"/>
                  </a:cubicBezTo>
                  <a:cubicBezTo>
                    <a:pt x="2077752" y="646036"/>
                    <a:pt x="1616289" y="480632"/>
                    <a:pt x="1156661" y="480632"/>
                  </a:cubicBezTo>
                  <a:cubicBezTo>
                    <a:pt x="697033" y="480632"/>
                    <a:pt x="257593" y="589531"/>
                    <a:pt x="172995" y="685051"/>
                  </a:cubicBezTo>
                  <a:lnTo>
                    <a:pt x="0" y="232060"/>
                  </a:lnTo>
                  <a:close/>
                </a:path>
              </a:pathLst>
            </a:cu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8" name="Block Arc 1">
              <a:extLst>
                <a:ext uri="{FF2B5EF4-FFF2-40B4-BE49-F238E27FC236}">
                  <a16:creationId xmlns:a16="http://schemas.microsoft.com/office/drawing/2014/main" id="{AA32AB03-ABD1-EA41-ACC2-05087F227CCA}"/>
                </a:ext>
              </a:extLst>
            </p:cNvPr>
            <p:cNvSpPr/>
            <p:nvPr/>
          </p:nvSpPr>
          <p:spPr>
            <a:xfrm rot="15530126">
              <a:off x="4891919" y="3623815"/>
              <a:ext cx="2314305" cy="715708"/>
            </a:xfrm>
            <a:custGeom>
              <a:avLst/>
              <a:gdLst>
                <a:gd name="connsiteX0" fmla="*/ 0 w 2391141"/>
                <a:gd name="connsiteY0" fmla="*/ 726679 h 1453358"/>
                <a:gd name="connsiteX1" fmla="*/ 1195571 w 2391141"/>
                <a:gd name="connsiteY1" fmla="*/ 0 h 1453358"/>
                <a:gd name="connsiteX2" fmla="*/ 2391142 w 2391141"/>
                <a:gd name="connsiteY2" fmla="*/ 726679 h 1453358"/>
                <a:gd name="connsiteX3" fmla="*/ 2027802 w 2391141"/>
                <a:gd name="connsiteY3" fmla="*/ 726679 h 1453358"/>
                <a:gd name="connsiteX4" fmla="*/ 1195571 w 2391141"/>
                <a:gd name="connsiteY4" fmla="*/ 363339 h 1453358"/>
                <a:gd name="connsiteX5" fmla="*/ 363340 w 2391141"/>
                <a:gd name="connsiteY5" fmla="*/ 726679 h 1453358"/>
                <a:gd name="connsiteX6" fmla="*/ 0 w 2391141"/>
                <a:gd name="connsiteY6" fmla="*/ 726679 h 1453358"/>
                <a:gd name="connsiteX0" fmla="*/ 0 w 2614878"/>
                <a:gd name="connsiteY0" fmla="*/ 727830 h 727830"/>
                <a:gd name="connsiteX1" fmla="*/ 1195571 w 2614878"/>
                <a:gd name="connsiteY1" fmla="*/ 1151 h 727830"/>
                <a:gd name="connsiteX2" fmla="*/ 2614878 w 2614878"/>
                <a:gd name="connsiteY2" fmla="*/ 611098 h 727830"/>
                <a:gd name="connsiteX3" fmla="*/ 2027802 w 2614878"/>
                <a:gd name="connsiteY3" fmla="*/ 727830 h 727830"/>
                <a:gd name="connsiteX4" fmla="*/ 1195571 w 2614878"/>
                <a:gd name="connsiteY4" fmla="*/ 364490 h 727830"/>
                <a:gd name="connsiteX5" fmla="*/ 363340 w 2614878"/>
                <a:gd name="connsiteY5" fmla="*/ 727830 h 727830"/>
                <a:gd name="connsiteX6" fmla="*/ 0 w 2614878"/>
                <a:gd name="connsiteY6" fmla="*/ 727830 h 727830"/>
                <a:gd name="connsiteX0" fmla="*/ 0 w 2614878"/>
                <a:gd name="connsiteY0" fmla="*/ 727830 h 727830"/>
                <a:gd name="connsiteX1" fmla="*/ 1195571 w 2614878"/>
                <a:gd name="connsiteY1" fmla="*/ 1151 h 727830"/>
                <a:gd name="connsiteX2" fmla="*/ 2614878 w 2614878"/>
                <a:gd name="connsiteY2" fmla="*/ 611098 h 727830"/>
                <a:gd name="connsiteX3" fmla="*/ 2251538 w 2614878"/>
                <a:gd name="connsiteY3" fmla="*/ 669464 h 727830"/>
                <a:gd name="connsiteX4" fmla="*/ 1195571 w 2614878"/>
                <a:gd name="connsiteY4" fmla="*/ 364490 h 727830"/>
                <a:gd name="connsiteX5" fmla="*/ 363340 w 2614878"/>
                <a:gd name="connsiteY5" fmla="*/ 727830 h 727830"/>
                <a:gd name="connsiteX6" fmla="*/ 0 w 2614878"/>
                <a:gd name="connsiteY6" fmla="*/ 727830 h 727830"/>
                <a:gd name="connsiteX0" fmla="*/ 0 w 2780249"/>
                <a:gd name="connsiteY0" fmla="*/ 590533 h 726720"/>
                <a:gd name="connsiteX1" fmla="*/ 1360942 w 2780249"/>
                <a:gd name="connsiteY1" fmla="*/ 41 h 726720"/>
                <a:gd name="connsiteX2" fmla="*/ 2780249 w 2780249"/>
                <a:gd name="connsiteY2" fmla="*/ 609988 h 726720"/>
                <a:gd name="connsiteX3" fmla="*/ 2416909 w 2780249"/>
                <a:gd name="connsiteY3" fmla="*/ 668354 h 726720"/>
                <a:gd name="connsiteX4" fmla="*/ 1360942 w 2780249"/>
                <a:gd name="connsiteY4" fmla="*/ 363380 h 726720"/>
                <a:gd name="connsiteX5" fmla="*/ 528711 w 2780249"/>
                <a:gd name="connsiteY5" fmla="*/ 726720 h 726720"/>
                <a:gd name="connsiteX6" fmla="*/ 0 w 2780249"/>
                <a:gd name="connsiteY6" fmla="*/ 590533 h 726720"/>
                <a:gd name="connsiteX0" fmla="*/ 0 w 2780249"/>
                <a:gd name="connsiteY0" fmla="*/ 590533 h 668354"/>
                <a:gd name="connsiteX1" fmla="*/ 1360942 w 2780249"/>
                <a:gd name="connsiteY1" fmla="*/ 41 h 668354"/>
                <a:gd name="connsiteX2" fmla="*/ 2780249 w 2780249"/>
                <a:gd name="connsiteY2" fmla="*/ 609988 h 668354"/>
                <a:gd name="connsiteX3" fmla="*/ 2416909 w 2780249"/>
                <a:gd name="connsiteY3" fmla="*/ 668354 h 668354"/>
                <a:gd name="connsiteX4" fmla="*/ 1360942 w 2780249"/>
                <a:gd name="connsiteY4" fmla="*/ 363380 h 668354"/>
                <a:gd name="connsiteX5" fmla="*/ 275792 w 2780249"/>
                <a:gd name="connsiteY5" fmla="*/ 639171 h 668354"/>
                <a:gd name="connsiteX6" fmla="*/ 0 w 2780249"/>
                <a:gd name="connsiteY6" fmla="*/ 590533 h 668354"/>
                <a:gd name="connsiteX0" fmla="*/ 0 w 2780249"/>
                <a:gd name="connsiteY0" fmla="*/ 590533 h 668354"/>
                <a:gd name="connsiteX1" fmla="*/ 1360942 w 2780249"/>
                <a:gd name="connsiteY1" fmla="*/ 41 h 668354"/>
                <a:gd name="connsiteX2" fmla="*/ 2780249 w 2780249"/>
                <a:gd name="connsiteY2" fmla="*/ 609988 h 668354"/>
                <a:gd name="connsiteX3" fmla="*/ 2416909 w 2780249"/>
                <a:gd name="connsiteY3" fmla="*/ 668354 h 668354"/>
                <a:gd name="connsiteX4" fmla="*/ 1351215 w 2780249"/>
                <a:gd name="connsiteY4" fmla="*/ 480112 h 668354"/>
                <a:gd name="connsiteX5" fmla="*/ 275792 w 2780249"/>
                <a:gd name="connsiteY5" fmla="*/ 639171 h 668354"/>
                <a:gd name="connsiteX6" fmla="*/ 0 w 2780249"/>
                <a:gd name="connsiteY6" fmla="*/ 590533 h 668354"/>
                <a:gd name="connsiteX0" fmla="*/ 0 w 2780249"/>
                <a:gd name="connsiteY0" fmla="*/ 590533 h 775358"/>
                <a:gd name="connsiteX1" fmla="*/ 1360942 w 2780249"/>
                <a:gd name="connsiteY1" fmla="*/ 41 h 775358"/>
                <a:gd name="connsiteX2" fmla="*/ 2780249 w 2780249"/>
                <a:gd name="connsiteY2" fmla="*/ 609988 h 775358"/>
                <a:gd name="connsiteX3" fmla="*/ 2329360 w 2780249"/>
                <a:gd name="connsiteY3" fmla="*/ 775358 h 775358"/>
                <a:gd name="connsiteX4" fmla="*/ 1351215 w 2780249"/>
                <a:gd name="connsiteY4" fmla="*/ 480112 h 775358"/>
                <a:gd name="connsiteX5" fmla="*/ 275792 w 2780249"/>
                <a:gd name="connsiteY5" fmla="*/ 639171 h 775358"/>
                <a:gd name="connsiteX6" fmla="*/ 0 w 2780249"/>
                <a:gd name="connsiteY6" fmla="*/ 590533 h 775358"/>
                <a:gd name="connsiteX0" fmla="*/ 0 w 2673245"/>
                <a:gd name="connsiteY0" fmla="*/ 600391 h 785216"/>
                <a:gd name="connsiteX1" fmla="*/ 1360942 w 2673245"/>
                <a:gd name="connsiteY1" fmla="*/ 9899 h 785216"/>
                <a:gd name="connsiteX2" fmla="*/ 2673245 w 2673245"/>
                <a:gd name="connsiteY2" fmla="*/ 405837 h 785216"/>
                <a:gd name="connsiteX3" fmla="*/ 2329360 w 2673245"/>
                <a:gd name="connsiteY3" fmla="*/ 785216 h 785216"/>
                <a:gd name="connsiteX4" fmla="*/ 1351215 w 2673245"/>
                <a:gd name="connsiteY4" fmla="*/ 489970 h 785216"/>
                <a:gd name="connsiteX5" fmla="*/ 275792 w 2673245"/>
                <a:gd name="connsiteY5" fmla="*/ 649029 h 785216"/>
                <a:gd name="connsiteX6" fmla="*/ 0 w 2673245"/>
                <a:gd name="connsiteY6" fmla="*/ 600391 h 785216"/>
                <a:gd name="connsiteX0" fmla="*/ 0 w 2673245"/>
                <a:gd name="connsiteY0" fmla="*/ 593348 h 778173"/>
                <a:gd name="connsiteX1" fmla="*/ 1360942 w 2673245"/>
                <a:gd name="connsiteY1" fmla="*/ 2856 h 778173"/>
                <a:gd name="connsiteX2" fmla="*/ 2673245 w 2673245"/>
                <a:gd name="connsiteY2" fmla="*/ 398794 h 778173"/>
                <a:gd name="connsiteX3" fmla="*/ 2329360 w 2673245"/>
                <a:gd name="connsiteY3" fmla="*/ 778173 h 778173"/>
                <a:gd name="connsiteX4" fmla="*/ 1351215 w 2673245"/>
                <a:gd name="connsiteY4" fmla="*/ 482927 h 778173"/>
                <a:gd name="connsiteX5" fmla="*/ 275792 w 2673245"/>
                <a:gd name="connsiteY5" fmla="*/ 641986 h 778173"/>
                <a:gd name="connsiteX6" fmla="*/ 0 w 2673245"/>
                <a:gd name="connsiteY6" fmla="*/ 593348 h 778173"/>
                <a:gd name="connsiteX0" fmla="*/ 0 w 2478691"/>
                <a:gd name="connsiteY0" fmla="*/ 293714 h 809279"/>
                <a:gd name="connsiteX1" fmla="*/ 1166388 w 2478691"/>
                <a:gd name="connsiteY1" fmla="*/ 33962 h 809279"/>
                <a:gd name="connsiteX2" fmla="*/ 2478691 w 2478691"/>
                <a:gd name="connsiteY2" fmla="*/ 429900 h 809279"/>
                <a:gd name="connsiteX3" fmla="*/ 2134806 w 2478691"/>
                <a:gd name="connsiteY3" fmla="*/ 809279 h 809279"/>
                <a:gd name="connsiteX4" fmla="*/ 1156661 w 2478691"/>
                <a:gd name="connsiteY4" fmla="*/ 514033 h 809279"/>
                <a:gd name="connsiteX5" fmla="*/ 81238 w 2478691"/>
                <a:gd name="connsiteY5" fmla="*/ 673092 h 809279"/>
                <a:gd name="connsiteX6" fmla="*/ 0 w 2478691"/>
                <a:gd name="connsiteY6" fmla="*/ 293714 h 809279"/>
                <a:gd name="connsiteX0" fmla="*/ 0 w 2478691"/>
                <a:gd name="connsiteY0" fmla="*/ 262275 h 777840"/>
                <a:gd name="connsiteX1" fmla="*/ 1166388 w 2478691"/>
                <a:gd name="connsiteY1" fmla="*/ 2523 h 777840"/>
                <a:gd name="connsiteX2" fmla="*/ 2478691 w 2478691"/>
                <a:gd name="connsiteY2" fmla="*/ 398461 h 777840"/>
                <a:gd name="connsiteX3" fmla="*/ 2134806 w 2478691"/>
                <a:gd name="connsiteY3" fmla="*/ 777840 h 777840"/>
                <a:gd name="connsiteX4" fmla="*/ 1156661 w 2478691"/>
                <a:gd name="connsiteY4" fmla="*/ 482594 h 777840"/>
                <a:gd name="connsiteX5" fmla="*/ 81238 w 2478691"/>
                <a:gd name="connsiteY5" fmla="*/ 641653 h 777840"/>
                <a:gd name="connsiteX6" fmla="*/ 0 w 2478691"/>
                <a:gd name="connsiteY6" fmla="*/ 262275 h 777840"/>
                <a:gd name="connsiteX0" fmla="*/ 0 w 2478691"/>
                <a:gd name="connsiteY0" fmla="*/ 262275 h 777841"/>
                <a:gd name="connsiteX1" fmla="*/ 1166388 w 2478691"/>
                <a:gd name="connsiteY1" fmla="*/ 2523 h 777841"/>
                <a:gd name="connsiteX2" fmla="*/ 2478691 w 2478691"/>
                <a:gd name="connsiteY2" fmla="*/ 398461 h 777841"/>
                <a:gd name="connsiteX3" fmla="*/ 2134806 w 2478691"/>
                <a:gd name="connsiteY3" fmla="*/ 777840 h 777841"/>
                <a:gd name="connsiteX4" fmla="*/ 1156661 w 2478691"/>
                <a:gd name="connsiteY4" fmla="*/ 482594 h 777841"/>
                <a:gd name="connsiteX5" fmla="*/ 178515 w 2478691"/>
                <a:gd name="connsiteY5" fmla="*/ 777841 h 777841"/>
                <a:gd name="connsiteX6" fmla="*/ 0 w 2478691"/>
                <a:gd name="connsiteY6" fmla="*/ 262275 h 777841"/>
                <a:gd name="connsiteX0" fmla="*/ 0 w 2478691"/>
                <a:gd name="connsiteY0" fmla="*/ 262275 h 777840"/>
                <a:gd name="connsiteX1" fmla="*/ 1166388 w 2478691"/>
                <a:gd name="connsiteY1" fmla="*/ 2523 h 777840"/>
                <a:gd name="connsiteX2" fmla="*/ 2478691 w 2478691"/>
                <a:gd name="connsiteY2" fmla="*/ 398461 h 777840"/>
                <a:gd name="connsiteX3" fmla="*/ 2134806 w 2478691"/>
                <a:gd name="connsiteY3" fmla="*/ 777840 h 777840"/>
                <a:gd name="connsiteX4" fmla="*/ 1156661 w 2478691"/>
                <a:gd name="connsiteY4" fmla="*/ 482594 h 777840"/>
                <a:gd name="connsiteX5" fmla="*/ 139604 w 2478691"/>
                <a:gd name="connsiteY5" fmla="*/ 748658 h 777840"/>
                <a:gd name="connsiteX6" fmla="*/ 0 w 2478691"/>
                <a:gd name="connsiteY6" fmla="*/ 262275 h 777840"/>
                <a:gd name="connsiteX0" fmla="*/ 0 w 2478691"/>
                <a:gd name="connsiteY0" fmla="*/ 262275 h 777840"/>
                <a:gd name="connsiteX1" fmla="*/ 1166388 w 2478691"/>
                <a:gd name="connsiteY1" fmla="*/ 2523 h 777840"/>
                <a:gd name="connsiteX2" fmla="*/ 2478691 w 2478691"/>
                <a:gd name="connsiteY2" fmla="*/ 398461 h 777840"/>
                <a:gd name="connsiteX3" fmla="*/ 2134806 w 2478691"/>
                <a:gd name="connsiteY3" fmla="*/ 777840 h 777840"/>
                <a:gd name="connsiteX4" fmla="*/ 1156661 w 2478691"/>
                <a:gd name="connsiteY4" fmla="*/ 482594 h 777840"/>
                <a:gd name="connsiteX5" fmla="*/ 139604 w 2478691"/>
                <a:gd name="connsiteY5" fmla="*/ 748658 h 777840"/>
                <a:gd name="connsiteX6" fmla="*/ 0 w 2478691"/>
                <a:gd name="connsiteY6" fmla="*/ 262275 h 777840"/>
                <a:gd name="connsiteX0" fmla="*/ 0 w 2478691"/>
                <a:gd name="connsiteY0" fmla="*/ 262275 h 797295"/>
                <a:gd name="connsiteX1" fmla="*/ 1166388 w 2478691"/>
                <a:gd name="connsiteY1" fmla="*/ 2523 h 797295"/>
                <a:gd name="connsiteX2" fmla="*/ 2478691 w 2478691"/>
                <a:gd name="connsiteY2" fmla="*/ 398461 h 797295"/>
                <a:gd name="connsiteX3" fmla="*/ 2144534 w 2478691"/>
                <a:gd name="connsiteY3" fmla="*/ 797295 h 797295"/>
                <a:gd name="connsiteX4" fmla="*/ 1156661 w 2478691"/>
                <a:gd name="connsiteY4" fmla="*/ 482594 h 797295"/>
                <a:gd name="connsiteX5" fmla="*/ 139604 w 2478691"/>
                <a:gd name="connsiteY5" fmla="*/ 748658 h 797295"/>
                <a:gd name="connsiteX6" fmla="*/ 0 w 2478691"/>
                <a:gd name="connsiteY6" fmla="*/ 262275 h 797295"/>
                <a:gd name="connsiteX0" fmla="*/ 0 w 2478691"/>
                <a:gd name="connsiteY0" fmla="*/ 262275 h 797295"/>
                <a:gd name="connsiteX1" fmla="*/ 1166388 w 2478691"/>
                <a:gd name="connsiteY1" fmla="*/ 2523 h 797295"/>
                <a:gd name="connsiteX2" fmla="*/ 2478691 w 2478691"/>
                <a:gd name="connsiteY2" fmla="*/ 398461 h 797295"/>
                <a:gd name="connsiteX3" fmla="*/ 2144534 w 2478691"/>
                <a:gd name="connsiteY3" fmla="*/ 797295 h 797295"/>
                <a:gd name="connsiteX4" fmla="*/ 1156661 w 2478691"/>
                <a:gd name="connsiteY4" fmla="*/ 482594 h 797295"/>
                <a:gd name="connsiteX5" fmla="*/ 139604 w 2478691"/>
                <a:gd name="connsiteY5" fmla="*/ 748658 h 797295"/>
                <a:gd name="connsiteX6" fmla="*/ 0 w 2478691"/>
                <a:gd name="connsiteY6" fmla="*/ 262275 h 797295"/>
                <a:gd name="connsiteX0" fmla="*/ 0 w 2309168"/>
                <a:gd name="connsiteY0" fmla="*/ 259772 h 794792"/>
                <a:gd name="connsiteX1" fmla="*/ 1166388 w 2309168"/>
                <a:gd name="connsiteY1" fmla="*/ 20 h 794792"/>
                <a:gd name="connsiteX2" fmla="*/ 2309168 w 2309168"/>
                <a:gd name="connsiteY2" fmla="*/ 270099 h 794792"/>
                <a:gd name="connsiteX3" fmla="*/ 2144534 w 2309168"/>
                <a:gd name="connsiteY3" fmla="*/ 794792 h 794792"/>
                <a:gd name="connsiteX4" fmla="*/ 1156661 w 2309168"/>
                <a:gd name="connsiteY4" fmla="*/ 480091 h 794792"/>
                <a:gd name="connsiteX5" fmla="*/ 139604 w 2309168"/>
                <a:gd name="connsiteY5" fmla="*/ 746155 h 794792"/>
                <a:gd name="connsiteX6" fmla="*/ 0 w 2309168"/>
                <a:gd name="connsiteY6" fmla="*/ 259772 h 794792"/>
                <a:gd name="connsiteX0" fmla="*/ 0 w 2309168"/>
                <a:gd name="connsiteY0" fmla="*/ 259772 h 794792"/>
                <a:gd name="connsiteX1" fmla="*/ 1166388 w 2309168"/>
                <a:gd name="connsiteY1" fmla="*/ 20 h 794792"/>
                <a:gd name="connsiteX2" fmla="*/ 2309168 w 2309168"/>
                <a:gd name="connsiteY2" fmla="*/ 270099 h 794792"/>
                <a:gd name="connsiteX3" fmla="*/ 2144534 w 2309168"/>
                <a:gd name="connsiteY3" fmla="*/ 794792 h 794792"/>
                <a:gd name="connsiteX4" fmla="*/ 1156661 w 2309168"/>
                <a:gd name="connsiteY4" fmla="*/ 480091 h 794792"/>
                <a:gd name="connsiteX5" fmla="*/ 139604 w 2309168"/>
                <a:gd name="connsiteY5" fmla="*/ 746155 h 794792"/>
                <a:gd name="connsiteX6" fmla="*/ 0 w 2309168"/>
                <a:gd name="connsiteY6" fmla="*/ 259772 h 794792"/>
                <a:gd name="connsiteX0" fmla="*/ 0 w 2309168"/>
                <a:gd name="connsiteY0" fmla="*/ 259772 h 746155"/>
                <a:gd name="connsiteX1" fmla="*/ 1166388 w 2309168"/>
                <a:gd name="connsiteY1" fmla="*/ 20 h 746155"/>
                <a:gd name="connsiteX2" fmla="*/ 2309168 w 2309168"/>
                <a:gd name="connsiteY2" fmla="*/ 270099 h 746155"/>
                <a:gd name="connsiteX3" fmla="*/ 2121417 w 2309168"/>
                <a:gd name="connsiteY3" fmla="*/ 707462 h 746155"/>
                <a:gd name="connsiteX4" fmla="*/ 1156661 w 2309168"/>
                <a:gd name="connsiteY4" fmla="*/ 480091 h 746155"/>
                <a:gd name="connsiteX5" fmla="*/ 139604 w 2309168"/>
                <a:gd name="connsiteY5" fmla="*/ 746155 h 746155"/>
                <a:gd name="connsiteX6" fmla="*/ 0 w 2309168"/>
                <a:gd name="connsiteY6" fmla="*/ 259772 h 746155"/>
                <a:gd name="connsiteX0" fmla="*/ 0 w 2309168"/>
                <a:gd name="connsiteY0" fmla="*/ 259772 h 746155"/>
                <a:gd name="connsiteX1" fmla="*/ 1166388 w 2309168"/>
                <a:gd name="connsiteY1" fmla="*/ 20 h 746155"/>
                <a:gd name="connsiteX2" fmla="*/ 2309168 w 2309168"/>
                <a:gd name="connsiteY2" fmla="*/ 270099 h 746155"/>
                <a:gd name="connsiteX3" fmla="*/ 2121417 w 2309168"/>
                <a:gd name="connsiteY3" fmla="*/ 707462 h 746155"/>
                <a:gd name="connsiteX4" fmla="*/ 1156661 w 2309168"/>
                <a:gd name="connsiteY4" fmla="*/ 480091 h 746155"/>
                <a:gd name="connsiteX5" fmla="*/ 139604 w 2309168"/>
                <a:gd name="connsiteY5" fmla="*/ 746155 h 746155"/>
                <a:gd name="connsiteX6" fmla="*/ 0 w 2309168"/>
                <a:gd name="connsiteY6" fmla="*/ 259772 h 746155"/>
                <a:gd name="connsiteX0" fmla="*/ 0 w 2309168"/>
                <a:gd name="connsiteY0" fmla="*/ 226793 h 746567"/>
                <a:gd name="connsiteX1" fmla="*/ 1166388 w 2309168"/>
                <a:gd name="connsiteY1" fmla="*/ 432 h 746567"/>
                <a:gd name="connsiteX2" fmla="*/ 2309168 w 2309168"/>
                <a:gd name="connsiteY2" fmla="*/ 270511 h 746567"/>
                <a:gd name="connsiteX3" fmla="*/ 2121417 w 2309168"/>
                <a:gd name="connsiteY3" fmla="*/ 707874 h 746567"/>
                <a:gd name="connsiteX4" fmla="*/ 1156661 w 2309168"/>
                <a:gd name="connsiteY4" fmla="*/ 480503 h 746567"/>
                <a:gd name="connsiteX5" fmla="*/ 139604 w 2309168"/>
                <a:gd name="connsiteY5" fmla="*/ 746567 h 746567"/>
                <a:gd name="connsiteX6" fmla="*/ 0 w 2309168"/>
                <a:gd name="connsiteY6" fmla="*/ 226793 h 746567"/>
                <a:gd name="connsiteX0" fmla="*/ 0 w 2309168"/>
                <a:gd name="connsiteY0" fmla="*/ 226663 h 746437"/>
                <a:gd name="connsiteX1" fmla="*/ 1166388 w 2309168"/>
                <a:gd name="connsiteY1" fmla="*/ 302 h 746437"/>
                <a:gd name="connsiteX2" fmla="*/ 2309168 w 2309168"/>
                <a:gd name="connsiteY2" fmla="*/ 270381 h 746437"/>
                <a:gd name="connsiteX3" fmla="*/ 2121417 w 2309168"/>
                <a:gd name="connsiteY3" fmla="*/ 707744 h 746437"/>
                <a:gd name="connsiteX4" fmla="*/ 1156661 w 2309168"/>
                <a:gd name="connsiteY4" fmla="*/ 480373 h 746437"/>
                <a:gd name="connsiteX5" fmla="*/ 139604 w 2309168"/>
                <a:gd name="connsiteY5" fmla="*/ 746437 h 746437"/>
                <a:gd name="connsiteX6" fmla="*/ 0 w 2309168"/>
                <a:gd name="connsiteY6" fmla="*/ 226663 h 746437"/>
                <a:gd name="connsiteX0" fmla="*/ 0 w 2309168"/>
                <a:gd name="connsiteY0" fmla="*/ 226614 h 746388"/>
                <a:gd name="connsiteX1" fmla="*/ 1166388 w 2309168"/>
                <a:gd name="connsiteY1" fmla="*/ 253 h 746388"/>
                <a:gd name="connsiteX2" fmla="*/ 2309168 w 2309168"/>
                <a:gd name="connsiteY2" fmla="*/ 270332 h 746388"/>
                <a:gd name="connsiteX3" fmla="*/ 2121417 w 2309168"/>
                <a:gd name="connsiteY3" fmla="*/ 707695 h 746388"/>
                <a:gd name="connsiteX4" fmla="*/ 1156661 w 2309168"/>
                <a:gd name="connsiteY4" fmla="*/ 480324 h 746388"/>
                <a:gd name="connsiteX5" fmla="*/ 139604 w 2309168"/>
                <a:gd name="connsiteY5" fmla="*/ 746388 h 746388"/>
                <a:gd name="connsiteX6" fmla="*/ 0 w 2309168"/>
                <a:gd name="connsiteY6" fmla="*/ 226614 h 746388"/>
                <a:gd name="connsiteX0" fmla="*/ 0 w 2309168"/>
                <a:gd name="connsiteY0" fmla="*/ 231692 h 746328"/>
                <a:gd name="connsiteX1" fmla="*/ 1166388 w 2309168"/>
                <a:gd name="connsiteY1" fmla="*/ 193 h 746328"/>
                <a:gd name="connsiteX2" fmla="*/ 2309168 w 2309168"/>
                <a:gd name="connsiteY2" fmla="*/ 270272 h 746328"/>
                <a:gd name="connsiteX3" fmla="*/ 2121417 w 2309168"/>
                <a:gd name="connsiteY3" fmla="*/ 707635 h 746328"/>
                <a:gd name="connsiteX4" fmla="*/ 1156661 w 2309168"/>
                <a:gd name="connsiteY4" fmla="*/ 480264 h 746328"/>
                <a:gd name="connsiteX5" fmla="*/ 139604 w 2309168"/>
                <a:gd name="connsiteY5" fmla="*/ 746328 h 746328"/>
                <a:gd name="connsiteX6" fmla="*/ 0 w 2309168"/>
                <a:gd name="connsiteY6" fmla="*/ 231692 h 746328"/>
                <a:gd name="connsiteX0" fmla="*/ 0 w 2309168"/>
                <a:gd name="connsiteY0" fmla="*/ 231692 h 707635"/>
                <a:gd name="connsiteX1" fmla="*/ 1166388 w 2309168"/>
                <a:gd name="connsiteY1" fmla="*/ 193 h 707635"/>
                <a:gd name="connsiteX2" fmla="*/ 2309168 w 2309168"/>
                <a:gd name="connsiteY2" fmla="*/ 270272 h 707635"/>
                <a:gd name="connsiteX3" fmla="*/ 2121417 w 2309168"/>
                <a:gd name="connsiteY3" fmla="*/ 707635 h 707635"/>
                <a:gd name="connsiteX4" fmla="*/ 1156661 w 2309168"/>
                <a:gd name="connsiteY4" fmla="*/ 480264 h 707635"/>
                <a:gd name="connsiteX5" fmla="*/ 172995 w 2309168"/>
                <a:gd name="connsiteY5" fmla="*/ 684683 h 707635"/>
                <a:gd name="connsiteX6" fmla="*/ 0 w 2309168"/>
                <a:gd name="connsiteY6" fmla="*/ 231692 h 707635"/>
                <a:gd name="connsiteX0" fmla="*/ 0 w 2309168"/>
                <a:gd name="connsiteY0" fmla="*/ 231692 h 707635"/>
                <a:gd name="connsiteX1" fmla="*/ 1166388 w 2309168"/>
                <a:gd name="connsiteY1" fmla="*/ 193 h 707635"/>
                <a:gd name="connsiteX2" fmla="*/ 2309168 w 2309168"/>
                <a:gd name="connsiteY2" fmla="*/ 270272 h 707635"/>
                <a:gd name="connsiteX3" fmla="*/ 2121417 w 2309168"/>
                <a:gd name="connsiteY3" fmla="*/ 707635 h 707635"/>
                <a:gd name="connsiteX4" fmla="*/ 1156661 w 2309168"/>
                <a:gd name="connsiteY4" fmla="*/ 480264 h 707635"/>
                <a:gd name="connsiteX5" fmla="*/ 172995 w 2309168"/>
                <a:gd name="connsiteY5" fmla="*/ 684683 h 707635"/>
                <a:gd name="connsiteX6" fmla="*/ 0 w 2309168"/>
                <a:gd name="connsiteY6" fmla="*/ 231692 h 707635"/>
                <a:gd name="connsiteX0" fmla="*/ 0 w 2309168"/>
                <a:gd name="connsiteY0" fmla="*/ 231692 h 715340"/>
                <a:gd name="connsiteX1" fmla="*/ 1166388 w 2309168"/>
                <a:gd name="connsiteY1" fmla="*/ 193 h 715340"/>
                <a:gd name="connsiteX2" fmla="*/ 2309168 w 2309168"/>
                <a:gd name="connsiteY2" fmla="*/ 270272 h 715340"/>
                <a:gd name="connsiteX3" fmla="*/ 2123986 w 2309168"/>
                <a:gd name="connsiteY3" fmla="*/ 715340 h 715340"/>
                <a:gd name="connsiteX4" fmla="*/ 1156661 w 2309168"/>
                <a:gd name="connsiteY4" fmla="*/ 480264 h 715340"/>
                <a:gd name="connsiteX5" fmla="*/ 172995 w 2309168"/>
                <a:gd name="connsiteY5" fmla="*/ 684683 h 715340"/>
                <a:gd name="connsiteX6" fmla="*/ 0 w 2309168"/>
                <a:gd name="connsiteY6" fmla="*/ 231692 h 715340"/>
                <a:gd name="connsiteX0" fmla="*/ 0 w 2309168"/>
                <a:gd name="connsiteY0" fmla="*/ 231692 h 715340"/>
                <a:gd name="connsiteX1" fmla="*/ 1166388 w 2309168"/>
                <a:gd name="connsiteY1" fmla="*/ 193 h 715340"/>
                <a:gd name="connsiteX2" fmla="*/ 2309168 w 2309168"/>
                <a:gd name="connsiteY2" fmla="*/ 270272 h 715340"/>
                <a:gd name="connsiteX3" fmla="*/ 2123986 w 2309168"/>
                <a:gd name="connsiteY3" fmla="*/ 715340 h 715340"/>
                <a:gd name="connsiteX4" fmla="*/ 1156661 w 2309168"/>
                <a:gd name="connsiteY4" fmla="*/ 480264 h 715340"/>
                <a:gd name="connsiteX5" fmla="*/ 172995 w 2309168"/>
                <a:gd name="connsiteY5" fmla="*/ 684683 h 715340"/>
                <a:gd name="connsiteX6" fmla="*/ 0 w 2309168"/>
                <a:gd name="connsiteY6" fmla="*/ 231692 h 715340"/>
                <a:gd name="connsiteX0" fmla="*/ 0 w 2309168"/>
                <a:gd name="connsiteY0" fmla="*/ 231692 h 715340"/>
                <a:gd name="connsiteX1" fmla="*/ 1166388 w 2309168"/>
                <a:gd name="connsiteY1" fmla="*/ 193 h 715340"/>
                <a:gd name="connsiteX2" fmla="*/ 2309168 w 2309168"/>
                <a:gd name="connsiteY2" fmla="*/ 270272 h 715340"/>
                <a:gd name="connsiteX3" fmla="*/ 2123986 w 2309168"/>
                <a:gd name="connsiteY3" fmla="*/ 715340 h 715340"/>
                <a:gd name="connsiteX4" fmla="*/ 1156661 w 2309168"/>
                <a:gd name="connsiteY4" fmla="*/ 480264 h 715340"/>
                <a:gd name="connsiteX5" fmla="*/ 172995 w 2309168"/>
                <a:gd name="connsiteY5" fmla="*/ 684683 h 715340"/>
                <a:gd name="connsiteX6" fmla="*/ 0 w 2309168"/>
                <a:gd name="connsiteY6" fmla="*/ 231692 h 715340"/>
                <a:gd name="connsiteX0" fmla="*/ 0 w 2314305"/>
                <a:gd name="connsiteY0" fmla="*/ 231543 h 715191"/>
                <a:gd name="connsiteX1" fmla="*/ 1166388 w 2314305"/>
                <a:gd name="connsiteY1" fmla="*/ 44 h 715191"/>
                <a:gd name="connsiteX2" fmla="*/ 2314305 w 2314305"/>
                <a:gd name="connsiteY2" fmla="*/ 249575 h 715191"/>
                <a:gd name="connsiteX3" fmla="*/ 2123986 w 2314305"/>
                <a:gd name="connsiteY3" fmla="*/ 715191 h 715191"/>
                <a:gd name="connsiteX4" fmla="*/ 1156661 w 2314305"/>
                <a:gd name="connsiteY4" fmla="*/ 480115 h 715191"/>
                <a:gd name="connsiteX5" fmla="*/ 172995 w 2314305"/>
                <a:gd name="connsiteY5" fmla="*/ 684534 h 715191"/>
                <a:gd name="connsiteX6" fmla="*/ 0 w 2314305"/>
                <a:gd name="connsiteY6" fmla="*/ 231543 h 715191"/>
                <a:gd name="connsiteX0" fmla="*/ 0 w 2314305"/>
                <a:gd name="connsiteY0" fmla="*/ 231543 h 715191"/>
                <a:gd name="connsiteX1" fmla="*/ 1166388 w 2314305"/>
                <a:gd name="connsiteY1" fmla="*/ 44 h 715191"/>
                <a:gd name="connsiteX2" fmla="*/ 2314305 w 2314305"/>
                <a:gd name="connsiteY2" fmla="*/ 249575 h 715191"/>
                <a:gd name="connsiteX3" fmla="*/ 2123986 w 2314305"/>
                <a:gd name="connsiteY3" fmla="*/ 715191 h 715191"/>
                <a:gd name="connsiteX4" fmla="*/ 1156661 w 2314305"/>
                <a:gd name="connsiteY4" fmla="*/ 480115 h 715191"/>
                <a:gd name="connsiteX5" fmla="*/ 172995 w 2314305"/>
                <a:gd name="connsiteY5" fmla="*/ 684534 h 715191"/>
                <a:gd name="connsiteX6" fmla="*/ 0 w 2314305"/>
                <a:gd name="connsiteY6" fmla="*/ 231543 h 715191"/>
                <a:gd name="connsiteX0" fmla="*/ 0 w 2314305"/>
                <a:gd name="connsiteY0" fmla="*/ 231550 h 715198"/>
                <a:gd name="connsiteX1" fmla="*/ 1166388 w 2314305"/>
                <a:gd name="connsiteY1" fmla="*/ 51 h 715198"/>
                <a:gd name="connsiteX2" fmla="*/ 2314305 w 2314305"/>
                <a:gd name="connsiteY2" fmla="*/ 249582 h 715198"/>
                <a:gd name="connsiteX3" fmla="*/ 2123986 w 2314305"/>
                <a:gd name="connsiteY3" fmla="*/ 715198 h 715198"/>
                <a:gd name="connsiteX4" fmla="*/ 1156661 w 2314305"/>
                <a:gd name="connsiteY4" fmla="*/ 480122 h 715198"/>
                <a:gd name="connsiteX5" fmla="*/ 172995 w 2314305"/>
                <a:gd name="connsiteY5" fmla="*/ 684541 h 715198"/>
                <a:gd name="connsiteX6" fmla="*/ 0 w 2314305"/>
                <a:gd name="connsiteY6" fmla="*/ 231550 h 715198"/>
                <a:gd name="connsiteX0" fmla="*/ 0 w 2314305"/>
                <a:gd name="connsiteY0" fmla="*/ 233092 h 716740"/>
                <a:gd name="connsiteX1" fmla="*/ 1166388 w 2314305"/>
                <a:gd name="connsiteY1" fmla="*/ 1593 h 716740"/>
                <a:gd name="connsiteX2" fmla="*/ 2314305 w 2314305"/>
                <a:gd name="connsiteY2" fmla="*/ 251124 h 716740"/>
                <a:gd name="connsiteX3" fmla="*/ 2123986 w 2314305"/>
                <a:gd name="connsiteY3" fmla="*/ 716740 h 716740"/>
                <a:gd name="connsiteX4" fmla="*/ 1156661 w 2314305"/>
                <a:gd name="connsiteY4" fmla="*/ 481664 h 716740"/>
                <a:gd name="connsiteX5" fmla="*/ 172995 w 2314305"/>
                <a:gd name="connsiteY5" fmla="*/ 686083 h 716740"/>
                <a:gd name="connsiteX6" fmla="*/ 0 w 2314305"/>
                <a:gd name="connsiteY6" fmla="*/ 233092 h 716740"/>
                <a:gd name="connsiteX0" fmla="*/ 0 w 2314305"/>
                <a:gd name="connsiteY0" fmla="*/ 231523 h 715171"/>
                <a:gd name="connsiteX1" fmla="*/ 1166388 w 2314305"/>
                <a:gd name="connsiteY1" fmla="*/ 24 h 715171"/>
                <a:gd name="connsiteX2" fmla="*/ 2314305 w 2314305"/>
                <a:gd name="connsiteY2" fmla="*/ 249555 h 715171"/>
                <a:gd name="connsiteX3" fmla="*/ 2123986 w 2314305"/>
                <a:gd name="connsiteY3" fmla="*/ 715171 h 715171"/>
                <a:gd name="connsiteX4" fmla="*/ 1156661 w 2314305"/>
                <a:gd name="connsiteY4" fmla="*/ 480095 h 715171"/>
                <a:gd name="connsiteX5" fmla="*/ 172995 w 2314305"/>
                <a:gd name="connsiteY5" fmla="*/ 684514 h 715171"/>
                <a:gd name="connsiteX6" fmla="*/ 0 w 2314305"/>
                <a:gd name="connsiteY6" fmla="*/ 231523 h 715171"/>
                <a:gd name="connsiteX0" fmla="*/ 0 w 2314305"/>
                <a:gd name="connsiteY0" fmla="*/ 231550 h 715198"/>
                <a:gd name="connsiteX1" fmla="*/ 1166388 w 2314305"/>
                <a:gd name="connsiteY1" fmla="*/ 51 h 715198"/>
                <a:gd name="connsiteX2" fmla="*/ 2314305 w 2314305"/>
                <a:gd name="connsiteY2" fmla="*/ 249582 h 715198"/>
                <a:gd name="connsiteX3" fmla="*/ 2123986 w 2314305"/>
                <a:gd name="connsiteY3" fmla="*/ 715198 h 715198"/>
                <a:gd name="connsiteX4" fmla="*/ 1156661 w 2314305"/>
                <a:gd name="connsiteY4" fmla="*/ 480122 h 715198"/>
                <a:gd name="connsiteX5" fmla="*/ 172995 w 2314305"/>
                <a:gd name="connsiteY5" fmla="*/ 684541 h 715198"/>
                <a:gd name="connsiteX6" fmla="*/ 0 w 2314305"/>
                <a:gd name="connsiteY6" fmla="*/ 231550 h 715198"/>
                <a:gd name="connsiteX0" fmla="*/ 0 w 2314305"/>
                <a:gd name="connsiteY0" fmla="*/ 232088 h 715736"/>
                <a:gd name="connsiteX1" fmla="*/ 1166388 w 2314305"/>
                <a:gd name="connsiteY1" fmla="*/ 589 h 715736"/>
                <a:gd name="connsiteX2" fmla="*/ 2314305 w 2314305"/>
                <a:gd name="connsiteY2" fmla="*/ 250120 h 715736"/>
                <a:gd name="connsiteX3" fmla="*/ 2123986 w 2314305"/>
                <a:gd name="connsiteY3" fmla="*/ 715736 h 715736"/>
                <a:gd name="connsiteX4" fmla="*/ 1156661 w 2314305"/>
                <a:gd name="connsiteY4" fmla="*/ 480660 h 715736"/>
                <a:gd name="connsiteX5" fmla="*/ 172995 w 2314305"/>
                <a:gd name="connsiteY5" fmla="*/ 685079 h 715736"/>
                <a:gd name="connsiteX6" fmla="*/ 0 w 2314305"/>
                <a:gd name="connsiteY6" fmla="*/ 232088 h 715736"/>
                <a:gd name="connsiteX0" fmla="*/ 0 w 2314305"/>
                <a:gd name="connsiteY0" fmla="*/ 232088 h 715736"/>
                <a:gd name="connsiteX1" fmla="*/ 1166388 w 2314305"/>
                <a:gd name="connsiteY1" fmla="*/ 589 h 715736"/>
                <a:gd name="connsiteX2" fmla="*/ 2314305 w 2314305"/>
                <a:gd name="connsiteY2" fmla="*/ 250120 h 715736"/>
                <a:gd name="connsiteX3" fmla="*/ 2123986 w 2314305"/>
                <a:gd name="connsiteY3" fmla="*/ 715736 h 715736"/>
                <a:gd name="connsiteX4" fmla="*/ 1156661 w 2314305"/>
                <a:gd name="connsiteY4" fmla="*/ 480660 h 715736"/>
                <a:gd name="connsiteX5" fmla="*/ 172995 w 2314305"/>
                <a:gd name="connsiteY5" fmla="*/ 685079 h 715736"/>
                <a:gd name="connsiteX6" fmla="*/ 0 w 2314305"/>
                <a:gd name="connsiteY6" fmla="*/ 232088 h 715736"/>
                <a:gd name="connsiteX0" fmla="*/ 0 w 2314305"/>
                <a:gd name="connsiteY0" fmla="*/ 232088 h 715736"/>
                <a:gd name="connsiteX1" fmla="*/ 1166388 w 2314305"/>
                <a:gd name="connsiteY1" fmla="*/ 589 h 715736"/>
                <a:gd name="connsiteX2" fmla="*/ 2314305 w 2314305"/>
                <a:gd name="connsiteY2" fmla="*/ 250120 h 715736"/>
                <a:gd name="connsiteX3" fmla="*/ 2123986 w 2314305"/>
                <a:gd name="connsiteY3" fmla="*/ 715736 h 715736"/>
                <a:gd name="connsiteX4" fmla="*/ 1156661 w 2314305"/>
                <a:gd name="connsiteY4" fmla="*/ 480660 h 715736"/>
                <a:gd name="connsiteX5" fmla="*/ 172995 w 2314305"/>
                <a:gd name="connsiteY5" fmla="*/ 685079 h 715736"/>
                <a:gd name="connsiteX6" fmla="*/ 0 w 2314305"/>
                <a:gd name="connsiteY6" fmla="*/ 232088 h 715736"/>
                <a:gd name="connsiteX0" fmla="*/ 0 w 2314305"/>
                <a:gd name="connsiteY0" fmla="*/ 232060 h 715708"/>
                <a:gd name="connsiteX1" fmla="*/ 1166388 w 2314305"/>
                <a:gd name="connsiteY1" fmla="*/ 561 h 715708"/>
                <a:gd name="connsiteX2" fmla="*/ 2314305 w 2314305"/>
                <a:gd name="connsiteY2" fmla="*/ 250092 h 715708"/>
                <a:gd name="connsiteX3" fmla="*/ 2123986 w 2314305"/>
                <a:gd name="connsiteY3" fmla="*/ 715708 h 715708"/>
                <a:gd name="connsiteX4" fmla="*/ 1156661 w 2314305"/>
                <a:gd name="connsiteY4" fmla="*/ 480632 h 715708"/>
                <a:gd name="connsiteX5" fmla="*/ 172995 w 2314305"/>
                <a:gd name="connsiteY5" fmla="*/ 685051 h 715708"/>
                <a:gd name="connsiteX6" fmla="*/ 0 w 2314305"/>
                <a:gd name="connsiteY6" fmla="*/ 232060 h 7157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314305" h="715708">
                  <a:moveTo>
                    <a:pt x="0" y="232060"/>
                  </a:moveTo>
                  <a:cubicBezTo>
                    <a:pt x="116349" y="135016"/>
                    <a:pt x="772966" y="-10150"/>
                    <a:pt x="1166388" y="561"/>
                  </a:cubicBezTo>
                  <a:cubicBezTo>
                    <a:pt x="1559810" y="11272"/>
                    <a:pt x="1962415" y="54514"/>
                    <a:pt x="2314305" y="250092"/>
                  </a:cubicBezTo>
                  <a:cubicBezTo>
                    <a:pt x="2236857" y="411910"/>
                    <a:pt x="2305049" y="284904"/>
                    <a:pt x="2123986" y="715708"/>
                  </a:cubicBezTo>
                  <a:cubicBezTo>
                    <a:pt x="2077752" y="646036"/>
                    <a:pt x="1616289" y="480632"/>
                    <a:pt x="1156661" y="480632"/>
                  </a:cubicBezTo>
                  <a:cubicBezTo>
                    <a:pt x="697033" y="480632"/>
                    <a:pt x="257593" y="589531"/>
                    <a:pt x="172995" y="685051"/>
                  </a:cubicBezTo>
                  <a:lnTo>
                    <a:pt x="0" y="232060"/>
                  </a:lnTo>
                  <a:close/>
                </a:path>
              </a:pathLst>
            </a:custGeom>
            <a:solidFill>
              <a:srgbClr val="0070C0"/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9" name="Block Arc 1">
              <a:extLst>
                <a:ext uri="{FF2B5EF4-FFF2-40B4-BE49-F238E27FC236}">
                  <a16:creationId xmlns:a16="http://schemas.microsoft.com/office/drawing/2014/main" id="{8F201011-5760-E1DE-4E7A-20AFB5B3134D}"/>
                </a:ext>
              </a:extLst>
            </p:cNvPr>
            <p:cNvSpPr/>
            <p:nvPr/>
          </p:nvSpPr>
          <p:spPr>
            <a:xfrm rot="18602280">
              <a:off x="5465551" y="1431121"/>
              <a:ext cx="2314305" cy="715708"/>
            </a:xfrm>
            <a:custGeom>
              <a:avLst/>
              <a:gdLst>
                <a:gd name="connsiteX0" fmla="*/ 0 w 2391141"/>
                <a:gd name="connsiteY0" fmla="*/ 726679 h 1453358"/>
                <a:gd name="connsiteX1" fmla="*/ 1195571 w 2391141"/>
                <a:gd name="connsiteY1" fmla="*/ 0 h 1453358"/>
                <a:gd name="connsiteX2" fmla="*/ 2391142 w 2391141"/>
                <a:gd name="connsiteY2" fmla="*/ 726679 h 1453358"/>
                <a:gd name="connsiteX3" fmla="*/ 2027802 w 2391141"/>
                <a:gd name="connsiteY3" fmla="*/ 726679 h 1453358"/>
                <a:gd name="connsiteX4" fmla="*/ 1195571 w 2391141"/>
                <a:gd name="connsiteY4" fmla="*/ 363339 h 1453358"/>
                <a:gd name="connsiteX5" fmla="*/ 363340 w 2391141"/>
                <a:gd name="connsiteY5" fmla="*/ 726679 h 1453358"/>
                <a:gd name="connsiteX6" fmla="*/ 0 w 2391141"/>
                <a:gd name="connsiteY6" fmla="*/ 726679 h 1453358"/>
                <a:gd name="connsiteX0" fmla="*/ 0 w 2614878"/>
                <a:gd name="connsiteY0" fmla="*/ 727830 h 727830"/>
                <a:gd name="connsiteX1" fmla="*/ 1195571 w 2614878"/>
                <a:gd name="connsiteY1" fmla="*/ 1151 h 727830"/>
                <a:gd name="connsiteX2" fmla="*/ 2614878 w 2614878"/>
                <a:gd name="connsiteY2" fmla="*/ 611098 h 727830"/>
                <a:gd name="connsiteX3" fmla="*/ 2027802 w 2614878"/>
                <a:gd name="connsiteY3" fmla="*/ 727830 h 727830"/>
                <a:gd name="connsiteX4" fmla="*/ 1195571 w 2614878"/>
                <a:gd name="connsiteY4" fmla="*/ 364490 h 727830"/>
                <a:gd name="connsiteX5" fmla="*/ 363340 w 2614878"/>
                <a:gd name="connsiteY5" fmla="*/ 727830 h 727830"/>
                <a:gd name="connsiteX6" fmla="*/ 0 w 2614878"/>
                <a:gd name="connsiteY6" fmla="*/ 727830 h 727830"/>
                <a:gd name="connsiteX0" fmla="*/ 0 w 2614878"/>
                <a:gd name="connsiteY0" fmla="*/ 727830 h 727830"/>
                <a:gd name="connsiteX1" fmla="*/ 1195571 w 2614878"/>
                <a:gd name="connsiteY1" fmla="*/ 1151 h 727830"/>
                <a:gd name="connsiteX2" fmla="*/ 2614878 w 2614878"/>
                <a:gd name="connsiteY2" fmla="*/ 611098 h 727830"/>
                <a:gd name="connsiteX3" fmla="*/ 2251538 w 2614878"/>
                <a:gd name="connsiteY3" fmla="*/ 669464 h 727830"/>
                <a:gd name="connsiteX4" fmla="*/ 1195571 w 2614878"/>
                <a:gd name="connsiteY4" fmla="*/ 364490 h 727830"/>
                <a:gd name="connsiteX5" fmla="*/ 363340 w 2614878"/>
                <a:gd name="connsiteY5" fmla="*/ 727830 h 727830"/>
                <a:gd name="connsiteX6" fmla="*/ 0 w 2614878"/>
                <a:gd name="connsiteY6" fmla="*/ 727830 h 727830"/>
                <a:gd name="connsiteX0" fmla="*/ 0 w 2780249"/>
                <a:gd name="connsiteY0" fmla="*/ 590533 h 726720"/>
                <a:gd name="connsiteX1" fmla="*/ 1360942 w 2780249"/>
                <a:gd name="connsiteY1" fmla="*/ 41 h 726720"/>
                <a:gd name="connsiteX2" fmla="*/ 2780249 w 2780249"/>
                <a:gd name="connsiteY2" fmla="*/ 609988 h 726720"/>
                <a:gd name="connsiteX3" fmla="*/ 2416909 w 2780249"/>
                <a:gd name="connsiteY3" fmla="*/ 668354 h 726720"/>
                <a:gd name="connsiteX4" fmla="*/ 1360942 w 2780249"/>
                <a:gd name="connsiteY4" fmla="*/ 363380 h 726720"/>
                <a:gd name="connsiteX5" fmla="*/ 528711 w 2780249"/>
                <a:gd name="connsiteY5" fmla="*/ 726720 h 726720"/>
                <a:gd name="connsiteX6" fmla="*/ 0 w 2780249"/>
                <a:gd name="connsiteY6" fmla="*/ 590533 h 726720"/>
                <a:gd name="connsiteX0" fmla="*/ 0 w 2780249"/>
                <a:gd name="connsiteY0" fmla="*/ 590533 h 668354"/>
                <a:gd name="connsiteX1" fmla="*/ 1360942 w 2780249"/>
                <a:gd name="connsiteY1" fmla="*/ 41 h 668354"/>
                <a:gd name="connsiteX2" fmla="*/ 2780249 w 2780249"/>
                <a:gd name="connsiteY2" fmla="*/ 609988 h 668354"/>
                <a:gd name="connsiteX3" fmla="*/ 2416909 w 2780249"/>
                <a:gd name="connsiteY3" fmla="*/ 668354 h 668354"/>
                <a:gd name="connsiteX4" fmla="*/ 1360942 w 2780249"/>
                <a:gd name="connsiteY4" fmla="*/ 363380 h 668354"/>
                <a:gd name="connsiteX5" fmla="*/ 275792 w 2780249"/>
                <a:gd name="connsiteY5" fmla="*/ 639171 h 668354"/>
                <a:gd name="connsiteX6" fmla="*/ 0 w 2780249"/>
                <a:gd name="connsiteY6" fmla="*/ 590533 h 668354"/>
                <a:gd name="connsiteX0" fmla="*/ 0 w 2780249"/>
                <a:gd name="connsiteY0" fmla="*/ 590533 h 668354"/>
                <a:gd name="connsiteX1" fmla="*/ 1360942 w 2780249"/>
                <a:gd name="connsiteY1" fmla="*/ 41 h 668354"/>
                <a:gd name="connsiteX2" fmla="*/ 2780249 w 2780249"/>
                <a:gd name="connsiteY2" fmla="*/ 609988 h 668354"/>
                <a:gd name="connsiteX3" fmla="*/ 2416909 w 2780249"/>
                <a:gd name="connsiteY3" fmla="*/ 668354 h 668354"/>
                <a:gd name="connsiteX4" fmla="*/ 1351215 w 2780249"/>
                <a:gd name="connsiteY4" fmla="*/ 480112 h 668354"/>
                <a:gd name="connsiteX5" fmla="*/ 275792 w 2780249"/>
                <a:gd name="connsiteY5" fmla="*/ 639171 h 668354"/>
                <a:gd name="connsiteX6" fmla="*/ 0 w 2780249"/>
                <a:gd name="connsiteY6" fmla="*/ 590533 h 668354"/>
                <a:gd name="connsiteX0" fmla="*/ 0 w 2780249"/>
                <a:gd name="connsiteY0" fmla="*/ 590533 h 775358"/>
                <a:gd name="connsiteX1" fmla="*/ 1360942 w 2780249"/>
                <a:gd name="connsiteY1" fmla="*/ 41 h 775358"/>
                <a:gd name="connsiteX2" fmla="*/ 2780249 w 2780249"/>
                <a:gd name="connsiteY2" fmla="*/ 609988 h 775358"/>
                <a:gd name="connsiteX3" fmla="*/ 2329360 w 2780249"/>
                <a:gd name="connsiteY3" fmla="*/ 775358 h 775358"/>
                <a:gd name="connsiteX4" fmla="*/ 1351215 w 2780249"/>
                <a:gd name="connsiteY4" fmla="*/ 480112 h 775358"/>
                <a:gd name="connsiteX5" fmla="*/ 275792 w 2780249"/>
                <a:gd name="connsiteY5" fmla="*/ 639171 h 775358"/>
                <a:gd name="connsiteX6" fmla="*/ 0 w 2780249"/>
                <a:gd name="connsiteY6" fmla="*/ 590533 h 775358"/>
                <a:gd name="connsiteX0" fmla="*/ 0 w 2673245"/>
                <a:gd name="connsiteY0" fmla="*/ 600391 h 785216"/>
                <a:gd name="connsiteX1" fmla="*/ 1360942 w 2673245"/>
                <a:gd name="connsiteY1" fmla="*/ 9899 h 785216"/>
                <a:gd name="connsiteX2" fmla="*/ 2673245 w 2673245"/>
                <a:gd name="connsiteY2" fmla="*/ 405837 h 785216"/>
                <a:gd name="connsiteX3" fmla="*/ 2329360 w 2673245"/>
                <a:gd name="connsiteY3" fmla="*/ 785216 h 785216"/>
                <a:gd name="connsiteX4" fmla="*/ 1351215 w 2673245"/>
                <a:gd name="connsiteY4" fmla="*/ 489970 h 785216"/>
                <a:gd name="connsiteX5" fmla="*/ 275792 w 2673245"/>
                <a:gd name="connsiteY5" fmla="*/ 649029 h 785216"/>
                <a:gd name="connsiteX6" fmla="*/ 0 w 2673245"/>
                <a:gd name="connsiteY6" fmla="*/ 600391 h 785216"/>
                <a:gd name="connsiteX0" fmla="*/ 0 w 2673245"/>
                <a:gd name="connsiteY0" fmla="*/ 593348 h 778173"/>
                <a:gd name="connsiteX1" fmla="*/ 1360942 w 2673245"/>
                <a:gd name="connsiteY1" fmla="*/ 2856 h 778173"/>
                <a:gd name="connsiteX2" fmla="*/ 2673245 w 2673245"/>
                <a:gd name="connsiteY2" fmla="*/ 398794 h 778173"/>
                <a:gd name="connsiteX3" fmla="*/ 2329360 w 2673245"/>
                <a:gd name="connsiteY3" fmla="*/ 778173 h 778173"/>
                <a:gd name="connsiteX4" fmla="*/ 1351215 w 2673245"/>
                <a:gd name="connsiteY4" fmla="*/ 482927 h 778173"/>
                <a:gd name="connsiteX5" fmla="*/ 275792 w 2673245"/>
                <a:gd name="connsiteY5" fmla="*/ 641986 h 778173"/>
                <a:gd name="connsiteX6" fmla="*/ 0 w 2673245"/>
                <a:gd name="connsiteY6" fmla="*/ 593348 h 778173"/>
                <a:gd name="connsiteX0" fmla="*/ 0 w 2478691"/>
                <a:gd name="connsiteY0" fmla="*/ 293714 h 809279"/>
                <a:gd name="connsiteX1" fmla="*/ 1166388 w 2478691"/>
                <a:gd name="connsiteY1" fmla="*/ 33962 h 809279"/>
                <a:gd name="connsiteX2" fmla="*/ 2478691 w 2478691"/>
                <a:gd name="connsiteY2" fmla="*/ 429900 h 809279"/>
                <a:gd name="connsiteX3" fmla="*/ 2134806 w 2478691"/>
                <a:gd name="connsiteY3" fmla="*/ 809279 h 809279"/>
                <a:gd name="connsiteX4" fmla="*/ 1156661 w 2478691"/>
                <a:gd name="connsiteY4" fmla="*/ 514033 h 809279"/>
                <a:gd name="connsiteX5" fmla="*/ 81238 w 2478691"/>
                <a:gd name="connsiteY5" fmla="*/ 673092 h 809279"/>
                <a:gd name="connsiteX6" fmla="*/ 0 w 2478691"/>
                <a:gd name="connsiteY6" fmla="*/ 293714 h 809279"/>
                <a:gd name="connsiteX0" fmla="*/ 0 w 2478691"/>
                <a:gd name="connsiteY0" fmla="*/ 262275 h 777840"/>
                <a:gd name="connsiteX1" fmla="*/ 1166388 w 2478691"/>
                <a:gd name="connsiteY1" fmla="*/ 2523 h 777840"/>
                <a:gd name="connsiteX2" fmla="*/ 2478691 w 2478691"/>
                <a:gd name="connsiteY2" fmla="*/ 398461 h 777840"/>
                <a:gd name="connsiteX3" fmla="*/ 2134806 w 2478691"/>
                <a:gd name="connsiteY3" fmla="*/ 777840 h 777840"/>
                <a:gd name="connsiteX4" fmla="*/ 1156661 w 2478691"/>
                <a:gd name="connsiteY4" fmla="*/ 482594 h 777840"/>
                <a:gd name="connsiteX5" fmla="*/ 81238 w 2478691"/>
                <a:gd name="connsiteY5" fmla="*/ 641653 h 777840"/>
                <a:gd name="connsiteX6" fmla="*/ 0 w 2478691"/>
                <a:gd name="connsiteY6" fmla="*/ 262275 h 777840"/>
                <a:gd name="connsiteX0" fmla="*/ 0 w 2478691"/>
                <a:gd name="connsiteY0" fmla="*/ 262275 h 777841"/>
                <a:gd name="connsiteX1" fmla="*/ 1166388 w 2478691"/>
                <a:gd name="connsiteY1" fmla="*/ 2523 h 777841"/>
                <a:gd name="connsiteX2" fmla="*/ 2478691 w 2478691"/>
                <a:gd name="connsiteY2" fmla="*/ 398461 h 777841"/>
                <a:gd name="connsiteX3" fmla="*/ 2134806 w 2478691"/>
                <a:gd name="connsiteY3" fmla="*/ 777840 h 777841"/>
                <a:gd name="connsiteX4" fmla="*/ 1156661 w 2478691"/>
                <a:gd name="connsiteY4" fmla="*/ 482594 h 777841"/>
                <a:gd name="connsiteX5" fmla="*/ 178515 w 2478691"/>
                <a:gd name="connsiteY5" fmla="*/ 777841 h 777841"/>
                <a:gd name="connsiteX6" fmla="*/ 0 w 2478691"/>
                <a:gd name="connsiteY6" fmla="*/ 262275 h 777841"/>
                <a:gd name="connsiteX0" fmla="*/ 0 w 2478691"/>
                <a:gd name="connsiteY0" fmla="*/ 262275 h 777840"/>
                <a:gd name="connsiteX1" fmla="*/ 1166388 w 2478691"/>
                <a:gd name="connsiteY1" fmla="*/ 2523 h 777840"/>
                <a:gd name="connsiteX2" fmla="*/ 2478691 w 2478691"/>
                <a:gd name="connsiteY2" fmla="*/ 398461 h 777840"/>
                <a:gd name="connsiteX3" fmla="*/ 2134806 w 2478691"/>
                <a:gd name="connsiteY3" fmla="*/ 777840 h 777840"/>
                <a:gd name="connsiteX4" fmla="*/ 1156661 w 2478691"/>
                <a:gd name="connsiteY4" fmla="*/ 482594 h 777840"/>
                <a:gd name="connsiteX5" fmla="*/ 139604 w 2478691"/>
                <a:gd name="connsiteY5" fmla="*/ 748658 h 777840"/>
                <a:gd name="connsiteX6" fmla="*/ 0 w 2478691"/>
                <a:gd name="connsiteY6" fmla="*/ 262275 h 777840"/>
                <a:gd name="connsiteX0" fmla="*/ 0 w 2478691"/>
                <a:gd name="connsiteY0" fmla="*/ 262275 h 777840"/>
                <a:gd name="connsiteX1" fmla="*/ 1166388 w 2478691"/>
                <a:gd name="connsiteY1" fmla="*/ 2523 h 777840"/>
                <a:gd name="connsiteX2" fmla="*/ 2478691 w 2478691"/>
                <a:gd name="connsiteY2" fmla="*/ 398461 h 777840"/>
                <a:gd name="connsiteX3" fmla="*/ 2134806 w 2478691"/>
                <a:gd name="connsiteY3" fmla="*/ 777840 h 777840"/>
                <a:gd name="connsiteX4" fmla="*/ 1156661 w 2478691"/>
                <a:gd name="connsiteY4" fmla="*/ 482594 h 777840"/>
                <a:gd name="connsiteX5" fmla="*/ 139604 w 2478691"/>
                <a:gd name="connsiteY5" fmla="*/ 748658 h 777840"/>
                <a:gd name="connsiteX6" fmla="*/ 0 w 2478691"/>
                <a:gd name="connsiteY6" fmla="*/ 262275 h 777840"/>
                <a:gd name="connsiteX0" fmla="*/ 0 w 2478691"/>
                <a:gd name="connsiteY0" fmla="*/ 262275 h 797295"/>
                <a:gd name="connsiteX1" fmla="*/ 1166388 w 2478691"/>
                <a:gd name="connsiteY1" fmla="*/ 2523 h 797295"/>
                <a:gd name="connsiteX2" fmla="*/ 2478691 w 2478691"/>
                <a:gd name="connsiteY2" fmla="*/ 398461 h 797295"/>
                <a:gd name="connsiteX3" fmla="*/ 2144534 w 2478691"/>
                <a:gd name="connsiteY3" fmla="*/ 797295 h 797295"/>
                <a:gd name="connsiteX4" fmla="*/ 1156661 w 2478691"/>
                <a:gd name="connsiteY4" fmla="*/ 482594 h 797295"/>
                <a:gd name="connsiteX5" fmla="*/ 139604 w 2478691"/>
                <a:gd name="connsiteY5" fmla="*/ 748658 h 797295"/>
                <a:gd name="connsiteX6" fmla="*/ 0 w 2478691"/>
                <a:gd name="connsiteY6" fmla="*/ 262275 h 797295"/>
                <a:gd name="connsiteX0" fmla="*/ 0 w 2478691"/>
                <a:gd name="connsiteY0" fmla="*/ 262275 h 797295"/>
                <a:gd name="connsiteX1" fmla="*/ 1166388 w 2478691"/>
                <a:gd name="connsiteY1" fmla="*/ 2523 h 797295"/>
                <a:gd name="connsiteX2" fmla="*/ 2478691 w 2478691"/>
                <a:gd name="connsiteY2" fmla="*/ 398461 h 797295"/>
                <a:gd name="connsiteX3" fmla="*/ 2144534 w 2478691"/>
                <a:gd name="connsiteY3" fmla="*/ 797295 h 797295"/>
                <a:gd name="connsiteX4" fmla="*/ 1156661 w 2478691"/>
                <a:gd name="connsiteY4" fmla="*/ 482594 h 797295"/>
                <a:gd name="connsiteX5" fmla="*/ 139604 w 2478691"/>
                <a:gd name="connsiteY5" fmla="*/ 748658 h 797295"/>
                <a:gd name="connsiteX6" fmla="*/ 0 w 2478691"/>
                <a:gd name="connsiteY6" fmla="*/ 262275 h 797295"/>
                <a:gd name="connsiteX0" fmla="*/ 0 w 2309168"/>
                <a:gd name="connsiteY0" fmla="*/ 259772 h 794792"/>
                <a:gd name="connsiteX1" fmla="*/ 1166388 w 2309168"/>
                <a:gd name="connsiteY1" fmla="*/ 20 h 794792"/>
                <a:gd name="connsiteX2" fmla="*/ 2309168 w 2309168"/>
                <a:gd name="connsiteY2" fmla="*/ 270099 h 794792"/>
                <a:gd name="connsiteX3" fmla="*/ 2144534 w 2309168"/>
                <a:gd name="connsiteY3" fmla="*/ 794792 h 794792"/>
                <a:gd name="connsiteX4" fmla="*/ 1156661 w 2309168"/>
                <a:gd name="connsiteY4" fmla="*/ 480091 h 794792"/>
                <a:gd name="connsiteX5" fmla="*/ 139604 w 2309168"/>
                <a:gd name="connsiteY5" fmla="*/ 746155 h 794792"/>
                <a:gd name="connsiteX6" fmla="*/ 0 w 2309168"/>
                <a:gd name="connsiteY6" fmla="*/ 259772 h 794792"/>
                <a:gd name="connsiteX0" fmla="*/ 0 w 2309168"/>
                <a:gd name="connsiteY0" fmla="*/ 259772 h 794792"/>
                <a:gd name="connsiteX1" fmla="*/ 1166388 w 2309168"/>
                <a:gd name="connsiteY1" fmla="*/ 20 h 794792"/>
                <a:gd name="connsiteX2" fmla="*/ 2309168 w 2309168"/>
                <a:gd name="connsiteY2" fmla="*/ 270099 h 794792"/>
                <a:gd name="connsiteX3" fmla="*/ 2144534 w 2309168"/>
                <a:gd name="connsiteY3" fmla="*/ 794792 h 794792"/>
                <a:gd name="connsiteX4" fmla="*/ 1156661 w 2309168"/>
                <a:gd name="connsiteY4" fmla="*/ 480091 h 794792"/>
                <a:gd name="connsiteX5" fmla="*/ 139604 w 2309168"/>
                <a:gd name="connsiteY5" fmla="*/ 746155 h 794792"/>
                <a:gd name="connsiteX6" fmla="*/ 0 w 2309168"/>
                <a:gd name="connsiteY6" fmla="*/ 259772 h 794792"/>
                <a:gd name="connsiteX0" fmla="*/ 0 w 2309168"/>
                <a:gd name="connsiteY0" fmla="*/ 259772 h 746155"/>
                <a:gd name="connsiteX1" fmla="*/ 1166388 w 2309168"/>
                <a:gd name="connsiteY1" fmla="*/ 20 h 746155"/>
                <a:gd name="connsiteX2" fmla="*/ 2309168 w 2309168"/>
                <a:gd name="connsiteY2" fmla="*/ 270099 h 746155"/>
                <a:gd name="connsiteX3" fmla="*/ 2121417 w 2309168"/>
                <a:gd name="connsiteY3" fmla="*/ 707462 h 746155"/>
                <a:gd name="connsiteX4" fmla="*/ 1156661 w 2309168"/>
                <a:gd name="connsiteY4" fmla="*/ 480091 h 746155"/>
                <a:gd name="connsiteX5" fmla="*/ 139604 w 2309168"/>
                <a:gd name="connsiteY5" fmla="*/ 746155 h 746155"/>
                <a:gd name="connsiteX6" fmla="*/ 0 w 2309168"/>
                <a:gd name="connsiteY6" fmla="*/ 259772 h 746155"/>
                <a:gd name="connsiteX0" fmla="*/ 0 w 2309168"/>
                <a:gd name="connsiteY0" fmla="*/ 259772 h 746155"/>
                <a:gd name="connsiteX1" fmla="*/ 1166388 w 2309168"/>
                <a:gd name="connsiteY1" fmla="*/ 20 h 746155"/>
                <a:gd name="connsiteX2" fmla="*/ 2309168 w 2309168"/>
                <a:gd name="connsiteY2" fmla="*/ 270099 h 746155"/>
                <a:gd name="connsiteX3" fmla="*/ 2121417 w 2309168"/>
                <a:gd name="connsiteY3" fmla="*/ 707462 h 746155"/>
                <a:gd name="connsiteX4" fmla="*/ 1156661 w 2309168"/>
                <a:gd name="connsiteY4" fmla="*/ 480091 h 746155"/>
                <a:gd name="connsiteX5" fmla="*/ 139604 w 2309168"/>
                <a:gd name="connsiteY5" fmla="*/ 746155 h 746155"/>
                <a:gd name="connsiteX6" fmla="*/ 0 w 2309168"/>
                <a:gd name="connsiteY6" fmla="*/ 259772 h 746155"/>
                <a:gd name="connsiteX0" fmla="*/ 0 w 2309168"/>
                <a:gd name="connsiteY0" fmla="*/ 226793 h 746567"/>
                <a:gd name="connsiteX1" fmla="*/ 1166388 w 2309168"/>
                <a:gd name="connsiteY1" fmla="*/ 432 h 746567"/>
                <a:gd name="connsiteX2" fmla="*/ 2309168 w 2309168"/>
                <a:gd name="connsiteY2" fmla="*/ 270511 h 746567"/>
                <a:gd name="connsiteX3" fmla="*/ 2121417 w 2309168"/>
                <a:gd name="connsiteY3" fmla="*/ 707874 h 746567"/>
                <a:gd name="connsiteX4" fmla="*/ 1156661 w 2309168"/>
                <a:gd name="connsiteY4" fmla="*/ 480503 h 746567"/>
                <a:gd name="connsiteX5" fmla="*/ 139604 w 2309168"/>
                <a:gd name="connsiteY5" fmla="*/ 746567 h 746567"/>
                <a:gd name="connsiteX6" fmla="*/ 0 w 2309168"/>
                <a:gd name="connsiteY6" fmla="*/ 226793 h 746567"/>
                <a:gd name="connsiteX0" fmla="*/ 0 w 2309168"/>
                <a:gd name="connsiteY0" fmla="*/ 226663 h 746437"/>
                <a:gd name="connsiteX1" fmla="*/ 1166388 w 2309168"/>
                <a:gd name="connsiteY1" fmla="*/ 302 h 746437"/>
                <a:gd name="connsiteX2" fmla="*/ 2309168 w 2309168"/>
                <a:gd name="connsiteY2" fmla="*/ 270381 h 746437"/>
                <a:gd name="connsiteX3" fmla="*/ 2121417 w 2309168"/>
                <a:gd name="connsiteY3" fmla="*/ 707744 h 746437"/>
                <a:gd name="connsiteX4" fmla="*/ 1156661 w 2309168"/>
                <a:gd name="connsiteY4" fmla="*/ 480373 h 746437"/>
                <a:gd name="connsiteX5" fmla="*/ 139604 w 2309168"/>
                <a:gd name="connsiteY5" fmla="*/ 746437 h 746437"/>
                <a:gd name="connsiteX6" fmla="*/ 0 w 2309168"/>
                <a:gd name="connsiteY6" fmla="*/ 226663 h 746437"/>
                <a:gd name="connsiteX0" fmla="*/ 0 w 2309168"/>
                <a:gd name="connsiteY0" fmla="*/ 226614 h 746388"/>
                <a:gd name="connsiteX1" fmla="*/ 1166388 w 2309168"/>
                <a:gd name="connsiteY1" fmla="*/ 253 h 746388"/>
                <a:gd name="connsiteX2" fmla="*/ 2309168 w 2309168"/>
                <a:gd name="connsiteY2" fmla="*/ 270332 h 746388"/>
                <a:gd name="connsiteX3" fmla="*/ 2121417 w 2309168"/>
                <a:gd name="connsiteY3" fmla="*/ 707695 h 746388"/>
                <a:gd name="connsiteX4" fmla="*/ 1156661 w 2309168"/>
                <a:gd name="connsiteY4" fmla="*/ 480324 h 746388"/>
                <a:gd name="connsiteX5" fmla="*/ 139604 w 2309168"/>
                <a:gd name="connsiteY5" fmla="*/ 746388 h 746388"/>
                <a:gd name="connsiteX6" fmla="*/ 0 w 2309168"/>
                <a:gd name="connsiteY6" fmla="*/ 226614 h 746388"/>
                <a:gd name="connsiteX0" fmla="*/ 0 w 2309168"/>
                <a:gd name="connsiteY0" fmla="*/ 231692 h 746328"/>
                <a:gd name="connsiteX1" fmla="*/ 1166388 w 2309168"/>
                <a:gd name="connsiteY1" fmla="*/ 193 h 746328"/>
                <a:gd name="connsiteX2" fmla="*/ 2309168 w 2309168"/>
                <a:gd name="connsiteY2" fmla="*/ 270272 h 746328"/>
                <a:gd name="connsiteX3" fmla="*/ 2121417 w 2309168"/>
                <a:gd name="connsiteY3" fmla="*/ 707635 h 746328"/>
                <a:gd name="connsiteX4" fmla="*/ 1156661 w 2309168"/>
                <a:gd name="connsiteY4" fmla="*/ 480264 h 746328"/>
                <a:gd name="connsiteX5" fmla="*/ 139604 w 2309168"/>
                <a:gd name="connsiteY5" fmla="*/ 746328 h 746328"/>
                <a:gd name="connsiteX6" fmla="*/ 0 w 2309168"/>
                <a:gd name="connsiteY6" fmla="*/ 231692 h 746328"/>
                <a:gd name="connsiteX0" fmla="*/ 0 w 2309168"/>
                <a:gd name="connsiteY0" fmla="*/ 231692 h 707635"/>
                <a:gd name="connsiteX1" fmla="*/ 1166388 w 2309168"/>
                <a:gd name="connsiteY1" fmla="*/ 193 h 707635"/>
                <a:gd name="connsiteX2" fmla="*/ 2309168 w 2309168"/>
                <a:gd name="connsiteY2" fmla="*/ 270272 h 707635"/>
                <a:gd name="connsiteX3" fmla="*/ 2121417 w 2309168"/>
                <a:gd name="connsiteY3" fmla="*/ 707635 h 707635"/>
                <a:gd name="connsiteX4" fmla="*/ 1156661 w 2309168"/>
                <a:gd name="connsiteY4" fmla="*/ 480264 h 707635"/>
                <a:gd name="connsiteX5" fmla="*/ 172995 w 2309168"/>
                <a:gd name="connsiteY5" fmla="*/ 684683 h 707635"/>
                <a:gd name="connsiteX6" fmla="*/ 0 w 2309168"/>
                <a:gd name="connsiteY6" fmla="*/ 231692 h 707635"/>
                <a:gd name="connsiteX0" fmla="*/ 0 w 2309168"/>
                <a:gd name="connsiteY0" fmla="*/ 231692 h 707635"/>
                <a:gd name="connsiteX1" fmla="*/ 1166388 w 2309168"/>
                <a:gd name="connsiteY1" fmla="*/ 193 h 707635"/>
                <a:gd name="connsiteX2" fmla="*/ 2309168 w 2309168"/>
                <a:gd name="connsiteY2" fmla="*/ 270272 h 707635"/>
                <a:gd name="connsiteX3" fmla="*/ 2121417 w 2309168"/>
                <a:gd name="connsiteY3" fmla="*/ 707635 h 707635"/>
                <a:gd name="connsiteX4" fmla="*/ 1156661 w 2309168"/>
                <a:gd name="connsiteY4" fmla="*/ 480264 h 707635"/>
                <a:gd name="connsiteX5" fmla="*/ 172995 w 2309168"/>
                <a:gd name="connsiteY5" fmla="*/ 684683 h 707635"/>
                <a:gd name="connsiteX6" fmla="*/ 0 w 2309168"/>
                <a:gd name="connsiteY6" fmla="*/ 231692 h 707635"/>
                <a:gd name="connsiteX0" fmla="*/ 0 w 2309168"/>
                <a:gd name="connsiteY0" fmla="*/ 231692 h 715340"/>
                <a:gd name="connsiteX1" fmla="*/ 1166388 w 2309168"/>
                <a:gd name="connsiteY1" fmla="*/ 193 h 715340"/>
                <a:gd name="connsiteX2" fmla="*/ 2309168 w 2309168"/>
                <a:gd name="connsiteY2" fmla="*/ 270272 h 715340"/>
                <a:gd name="connsiteX3" fmla="*/ 2123986 w 2309168"/>
                <a:gd name="connsiteY3" fmla="*/ 715340 h 715340"/>
                <a:gd name="connsiteX4" fmla="*/ 1156661 w 2309168"/>
                <a:gd name="connsiteY4" fmla="*/ 480264 h 715340"/>
                <a:gd name="connsiteX5" fmla="*/ 172995 w 2309168"/>
                <a:gd name="connsiteY5" fmla="*/ 684683 h 715340"/>
                <a:gd name="connsiteX6" fmla="*/ 0 w 2309168"/>
                <a:gd name="connsiteY6" fmla="*/ 231692 h 715340"/>
                <a:gd name="connsiteX0" fmla="*/ 0 w 2309168"/>
                <a:gd name="connsiteY0" fmla="*/ 231692 h 715340"/>
                <a:gd name="connsiteX1" fmla="*/ 1166388 w 2309168"/>
                <a:gd name="connsiteY1" fmla="*/ 193 h 715340"/>
                <a:gd name="connsiteX2" fmla="*/ 2309168 w 2309168"/>
                <a:gd name="connsiteY2" fmla="*/ 270272 h 715340"/>
                <a:gd name="connsiteX3" fmla="*/ 2123986 w 2309168"/>
                <a:gd name="connsiteY3" fmla="*/ 715340 h 715340"/>
                <a:gd name="connsiteX4" fmla="*/ 1156661 w 2309168"/>
                <a:gd name="connsiteY4" fmla="*/ 480264 h 715340"/>
                <a:gd name="connsiteX5" fmla="*/ 172995 w 2309168"/>
                <a:gd name="connsiteY5" fmla="*/ 684683 h 715340"/>
                <a:gd name="connsiteX6" fmla="*/ 0 w 2309168"/>
                <a:gd name="connsiteY6" fmla="*/ 231692 h 715340"/>
                <a:gd name="connsiteX0" fmla="*/ 0 w 2309168"/>
                <a:gd name="connsiteY0" fmla="*/ 231692 h 715340"/>
                <a:gd name="connsiteX1" fmla="*/ 1166388 w 2309168"/>
                <a:gd name="connsiteY1" fmla="*/ 193 h 715340"/>
                <a:gd name="connsiteX2" fmla="*/ 2309168 w 2309168"/>
                <a:gd name="connsiteY2" fmla="*/ 270272 h 715340"/>
                <a:gd name="connsiteX3" fmla="*/ 2123986 w 2309168"/>
                <a:gd name="connsiteY3" fmla="*/ 715340 h 715340"/>
                <a:gd name="connsiteX4" fmla="*/ 1156661 w 2309168"/>
                <a:gd name="connsiteY4" fmla="*/ 480264 h 715340"/>
                <a:gd name="connsiteX5" fmla="*/ 172995 w 2309168"/>
                <a:gd name="connsiteY5" fmla="*/ 684683 h 715340"/>
                <a:gd name="connsiteX6" fmla="*/ 0 w 2309168"/>
                <a:gd name="connsiteY6" fmla="*/ 231692 h 715340"/>
                <a:gd name="connsiteX0" fmla="*/ 0 w 2314305"/>
                <a:gd name="connsiteY0" fmla="*/ 231543 h 715191"/>
                <a:gd name="connsiteX1" fmla="*/ 1166388 w 2314305"/>
                <a:gd name="connsiteY1" fmla="*/ 44 h 715191"/>
                <a:gd name="connsiteX2" fmla="*/ 2314305 w 2314305"/>
                <a:gd name="connsiteY2" fmla="*/ 249575 h 715191"/>
                <a:gd name="connsiteX3" fmla="*/ 2123986 w 2314305"/>
                <a:gd name="connsiteY3" fmla="*/ 715191 h 715191"/>
                <a:gd name="connsiteX4" fmla="*/ 1156661 w 2314305"/>
                <a:gd name="connsiteY4" fmla="*/ 480115 h 715191"/>
                <a:gd name="connsiteX5" fmla="*/ 172995 w 2314305"/>
                <a:gd name="connsiteY5" fmla="*/ 684534 h 715191"/>
                <a:gd name="connsiteX6" fmla="*/ 0 w 2314305"/>
                <a:gd name="connsiteY6" fmla="*/ 231543 h 715191"/>
                <a:gd name="connsiteX0" fmla="*/ 0 w 2314305"/>
                <a:gd name="connsiteY0" fmla="*/ 231543 h 715191"/>
                <a:gd name="connsiteX1" fmla="*/ 1166388 w 2314305"/>
                <a:gd name="connsiteY1" fmla="*/ 44 h 715191"/>
                <a:gd name="connsiteX2" fmla="*/ 2314305 w 2314305"/>
                <a:gd name="connsiteY2" fmla="*/ 249575 h 715191"/>
                <a:gd name="connsiteX3" fmla="*/ 2123986 w 2314305"/>
                <a:gd name="connsiteY3" fmla="*/ 715191 h 715191"/>
                <a:gd name="connsiteX4" fmla="*/ 1156661 w 2314305"/>
                <a:gd name="connsiteY4" fmla="*/ 480115 h 715191"/>
                <a:gd name="connsiteX5" fmla="*/ 172995 w 2314305"/>
                <a:gd name="connsiteY5" fmla="*/ 684534 h 715191"/>
                <a:gd name="connsiteX6" fmla="*/ 0 w 2314305"/>
                <a:gd name="connsiteY6" fmla="*/ 231543 h 715191"/>
                <a:gd name="connsiteX0" fmla="*/ 0 w 2314305"/>
                <a:gd name="connsiteY0" fmla="*/ 231550 h 715198"/>
                <a:gd name="connsiteX1" fmla="*/ 1166388 w 2314305"/>
                <a:gd name="connsiteY1" fmla="*/ 51 h 715198"/>
                <a:gd name="connsiteX2" fmla="*/ 2314305 w 2314305"/>
                <a:gd name="connsiteY2" fmla="*/ 249582 h 715198"/>
                <a:gd name="connsiteX3" fmla="*/ 2123986 w 2314305"/>
                <a:gd name="connsiteY3" fmla="*/ 715198 h 715198"/>
                <a:gd name="connsiteX4" fmla="*/ 1156661 w 2314305"/>
                <a:gd name="connsiteY4" fmla="*/ 480122 h 715198"/>
                <a:gd name="connsiteX5" fmla="*/ 172995 w 2314305"/>
                <a:gd name="connsiteY5" fmla="*/ 684541 h 715198"/>
                <a:gd name="connsiteX6" fmla="*/ 0 w 2314305"/>
                <a:gd name="connsiteY6" fmla="*/ 231550 h 715198"/>
                <a:gd name="connsiteX0" fmla="*/ 0 w 2314305"/>
                <a:gd name="connsiteY0" fmla="*/ 233092 h 716740"/>
                <a:gd name="connsiteX1" fmla="*/ 1166388 w 2314305"/>
                <a:gd name="connsiteY1" fmla="*/ 1593 h 716740"/>
                <a:gd name="connsiteX2" fmla="*/ 2314305 w 2314305"/>
                <a:gd name="connsiteY2" fmla="*/ 251124 h 716740"/>
                <a:gd name="connsiteX3" fmla="*/ 2123986 w 2314305"/>
                <a:gd name="connsiteY3" fmla="*/ 716740 h 716740"/>
                <a:gd name="connsiteX4" fmla="*/ 1156661 w 2314305"/>
                <a:gd name="connsiteY4" fmla="*/ 481664 h 716740"/>
                <a:gd name="connsiteX5" fmla="*/ 172995 w 2314305"/>
                <a:gd name="connsiteY5" fmla="*/ 686083 h 716740"/>
                <a:gd name="connsiteX6" fmla="*/ 0 w 2314305"/>
                <a:gd name="connsiteY6" fmla="*/ 233092 h 716740"/>
                <a:gd name="connsiteX0" fmla="*/ 0 w 2314305"/>
                <a:gd name="connsiteY0" fmla="*/ 231523 h 715171"/>
                <a:gd name="connsiteX1" fmla="*/ 1166388 w 2314305"/>
                <a:gd name="connsiteY1" fmla="*/ 24 h 715171"/>
                <a:gd name="connsiteX2" fmla="*/ 2314305 w 2314305"/>
                <a:gd name="connsiteY2" fmla="*/ 249555 h 715171"/>
                <a:gd name="connsiteX3" fmla="*/ 2123986 w 2314305"/>
                <a:gd name="connsiteY3" fmla="*/ 715171 h 715171"/>
                <a:gd name="connsiteX4" fmla="*/ 1156661 w 2314305"/>
                <a:gd name="connsiteY4" fmla="*/ 480095 h 715171"/>
                <a:gd name="connsiteX5" fmla="*/ 172995 w 2314305"/>
                <a:gd name="connsiteY5" fmla="*/ 684514 h 715171"/>
                <a:gd name="connsiteX6" fmla="*/ 0 w 2314305"/>
                <a:gd name="connsiteY6" fmla="*/ 231523 h 715171"/>
                <a:gd name="connsiteX0" fmla="*/ 0 w 2314305"/>
                <a:gd name="connsiteY0" fmla="*/ 231550 h 715198"/>
                <a:gd name="connsiteX1" fmla="*/ 1166388 w 2314305"/>
                <a:gd name="connsiteY1" fmla="*/ 51 h 715198"/>
                <a:gd name="connsiteX2" fmla="*/ 2314305 w 2314305"/>
                <a:gd name="connsiteY2" fmla="*/ 249582 h 715198"/>
                <a:gd name="connsiteX3" fmla="*/ 2123986 w 2314305"/>
                <a:gd name="connsiteY3" fmla="*/ 715198 h 715198"/>
                <a:gd name="connsiteX4" fmla="*/ 1156661 w 2314305"/>
                <a:gd name="connsiteY4" fmla="*/ 480122 h 715198"/>
                <a:gd name="connsiteX5" fmla="*/ 172995 w 2314305"/>
                <a:gd name="connsiteY5" fmla="*/ 684541 h 715198"/>
                <a:gd name="connsiteX6" fmla="*/ 0 w 2314305"/>
                <a:gd name="connsiteY6" fmla="*/ 231550 h 715198"/>
                <a:gd name="connsiteX0" fmla="*/ 0 w 2314305"/>
                <a:gd name="connsiteY0" fmla="*/ 232088 h 715736"/>
                <a:gd name="connsiteX1" fmla="*/ 1166388 w 2314305"/>
                <a:gd name="connsiteY1" fmla="*/ 589 h 715736"/>
                <a:gd name="connsiteX2" fmla="*/ 2314305 w 2314305"/>
                <a:gd name="connsiteY2" fmla="*/ 250120 h 715736"/>
                <a:gd name="connsiteX3" fmla="*/ 2123986 w 2314305"/>
                <a:gd name="connsiteY3" fmla="*/ 715736 h 715736"/>
                <a:gd name="connsiteX4" fmla="*/ 1156661 w 2314305"/>
                <a:gd name="connsiteY4" fmla="*/ 480660 h 715736"/>
                <a:gd name="connsiteX5" fmla="*/ 172995 w 2314305"/>
                <a:gd name="connsiteY5" fmla="*/ 685079 h 715736"/>
                <a:gd name="connsiteX6" fmla="*/ 0 w 2314305"/>
                <a:gd name="connsiteY6" fmla="*/ 232088 h 715736"/>
                <a:gd name="connsiteX0" fmla="*/ 0 w 2314305"/>
                <a:gd name="connsiteY0" fmla="*/ 232088 h 715736"/>
                <a:gd name="connsiteX1" fmla="*/ 1166388 w 2314305"/>
                <a:gd name="connsiteY1" fmla="*/ 589 h 715736"/>
                <a:gd name="connsiteX2" fmla="*/ 2314305 w 2314305"/>
                <a:gd name="connsiteY2" fmla="*/ 250120 h 715736"/>
                <a:gd name="connsiteX3" fmla="*/ 2123986 w 2314305"/>
                <a:gd name="connsiteY3" fmla="*/ 715736 h 715736"/>
                <a:gd name="connsiteX4" fmla="*/ 1156661 w 2314305"/>
                <a:gd name="connsiteY4" fmla="*/ 480660 h 715736"/>
                <a:gd name="connsiteX5" fmla="*/ 172995 w 2314305"/>
                <a:gd name="connsiteY5" fmla="*/ 685079 h 715736"/>
                <a:gd name="connsiteX6" fmla="*/ 0 w 2314305"/>
                <a:gd name="connsiteY6" fmla="*/ 232088 h 715736"/>
                <a:gd name="connsiteX0" fmla="*/ 0 w 2314305"/>
                <a:gd name="connsiteY0" fmla="*/ 232088 h 715736"/>
                <a:gd name="connsiteX1" fmla="*/ 1166388 w 2314305"/>
                <a:gd name="connsiteY1" fmla="*/ 589 h 715736"/>
                <a:gd name="connsiteX2" fmla="*/ 2314305 w 2314305"/>
                <a:gd name="connsiteY2" fmla="*/ 250120 h 715736"/>
                <a:gd name="connsiteX3" fmla="*/ 2123986 w 2314305"/>
                <a:gd name="connsiteY3" fmla="*/ 715736 h 715736"/>
                <a:gd name="connsiteX4" fmla="*/ 1156661 w 2314305"/>
                <a:gd name="connsiteY4" fmla="*/ 480660 h 715736"/>
                <a:gd name="connsiteX5" fmla="*/ 172995 w 2314305"/>
                <a:gd name="connsiteY5" fmla="*/ 685079 h 715736"/>
                <a:gd name="connsiteX6" fmla="*/ 0 w 2314305"/>
                <a:gd name="connsiteY6" fmla="*/ 232088 h 715736"/>
                <a:gd name="connsiteX0" fmla="*/ 0 w 2314305"/>
                <a:gd name="connsiteY0" fmla="*/ 232060 h 715708"/>
                <a:gd name="connsiteX1" fmla="*/ 1166388 w 2314305"/>
                <a:gd name="connsiteY1" fmla="*/ 561 h 715708"/>
                <a:gd name="connsiteX2" fmla="*/ 2314305 w 2314305"/>
                <a:gd name="connsiteY2" fmla="*/ 250092 h 715708"/>
                <a:gd name="connsiteX3" fmla="*/ 2123986 w 2314305"/>
                <a:gd name="connsiteY3" fmla="*/ 715708 h 715708"/>
                <a:gd name="connsiteX4" fmla="*/ 1156661 w 2314305"/>
                <a:gd name="connsiteY4" fmla="*/ 480632 h 715708"/>
                <a:gd name="connsiteX5" fmla="*/ 172995 w 2314305"/>
                <a:gd name="connsiteY5" fmla="*/ 685051 h 715708"/>
                <a:gd name="connsiteX6" fmla="*/ 0 w 2314305"/>
                <a:gd name="connsiteY6" fmla="*/ 232060 h 7157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314305" h="715708">
                  <a:moveTo>
                    <a:pt x="0" y="232060"/>
                  </a:moveTo>
                  <a:cubicBezTo>
                    <a:pt x="116349" y="135016"/>
                    <a:pt x="772966" y="-10150"/>
                    <a:pt x="1166388" y="561"/>
                  </a:cubicBezTo>
                  <a:cubicBezTo>
                    <a:pt x="1559810" y="11272"/>
                    <a:pt x="1962415" y="54514"/>
                    <a:pt x="2314305" y="250092"/>
                  </a:cubicBezTo>
                  <a:cubicBezTo>
                    <a:pt x="2236857" y="411910"/>
                    <a:pt x="2305049" y="284904"/>
                    <a:pt x="2123986" y="715708"/>
                  </a:cubicBezTo>
                  <a:cubicBezTo>
                    <a:pt x="2077752" y="646036"/>
                    <a:pt x="1616289" y="480632"/>
                    <a:pt x="1156661" y="480632"/>
                  </a:cubicBezTo>
                  <a:cubicBezTo>
                    <a:pt x="697033" y="480632"/>
                    <a:pt x="257593" y="589531"/>
                    <a:pt x="172995" y="685051"/>
                  </a:cubicBezTo>
                  <a:lnTo>
                    <a:pt x="0" y="232060"/>
                  </a:lnTo>
                  <a:close/>
                </a:path>
              </a:pathLst>
            </a:custGeom>
            <a:solidFill>
              <a:srgbClr val="252260"/>
            </a:solidFill>
            <a:ln>
              <a:solidFill>
                <a:srgbClr val="2522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60A35A71-AD7F-2773-210C-70D0C1064C54}"/>
                </a:ext>
              </a:extLst>
            </p:cNvPr>
            <p:cNvSpPr txBox="1"/>
            <p:nvPr/>
          </p:nvSpPr>
          <p:spPr>
            <a:xfrm rot="2976467">
              <a:off x="9461974" y="1744448"/>
              <a:ext cx="1841899" cy="638175"/>
            </a:xfrm>
            <a:prstGeom prst="rect">
              <a:avLst/>
            </a:prstGeom>
            <a:noFill/>
          </p:spPr>
          <p:txBody>
            <a:bodyPr wrap="square" rtlCol="0">
              <a:prstTxWarp prst="textArchUp">
                <a:avLst>
                  <a:gd name="adj" fmla="val 11053946"/>
                </a:avLst>
              </a:prstTxWarp>
              <a:spAutoFit/>
            </a:bodyPr>
            <a:lstStyle/>
            <a:p>
              <a:pPr algn="ctr"/>
              <a:r>
                <a:rPr lang="en-US" sz="2400" dirty="0">
                  <a:solidFill>
                    <a:schemeClr val="bg1"/>
                  </a:solidFill>
                </a:rPr>
                <a:t>Connect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5B60CAB7-94DD-6759-3D0C-BA7D3AD77D22}"/>
                </a:ext>
              </a:extLst>
            </p:cNvPr>
            <p:cNvSpPr txBox="1"/>
            <p:nvPr/>
          </p:nvSpPr>
          <p:spPr>
            <a:xfrm rot="6218390">
              <a:off x="9925946" y="3694976"/>
              <a:ext cx="1841899" cy="638175"/>
            </a:xfrm>
            <a:prstGeom prst="rect">
              <a:avLst/>
            </a:prstGeom>
            <a:noFill/>
          </p:spPr>
          <p:txBody>
            <a:bodyPr wrap="square" rtlCol="0">
              <a:prstTxWarp prst="textArchUp">
                <a:avLst/>
              </a:prstTxWarp>
              <a:spAutoFit/>
            </a:bodyPr>
            <a:lstStyle/>
            <a:p>
              <a:pPr algn="ctr"/>
              <a:r>
                <a:rPr lang="en-US" sz="2400" dirty="0">
                  <a:solidFill>
                    <a:schemeClr val="bg1"/>
                  </a:solidFill>
                </a:rPr>
                <a:t>Learn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8A36CCCB-8CB2-5C0A-E92B-5365C8817F44}"/>
                </a:ext>
              </a:extLst>
            </p:cNvPr>
            <p:cNvSpPr txBox="1"/>
            <p:nvPr/>
          </p:nvSpPr>
          <p:spPr>
            <a:xfrm rot="9167093">
              <a:off x="8638078" y="5306238"/>
              <a:ext cx="1841899" cy="638175"/>
            </a:xfrm>
            <a:prstGeom prst="rect">
              <a:avLst/>
            </a:prstGeom>
            <a:noFill/>
          </p:spPr>
          <p:txBody>
            <a:bodyPr wrap="square" rtlCol="0">
              <a:prstTxWarp prst="textArchUp">
                <a:avLst/>
              </a:prstTxWarp>
              <a:spAutoFit/>
            </a:bodyPr>
            <a:lstStyle/>
            <a:p>
              <a:pPr algn="ctr"/>
              <a:r>
                <a:rPr lang="en-US" sz="2400" dirty="0">
                  <a:solidFill>
                    <a:schemeClr val="bg1"/>
                  </a:solidFill>
                </a:rPr>
                <a:t>Engage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B8D10961-798C-3E82-DBE7-392638BA61E2}"/>
                </a:ext>
              </a:extLst>
            </p:cNvPr>
            <p:cNvSpPr txBox="1"/>
            <p:nvPr/>
          </p:nvSpPr>
          <p:spPr>
            <a:xfrm rot="15697400">
              <a:off x="5263361" y="3507272"/>
              <a:ext cx="2027125" cy="638175"/>
            </a:xfrm>
            <a:prstGeom prst="rect">
              <a:avLst/>
            </a:prstGeom>
            <a:noFill/>
          </p:spPr>
          <p:txBody>
            <a:bodyPr wrap="square" rtlCol="0">
              <a:prstTxWarp prst="textArchUp">
                <a:avLst>
                  <a:gd name="adj" fmla="val 10820778"/>
                </a:avLst>
              </a:prstTxWarp>
              <a:spAutoFit/>
            </a:bodyPr>
            <a:lstStyle/>
            <a:p>
              <a:pPr algn="ctr"/>
              <a:r>
                <a:rPr lang="en-US" sz="2400" dirty="0">
                  <a:solidFill>
                    <a:schemeClr val="bg1"/>
                  </a:solidFill>
                </a:rPr>
                <a:t>Appreciate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6A34E2CE-5138-5BC5-2D0A-18105858E39F}"/>
                </a:ext>
              </a:extLst>
            </p:cNvPr>
            <p:cNvSpPr txBox="1"/>
            <p:nvPr/>
          </p:nvSpPr>
          <p:spPr>
            <a:xfrm rot="18734748">
              <a:off x="5921532" y="1587556"/>
              <a:ext cx="1841899" cy="638175"/>
            </a:xfrm>
            <a:prstGeom prst="rect">
              <a:avLst/>
            </a:prstGeom>
            <a:noFill/>
          </p:spPr>
          <p:txBody>
            <a:bodyPr wrap="square" rtlCol="0">
              <a:prstTxWarp prst="textArchUp">
                <a:avLst/>
              </a:prstTxWarp>
              <a:spAutoFit/>
            </a:bodyPr>
            <a:lstStyle/>
            <a:p>
              <a:pPr algn="ctr"/>
              <a:r>
                <a:rPr lang="en-US" sz="2400" dirty="0">
                  <a:solidFill>
                    <a:schemeClr val="bg1"/>
                  </a:solidFill>
                </a:rPr>
                <a:t>Motivate</a:t>
              </a:r>
            </a:p>
          </p:txBody>
        </p:sp>
        <p:sp>
          <p:nvSpPr>
            <p:cNvPr id="17" name="Isosceles Triangle 16">
              <a:extLst>
                <a:ext uri="{FF2B5EF4-FFF2-40B4-BE49-F238E27FC236}">
                  <a16:creationId xmlns:a16="http://schemas.microsoft.com/office/drawing/2014/main" id="{66BAF7AA-9886-8CAB-1EBD-20A3721ED1C2}"/>
                </a:ext>
              </a:extLst>
            </p:cNvPr>
            <p:cNvSpPr/>
            <p:nvPr/>
          </p:nvSpPr>
          <p:spPr>
            <a:xfrm rot="6649031">
              <a:off x="9283774" y="854270"/>
              <a:ext cx="1097280" cy="457200"/>
            </a:xfrm>
            <a:prstGeom prst="triangle">
              <a:avLst>
                <a:gd name="adj" fmla="val 49630"/>
              </a:avLst>
            </a:prstGeom>
            <a:solidFill>
              <a:srgbClr val="EE4238"/>
            </a:solidFill>
            <a:ln>
              <a:solidFill>
                <a:srgbClr val="EE423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" name="Isosceles Triangle 17">
              <a:extLst>
                <a:ext uri="{FF2B5EF4-FFF2-40B4-BE49-F238E27FC236}">
                  <a16:creationId xmlns:a16="http://schemas.microsoft.com/office/drawing/2014/main" id="{36E1D5FB-05B9-4303-195D-3FA0304492A8}"/>
                </a:ext>
              </a:extLst>
            </p:cNvPr>
            <p:cNvSpPr/>
            <p:nvPr/>
          </p:nvSpPr>
          <p:spPr>
            <a:xfrm rot="10033193">
              <a:off x="10653102" y="2772840"/>
              <a:ext cx="1097280" cy="457200"/>
            </a:xfrm>
            <a:prstGeom prst="triangle">
              <a:avLst>
                <a:gd name="adj" fmla="val 49630"/>
              </a:avLst>
            </a:prstGeom>
            <a:solidFill>
              <a:srgbClr val="F18120"/>
            </a:solidFill>
            <a:ln>
              <a:solidFill>
                <a:srgbClr val="F1812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9" name="Block Arc 1">
              <a:extLst>
                <a:ext uri="{FF2B5EF4-FFF2-40B4-BE49-F238E27FC236}">
                  <a16:creationId xmlns:a16="http://schemas.microsoft.com/office/drawing/2014/main" id="{FB12AED3-376C-EC6D-51F0-AEEB90A2B8F0}"/>
                </a:ext>
              </a:extLst>
            </p:cNvPr>
            <p:cNvSpPr/>
            <p:nvPr/>
          </p:nvSpPr>
          <p:spPr>
            <a:xfrm>
              <a:off x="7436948" y="567120"/>
              <a:ext cx="2314305" cy="715708"/>
            </a:xfrm>
            <a:custGeom>
              <a:avLst/>
              <a:gdLst>
                <a:gd name="connsiteX0" fmla="*/ 0 w 2391141"/>
                <a:gd name="connsiteY0" fmla="*/ 726679 h 1453358"/>
                <a:gd name="connsiteX1" fmla="*/ 1195571 w 2391141"/>
                <a:gd name="connsiteY1" fmla="*/ 0 h 1453358"/>
                <a:gd name="connsiteX2" fmla="*/ 2391142 w 2391141"/>
                <a:gd name="connsiteY2" fmla="*/ 726679 h 1453358"/>
                <a:gd name="connsiteX3" fmla="*/ 2027802 w 2391141"/>
                <a:gd name="connsiteY3" fmla="*/ 726679 h 1453358"/>
                <a:gd name="connsiteX4" fmla="*/ 1195571 w 2391141"/>
                <a:gd name="connsiteY4" fmla="*/ 363339 h 1453358"/>
                <a:gd name="connsiteX5" fmla="*/ 363340 w 2391141"/>
                <a:gd name="connsiteY5" fmla="*/ 726679 h 1453358"/>
                <a:gd name="connsiteX6" fmla="*/ 0 w 2391141"/>
                <a:gd name="connsiteY6" fmla="*/ 726679 h 1453358"/>
                <a:gd name="connsiteX0" fmla="*/ 0 w 2614878"/>
                <a:gd name="connsiteY0" fmla="*/ 727830 h 727830"/>
                <a:gd name="connsiteX1" fmla="*/ 1195571 w 2614878"/>
                <a:gd name="connsiteY1" fmla="*/ 1151 h 727830"/>
                <a:gd name="connsiteX2" fmla="*/ 2614878 w 2614878"/>
                <a:gd name="connsiteY2" fmla="*/ 611098 h 727830"/>
                <a:gd name="connsiteX3" fmla="*/ 2027802 w 2614878"/>
                <a:gd name="connsiteY3" fmla="*/ 727830 h 727830"/>
                <a:gd name="connsiteX4" fmla="*/ 1195571 w 2614878"/>
                <a:gd name="connsiteY4" fmla="*/ 364490 h 727830"/>
                <a:gd name="connsiteX5" fmla="*/ 363340 w 2614878"/>
                <a:gd name="connsiteY5" fmla="*/ 727830 h 727830"/>
                <a:gd name="connsiteX6" fmla="*/ 0 w 2614878"/>
                <a:gd name="connsiteY6" fmla="*/ 727830 h 727830"/>
                <a:gd name="connsiteX0" fmla="*/ 0 w 2614878"/>
                <a:gd name="connsiteY0" fmla="*/ 727830 h 727830"/>
                <a:gd name="connsiteX1" fmla="*/ 1195571 w 2614878"/>
                <a:gd name="connsiteY1" fmla="*/ 1151 h 727830"/>
                <a:gd name="connsiteX2" fmla="*/ 2614878 w 2614878"/>
                <a:gd name="connsiteY2" fmla="*/ 611098 h 727830"/>
                <a:gd name="connsiteX3" fmla="*/ 2251538 w 2614878"/>
                <a:gd name="connsiteY3" fmla="*/ 669464 h 727830"/>
                <a:gd name="connsiteX4" fmla="*/ 1195571 w 2614878"/>
                <a:gd name="connsiteY4" fmla="*/ 364490 h 727830"/>
                <a:gd name="connsiteX5" fmla="*/ 363340 w 2614878"/>
                <a:gd name="connsiteY5" fmla="*/ 727830 h 727830"/>
                <a:gd name="connsiteX6" fmla="*/ 0 w 2614878"/>
                <a:gd name="connsiteY6" fmla="*/ 727830 h 727830"/>
                <a:gd name="connsiteX0" fmla="*/ 0 w 2780249"/>
                <a:gd name="connsiteY0" fmla="*/ 590533 h 726720"/>
                <a:gd name="connsiteX1" fmla="*/ 1360942 w 2780249"/>
                <a:gd name="connsiteY1" fmla="*/ 41 h 726720"/>
                <a:gd name="connsiteX2" fmla="*/ 2780249 w 2780249"/>
                <a:gd name="connsiteY2" fmla="*/ 609988 h 726720"/>
                <a:gd name="connsiteX3" fmla="*/ 2416909 w 2780249"/>
                <a:gd name="connsiteY3" fmla="*/ 668354 h 726720"/>
                <a:gd name="connsiteX4" fmla="*/ 1360942 w 2780249"/>
                <a:gd name="connsiteY4" fmla="*/ 363380 h 726720"/>
                <a:gd name="connsiteX5" fmla="*/ 528711 w 2780249"/>
                <a:gd name="connsiteY5" fmla="*/ 726720 h 726720"/>
                <a:gd name="connsiteX6" fmla="*/ 0 w 2780249"/>
                <a:gd name="connsiteY6" fmla="*/ 590533 h 726720"/>
                <a:gd name="connsiteX0" fmla="*/ 0 w 2780249"/>
                <a:gd name="connsiteY0" fmla="*/ 590533 h 668354"/>
                <a:gd name="connsiteX1" fmla="*/ 1360942 w 2780249"/>
                <a:gd name="connsiteY1" fmla="*/ 41 h 668354"/>
                <a:gd name="connsiteX2" fmla="*/ 2780249 w 2780249"/>
                <a:gd name="connsiteY2" fmla="*/ 609988 h 668354"/>
                <a:gd name="connsiteX3" fmla="*/ 2416909 w 2780249"/>
                <a:gd name="connsiteY3" fmla="*/ 668354 h 668354"/>
                <a:gd name="connsiteX4" fmla="*/ 1360942 w 2780249"/>
                <a:gd name="connsiteY4" fmla="*/ 363380 h 668354"/>
                <a:gd name="connsiteX5" fmla="*/ 275792 w 2780249"/>
                <a:gd name="connsiteY5" fmla="*/ 639171 h 668354"/>
                <a:gd name="connsiteX6" fmla="*/ 0 w 2780249"/>
                <a:gd name="connsiteY6" fmla="*/ 590533 h 668354"/>
                <a:gd name="connsiteX0" fmla="*/ 0 w 2780249"/>
                <a:gd name="connsiteY0" fmla="*/ 590533 h 668354"/>
                <a:gd name="connsiteX1" fmla="*/ 1360942 w 2780249"/>
                <a:gd name="connsiteY1" fmla="*/ 41 h 668354"/>
                <a:gd name="connsiteX2" fmla="*/ 2780249 w 2780249"/>
                <a:gd name="connsiteY2" fmla="*/ 609988 h 668354"/>
                <a:gd name="connsiteX3" fmla="*/ 2416909 w 2780249"/>
                <a:gd name="connsiteY3" fmla="*/ 668354 h 668354"/>
                <a:gd name="connsiteX4" fmla="*/ 1351215 w 2780249"/>
                <a:gd name="connsiteY4" fmla="*/ 480112 h 668354"/>
                <a:gd name="connsiteX5" fmla="*/ 275792 w 2780249"/>
                <a:gd name="connsiteY5" fmla="*/ 639171 h 668354"/>
                <a:gd name="connsiteX6" fmla="*/ 0 w 2780249"/>
                <a:gd name="connsiteY6" fmla="*/ 590533 h 668354"/>
                <a:gd name="connsiteX0" fmla="*/ 0 w 2780249"/>
                <a:gd name="connsiteY0" fmla="*/ 590533 h 775358"/>
                <a:gd name="connsiteX1" fmla="*/ 1360942 w 2780249"/>
                <a:gd name="connsiteY1" fmla="*/ 41 h 775358"/>
                <a:gd name="connsiteX2" fmla="*/ 2780249 w 2780249"/>
                <a:gd name="connsiteY2" fmla="*/ 609988 h 775358"/>
                <a:gd name="connsiteX3" fmla="*/ 2329360 w 2780249"/>
                <a:gd name="connsiteY3" fmla="*/ 775358 h 775358"/>
                <a:gd name="connsiteX4" fmla="*/ 1351215 w 2780249"/>
                <a:gd name="connsiteY4" fmla="*/ 480112 h 775358"/>
                <a:gd name="connsiteX5" fmla="*/ 275792 w 2780249"/>
                <a:gd name="connsiteY5" fmla="*/ 639171 h 775358"/>
                <a:gd name="connsiteX6" fmla="*/ 0 w 2780249"/>
                <a:gd name="connsiteY6" fmla="*/ 590533 h 775358"/>
                <a:gd name="connsiteX0" fmla="*/ 0 w 2673245"/>
                <a:gd name="connsiteY0" fmla="*/ 600391 h 785216"/>
                <a:gd name="connsiteX1" fmla="*/ 1360942 w 2673245"/>
                <a:gd name="connsiteY1" fmla="*/ 9899 h 785216"/>
                <a:gd name="connsiteX2" fmla="*/ 2673245 w 2673245"/>
                <a:gd name="connsiteY2" fmla="*/ 405837 h 785216"/>
                <a:gd name="connsiteX3" fmla="*/ 2329360 w 2673245"/>
                <a:gd name="connsiteY3" fmla="*/ 785216 h 785216"/>
                <a:gd name="connsiteX4" fmla="*/ 1351215 w 2673245"/>
                <a:gd name="connsiteY4" fmla="*/ 489970 h 785216"/>
                <a:gd name="connsiteX5" fmla="*/ 275792 w 2673245"/>
                <a:gd name="connsiteY5" fmla="*/ 649029 h 785216"/>
                <a:gd name="connsiteX6" fmla="*/ 0 w 2673245"/>
                <a:gd name="connsiteY6" fmla="*/ 600391 h 785216"/>
                <a:gd name="connsiteX0" fmla="*/ 0 w 2673245"/>
                <a:gd name="connsiteY0" fmla="*/ 593348 h 778173"/>
                <a:gd name="connsiteX1" fmla="*/ 1360942 w 2673245"/>
                <a:gd name="connsiteY1" fmla="*/ 2856 h 778173"/>
                <a:gd name="connsiteX2" fmla="*/ 2673245 w 2673245"/>
                <a:gd name="connsiteY2" fmla="*/ 398794 h 778173"/>
                <a:gd name="connsiteX3" fmla="*/ 2329360 w 2673245"/>
                <a:gd name="connsiteY3" fmla="*/ 778173 h 778173"/>
                <a:gd name="connsiteX4" fmla="*/ 1351215 w 2673245"/>
                <a:gd name="connsiteY4" fmla="*/ 482927 h 778173"/>
                <a:gd name="connsiteX5" fmla="*/ 275792 w 2673245"/>
                <a:gd name="connsiteY5" fmla="*/ 641986 h 778173"/>
                <a:gd name="connsiteX6" fmla="*/ 0 w 2673245"/>
                <a:gd name="connsiteY6" fmla="*/ 593348 h 778173"/>
                <a:gd name="connsiteX0" fmla="*/ 0 w 2478691"/>
                <a:gd name="connsiteY0" fmla="*/ 293714 h 809279"/>
                <a:gd name="connsiteX1" fmla="*/ 1166388 w 2478691"/>
                <a:gd name="connsiteY1" fmla="*/ 33962 h 809279"/>
                <a:gd name="connsiteX2" fmla="*/ 2478691 w 2478691"/>
                <a:gd name="connsiteY2" fmla="*/ 429900 h 809279"/>
                <a:gd name="connsiteX3" fmla="*/ 2134806 w 2478691"/>
                <a:gd name="connsiteY3" fmla="*/ 809279 h 809279"/>
                <a:gd name="connsiteX4" fmla="*/ 1156661 w 2478691"/>
                <a:gd name="connsiteY4" fmla="*/ 514033 h 809279"/>
                <a:gd name="connsiteX5" fmla="*/ 81238 w 2478691"/>
                <a:gd name="connsiteY5" fmla="*/ 673092 h 809279"/>
                <a:gd name="connsiteX6" fmla="*/ 0 w 2478691"/>
                <a:gd name="connsiteY6" fmla="*/ 293714 h 809279"/>
                <a:gd name="connsiteX0" fmla="*/ 0 w 2478691"/>
                <a:gd name="connsiteY0" fmla="*/ 262275 h 777840"/>
                <a:gd name="connsiteX1" fmla="*/ 1166388 w 2478691"/>
                <a:gd name="connsiteY1" fmla="*/ 2523 h 777840"/>
                <a:gd name="connsiteX2" fmla="*/ 2478691 w 2478691"/>
                <a:gd name="connsiteY2" fmla="*/ 398461 h 777840"/>
                <a:gd name="connsiteX3" fmla="*/ 2134806 w 2478691"/>
                <a:gd name="connsiteY3" fmla="*/ 777840 h 777840"/>
                <a:gd name="connsiteX4" fmla="*/ 1156661 w 2478691"/>
                <a:gd name="connsiteY4" fmla="*/ 482594 h 777840"/>
                <a:gd name="connsiteX5" fmla="*/ 81238 w 2478691"/>
                <a:gd name="connsiteY5" fmla="*/ 641653 h 777840"/>
                <a:gd name="connsiteX6" fmla="*/ 0 w 2478691"/>
                <a:gd name="connsiteY6" fmla="*/ 262275 h 777840"/>
                <a:gd name="connsiteX0" fmla="*/ 0 w 2478691"/>
                <a:gd name="connsiteY0" fmla="*/ 262275 h 777841"/>
                <a:gd name="connsiteX1" fmla="*/ 1166388 w 2478691"/>
                <a:gd name="connsiteY1" fmla="*/ 2523 h 777841"/>
                <a:gd name="connsiteX2" fmla="*/ 2478691 w 2478691"/>
                <a:gd name="connsiteY2" fmla="*/ 398461 h 777841"/>
                <a:gd name="connsiteX3" fmla="*/ 2134806 w 2478691"/>
                <a:gd name="connsiteY3" fmla="*/ 777840 h 777841"/>
                <a:gd name="connsiteX4" fmla="*/ 1156661 w 2478691"/>
                <a:gd name="connsiteY4" fmla="*/ 482594 h 777841"/>
                <a:gd name="connsiteX5" fmla="*/ 178515 w 2478691"/>
                <a:gd name="connsiteY5" fmla="*/ 777841 h 777841"/>
                <a:gd name="connsiteX6" fmla="*/ 0 w 2478691"/>
                <a:gd name="connsiteY6" fmla="*/ 262275 h 777841"/>
                <a:gd name="connsiteX0" fmla="*/ 0 w 2478691"/>
                <a:gd name="connsiteY0" fmla="*/ 262275 h 777840"/>
                <a:gd name="connsiteX1" fmla="*/ 1166388 w 2478691"/>
                <a:gd name="connsiteY1" fmla="*/ 2523 h 777840"/>
                <a:gd name="connsiteX2" fmla="*/ 2478691 w 2478691"/>
                <a:gd name="connsiteY2" fmla="*/ 398461 h 777840"/>
                <a:gd name="connsiteX3" fmla="*/ 2134806 w 2478691"/>
                <a:gd name="connsiteY3" fmla="*/ 777840 h 777840"/>
                <a:gd name="connsiteX4" fmla="*/ 1156661 w 2478691"/>
                <a:gd name="connsiteY4" fmla="*/ 482594 h 777840"/>
                <a:gd name="connsiteX5" fmla="*/ 139604 w 2478691"/>
                <a:gd name="connsiteY5" fmla="*/ 748658 h 777840"/>
                <a:gd name="connsiteX6" fmla="*/ 0 w 2478691"/>
                <a:gd name="connsiteY6" fmla="*/ 262275 h 777840"/>
                <a:gd name="connsiteX0" fmla="*/ 0 w 2478691"/>
                <a:gd name="connsiteY0" fmla="*/ 262275 h 777840"/>
                <a:gd name="connsiteX1" fmla="*/ 1166388 w 2478691"/>
                <a:gd name="connsiteY1" fmla="*/ 2523 h 777840"/>
                <a:gd name="connsiteX2" fmla="*/ 2478691 w 2478691"/>
                <a:gd name="connsiteY2" fmla="*/ 398461 h 777840"/>
                <a:gd name="connsiteX3" fmla="*/ 2134806 w 2478691"/>
                <a:gd name="connsiteY3" fmla="*/ 777840 h 777840"/>
                <a:gd name="connsiteX4" fmla="*/ 1156661 w 2478691"/>
                <a:gd name="connsiteY4" fmla="*/ 482594 h 777840"/>
                <a:gd name="connsiteX5" fmla="*/ 139604 w 2478691"/>
                <a:gd name="connsiteY5" fmla="*/ 748658 h 777840"/>
                <a:gd name="connsiteX6" fmla="*/ 0 w 2478691"/>
                <a:gd name="connsiteY6" fmla="*/ 262275 h 777840"/>
                <a:gd name="connsiteX0" fmla="*/ 0 w 2478691"/>
                <a:gd name="connsiteY0" fmla="*/ 262275 h 797295"/>
                <a:gd name="connsiteX1" fmla="*/ 1166388 w 2478691"/>
                <a:gd name="connsiteY1" fmla="*/ 2523 h 797295"/>
                <a:gd name="connsiteX2" fmla="*/ 2478691 w 2478691"/>
                <a:gd name="connsiteY2" fmla="*/ 398461 h 797295"/>
                <a:gd name="connsiteX3" fmla="*/ 2144534 w 2478691"/>
                <a:gd name="connsiteY3" fmla="*/ 797295 h 797295"/>
                <a:gd name="connsiteX4" fmla="*/ 1156661 w 2478691"/>
                <a:gd name="connsiteY4" fmla="*/ 482594 h 797295"/>
                <a:gd name="connsiteX5" fmla="*/ 139604 w 2478691"/>
                <a:gd name="connsiteY5" fmla="*/ 748658 h 797295"/>
                <a:gd name="connsiteX6" fmla="*/ 0 w 2478691"/>
                <a:gd name="connsiteY6" fmla="*/ 262275 h 797295"/>
                <a:gd name="connsiteX0" fmla="*/ 0 w 2478691"/>
                <a:gd name="connsiteY0" fmla="*/ 262275 h 797295"/>
                <a:gd name="connsiteX1" fmla="*/ 1166388 w 2478691"/>
                <a:gd name="connsiteY1" fmla="*/ 2523 h 797295"/>
                <a:gd name="connsiteX2" fmla="*/ 2478691 w 2478691"/>
                <a:gd name="connsiteY2" fmla="*/ 398461 h 797295"/>
                <a:gd name="connsiteX3" fmla="*/ 2144534 w 2478691"/>
                <a:gd name="connsiteY3" fmla="*/ 797295 h 797295"/>
                <a:gd name="connsiteX4" fmla="*/ 1156661 w 2478691"/>
                <a:gd name="connsiteY4" fmla="*/ 482594 h 797295"/>
                <a:gd name="connsiteX5" fmla="*/ 139604 w 2478691"/>
                <a:gd name="connsiteY5" fmla="*/ 748658 h 797295"/>
                <a:gd name="connsiteX6" fmla="*/ 0 w 2478691"/>
                <a:gd name="connsiteY6" fmla="*/ 262275 h 797295"/>
                <a:gd name="connsiteX0" fmla="*/ 0 w 2309168"/>
                <a:gd name="connsiteY0" fmla="*/ 259772 h 794792"/>
                <a:gd name="connsiteX1" fmla="*/ 1166388 w 2309168"/>
                <a:gd name="connsiteY1" fmla="*/ 20 h 794792"/>
                <a:gd name="connsiteX2" fmla="*/ 2309168 w 2309168"/>
                <a:gd name="connsiteY2" fmla="*/ 270099 h 794792"/>
                <a:gd name="connsiteX3" fmla="*/ 2144534 w 2309168"/>
                <a:gd name="connsiteY3" fmla="*/ 794792 h 794792"/>
                <a:gd name="connsiteX4" fmla="*/ 1156661 w 2309168"/>
                <a:gd name="connsiteY4" fmla="*/ 480091 h 794792"/>
                <a:gd name="connsiteX5" fmla="*/ 139604 w 2309168"/>
                <a:gd name="connsiteY5" fmla="*/ 746155 h 794792"/>
                <a:gd name="connsiteX6" fmla="*/ 0 w 2309168"/>
                <a:gd name="connsiteY6" fmla="*/ 259772 h 794792"/>
                <a:gd name="connsiteX0" fmla="*/ 0 w 2309168"/>
                <a:gd name="connsiteY0" fmla="*/ 259772 h 794792"/>
                <a:gd name="connsiteX1" fmla="*/ 1166388 w 2309168"/>
                <a:gd name="connsiteY1" fmla="*/ 20 h 794792"/>
                <a:gd name="connsiteX2" fmla="*/ 2309168 w 2309168"/>
                <a:gd name="connsiteY2" fmla="*/ 270099 h 794792"/>
                <a:gd name="connsiteX3" fmla="*/ 2144534 w 2309168"/>
                <a:gd name="connsiteY3" fmla="*/ 794792 h 794792"/>
                <a:gd name="connsiteX4" fmla="*/ 1156661 w 2309168"/>
                <a:gd name="connsiteY4" fmla="*/ 480091 h 794792"/>
                <a:gd name="connsiteX5" fmla="*/ 139604 w 2309168"/>
                <a:gd name="connsiteY5" fmla="*/ 746155 h 794792"/>
                <a:gd name="connsiteX6" fmla="*/ 0 w 2309168"/>
                <a:gd name="connsiteY6" fmla="*/ 259772 h 794792"/>
                <a:gd name="connsiteX0" fmla="*/ 0 w 2309168"/>
                <a:gd name="connsiteY0" fmla="*/ 259772 h 746155"/>
                <a:gd name="connsiteX1" fmla="*/ 1166388 w 2309168"/>
                <a:gd name="connsiteY1" fmla="*/ 20 h 746155"/>
                <a:gd name="connsiteX2" fmla="*/ 2309168 w 2309168"/>
                <a:gd name="connsiteY2" fmla="*/ 270099 h 746155"/>
                <a:gd name="connsiteX3" fmla="*/ 2121417 w 2309168"/>
                <a:gd name="connsiteY3" fmla="*/ 707462 h 746155"/>
                <a:gd name="connsiteX4" fmla="*/ 1156661 w 2309168"/>
                <a:gd name="connsiteY4" fmla="*/ 480091 h 746155"/>
                <a:gd name="connsiteX5" fmla="*/ 139604 w 2309168"/>
                <a:gd name="connsiteY5" fmla="*/ 746155 h 746155"/>
                <a:gd name="connsiteX6" fmla="*/ 0 w 2309168"/>
                <a:gd name="connsiteY6" fmla="*/ 259772 h 746155"/>
                <a:gd name="connsiteX0" fmla="*/ 0 w 2309168"/>
                <a:gd name="connsiteY0" fmla="*/ 259772 h 746155"/>
                <a:gd name="connsiteX1" fmla="*/ 1166388 w 2309168"/>
                <a:gd name="connsiteY1" fmla="*/ 20 h 746155"/>
                <a:gd name="connsiteX2" fmla="*/ 2309168 w 2309168"/>
                <a:gd name="connsiteY2" fmla="*/ 270099 h 746155"/>
                <a:gd name="connsiteX3" fmla="*/ 2121417 w 2309168"/>
                <a:gd name="connsiteY3" fmla="*/ 707462 h 746155"/>
                <a:gd name="connsiteX4" fmla="*/ 1156661 w 2309168"/>
                <a:gd name="connsiteY4" fmla="*/ 480091 h 746155"/>
                <a:gd name="connsiteX5" fmla="*/ 139604 w 2309168"/>
                <a:gd name="connsiteY5" fmla="*/ 746155 h 746155"/>
                <a:gd name="connsiteX6" fmla="*/ 0 w 2309168"/>
                <a:gd name="connsiteY6" fmla="*/ 259772 h 746155"/>
                <a:gd name="connsiteX0" fmla="*/ 0 w 2309168"/>
                <a:gd name="connsiteY0" fmla="*/ 226793 h 746567"/>
                <a:gd name="connsiteX1" fmla="*/ 1166388 w 2309168"/>
                <a:gd name="connsiteY1" fmla="*/ 432 h 746567"/>
                <a:gd name="connsiteX2" fmla="*/ 2309168 w 2309168"/>
                <a:gd name="connsiteY2" fmla="*/ 270511 h 746567"/>
                <a:gd name="connsiteX3" fmla="*/ 2121417 w 2309168"/>
                <a:gd name="connsiteY3" fmla="*/ 707874 h 746567"/>
                <a:gd name="connsiteX4" fmla="*/ 1156661 w 2309168"/>
                <a:gd name="connsiteY4" fmla="*/ 480503 h 746567"/>
                <a:gd name="connsiteX5" fmla="*/ 139604 w 2309168"/>
                <a:gd name="connsiteY5" fmla="*/ 746567 h 746567"/>
                <a:gd name="connsiteX6" fmla="*/ 0 w 2309168"/>
                <a:gd name="connsiteY6" fmla="*/ 226793 h 746567"/>
                <a:gd name="connsiteX0" fmla="*/ 0 w 2309168"/>
                <a:gd name="connsiteY0" fmla="*/ 226663 h 746437"/>
                <a:gd name="connsiteX1" fmla="*/ 1166388 w 2309168"/>
                <a:gd name="connsiteY1" fmla="*/ 302 h 746437"/>
                <a:gd name="connsiteX2" fmla="*/ 2309168 w 2309168"/>
                <a:gd name="connsiteY2" fmla="*/ 270381 h 746437"/>
                <a:gd name="connsiteX3" fmla="*/ 2121417 w 2309168"/>
                <a:gd name="connsiteY3" fmla="*/ 707744 h 746437"/>
                <a:gd name="connsiteX4" fmla="*/ 1156661 w 2309168"/>
                <a:gd name="connsiteY4" fmla="*/ 480373 h 746437"/>
                <a:gd name="connsiteX5" fmla="*/ 139604 w 2309168"/>
                <a:gd name="connsiteY5" fmla="*/ 746437 h 746437"/>
                <a:gd name="connsiteX6" fmla="*/ 0 w 2309168"/>
                <a:gd name="connsiteY6" fmla="*/ 226663 h 746437"/>
                <a:gd name="connsiteX0" fmla="*/ 0 w 2309168"/>
                <a:gd name="connsiteY0" fmla="*/ 226614 h 746388"/>
                <a:gd name="connsiteX1" fmla="*/ 1166388 w 2309168"/>
                <a:gd name="connsiteY1" fmla="*/ 253 h 746388"/>
                <a:gd name="connsiteX2" fmla="*/ 2309168 w 2309168"/>
                <a:gd name="connsiteY2" fmla="*/ 270332 h 746388"/>
                <a:gd name="connsiteX3" fmla="*/ 2121417 w 2309168"/>
                <a:gd name="connsiteY3" fmla="*/ 707695 h 746388"/>
                <a:gd name="connsiteX4" fmla="*/ 1156661 w 2309168"/>
                <a:gd name="connsiteY4" fmla="*/ 480324 h 746388"/>
                <a:gd name="connsiteX5" fmla="*/ 139604 w 2309168"/>
                <a:gd name="connsiteY5" fmla="*/ 746388 h 746388"/>
                <a:gd name="connsiteX6" fmla="*/ 0 w 2309168"/>
                <a:gd name="connsiteY6" fmla="*/ 226614 h 746388"/>
                <a:gd name="connsiteX0" fmla="*/ 0 w 2309168"/>
                <a:gd name="connsiteY0" fmla="*/ 231692 h 746328"/>
                <a:gd name="connsiteX1" fmla="*/ 1166388 w 2309168"/>
                <a:gd name="connsiteY1" fmla="*/ 193 h 746328"/>
                <a:gd name="connsiteX2" fmla="*/ 2309168 w 2309168"/>
                <a:gd name="connsiteY2" fmla="*/ 270272 h 746328"/>
                <a:gd name="connsiteX3" fmla="*/ 2121417 w 2309168"/>
                <a:gd name="connsiteY3" fmla="*/ 707635 h 746328"/>
                <a:gd name="connsiteX4" fmla="*/ 1156661 w 2309168"/>
                <a:gd name="connsiteY4" fmla="*/ 480264 h 746328"/>
                <a:gd name="connsiteX5" fmla="*/ 139604 w 2309168"/>
                <a:gd name="connsiteY5" fmla="*/ 746328 h 746328"/>
                <a:gd name="connsiteX6" fmla="*/ 0 w 2309168"/>
                <a:gd name="connsiteY6" fmla="*/ 231692 h 746328"/>
                <a:gd name="connsiteX0" fmla="*/ 0 w 2309168"/>
                <a:gd name="connsiteY0" fmla="*/ 231692 h 707635"/>
                <a:gd name="connsiteX1" fmla="*/ 1166388 w 2309168"/>
                <a:gd name="connsiteY1" fmla="*/ 193 h 707635"/>
                <a:gd name="connsiteX2" fmla="*/ 2309168 w 2309168"/>
                <a:gd name="connsiteY2" fmla="*/ 270272 h 707635"/>
                <a:gd name="connsiteX3" fmla="*/ 2121417 w 2309168"/>
                <a:gd name="connsiteY3" fmla="*/ 707635 h 707635"/>
                <a:gd name="connsiteX4" fmla="*/ 1156661 w 2309168"/>
                <a:gd name="connsiteY4" fmla="*/ 480264 h 707635"/>
                <a:gd name="connsiteX5" fmla="*/ 172995 w 2309168"/>
                <a:gd name="connsiteY5" fmla="*/ 684683 h 707635"/>
                <a:gd name="connsiteX6" fmla="*/ 0 w 2309168"/>
                <a:gd name="connsiteY6" fmla="*/ 231692 h 707635"/>
                <a:gd name="connsiteX0" fmla="*/ 0 w 2309168"/>
                <a:gd name="connsiteY0" fmla="*/ 231692 h 707635"/>
                <a:gd name="connsiteX1" fmla="*/ 1166388 w 2309168"/>
                <a:gd name="connsiteY1" fmla="*/ 193 h 707635"/>
                <a:gd name="connsiteX2" fmla="*/ 2309168 w 2309168"/>
                <a:gd name="connsiteY2" fmla="*/ 270272 h 707635"/>
                <a:gd name="connsiteX3" fmla="*/ 2121417 w 2309168"/>
                <a:gd name="connsiteY3" fmla="*/ 707635 h 707635"/>
                <a:gd name="connsiteX4" fmla="*/ 1156661 w 2309168"/>
                <a:gd name="connsiteY4" fmla="*/ 480264 h 707635"/>
                <a:gd name="connsiteX5" fmla="*/ 172995 w 2309168"/>
                <a:gd name="connsiteY5" fmla="*/ 684683 h 707635"/>
                <a:gd name="connsiteX6" fmla="*/ 0 w 2309168"/>
                <a:gd name="connsiteY6" fmla="*/ 231692 h 707635"/>
                <a:gd name="connsiteX0" fmla="*/ 0 w 2309168"/>
                <a:gd name="connsiteY0" fmla="*/ 231692 h 715340"/>
                <a:gd name="connsiteX1" fmla="*/ 1166388 w 2309168"/>
                <a:gd name="connsiteY1" fmla="*/ 193 h 715340"/>
                <a:gd name="connsiteX2" fmla="*/ 2309168 w 2309168"/>
                <a:gd name="connsiteY2" fmla="*/ 270272 h 715340"/>
                <a:gd name="connsiteX3" fmla="*/ 2123986 w 2309168"/>
                <a:gd name="connsiteY3" fmla="*/ 715340 h 715340"/>
                <a:gd name="connsiteX4" fmla="*/ 1156661 w 2309168"/>
                <a:gd name="connsiteY4" fmla="*/ 480264 h 715340"/>
                <a:gd name="connsiteX5" fmla="*/ 172995 w 2309168"/>
                <a:gd name="connsiteY5" fmla="*/ 684683 h 715340"/>
                <a:gd name="connsiteX6" fmla="*/ 0 w 2309168"/>
                <a:gd name="connsiteY6" fmla="*/ 231692 h 715340"/>
                <a:gd name="connsiteX0" fmla="*/ 0 w 2309168"/>
                <a:gd name="connsiteY0" fmla="*/ 231692 h 715340"/>
                <a:gd name="connsiteX1" fmla="*/ 1166388 w 2309168"/>
                <a:gd name="connsiteY1" fmla="*/ 193 h 715340"/>
                <a:gd name="connsiteX2" fmla="*/ 2309168 w 2309168"/>
                <a:gd name="connsiteY2" fmla="*/ 270272 h 715340"/>
                <a:gd name="connsiteX3" fmla="*/ 2123986 w 2309168"/>
                <a:gd name="connsiteY3" fmla="*/ 715340 h 715340"/>
                <a:gd name="connsiteX4" fmla="*/ 1156661 w 2309168"/>
                <a:gd name="connsiteY4" fmla="*/ 480264 h 715340"/>
                <a:gd name="connsiteX5" fmla="*/ 172995 w 2309168"/>
                <a:gd name="connsiteY5" fmla="*/ 684683 h 715340"/>
                <a:gd name="connsiteX6" fmla="*/ 0 w 2309168"/>
                <a:gd name="connsiteY6" fmla="*/ 231692 h 715340"/>
                <a:gd name="connsiteX0" fmla="*/ 0 w 2309168"/>
                <a:gd name="connsiteY0" fmla="*/ 231692 h 715340"/>
                <a:gd name="connsiteX1" fmla="*/ 1166388 w 2309168"/>
                <a:gd name="connsiteY1" fmla="*/ 193 h 715340"/>
                <a:gd name="connsiteX2" fmla="*/ 2309168 w 2309168"/>
                <a:gd name="connsiteY2" fmla="*/ 270272 h 715340"/>
                <a:gd name="connsiteX3" fmla="*/ 2123986 w 2309168"/>
                <a:gd name="connsiteY3" fmla="*/ 715340 h 715340"/>
                <a:gd name="connsiteX4" fmla="*/ 1156661 w 2309168"/>
                <a:gd name="connsiteY4" fmla="*/ 480264 h 715340"/>
                <a:gd name="connsiteX5" fmla="*/ 172995 w 2309168"/>
                <a:gd name="connsiteY5" fmla="*/ 684683 h 715340"/>
                <a:gd name="connsiteX6" fmla="*/ 0 w 2309168"/>
                <a:gd name="connsiteY6" fmla="*/ 231692 h 715340"/>
                <a:gd name="connsiteX0" fmla="*/ 0 w 2314305"/>
                <a:gd name="connsiteY0" fmla="*/ 231543 h 715191"/>
                <a:gd name="connsiteX1" fmla="*/ 1166388 w 2314305"/>
                <a:gd name="connsiteY1" fmla="*/ 44 h 715191"/>
                <a:gd name="connsiteX2" fmla="*/ 2314305 w 2314305"/>
                <a:gd name="connsiteY2" fmla="*/ 249575 h 715191"/>
                <a:gd name="connsiteX3" fmla="*/ 2123986 w 2314305"/>
                <a:gd name="connsiteY3" fmla="*/ 715191 h 715191"/>
                <a:gd name="connsiteX4" fmla="*/ 1156661 w 2314305"/>
                <a:gd name="connsiteY4" fmla="*/ 480115 h 715191"/>
                <a:gd name="connsiteX5" fmla="*/ 172995 w 2314305"/>
                <a:gd name="connsiteY5" fmla="*/ 684534 h 715191"/>
                <a:gd name="connsiteX6" fmla="*/ 0 w 2314305"/>
                <a:gd name="connsiteY6" fmla="*/ 231543 h 715191"/>
                <a:gd name="connsiteX0" fmla="*/ 0 w 2314305"/>
                <a:gd name="connsiteY0" fmla="*/ 231543 h 715191"/>
                <a:gd name="connsiteX1" fmla="*/ 1166388 w 2314305"/>
                <a:gd name="connsiteY1" fmla="*/ 44 h 715191"/>
                <a:gd name="connsiteX2" fmla="*/ 2314305 w 2314305"/>
                <a:gd name="connsiteY2" fmla="*/ 249575 h 715191"/>
                <a:gd name="connsiteX3" fmla="*/ 2123986 w 2314305"/>
                <a:gd name="connsiteY3" fmla="*/ 715191 h 715191"/>
                <a:gd name="connsiteX4" fmla="*/ 1156661 w 2314305"/>
                <a:gd name="connsiteY4" fmla="*/ 480115 h 715191"/>
                <a:gd name="connsiteX5" fmla="*/ 172995 w 2314305"/>
                <a:gd name="connsiteY5" fmla="*/ 684534 h 715191"/>
                <a:gd name="connsiteX6" fmla="*/ 0 w 2314305"/>
                <a:gd name="connsiteY6" fmla="*/ 231543 h 715191"/>
                <a:gd name="connsiteX0" fmla="*/ 0 w 2314305"/>
                <a:gd name="connsiteY0" fmla="*/ 231550 h 715198"/>
                <a:gd name="connsiteX1" fmla="*/ 1166388 w 2314305"/>
                <a:gd name="connsiteY1" fmla="*/ 51 h 715198"/>
                <a:gd name="connsiteX2" fmla="*/ 2314305 w 2314305"/>
                <a:gd name="connsiteY2" fmla="*/ 249582 h 715198"/>
                <a:gd name="connsiteX3" fmla="*/ 2123986 w 2314305"/>
                <a:gd name="connsiteY3" fmla="*/ 715198 h 715198"/>
                <a:gd name="connsiteX4" fmla="*/ 1156661 w 2314305"/>
                <a:gd name="connsiteY4" fmla="*/ 480122 h 715198"/>
                <a:gd name="connsiteX5" fmla="*/ 172995 w 2314305"/>
                <a:gd name="connsiteY5" fmla="*/ 684541 h 715198"/>
                <a:gd name="connsiteX6" fmla="*/ 0 w 2314305"/>
                <a:gd name="connsiteY6" fmla="*/ 231550 h 715198"/>
                <a:gd name="connsiteX0" fmla="*/ 0 w 2314305"/>
                <a:gd name="connsiteY0" fmla="*/ 233092 h 716740"/>
                <a:gd name="connsiteX1" fmla="*/ 1166388 w 2314305"/>
                <a:gd name="connsiteY1" fmla="*/ 1593 h 716740"/>
                <a:gd name="connsiteX2" fmla="*/ 2314305 w 2314305"/>
                <a:gd name="connsiteY2" fmla="*/ 251124 h 716740"/>
                <a:gd name="connsiteX3" fmla="*/ 2123986 w 2314305"/>
                <a:gd name="connsiteY3" fmla="*/ 716740 h 716740"/>
                <a:gd name="connsiteX4" fmla="*/ 1156661 w 2314305"/>
                <a:gd name="connsiteY4" fmla="*/ 481664 h 716740"/>
                <a:gd name="connsiteX5" fmla="*/ 172995 w 2314305"/>
                <a:gd name="connsiteY5" fmla="*/ 686083 h 716740"/>
                <a:gd name="connsiteX6" fmla="*/ 0 w 2314305"/>
                <a:gd name="connsiteY6" fmla="*/ 233092 h 716740"/>
                <a:gd name="connsiteX0" fmla="*/ 0 w 2314305"/>
                <a:gd name="connsiteY0" fmla="*/ 231523 h 715171"/>
                <a:gd name="connsiteX1" fmla="*/ 1166388 w 2314305"/>
                <a:gd name="connsiteY1" fmla="*/ 24 h 715171"/>
                <a:gd name="connsiteX2" fmla="*/ 2314305 w 2314305"/>
                <a:gd name="connsiteY2" fmla="*/ 249555 h 715171"/>
                <a:gd name="connsiteX3" fmla="*/ 2123986 w 2314305"/>
                <a:gd name="connsiteY3" fmla="*/ 715171 h 715171"/>
                <a:gd name="connsiteX4" fmla="*/ 1156661 w 2314305"/>
                <a:gd name="connsiteY4" fmla="*/ 480095 h 715171"/>
                <a:gd name="connsiteX5" fmla="*/ 172995 w 2314305"/>
                <a:gd name="connsiteY5" fmla="*/ 684514 h 715171"/>
                <a:gd name="connsiteX6" fmla="*/ 0 w 2314305"/>
                <a:gd name="connsiteY6" fmla="*/ 231523 h 715171"/>
                <a:gd name="connsiteX0" fmla="*/ 0 w 2314305"/>
                <a:gd name="connsiteY0" fmla="*/ 231550 h 715198"/>
                <a:gd name="connsiteX1" fmla="*/ 1166388 w 2314305"/>
                <a:gd name="connsiteY1" fmla="*/ 51 h 715198"/>
                <a:gd name="connsiteX2" fmla="*/ 2314305 w 2314305"/>
                <a:gd name="connsiteY2" fmla="*/ 249582 h 715198"/>
                <a:gd name="connsiteX3" fmla="*/ 2123986 w 2314305"/>
                <a:gd name="connsiteY3" fmla="*/ 715198 h 715198"/>
                <a:gd name="connsiteX4" fmla="*/ 1156661 w 2314305"/>
                <a:gd name="connsiteY4" fmla="*/ 480122 h 715198"/>
                <a:gd name="connsiteX5" fmla="*/ 172995 w 2314305"/>
                <a:gd name="connsiteY5" fmla="*/ 684541 h 715198"/>
                <a:gd name="connsiteX6" fmla="*/ 0 w 2314305"/>
                <a:gd name="connsiteY6" fmla="*/ 231550 h 715198"/>
                <a:gd name="connsiteX0" fmla="*/ 0 w 2314305"/>
                <a:gd name="connsiteY0" fmla="*/ 232088 h 715736"/>
                <a:gd name="connsiteX1" fmla="*/ 1166388 w 2314305"/>
                <a:gd name="connsiteY1" fmla="*/ 589 h 715736"/>
                <a:gd name="connsiteX2" fmla="*/ 2314305 w 2314305"/>
                <a:gd name="connsiteY2" fmla="*/ 250120 h 715736"/>
                <a:gd name="connsiteX3" fmla="*/ 2123986 w 2314305"/>
                <a:gd name="connsiteY3" fmla="*/ 715736 h 715736"/>
                <a:gd name="connsiteX4" fmla="*/ 1156661 w 2314305"/>
                <a:gd name="connsiteY4" fmla="*/ 480660 h 715736"/>
                <a:gd name="connsiteX5" fmla="*/ 172995 w 2314305"/>
                <a:gd name="connsiteY5" fmla="*/ 685079 h 715736"/>
                <a:gd name="connsiteX6" fmla="*/ 0 w 2314305"/>
                <a:gd name="connsiteY6" fmla="*/ 232088 h 715736"/>
                <a:gd name="connsiteX0" fmla="*/ 0 w 2314305"/>
                <a:gd name="connsiteY0" fmla="*/ 232088 h 715736"/>
                <a:gd name="connsiteX1" fmla="*/ 1166388 w 2314305"/>
                <a:gd name="connsiteY1" fmla="*/ 589 h 715736"/>
                <a:gd name="connsiteX2" fmla="*/ 2314305 w 2314305"/>
                <a:gd name="connsiteY2" fmla="*/ 250120 h 715736"/>
                <a:gd name="connsiteX3" fmla="*/ 2123986 w 2314305"/>
                <a:gd name="connsiteY3" fmla="*/ 715736 h 715736"/>
                <a:gd name="connsiteX4" fmla="*/ 1156661 w 2314305"/>
                <a:gd name="connsiteY4" fmla="*/ 480660 h 715736"/>
                <a:gd name="connsiteX5" fmla="*/ 172995 w 2314305"/>
                <a:gd name="connsiteY5" fmla="*/ 685079 h 715736"/>
                <a:gd name="connsiteX6" fmla="*/ 0 w 2314305"/>
                <a:gd name="connsiteY6" fmla="*/ 232088 h 715736"/>
                <a:gd name="connsiteX0" fmla="*/ 0 w 2314305"/>
                <a:gd name="connsiteY0" fmla="*/ 232088 h 715736"/>
                <a:gd name="connsiteX1" fmla="*/ 1166388 w 2314305"/>
                <a:gd name="connsiteY1" fmla="*/ 589 h 715736"/>
                <a:gd name="connsiteX2" fmla="*/ 2314305 w 2314305"/>
                <a:gd name="connsiteY2" fmla="*/ 250120 h 715736"/>
                <a:gd name="connsiteX3" fmla="*/ 2123986 w 2314305"/>
                <a:gd name="connsiteY3" fmla="*/ 715736 h 715736"/>
                <a:gd name="connsiteX4" fmla="*/ 1156661 w 2314305"/>
                <a:gd name="connsiteY4" fmla="*/ 480660 h 715736"/>
                <a:gd name="connsiteX5" fmla="*/ 172995 w 2314305"/>
                <a:gd name="connsiteY5" fmla="*/ 685079 h 715736"/>
                <a:gd name="connsiteX6" fmla="*/ 0 w 2314305"/>
                <a:gd name="connsiteY6" fmla="*/ 232088 h 715736"/>
                <a:gd name="connsiteX0" fmla="*/ 0 w 2314305"/>
                <a:gd name="connsiteY0" fmla="*/ 232060 h 715708"/>
                <a:gd name="connsiteX1" fmla="*/ 1166388 w 2314305"/>
                <a:gd name="connsiteY1" fmla="*/ 561 h 715708"/>
                <a:gd name="connsiteX2" fmla="*/ 2314305 w 2314305"/>
                <a:gd name="connsiteY2" fmla="*/ 250092 h 715708"/>
                <a:gd name="connsiteX3" fmla="*/ 2123986 w 2314305"/>
                <a:gd name="connsiteY3" fmla="*/ 715708 h 715708"/>
                <a:gd name="connsiteX4" fmla="*/ 1156661 w 2314305"/>
                <a:gd name="connsiteY4" fmla="*/ 480632 h 715708"/>
                <a:gd name="connsiteX5" fmla="*/ 172995 w 2314305"/>
                <a:gd name="connsiteY5" fmla="*/ 685051 h 715708"/>
                <a:gd name="connsiteX6" fmla="*/ 0 w 2314305"/>
                <a:gd name="connsiteY6" fmla="*/ 232060 h 7157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314305" h="715708">
                  <a:moveTo>
                    <a:pt x="0" y="232060"/>
                  </a:moveTo>
                  <a:cubicBezTo>
                    <a:pt x="116349" y="135016"/>
                    <a:pt x="772966" y="-10150"/>
                    <a:pt x="1166388" y="561"/>
                  </a:cubicBezTo>
                  <a:cubicBezTo>
                    <a:pt x="1559810" y="11272"/>
                    <a:pt x="1962415" y="54514"/>
                    <a:pt x="2314305" y="250092"/>
                  </a:cubicBezTo>
                  <a:cubicBezTo>
                    <a:pt x="2236857" y="411910"/>
                    <a:pt x="2305049" y="284904"/>
                    <a:pt x="2123986" y="715708"/>
                  </a:cubicBezTo>
                  <a:cubicBezTo>
                    <a:pt x="2077752" y="646036"/>
                    <a:pt x="1616289" y="480632"/>
                    <a:pt x="1156661" y="480632"/>
                  </a:cubicBezTo>
                  <a:cubicBezTo>
                    <a:pt x="697033" y="480632"/>
                    <a:pt x="257593" y="589531"/>
                    <a:pt x="172995" y="685051"/>
                  </a:cubicBezTo>
                  <a:lnTo>
                    <a:pt x="0" y="232060"/>
                  </a:lnTo>
                  <a:close/>
                </a:path>
              </a:pathLst>
            </a:custGeom>
            <a:solidFill>
              <a:srgbClr val="EE4238"/>
            </a:solidFill>
            <a:ln>
              <a:solidFill>
                <a:srgbClr val="EE423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0" name="Isosceles Triangle 19">
              <a:extLst>
                <a:ext uri="{FF2B5EF4-FFF2-40B4-BE49-F238E27FC236}">
                  <a16:creationId xmlns:a16="http://schemas.microsoft.com/office/drawing/2014/main" id="{184515E6-B851-C754-274F-499CEAE57E02}"/>
                </a:ext>
              </a:extLst>
            </p:cNvPr>
            <p:cNvSpPr/>
            <p:nvPr/>
          </p:nvSpPr>
          <p:spPr>
            <a:xfrm rot="12756092">
              <a:off x="10065502" y="5009385"/>
              <a:ext cx="1097280" cy="457200"/>
            </a:xfrm>
            <a:prstGeom prst="triangle">
              <a:avLst>
                <a:gd name="adj" fmla="val 49630"/>
              </a:avLst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1" name="Isosceles Triangle 20">
              <a:extLst>
                <a:ext uri="{FF2B5EF4-FFF2-40B4-BE49-F238E27FC236}">
                  <a16:creationId xmlns:a16="http://schemas.microsoft.com/office/drawing/2014/main" id="{991A81CC-752D-816A-536E-316C6F192065}"/>
                </a:ext>
              </a:extLst>
            </p:cNvPr>
            <p:cNvSpPr/>
            <p:nvPr/>
          </p:nvSpPr>
          <p:spPr>
            <a:xfrm rot="16200000">
              <a:off x="7917790" y="5974077"/>
              <a:ext cx="1097280" cy="457200"/>
            </a:xfrm>
            <a:prstGeom prst="triangle">
              <a:avLst>
                <a:gd name="adj" fmla="val 49630"/>
              </a:avLst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3" name="Isosceles Triangle 22">
              <a:extLst>
                <a:ext uri="{FF2B5EF4-FFF2-40B4-BE49-F238E27FC236}">
                  <a16:creationId xmlns:a16="http://schemas.microsoft.com/office/drawing/2014/main" id="{90D9A080-DDEE-6E5A-71E0-0B59E29652F1}"/>
                </a:ext>
              </a:extLst>
            </p:cNvPr>
            <p:cNvSpPr/>
            <p:nvPr/>
          </p:nvSpPr>
          <p:spPr>
            <a:xfrm rot="722318">
              <a:off x="5436198" y="2460377"/>
              <a:ext cx="1097280" cy="457200"/>
            </a:xfrm>
            <a:prstGeom prst="triangle">
              <a:avLst>
                <a:gd name="adj" fmla="val 49630"/>
              </a:avLst>
            </a:prstGeom>
            <a:solidFill>
              <a:srgbClr val="0070C0"/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4" name="Isosceles Triangle 23">
              <a:extLst>
                <a:ext uri="{FF2B5EF4-FFF2-40B4-BE49-F238E27FC236}">
                  <a16:creationId xmlns:a16="http://schemas.microsoft.com/office/drawing/2014/main" id="{5FE737BF-29F3-253B-F372-82F26AE216E7}"/>
                </a:ext>
              </a:extLst>
            </p:cNvPr>
            <p:cNvSpPr/>
            <p:nvPr/>
          </p:nvSpPr>
          <p:spPr>
            <a:xfrm rot="4150195">
              <a:off x="7002567" y="831281"/>
              <a:ext cx="1097280" cy="457200"/>
            </a:xfrm>
            <a:prstGeom prst="triangle">
              <a:avLst>
                <a:gd name="adj" fmla="val 49630"/>
              </a:avLst>
            </a:prstGeom>
            <a:solidFill>
              <a:srgbClr val="252260"/>
            </a:solidFill>
            <a:ln>
              <a:solidFill>
                <a:srgbClr val="2522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F6354306-6CCB-13D7-FBCF-0131E8E0524F}"/>
                </a:ext>
              </a:extLst>
            </p:cNvPr>
            <p:cNvSpPr txBox="1"/>
            <p:nvPr/>
          </p:nvSpPr>
          <p:spPr>
            <a:xfrm>
              <a:off x="7612778" y="888506"/>
              <a:ext cx="1841899" cy="638175"/>
            </a:xfrm>
            <a:prstGeom prst="rect">
              <a:avLst/>
            </a:prstGeom>
            <a:noFill/>
          </p:spPr>
          <p:txBody>
            <a:bodyPr wrap="square" rtlCol="0">
              <a:prstTxWarp prst="textArchUp">
                <a:avLst/>
              </a:prstTxWarp>
              <a:spAutoFit/>
            </a:bodyPr>
            <a:lstStyle/>
            <a:p>
              <a:pPr algn="ctr"/>
              <a:r>
                <a:rPr lang="en-US" sz="2400" dirty="0">
                  <a:solidFill>
                    <a:schemeClr val="bg1"/>
                  </a:solidFill>
                </a:rPr>
                <a:t>Inspire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14825B25-72E2-5DA6-9FFA-9F7980FC4324}"/>
                </a:ext>
              </a:extLst>
            </p:cNvPr>
            <p:cNvSpPr txBox="1"/>
            <p:nvPr/>
          </p:nvSpPr>
          <p:spPr>
            <a:xfrm rot="9250858">
              <a:off x="6574793" y="2562176"/>
              <a:ext cx="3973684" cy="212365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400" dirty="0">
                  <a:solidFill>
                    <a:srgbClr val="252260"/>
                  </a:solidFill>
                </a:rPr>
                <a:t>Donor </a:t>
              </a:r>
            </a:p>
            <a:p>
              <a:pPr algn="ctr"/>
              <a:r>
                <a:rPr lang="en-US" sz="4400" dirty="0">
                  <a:solidFill>
                    <a:srgbClr val="252260"/>
                  </a:solidFill>
                </a:rPr>
                <a:t>Engagement </a:t>
              </a:r>
            </a:p>
            <a:p>
              <a:pPr algn="ctr"/>
              <a:r>
                <a:rPr lang="en-US" sz="4400" dirty="0">
                  <a:solidFill>
                    <a:srgbClr val="252260"/>
                  </a:solidFill>
                </a:rPr>
                <a:t>Cycle</a:t>
              </a: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5120AD1D-8401-66ED-B838-D9B34D8C24E5}"/>
              </a:ext>
            </a:extLst>
          </p:cNvPr>
          <p:cNvGrpSpPr/>
          <p:nvPr/>
        </p:nvGrpSpPr>
        <p:grpSpPr>
          <a:xfrm>
            <a:off x="0" y="6078071"/>
            <a:ext cx="12192000" cy="779929"/>
            <a:chOff x="0" y="6078071"/>
            <a:chExt cx="12192000" cy="779929"/>
          </a:xfrm>
        </p:grpSpPr>
        <p:sp>
          <p:nvSpPr>
            <p:cNvPr id="13" name="Rectangle 24">
              <a:extLst>
                <a:ext uri="{FF2B5EF4-FFF2-40B4-BE49-F238E27FC236}">
                  <a16:creationId xmlns:a16="http://schemas.microsoft.com/office/drawing/2014/main" id="{50B6429A-8517-DD3A-CB06-BF8B18EABE10}"/>
                </a:ext>
              </a:extLst>
            </p:cNvPr>
            <p:cNvSpPr/>
            <p:nvPr/>
          </p:nvSpPr>
          <p:spPr>
            <a:xfrm>
              <a:off x="0" y="6078071"/>
              <a:ext cx="12192000" cy="779929"/>
            </a:xfrm>
            <a:custGeom>
              <a:avLst/>
              <a:gdLst>
                <a:gd name="connsiteX0" fmla="*/ 0 w 12876028"/>
                <a:gd name="connsiteY0" fmla="*/ 0 h 1662721"/>
                <a:gd name="connsiteX1" fmla="*/ 12876028 w 12876028"/>
                <a:gd name="connsiteY1" fmla="*/ 0 h 1662721"/>
                <a:gd name="connsiteX2" fmla="*/ 12876028 w 12876028"/>
                <a:gd name="connsiteY2" fmla="*/ 1662721 h 1662721"/>
                <a:gd name="connsiteX3" fmla="*/ 0 w 12876028"/>
                <a:gd name="connsiteY3" fmla="*/ 1662721 h 1662721"/>
                <a:gd name="connsiteX4" fmla="*/ 0 w 12876028"/>
                <a:gd name="connsiteY4" fmla="*/ 0 h 1662721"/>
                <a:gd name="connsiteX0" fmla="*/ 0 w 12876028"/>
                <a:gd name="connsiteY0" fmla="*/ 893135 h 1662721"/>
                <a:gd name="connsiteX1" fmla="*/ 12876028 w 12876028"/>
                <a:gd name="connsiteY1" fmla="*/ 0 h 1662721"/>
                <a:gd name="connsiteX2" fmla="*/ 12876028 w 12876028"/>
                <a:gd name="connsiteY2" fmla="*/ 1662721 h 1662721"/>
                <a:gd name="connsiteX3" fmla="*/ 0 w 12876028"/>
                <a:gd name="connsiteY3" fmla="*/ 1662721 h 1662721"/>
                <a:gd name="connsiteX4" fmla="*/ 0 w 12876028"/>
                <a:gd name="connsiteY4" fmla="*/ 893135 h 16627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876028" h="1662721">
                  <a:moveTo>
                    <a:pt x="0" y="893135"/>
                  </a:moveTo>
                  <a:lnTo>
                    <a:pt x="12876028" y="0"/>
                  </a:lnTo>
                  <a:lnTo>
                    <a:pt x="12876028" y="1662721"/>
                  </a:lnTo>
                  <a:lnTo>
                    <a:pt x="0" y="1662721"/>
                  </a:lnTo>
                  <a:lnTo>
                    <a:pt x="0" y="893135"/>
                  </a:lnTo>
                  <a:close/>
                </a:path>
              </a:pathLst>
            </a:custGeom>
            <a:solidFill>
              <a:srgbClr val="DD403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A6C3E603-40BC-DCE5-BBDA-8B3A9C0F571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4486" b="24288"/>
            <a:stretch/>
          </p:blipFill>
          <p:spPr>
            <a:xfrm>
              <a:off x="9825318" y="6236638"/>
              <a:ext cx="2079811" cy="559334"/>
            </a:xfrm>
            <a:prstGeom prst="rect">
              <a:avLst/>
            </a:prstGeom>
          </p:spPr>
        </p:pic>
      </p:grpSp>
      <p:sp>
        <p:nvSpPr>
          <p:cNvPr id="22" name="Slide Number Placeholder 5">
            <a:extLst>
              <a:ext uri="{FF2B5EF4-FFF2-40B4-BE49-F238E27FC236}">
                <a16:creationId xmlns:a16="http://schemas.microsoft.com/office/drawing/2014/main" id="{456C7AAB-B8A9-C8E6-2615-3B0D78E450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-1" y="6492875"/>
            <a:ext cx="528919" cy="365125"/>
          </a:xfrm>
        </p:spPr>
        <p:txBody>
          <a:bodyPr/>
          <a:lstStyle/>
          <a:p>
            <a:fld id="{0F897CD2-57D8-4610-8E64-C03C1E4E4E05}" type="slidenum">
              <a:rPr lang="en-US" sz="1600" b="1" smtClean="0">
                <a:solidFill>
                  <a:schemeClr val="bg1"/>
                </a:solidFill>
              </a:rPr>
              <a:t>13</a:t>
            </a:fld>
            <a:endParaRPr lang="en-US" sz="16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689040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D5C5515-93AC-28C5-DBAF-E8F0684E991E}"/>
              </a:ext>
            </a:extLst>
          </p:cNvPr>
          <p:cNvSpPr/>
          <p:nvPr/>
        </p:nvSpPr>
        <p:spPr>
          <a:xfrm>
            <a:off x="5216019" y="860778"/>
            <a:ext cx="5213448" cy="121012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Isosceles Triangle 25">
            <a:extLst>
              <a:ext uri="{FF2B5EF4-FFF2-40B4-BE49-F238E27FC236}">
                <a16:creationId xmlns:a16="http://schemas.microsoft.com/office/drawing/2014/main" id="{187A778D-2547-34D1-A5F5-97BC24E5AE17}"/>
              </a:ext>
            </a:extLst>
          </p:cNvPr>
          <p:cNvSpPr/>
          <p:nvPr/>
        </p:nvSpPr>
        <p:spPr>
          <a:xfrm rot="5400000">
            <a:off x="9853704" y="992682"/>
            <a:ext cx="1859690" cy="869879"/>
          </a:xfrm>
          <a:prstGeom prst="triangl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A836DBD-B06B-C6BB-0A42-DFA3BD67A78B}"/>
              </a:ext>
            </a:extLst>
          </p:cNvPr>
          <p:cNvSpPr txBox="1"/>
          <p:nvPr/>
        </p:nvSpPr>
        <p:spPr>
          <a:xfrm>
            <a:off x="5190626" y="873623"/>
            <a:ext cx="602786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600" dirty="0">
                <a:solidFill>
                  <a:schemeClr val="bg1"/>
                </a:solidFill>
                <a:latin typeface="Century Gothic" panose="020B0502020202020204" pitchFamily="34" charset="0"/>
              </a:rPr>
              <a:t>Appreciate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4ADFE021-7A52-F9D3-8D15-8995D4F0F921}"/>
              </a:ext>
            </a:extLst>
          </p:cNvPr>
          <p:cNvGrpSpPr/>
          <p:nvPr/>
        </p:nvGrpSpPr>
        <p:grpSpPr>
          <a:xfrm rot="8824152">
            <a:off x="771580" y="197082"/>
            <a:ext cx="5429467" cy="5737076"/>
            <a:chOff x="5803319" y="511241"/>
            <a:chExt cx="5947063" cy="6269497"/>
          </a:xfrm>
        </p:grpSpPr>
        <p:sp>
          <p:nvSpPr>
            <p:cNvPr id="4" name="Block Arc 1">
              <a:extLst>
                <a:ext uri="{FF2B5EF4-FFF2-40B4-BE49-F238E27FC236}">
                  <a16:creationId xmlns:a16="http://schemas.microsoft.com/office/drawing/2014/main" id="{3F548CDE-172C-5260-CE20-2F4807EE1972}"/>
                </a:ext>
              </a:extLst>
            </p:cNvPr>
            <p:cNvSpPr/>
            <p:nvPr/>
          </p:nvSpPr>
          <p:spPr>
            <a:xfrm rot="3037373">
              <a:off x="9392654" y="1530696"/>
              <a:ext cx="2314305" cy="715708"/>
            </a:xfrm>
            <a:custGeom>
              <a:avLst/>
              <a:gdLst>
                <a:gd name="connsiteX0" fmla="*/ 0 w 2391141"/>
                <a:gd name="connsiteY0" fmla="*/ 726679 h 1453358"/>
                <a:gd name="connsiteX1" fmla="*/ 1195571 w 2391141"/>
                <a:gd name="connsiteY1" fmla="*/ 0 h 1453358"/>
                <a:gd name="connsiteX2" fmla="*/ 2391142 w 2391141"/>
                <a:gd name="connsiteY2" fmla="*/ 726679 h 1453358"/>
                <a:gd name="connsiteX3" fmla="*/ 2027802 w 2391141"/>
                <a:gd name="connsiteY3" fmla="*/ 726679 h 1453358"/>
                <a:gd name="connsiteX4" fmla="*/ 1195571 w 2391141"/>
                <a:gd name="connsiteY4" fmla="*/ 363339 h 1453358"/>
                <a:gd name="connsiteX5" fmla="*/ 363340 w 2391141"/>
                <a:gd name="connsiteY5" fmla="*/ 726679 h 1453358"/>
                <a:gd name="connsiteX6" fmla="*/ 0 w 2391141"/>
                <a:gd name="connsiteY6" fmla="*/ 726679 h 1453358"/>
                <a:gd name="connsiteX0" fmla="*/ 0 w 2614878"/>
                <a:gd name="connsiteY0" fmla="*/ 727830 h 727830"/>
                <a:gd name="connsiteX1" fmla="*/ 1195571 w 2614878"/>
                <a:gd name="connsiteY1" fmla="*/ 1151 h 727830"/>
                <a:gd name="connsiteX2" fmla="*/ 2614878 w 2614878"/>
                <a:gd name="connsiteY2" fmla="*/ 611098 h 727830"/>
                <a:gd name="connsiteX3" fmla="*/ 2027802 w 2614878"/>
                <a:gd name="connsiteY3" fmla="*/ 727830 h 727830"/>
                <a:gd name="connsiteX4" fmla="*/ 1195571 w 2614878"/>
                <a:gd name="connsiteY4" fmla="*/ 364490 h 727830"/>
                <a:gd name="connsiteX5" fmla="*/ 363340 w 2614878"/>
                <a:gd name="connsiteY5" fmla="*/ 727830 h 727830"/>
                <a:gd name="connsiteX6" fmla="*/ 0 w 2614878"/>
                <a:gd name="connsiteY6" fmla="*/ 727830 h 727830"/>
                <a:gd name="connsiteX0" fmla="*/ 0 w 2614878"/>
                <a:gd name="connsiteY0" fmla="*/ 727830 h 727830"/>
                <a:gd name="connsiteX1" fmla="*/ 1195571 w 2614878"/>
                <a:gd name="connsiteY1" fmla="*/ 1151 h 727830"/>
                <a:gd name="connsiteX2" fmla="*/ 2614878 w 2614878"/>
                <a:gd name="connsiteY2" fmla="*/ 611098 h 727830"/>
                <a:gd name="connsiteX3" fmla="*/ 2251538 w 2614878"/>
                <a:gd name="connsiteY3" fmla="*/ 669464 h 727830"/>
                <a:gd name="connsiteX4" fmla="*/ 1195571 w 2614878"/>
                <a:gd name="connsiteY4" fmla="*/ 364490 h 727830"/>
                <a:gd name="connsiteX5" fmla="*/ 363340 w 2614878"/>
                <a:gd name="connsiteY5" fmla="*/ 727830 h 727830"/>
                <a:gd name="connsiteX6" fmla="*/ 0 w 2614878"/>
                <a:gd name="connsiteY6" fmla="*/ 727830 h 727830"/>
                <a:gd name="connsiteX0" fmla="*/ 0 w 2780249"/>
                <a:gd name="connsiteY0" fmla="*/ 590533 h 726720"/>
                <a:gd name="connsiteX1" fmla="*/ 1360942 w 2780249"/>
                <a:gd name="connsiteY1" fmla="*/ 41 h 726720"/>
                <a:gd name="connsiteX2" fmla="*/ 2780249 w 2780249"/>
                <a:gd name="connsiteY2" fmla="*/ 609988 h 726720"/>
                <a:gd name="connsiteX3" fmla="*/ 2416909 w 2780249"/>
                <a:gd name="connsiteY3" fmla="*/ 668354 h 726720"/>
                <a:gd name="connsiteX4" fmla="*/ 1360942 w 2780249"/>
                <a:gd name="connsiteY4" fmla="*/ 363380 h 726720"/>
                <a:gd name="connsiteX5" fmla="*/ 528711 w 2780249"/>
                <a:gd name="connsiteY5" fmla="*/ 726720 h 726720"/>
                <a:gd name="connsiteX6" fmla="*/ 0 w 2780249"/>
                <a:gd name="connsiteY6" fmla="*/ 590533 h 726720"/>
                <a:gd name="connsiteX0" fmla="*/ 0 w 2780249"/>
                <a:gd name="connsiteY0" fmla="*/ 590533 h 668354"/>
                <a:gd name="connsiteX1" fmla="*/ 1360942 w 2780249"/>
                <a:gd name="connsiteY1" fmla="*/ 41 h 668354"/>
                <a:gd name="connsiteX2" fmla="*/ 2780249 w 2780249"/>
                <a:gd name="connsiteY2" fmla="*/ 609988 h 668354"/>
                <a:gd name="connsiteX3" fmla="*/ 2416909 w 2780249"/>
                <a:gd name="connsiteY3" fmla="*/ 668354 h 668354"/>
                <a:gd name="connsiteX4" fmla="*/ 1360942 w 2780249"/>
                <a:gd name="connsiteY4" fmla="*/ 363380 h 668354"/>
                <a:gd name="connsiteX5" fmla="*/ 275792 w 2780249"/>
                <a:gd name="connsiteY5" fmla="*/ 639171 h 668354"/>
                <a:gd name="connsiteX6" fmla="*/ 0 w 2780249"/>
                <a:gd name="connsiteY6" fmla="*/ 590533 h 668354"/>
                <a:gd name="connsiteX0" fmla="*/ 0 w 2780249"/>
                <a:gd name="connsiteY0" fmla="*/ 590533 h 668354"/>
                <a:gd name="connsiteX1" fmla="*/ 1360942 w 2780249"/>
                <a:gd name="connsiteY1" fmla="*/ 41 h 668354"/>
                <a:gd name="connsiteX2" fmla="*/ 2780249 w 2780249"/>
                <a:gd name="connsiteY2" fmla="*/ 609988 h 668354"/>
                <a:gd name="connsiteX3" fmla="*/ 2416909 w 2780249"/>
                <a:gd name="connsiteY3" fmla="*/ 668354 h 668354"/>
                <a:gd name="connsiteX4" fmla="*/ 1351215 w 2780249"/>
                <a:gd name="connsiteY4" fmla="*/ 480112 h 668354"/>
                <a:gd name="connsiteX5" fmla="*/ 275792 w 2780249"/>
                <a:gd name="connsiteY5" fmla="*/ 639171 h 668354"/>
                <a:gd name="connsiteX6" fmla="*/ 0 w 2780249"/>
                <a:gd name="connsiteY6" fmla="*/ 590533 h 668354"/>
                <a:gd name="connsiteX0" fmla="*/ 0 w 2780249"/>
                <a:gd name="connsiteY0" fmla="*/ 590533 h 775358"/>
                <a:gd name="connsiteX1" fmla="*/ 1360942 w 2780249"/>
                <a:gd name="connsiteY1" fmla="*/ 41 h 775358"/>
                <a:gd name="connsiteX2" fmla="*/ 2780249 w 2780249"/>
                <a:gd name="connsiteY2" fmla="*/ 609988 h 775358"/>
                <a:gd name="connsiteX3" fmla="*/ 2329360 w 2780249"/>
                <a:gd name="connsiteY3" fmla="*/ 775358 h 775358"/>
                <a:gd name="connsiteX4" fmla="*/ 1351215 w 2780249"/>
                <a:gd name="connsiteY4" fmla="*/ 480112 h 775358"/>
                <a:gd name="connsiteX5" fmla="*/ 275792 w 2780249"/>
                <a:gd name="connsiteY5" fmla="*/ 639171 h 775358"/>
                <a:gd name="connsiteX6" fmla="*/ 0 w 2780249"/>
                <a:gd name="connsiteY6" fmla="*/ 590533 h 775358"/>
                <a:gd name="connsiteX0" fmla="*/ 0 w 2673245"/>
                <a:gd name="connsiteY0" fmla="*/ 600391 h 785216"/>
                <a:gd name="connsiteX1" fmla="*/ 1360942 w 2673245"/>
                <a:gd name="connsiteY1" fmla="*/ 9899 h 785216"/>
                <a:gd name="connsiteX2" fmla="*/ 2673245 w 2673245"/>
                <a:gd name="connsiteY2" fmla="*/ 405837 h 785216"/>
                <a:gd name="connsiteX3" fmla="*/ 2329360 w 2673245"/>
                <a:gd name="connsiteY3" fmla="*/ 785216 h 785216"/>
                <a:gd name="connsiteX4" fmla="*/ 1351215 w 2673245"/>
                <a:gd name="connsiteY4" fmla="*/ 489970 h 785216"/>
                <a:gd name="connsiteX5" fmla="*/ 275792 w 2673245"/>
                <a:gd name="connsiteY5" fmla="*/ 649029 h 785216"/>
                <a:gd name="connsiteX6" fmla="*/ 0 w 2673245"/>
                <a:gd name="connsiteY6" fmla="*/ 600391 h 785216"/>
                <a:gd name="connsiteX0" fmla="*/ 0 w 2673245"/>
                <a:gd name="connsiteY0" fmla="*/ 593348 h 778173"/>
                <a:gd name="connsiteX1" fmla="*/ 1360942 w 2673245"/>
                <a:gd name="connsiteY1" fmla="*/ 2856 h 778173"/>
                <a:gd name="connsiteX2" fmla="*/ 2673245 w 2673245"/>
                <a:gd name="connsiteY2" fmla="*/ 398794 h 778173"/>
                <a:gd name="connsiteX3" fmla="*/ 2329360 w 2673245"/>
                <a:gd name="connsiteY3" fmla="*/ 778173 h 778173"/>
                <a:gd name="connsiteX4" fmla="*/ 1351215 w 2673245"/>
                <a:gd name="connsiteY4" fmla="*/ 482927 h 778173"/>
                <a:gd name="connsiteX5" fmla="*/ 275792 w 2673245"/>
                <a:gd name="connsiteY5" fmla="*/ 641986 h 778173"/>
                <a:gd name="connsiteX6" fmla="*/ 0 w 2673245"/>
                <a:gd name="connsiteY6" fmla="*/ 593348 h 778173"/>
                <a:gd name="connsiteX0" fmla="*/ 0 w 2478691"/>
                <a:gd name="connsiteY0" fmla="*/ 293714 h 809279"/>
                <a:gd name="connsiteX1" fmla="*/ 1166388 w 2478691"/>
                <a:gd name="connsiteY1" fmla="*/ 33962 h 809279"/>
                <a:gd name="connsiteX2" fmla="*/ 2478691 w 2478691"/>
                <a:gd name="connsiteY2" fmla="*/ 429900 h 809279"/>
                <a:gd name="connsiteX3" fmla="*/ 2134806 w 2478691"/>
                <a:gd name="connsiteY3" fmla="*/ 809279 h 809279"/>
                <a:gd name="connsiteX4" fmla="*/ 1156661 w 2478691"/>
                <a:gd name="connsiteY4" fmla="*/ 514033 h 809279"/>
                <a:gd name="connsiteX5" fmla="*/ 81238 w 2478691"/>
                <a:gd name="connsiteY5" fmla="*/ 673092 h 809279"/>
                <a:gd name="connsiteX6" fmla="*/ 0 w 2478691"/>
                <a:gd name="connsiteY6" fmla="*/ 293714 h 809279"/>
                <a:gd name="connsiteX0" fmla="*/ 0 w 2478691"/>
                <a:gd name="connsiteY0" fmla="*/ 262275 h 777840"/>
                <a:gd name="connsiteX1" fmla="*/ 1166388 w 2478691"/>
                <a:gd name="connsiteY1" fmla="*/ 2523 h 777840"/>
                <a:gd name="connsiteX2" fmla="*/ 2478691 w 2478691"/>
                <a:gd name="connsiteY2" fmla="*/ 398461 h 777840"/>
                <a:gd name="connsiteX3" fmla="*/ 2134806 w 2478691"/>
                <a:gd name="connsiteY3" fmla="*/ 777840 h 777840"/>
                <a:gd name="connsiteX4" fmla="*/ 1156661 w 2478691"/>
                <a:gd name="connsiteY4" fmla="*/ 482594 h 777840"/>
                <a:gd name="connsiteX5" fmla="*/ 81238 w 2478691"/>
                <a:gd name="connsiteY5" fmla="*/ 641653 h 777840"/>
                <a:gd name="connsiteX6" fmla="*/ 0 w 2478691"/>
                <a:gd name="connsiteY6" fmla="*/ 262275 h 777840"/>
                <a:gd name="connsiteX0" fmla="*/ 0 w 2478691"/>
                <a:gd name="connsiteY0" fmla="*/ 262275 h 777841"/>
                <a:gd name="connsiteX1" fmla="*/ 1166388 w 2478691"/>
                <a:gd name="connsiteY1" fmla="*/ 2523 h 777841"/>
                <a:gd name="connsiteX2" fmla="*/ 2478691 w 2478691"/>
                <a:gd name="connsiteY2" fmla="*/ 398461 h 777841"/>
                <a:gd name="connsiteX3" fmla="*/ 2134806 w 2478691"/>
                <a:gd name="connsiteY3" fmla="*/ 777840 h 777841"/>
                <a:gd name="connsiteX4" fmla="*/ 1156661 w 2478691"/>
                <a:gd name="connsiteY4" fmla="*/ 482594 h 777841"/>
                <a:gd name="connsiteX5" fmla="*/ 178515 w 2478691"/>
                <a:gd name="connsiteY5" fmla="*/ 777841 h 777841"/>
                <a:gd name="connsiteX6" fmla="*/ 0 w 2478691"/>
                <a:gd name="connsiteY6" fmla="*/ 262275 h 777841"/>
                <a:gd name="connsiteX0" fmla="*/ 0 w 2478691"/>
                <a:gd name="connsiteY0" fmla="*/ 262275 h 777840"/>
                <a:gd name="connsiteX1" fmla="*/ 1166388 w 2478691"/>
                <a:gd name="connsiteY1" fmla="*/ 2523 h 777840"/>
                <a:gd name="connsiteX2" fmla="*/ 2478691 w 2478691"/>
                <a:gd name="connsiteY2" fmla="*/ 398461 h 777840"/>
                <a:gd name="connsiteX3" fmla="*/ 2134806 w 2478691"/>
                <a:gd name="connsiteY3" fmla="*/ 777840 h 777840"/>
                <a:gd name="connsiteX4" fmla="*/ 1156661 w 2478691"/>
                <a:gd name="connsiteY4" fmla="*/ 482594 h 777840"/>
                <a:gd name="connsiteX5" fmla="*/ 139604 w 2478691"/>
                <a:gd name="connsiteY5" fmla="*/ 748658 h 777840"/>
                <a:gd name="connsiteX6" fmla="*/ 0 w 2478691"/>
                <a:gd name="connsiteY6" fmla="*/ 262275 h 777840"/>
                <a:gd name="connsiteX0" fmla="*/ 0 w 2478691"/>
                <a:gd name="connsiteY0" fmla="*/ 262275 h 777840"/>
                <a:gd name="connsiteX1" fmla="*/ 1166388 w 2478691"/>
                <a:gd name="connsiteY1" fmla="*/ 2523 h 777840"/>
                <a:gd name="connsiteX2" fmla="*/ 2478691 w 2478691"/>
                <a:gd name="connsiteY2" fmla="*/ 398461 h 777840"/>
                <a:gd name="connsiteX3" fmla="*/ 2134806 w 2478691"/>
                <a:gd name="connsiteY3" fmla="*/ 777840 h 777840"/>
                <a:gd name="connsiteX4" fmla="*/ 1156661 w 2478691"/>
                <a:gd name="connsiteY4" fmla="*/ 482594 h 777840"/>
                <a:gd name="connsiteX5" fmla="*/ 139604 w 2478691"/>
                <a:gd name="connsiteY5" fmla="*/ 748658 h 777840"/>
                <a:gd name="connsiteX6" fmla="*/ 0 w 2478691"/>
                <a:gd name="connsiteY6" fmla="*/ 262275 h 777840"/>
                <a:gd name="connsiteX0" fmla="*/ 0 w 2478691"/>
                <a:gd name="connsiteY0" fmla="*/ 262275 h 797295"/>
                <a:gd name="connsiteX1" fmla="*/ 1166388 w 2478691"/>
                <a:gd name="connsiteY1" fmla="*/ 2523 h 797295"/>
                <a:gd name="connsiteX2" fmla="*/ 2478691 w 2478691"/>
                <a:gd name="connsiteY2" fmla="*/ 398461 h 797295"/>
                <a:gd name="connsiteX3" fmla="*/ 2144534 w 2478691"/>
                <a:gd name="connsiteY3" fmla="*/ 797295 h 797295"/>
                <a:gd name="connsiteX4" fmla="*/ 1156661 w 2478691"/>
                <a:gd name="connsiteY4" fmla="*/ 482594 h 797295"/>
                <a:gd name="connsiteX5" fmla="*/ 139604 w 2478691"/>
                <a:gd name="connsiteY5" fmla="*/ 748658 h 797295"/>
                <a:gd name="connsiteX6" fmla="*/ 0 w 2478691"/>
                <a:gd name="connsiteY6" fmla="*/ 262275 h 797295"/>
                <a:gd name="connsiteX0" fmla="*/ 0 w 2478691"/>
                <a:gd name="connsiteY0" fmla="*/ 262275 h 797295"/>
                <a:gd name="connsiteX1" fmla="*/ 1166388 w 2478691"/>
                <a:gd name="connsiteY1" fmla="*/ 2523 h 797295"/>
                <a:gd name="connsiteX2" fmla="*/ 2478691 w 2478691"/>
                <a:gd name="connsiteY2" fmla="*/ 398461 h 797295"/>
                <a:gd name="connsiteX3" fmla="*/ 2144534 w 2478691"/>
                <a:gd name="connsiteY3" fmla="*/ 797295 h 797295"/>
                <a:gd name="connsiteX4" fmla="*/ 1156661 w 2478691"/>
                <a:gd name="connsiteY4" fmla="*/ 482594 h 797295"/>
                <a:gd name="connsiteX5" fmla="*/ 139604 w 2478691"/>
                <a:gd name="connsiteY5" fmla="*/ 748658 h 797295"/>
                <a:gd name="connsiteX6" fmla="*/ 0 w 2478691"/>
                <a:gd name="connsiteY6" fmla="*/ 262275 h 797295"/>
                <a:gd name="connsiteX0" fmla="*/ 0 w 2309168"/>
                <a:gd name="connsiteY0" fmla="*/ 259772 h 794792"/>
                <a:gd name="connsiteX1" fmla="*/ 1166388 w 2309168"/>
                <a:gd name="connsiteY1" fmla="*/ 20 h 794792"/>
                <a:gd name="connsiteX2" fmla="*/ 2309168 w 2309168"/>
                <a:gd name="connsiteY2" fmla="*/ 270099 h 794792"/>
                <a:gd name="connsiteX3" fmla="*/ 2144534 w 2309168"/>
                <a:gd name="connsiteY3" fmla="*/ 794792 h 794792"/>
                <a:gd name="connsiteX4" fmla="*/ 1156661 w 2309168"/>
                <a:gd name="connsiteY4" fmla="*/ 480091 h 794792"/>
                <a:gd name="connsiteX5" fmla="*/ 139604 w 2309168"/>
                <a:gd name="connsiteY5" fmla="*/ 746155 h 794792"/>
                <a:gd name="connsiteX6" fmla="*/ 0 w 2309168"/>
                <a:gd name="connsiteY6" fmla="*/ 259772 h 794792"/>
                <a:gd name="connsiteX0" fmla="*/ 0 w 2309168"/>
                <a:gd name="connsiteY0" fmla="*/ 259772 h 794792"/>
                <a:gd name="connsiteX1" fmla="*/ 1166388 w 2309168"/>
                <a:gd name="connsiteY1" fmla="*/ 20 h 794792"/>
                <a:gd name="connsiteX2" fmla="*/ 2309168 w 2309168"/>
                <a:gd name="connsiteY2" fmla="*/ 270099 h 794792"/>
                <a:gd name="connsiteX3" fmla="*/ 2144534 w 2309168"/>
                <a:gd name="connsiteY3" fmla="*/ 794792 h 794792"/>
                <a:gd name="connsiteX4" fmla="*/ 1156661 w 2309168"/>
                <a:gd name="connsiteY4" fmla="*/ 480091 h 794792"/>
                <a:gd name="connsiteX5" fmla="*/ 139604 w 2309168"/>
                <a:gd name="connsiteY5" fmla="*/ 746155 h 794792"/>
                <a:gd name="connsiteX6" fmla="*/ 0 w 2309168"/>
                <a:gd name="connsiteY6" fmla="*/ 259772 h 794792"/>
                <a:gd name="connsiteX0" fmla="*/ 0 w 2309168"/>
                <a:gd name="connsiteY0" fmla="*/ 259772 h 746155"/>
                <a:gd name="connsiteX1" fmla="*/ 1166388 w 2309168"/>
                <a:gd name="connsiteY1" fmla="*/ 20 h 746155"/>
                <a:gd name="connsiteX2" fmla="*/ 2309168 w 2309168"/>
                <a:gd name="connsiteY2" fmla="*/ 270099 h 746155"/>
                <a:gd name="connsiteX3" fmla="*/ 2121417 w 2309168"/>
                <a:gd name="connsiteY3" fmla="*/ 707462 h 746155"/>
                <a:gd name="connsiteX4" fmla="*/ 1156661 w 2309168"/>
                <a:gd name="connsiteY4" fmla="*/ 480091 h 746155"/>
                <a:gd name="connsiteX5" fmla="*/ 139604 w 2309168"/>
                <a:gd name="connsiteY5" fmla="*/ 746155 h 746155"/>
                <a:gd name="connsiteX6" fmla="*/ 0 w 2309168"/>
                <a:gd name="connsiteY6" fmla="*/ 259772 h 746155"/>
                <a:gd name="connsiteX0" fmla="*/ 0 w 2309168"/>
                <a:gd name="connsiteY0" fmla="*/ 259772 h 746155"/>
                <a:gd name="connsiteX1" fmla="*/ 1166388 w 2309168"/>
                <a:gd name="connsiteY1" fmla="*/ 20 h 746155"/>
                <a:gd name="connsiteX2" fmla="*/ 2309168 w 2309168"/>
                <a:gd name="connsiteY2" fmla="*/ 270099 h 746155"/>
                <a:gd name="connsiteX3" fmla="*/ 2121417 w 2309168"/>
                <a:gd name="connsiteY3" fmla="*/ 707462 h 746155"/>
                <a:gd name="connsiteX4" fmla="*/ 1156661 w 2309168"/>
                <a:gd name="connsiteY4" fmla="*/ 480091 h 746155"/>
                <a:gd name="connsiteX5" fmla="*/ 139604 w 2309168"/>
                <a:gd name="connsiteY5" fmla="*/ 746155 h 746155"/>
                <a:gd name="connsiteX6" fmla="*/ 0 w 2309168"/>
                <a:gd name="connsiteY6" fmla="*/ 259772 h 746155"/>
                <a:gd name="connsiteX0" fmla="*/ 0 w 2309168"/>
                <a:gd name="connsiteY0" fmla="*/ 226793 h 746567"/>
                <a:gd name="connsiteX1" fmla="*/ 1166388 w 2309168"/>
                <a:gd name="connsiteY1" fmla="*/ 432 h 746567"/>
                <a:gd name="connsiteX2" fmla="*/ 2309168 w 2309168"/>
                <a:gd name="connsiteY2" fmla="*/ 270511 h 746567"/>
                <a:gd name="connsiteX3" fmla="*/ 2121417 w 2309168"/>
                <a:gd name="connsiteY3" fmla="*/ 707874 h 746567"/>
                <a:gd name="connsiteX4" fmla="*/ 1156661 w 2309168"/>
                <a:gd name="connsiteY4" fmla="*/ 480503 h 746567"/>
                <a:gd name="connsiteX5" fmla="*/ 139604 w 2309168"/>
                <a:gd name="connsiteY5" fmla="*/ 746567 h 746567"/>
                <a:gd name="connsiteX6" fmla="*/ 0 w 2309168"/>
                <a:gd name="connsiteY6" fmla="*/ 226793 h 746567"/>
                <a:gd name="connsiteX0" fmla="*/ 0 w 2309168"/>
                <a:gd name="connsiteY0" fmla="*/ 226663 h 746437"/>
                <a:gd name="connsiteX1" fmla="*/ 1166388 w 2309168"/>
                <a:gd name="connsiteY1" fmla="*/ 302 h 746437"/>
                <a:gd name="connsiteX2" fmla="*/ 2309168 w 2309168"/>
                <a:gd name="connsiteY2" fmla="*/ 270381 h 746437"/>
                <a:gd name="connsiteX3" fmla="*/ 2121417 w 2309168"/>
                <a:gd name="connsiteY3" fmla="*/ 707744 h 746437"/>
                <a:gd name="connsiteX4" fmla="*/ 1156661 w 2309168"/>
                <a:gd name="connsiteY4" fmla="*/ 480373 h 746437"/>
                <a:gd name="connsiteX5" fmla="*/ 139604 w 2309168"/>
                <a:gd name="connsiteY5" fmla="*/ 746437 h 746437"/>
                <a:gd name="connsiteX6" fmla="*/ 0 w 2309168"/>
                <a:gd name="connsiteY6" fmla="*/ 226663 h 746437"/>
                <a:gd name="connsiteX0" fmla="*/ 0 w 2309168"/>
                <a:gd name="connsiteY0" fmla="*/ 226614 h 746388"/>
                <a:gd name="connsiteX1" fmla="*/ 1166388 w 2309168"/>
                <a:gd name="connsiteY1" fmla="*/ 253 h 746388"/>
                <a:gd name="connsiteX2" fmla="*/ 2309168 w 2309168"/>
                <a:gd name="connsiteY2" fmla="*/ 270332 h 746388"/>
                <a:gd name="connsiteX3" fmla="*/ 2121417 w 2309168"/>
                <a:gd name="connsiteY3" fmla="*/ 707695 h 746388"/>
                <a:gd name="connsiteX4" fmla="*/ 1156661 w 2309168"/>
                <a:gd name="connsiteY4" fmla="*/ 480324 h 746388"/>
                <a:gd name="connsiteX5" fmla="*/ 139604 w 2309168"/>
                <a:gd name="connsiteY5" fmla="*/ 746388 h 746388"/>
                <a:gd name="connsiteX6" fmla="*/ 0 w 2309168"/>
                <a:gd name="connsiteY6" fmla="*/ 226614 h 746388"/>
                <a:gd name="connsiteX0" fmla="*/ 0 w 2309168"/>
                <a:gd name="connsiteY0" fmla="*/ 231692 h 746328"/>
                <a:gd name="connsiteX1" fmla="*/ 1166388 w 2309168"/>
                <a:gd name="connsiteY1" fmla="*/ 193 h 746328"/>
                <a:gd name="connsiteX2" fmla="*/ 2309168 w 2309168"/>
                <a:gd name="connsiteY2" fmla="*/ 270272 h 746328"/>
                <a:gd name="connsiteX3" fmla="*/ 2121417 w 2309168"/>
                <a:gd name="connsiteY3" fmla="*/ 707635 h 746328"/>
                <a:gd name="connsiteX4" fmla="*/ 1156661 w 2309168"/>
                <a:gd name="connsiteY4" fmla="*/ 480264 h 746328"/>
                <a:gd name="connsiteX5" fmla="*/ 139604 w 2309168"/>
                <a:gd name="connsiteY5" fmla="*/ 746328 h 746328"/>
                <a:gd name="connsiteX6" fmla="*/ 0 w 2309168"/>
                <a:gd name="connsiteY6" fmla="*/ 231692 h 746328"/>
                <a:gd name="connsiteX0" fmla="*/ 0 w 2309168"/>
                <a:gd name="connsiteY0" fmla="*/ 231692 h 707635"/>
                <a:gd name="connsiteX1" fmla="*/ 1166388 w 2309168"/>
                <a:gd name="connsiteY1" fmla="*/ 193 h 707635"/>
                <a:gd name="connsiteX2" fmla="*/ 2309168 w 2309168"/>
                <a:gd name="connsiteY2" fmla="*/ 270272 h 707635"/>
                <a:gd name="connsiteX3" fmla="*/ 2121417 w 2309168"/>
                <a:gd name="connsiteY3" fmla="*/ 707635 h 707635"/>
                <a:gd name="connsiteX4" fmla="*/ 1156661 w 2309168"/>
                <a:gd name="connsiteY4" fmla="*/ 480264 h 707635"/>
                <a:gd name="connsiteX5" fmla="*/ 172995 w 2309168"/>
                <a:gd name="connsiteY5" fmla="*/ 684683 h 707635"/>
                <a:gd name="connsiteX6" fmla="*/ 0 w 2309168"/>
                <a:gd name="connsiteY6" fmla="*/ 231692 h 707635"/>
                <a:gd name="connsiteX0" fmla="*/ 0 w 2309168"/>
                <a:gd name="connsiteY0" fmla="*/ 231692 h 707635"/>
                <a:gd name="connsiteX1" fmla="*/ 1166388 w 2309168"/>
                <a:gd name="connsiteY1" fmla="*/ 193 h 707635"/>
                <a:gd name="connsiteX2" fmla="*/ 2309168 w 2309168"/>
                <a:gd name="connsiteY2" fmla="*/ 270272 h 707635"/>
                <a:gd name="connsiteX3" fmla="*/ 2121417 w 2309168"/>
                <a:gd name="connsiteY3" fmla="*/ 707635 h 707635"/>
                <a:gd name="connsiteX4" fmla="*/ 1156661 w 2309168"/>
                <a:gd name="connsiteY4" fmla="*/ 480264 h 707635"/>
                <a:gd name="connsiteX5" fmla="*/ 172995 w 2309168"/>
                <a:gd name="connsiteY5" fmla="*/ 684683 h 707635"/>
                <a:gd name="connsiteX6" fmla="*/ 0 w 2309168"/>
                <a:gd name="connsiteY6" fmla="*/ 231692 h 707635"/>
                <a:gd name="connsiteX0" fmla="*/ 0 w 2309168"/>
                <a:gd name="connsiteY0" fmla="*/ 231692 h 715340"/>
                <a:gd name="connsiteX1" fmla="*/ 1166388 w 2309168"/>
                <a:gd name="connsiteY1" fmla="*/ 193 h 715340"/>
                <a:gd name="connsiteX2" fmla="*/ 2309168 w 2309168"/>
                <a:gd name="connsiteY2" fmla="*/ 270272 h 715340"/>
                <a:gd name="connsiteX3" fmla="*/ 2123986 w 2309168"/>
                <a:gd name="connsiteY3" fmla="*/ 715340 h 715340"/>
                <a:gd name="connsiteX4" fmla="*/ 1156661 w 2309168"/>
                <a:gd name="connsiteY4" fmla="*/ 480264 h 715340"/>
                <a:gd name="connsiteX5" fmla="*/ 172995 w 2309168"/>
                <a:gd name="connsiteY5" fmla="*/ 684683 h 715340"/>
                <a:gd name="connsiteX6" fmla="*/ 0 w 2309168"/>
                <a:gd name="connsiteY6" fmla="*/ 231692 h 715340"/>
                <a:gd name="connsiteX0" fmla="*/ 0 w 2309168"/>
                <a:gd name="connsiteY0" fmla="*/ 231692 h 715340"/>
                <a:gd name="connsiteX1" fmla="*/ 1166388 w 2309168"/>
                <a:gd name="connsiteY1" fmla="*/ 193 h 715340"/>
                <a:gd name="connsiteX2" fmla="*/ 2309168 w 2309168"/>
                <a:gd name="connsiteY2" fmla="*/ 270272 h 715340"/>
                <a:gd name="connsiteX3" fmla="*/ 2123986 w 2309168"/>
                <a:gd name="connsiteY3" fmla="*/ 715340 h 715340"/>
                <a:gd name="connsiteX4" fmla="*/ 1156661 w 2309168"/>
                <a:gd name="connsiteY4" fmla="*/ 480264 h 715340"/>
                <a:gd name="connsiteX5" fmla="*/ 172995 w 2309168"/>
                <a:gd name="connsiteY5" fmla="*/ 684683 h 715340"/>
                <a:gd name="connsiteX6" fmla="*/ 0 w 2309168"/>
                <a:gd name="connsiteY6" fmla="*/ 231692 h 715340"/>
                <a:gd name="connsiteX0" fmla="*/ 0 w 2309168"/>
                <a:gd name="connsiteY0" fmla="*/ 231692 h 715340"/>
                <a:gd name="connsiteX1" fmla="*/ 1166388 w 2309168"/>
                <a:gd name="connsiteY1" fmla="*/ 193 h 715340"/>
                <a:gd name="connsiteX2" fmla="*/ 2309168 w 2309168"/>
                <a:gd name="connsiteY2" fmla="*/ 270272 h 715340"/>
                <a:gd name="connsiteX3" fmla="*/ 2123986 w 2309168"/>
                <a:gd name="connsiteY3" fmla="*/ 715340 h 715340"/>
                <a:gd name="connsiteX4" fmla="*/ 1156661 w 2309168"/>
                <a:gd name="connsiteY4" fmla="*/ 480264 h 715340"/>
                <a:gd name="connsiteX5" fmla="*/ 172995 w 2309168"/>
                <a:gd name="connsiteY5" fmla="*/ 684683 h 715340"/>
                <a:gd name="connsiteX6" fmla="*/ 0 w 2309168"/>
                <a:gd name="connsiteY6" fmla="*/ 231692 h 715340"/>
                <a:gd name="connsiteX0" fmla="*/ 0 w 2314305"/>
                <a:gd name="connsiteY0" fmla="*/ 231543 h 715191"/>
                <a:gd name="connsiteX1" fmla="*/ 1166388 w 2314305"/>
                <a:gd name="connsiteY1" fmla="*/ 44 h 715191"/>
                <a:gd name="connsiteX2" fmla="*/ 2314305 w 2314305"/>
                <a:gd name="connsiteY2" fmla="*/ 249575 h 715191"/>
                <a:gd name="connsiteX3" fmla="*/ 2123986 w 2314305"/>
                <a:gd name="connsiteY3" fmla="*/ 715191 h 715191"/>
                <a:gd name="connsiteX4" fmla="*/ 1156661 w 2314305"/>
                <a:gd name="connsiteY4" fmla="*/ 480115 h 715191"/>
                <a:gd name="connsiteX5" fmla="*/ 172995 w 2314305"/>
                <a:gd name="connsiteY5" fmla="*/ 684534 h 715191"/>
                <a:gd name="connsiteX6" fmla="*/ 0 w 2314305"/>
                <a:gd name="connsiteY6" fmla="*/ 231543 h 715191"/>
                <a:gd name="connsiteX0" fmla="*/ 0 w 2314305"/>
                <a:gd name="connsiteY0" fmla="*/ 231543 h 715191"/>
                <a:gd name="connsiteX1" fmla="*/ 1166388 w 2314305"/>
                <a:gd name="connsiteY1" fmla="*/ 44 h 715191"/>
                <a:gd name="connsiteX2" fmla="*/ 2314305 w 2314305"/>
                <a:gd name="connsiteY2" fmla="*/ 249575 h 715191"/>
                <a:gd name="connsiteX3" fmla="*/ 2123986 w 2314305"/>
                <a:gd name="connsiteY3" fmla="*/ 715191 h 715191"/>
                <a:gd name="connsiteX4" fmla="*/ 1156661 w 2314305"/>
                <a:gd name="connsiteY4" fmla="*/ 480115 h 715191"/>
                <a:gd name="connsiteX5" fmla="*/ 172995 w 2314305"/>
                <a:gd name="connsiteY5" fmla="*/ 684534 h 715191"/>
                <a:gd name="connsiteX6" fmla="*/ 0 w 2314305"/>
                <a:gd name="connsiteY6" fmla="*/ 231543 h 715191"/>
                <a:gd name="connsiteX0" fmla="*/ 0 w 2314305"/>
                <a:gd name="connsiteY0" fmla="*/ 231550 h 715198"/>
                <a:gd name="connsiteX1" fmla="*/ 1166388 w 2314305"/>
                <a:gd name="connsiteY1" fmla="*/ 51 h 715198"/>
                <a:gd name="connsiteX2" fmla="*/ 2314305 w 2314305"/>
                <a:gd name="connsiteY2" fmla="*/ 249582 h 715198"/>
                <a:gd name="connsiteX3" fmla="*/ 2123986 w 2314305"/>
                <a:gd name="connsiteY3" fmla="*/ 715198 h 715198"/>
                <a:gd name="connsiteX4" fmla="*/ 1156661 w 2314305"/>
                <a:gd name="connsiteY4" fmla="*/ 480122 h 715198"/>
                <a:gd name="connsiteX5" fmla="*/ 172995 w 2314305"/>
                <a:gd name="connsiteY5" fmla="*/ 684541 h 715198"/>
                <a:gd name="connsiteX6" fmla="*/ 0 w 2314305"/>
                <a:gd name="connsiteY6" fmla="*/ 231550 h 715198"/>
                <a:gd name="connsiteX0" fmla="*/ 0 w 2314305"/>
                <a:gd name="connsiteY0" fmla="*/ 233092 h 716740"/>
                <a:gd name="connsiteX1" fmla="*/ 1166388 w 2314305"/>
                <a:gd name="connsiteY1" fmla="*/ 1593 h 716740"/>
                <a:gd name="connsiteX2" fmla="*/ 2314305 w 2314305"/>
                <a:gd name="connsiteY2" fmla="*/ 251124 h 716740"/>
                <a:gd name="connsiteX3" fmla="*/ 2123986 w 2314305"/>
                <a:gd name="connsiteY3" fmla="*/ 716740 h 716740"/>
                <a:gd name="connsiteX4" fmla="*/ 1156661 w 2314305"/>
                <a:gd name="connsiteY4" fmla="*/ 481664 h 716740"/>
                <a:gd name="connsiteX5" fmla="*/ 172995 w 2314305"/>
                <a:gd name="connsiteY5" fmla="*/ 686083 h 716740"/>
                <a:gd name="connsiteX6" fmla="*/ 0 w 2314305"/>
                <a:gd name="connsiteY6" fmla="*/ 233092 h 716740"/>
                <a:gd name="connsiteX0" fmla="*/ 0 w 2314305"/>
                <a:gd name="connsiteY0" fmla="*/ 231523 h 715171"/>
                <a:gd name="connsiteX1" fmla="*/ 1166388 w 2314305"/>
                <a:gd name="connsiteY1" fmla="*/ 24 h 715171"/>
                <a:gd name="connsiteX2" fmla="*/ 2314305 w 2314305"/>
                <a:gd name="connsiteY2" fmla="*/ 249555 h 715171"/>
                <a:gd name="connsiteX3" fmla="*/ 2123986 w 2314305"/>
                <a:gd name="connsiteY3" fmla="*/ 715171 h 715171"/>
                <a:gd name="connsiteX4" fmla="*/ 1156661 w 2314305"/>
                <a:gd name="connsiteY4" fmla="*/ 480095 h 715171"/>
                <a:gd name="connsiteX5" fmla="*/ 172995 w 2314305"/>
                <a:gd name="connsiteY5" fmla="*/ 684514 h 715171"/>
                <a:gd name="connsiteX6" fmla="*/ 0 w 2314305"/>
                <a:gd name="connsiteY6" fmla="*/ 231523 h 715171"/>
                <a:gd name="connsiteX0" fmla="*/ 0 w 2314305"/>
                <a:gd name="connsiteY0" fmla="*/ 231550 h 715198"/>
                <a:gd name="connsiteX1" fmla="*/ 1166388 w 2314305"/>
                <a:gd name="connsiteY1" fmla="*/ 51 h 715198"/>
                <a:gd name="connsiteX2" fmla="*/ 2314305 w 2314305"/>
                <a:gd name="connsiteY2" fmla="*/ 249582 h 715198"/>
                <a:gd name="connsiteX3" fmla="*/ 2123986 w 2314305"/>
                <a:gd name="connsiteY3" fmla="*/ 715198 h 715198"/>
                <a:gd name="connsiteX4" fmla="*/ 1156661 w 2314305"/>
                <a:gd name="connsiteY4" fmla="*/ 480122 h 715198"/>
                <a:gd name="connsiteX5" fmla="*/ 172995 w 2314305"/>
                <a:gd name="connsiteY5" fmla="*/ 684541 h 715198"/>
                <a:gd name="connsiteX6" fmla="*/ 0 w 2314305"/>
                <a:gd name="connsiteY6" fmla="*/ 231550 h 715198"/>
                <a:gd name="connsiteX0" fmla="*/ 0 w 2314305"/>
                <a:gd name="connsiteY0" fmla="*/ 232088 h 715736"/>
                <a:gd name="connsiteX1" fmla="*/ 1166388 w 2314305"/>
                <a:gd name="connsiteY1" fmla="*/ 589 h 715736"/>
                <a:gd name="connsiteX2" fmla="*/ 2314305 w 2314305"/>
                <a:gd name="connsiteY2" fmla="*/ 250120 h 715736"/>
                <a:gd name="connsiteX3" fmla="*/ 2123986 w 2314305"/>
                <a:gd name="connsiteY3" fmla="*/ 715736 h 715736"/>
                <a:gd name="connsiteX4" fmla="*/ 1156661 w 2314305"/>
                <a:gd name="connsiteY4" fmla="*/ 480660 h 715736"/>
                <a:gd name="connsiteX5" fmla="*/ 172995 w 2314305"/>
                <a:gd name="connsiteY5" fmla="*/ 685079 h 715736"/>
                <a:gd name="connsiteX6" fmla="*/ 0 w 2314305"/>
                <a:gd name="connsiteY6" fmla="*/ 232088 h 715736"/>
                <a:gd name="connsiteX0" fmla="*/ 0 w 2314305"/>
                <a:gd name="connsiteY0" fmla="*/ 232088 h 715736"/>
                <a:gd name="connsiteX1" fmla="*/ 1166388 w 2314305"/>
                <a:gd name="connsiteY1" fmla="*/ 589 h 715736"/>
                <a:gd name="connsiteX2" fmla="*/ 2314305 w 2314305"/>
                <a:gd name="connsiteY2" fmla="*/ 250120 h 715736"/>
                <a:gd name="connsiteX3" fmla="*/ 2123986 w 2314305"/>
                <a:gd name="connsiteY3" fmla="*/ 715736 h 715736"/>
                <a:gd name="connsiteX4" fmla="*/ 1156661 w 2314305"/>
                <a:gd name="connsiteY4" fmla="*/ 480660 h 715736"/>
                <a:gd name="connsiteX5" fmla="*/ 172995 w 2314305"/>
                <a:gd name="connsiteY5" fmla="*/ 685079 h 715736"/>
                <a:gd name="connsiteX6" fmla="*/ 0 w 2314305"/>
                <a:gd name="connsiteY6" fmla="*/ 232088 h 715736"/>
                <a:gd name="connsiteX0" fmla="*/ 0 w 2314305"/>
                <a:gd name="connsiteY0" fmla="*/ 232088 h 715736"/>
                <a:gd name="connsiteX1" fmla="*/ 1166388 w 2314305"/>
                <a:gd name="connsiteY1" fmla="*/ 589 h 715736"/>
                <a:gd name="connsiteX2" fmla="*/ 2314305 w 2314305"/>
                <a:gd name="connsiteY2" fmla="*/ 250120 h 715736"/>
                <a:gd name="connsiteX3" fmla="*/ 2123986 w 2314305"/>
                <a:gd name="connsiteY3" fmla="*/ 715736 h 715736"/>
                <a:gd name="connsiteX4" fmla="*/ 1156661 w 2314305"/>
                <a:gd name="connsiteY4" fmla="*/ 480660 h 715736"/>
                <a:gd name="connsiteX5" fmla="*/ 172995 w 2314305"/>
                <a:gd name="connsiteY5" fmla="*/ 685079 h 715736"/>
                <a:gd name="connsiteX6" fmla="*/ 0 w 2314305"/>
                <a:gd name="connsiteY6" fmla="*/ 232088 h 715736"/>
                <a:gd name="connsiteX0" fmla="*/ 0 w 2314305"/>
                <a:gd name="connsiteY0" fmla="*/ 232060 h 715708"/>
                <a:gd name="connsiteX1" fmla="*/ 1166388 w 2314305"/>
                <a:gd name="connsiteY1" fmla="*/ 561 h 715708"/>
                <a:gd name="connsiteX2" fmla="*/ 2314305 w 2314305"/>
                <a:gd name="connsiteY2" fmla="*/ 250092 h 715708"/>
                <a:gd name="connsiteX3" fmla="*/ 2123986 w 2314305"/>
                <a:gd name="connsiteY3" fmla="*/ 715708 h 715708"/>
                <a:gd name="connsiteX4" fmla="*/ 1156661 w 2314305"/>
                <a:gd name="connsiteY4" fmla="*/ 480632 h 715708"/>
                <a:gd name="connsiteX5" fmla="*/ 172995 w 2314305"/>
                <a:gd name="connsiteY5" fmla="*/ 685051 h 715708"/>
                <a:gd name="connsiteX6" fmla="*/ 0 w 2314305"/>
                <a:gd name="connsiteY6" fmla="*/ 232060 h 7157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314305" h="715708">
                  <a:moveTo>
                    <a:pt x="0" y="232060"/>
                  </a:moveTo>
                  <a:cubicBezTo>
                    <a:pt x="116349" y="135016"/>
                    <a:pt x="772966" y="-10150"/>
                    <a:pt x="1166388" y="561"/>
                  </a:cubicBezTo>
                  <a:cubicBezTo>
                    <a:pt x="1559810" y="11272"/>
                    <a:pt x="1962415" y="54514"/>
                    <a:pt x="2314305" y="250092"/>
                  </a:cubicBezTo>
                  <a:cubicBezTo>
                    <a:pt x="2236857" y="411910"/>
                    <a:pt x="2305049" y="284904"/>
                    <a:pt x="2123986" y="715708"/>
                  </a:cubicBezTo>
                  <a:cubicBezTo>
                    <a:pt x="2077752" y="646036"/>
                    <a:pt x="1616289" y="480632"/>
                    <a:pt x="1156661" y="480632"/>
                  </a:cubicBezTo>
                  <a:cubicBezTo>
                    <a:pt x="697033" y="480632"/>
                    <a:pt x="257593" y="589531"/>
                    <a:pt x="172995" y="685051"/>
                  </a:cubicBezTo>
                  <a:lnTo>
                    <a:pt x="0" y="232060"/>
                  </a:lnTo>
                  <a:close/>
                </a:path>
              </a:pathLst>
            </a:custGeom>
            <a:solidFill>
              <a:srgbClr val="F18120"/>
            </a:solidFill>
            <a:ln>
              <a:solidFill>
                <a:srgbClr val="F1812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5" name="Block Arc 1">
              <a:extLst>
                <a:ext uri="{FF2B5EF4-FFF2-40B4-BE49-F238E27FC236}">
                  <a16:creationId xmlns:a16="http://schemas.microsoft.com/office/drawing/2014/main" id="{0CFC99D9-D4B4-A7EB-BC2E-0D3AABCD0784}"/>
                </a:ext>
              </a:extLst>
            </p:cNvPr>
            <p:cNvSpPr/>
            <p:nvPr/>
          </p:nvSpPr>
          <p:spPr>
            <a:xfrm rot="6099059">
              <a:off x="9940336" y="3713264"/>
              <a:ext cx="2314305" cy="715708"/>
            </a:xfrm>
            <a:custGeom>
              <a:avLst/>
              <a:gdLst>
                <a:gd name="connsiteX0" fmla="*/ 0 w 2391141"/>
                <a:gd name="connsiteY0" fmla="*/ 726679 h 1453358"/>
                <a:gd name="connsiteX1" fmla="*/ 1195571 w 2391141"/>
                <a:gd name="connsiteY1" fmla="*/ 0 h 1453358"/>
                <a:gd name="connsiteX2" fmla="*/ 2391142 w 2391141"/>
                <a:gd name="connsiteY2" fmla="*/ 726679 h 1453358"/>
                <a:gd name="connsiteX3" fmla="*/ 2027802 w 2391141"/>
                <a:gd name="connsiteY3" fmla="*/ 726679 h 1453358"/>
                <a:gd name="connsiteX4" fmla="*/ 1195571 w 2391141"/>
                <a:gd name="connsiteY4" fmla="*/ 363339 h 1453358"/>
                <a:gd name="connsiteX5" fmla="*/ 363340 w 2391141"/>
                <a:gd name="connsiteY5" fmla="*/ 726679 h 1453358"/>
                <a:gd name="connsiteX6" fmla="*/ 0 w 2391141"/>
                <a:gd name="connsiteY6" fmla="*/ 726679 h 1453358"/>
                <a:gd name="connsiteX0" fmla="*/ 0 w 2614878"/>
                <a:gd name="connsiteY0" fmla="*/ 727830 h 727830"/>
                <a:gd name="connsiteX1" fmla="*/ 1195571 w 2614878"/>
                <a:gd name="connsiteY1" fmla="*/ 1151 h 727830"/>
                <a:gd name="connsiteX2" fmla="*/ 2614878 w 2614878"/>
                <a:gd name="connsiteY2" fmla="*/ 611098 h 727830"/>
                <a:gd name="connsiteX3" fmla="*/ 2027802 w 2614878"/>
                <a:gd name="connsiteY3" fmla="*/ 727830 h 727830"/>
                <a:gd name="connsiteX4" fmla="*/ 1195571 w 2614878"/>
                <a:gd name="connsiteY4" fmla="*/ 364490 h 727830"/>
                <a:gd name="connsiteX5" fmla="*/ 363340 w 2614878"/>
                <a:gd name="connsiteY5" fmla="*/ 727830 h 727830"/>
                <a:gd name="connsiteX6" fmla="*/ 0 w 2614878"/>
                <a:gd name="connsiteY6" fmla="*/ 727830 h 727830"/>
                <a:gd name="connsiteX0" fmla="*/ 0 w 2614878"/>
                <a:gd name="connsiteY0" fmla="*/ 727830 h 727830"/>
                <a:gd name="connsiteX1" fmla="*/ 1195571 w 2614878"/>
                <a:gd name="connsiteY1" fmla="*/ 1151 h 727830"/>
                <a:gd name="connsiteX2" fmla="*/ 2614878 w 2614878"/>
                <a:gd name="connsiteY2" fmla="*/ 611098 h 727830"/>
                <a:gd name="connsiteX3" fmla="*/ 2251538 w 2614878"/>
                <a:gd name="connsiteY3" fmla="*/ 669464 h 727830"/>
                <a:gd name="connsiteX4" fmla="*/ 1195571 w 2614878"/>
                <a:gd name="connsiteY4" fmla="*/ 364490 h 727830"/>
                <a:gd name="connsiteX5" fmla="*/ 363340 w 2614878"/>
                <a:gd name="connsiteY5" fmla="*/ 727830 h 727830"/>
                <a:gd name="connsiteX6" fmla="*/ 0 w 2614878"/>
                <a:gd name="connsiteY6" fmla="*/ 727830 h 727830"/>
                <a:gd name="connsiteX0" fmla="*/ 0 w 2780249"/>
                <a:gd name="connsiteY0" fmla="*/ 590533 h 726720"/>
                <a:gd name="connsiteX1" fmla="*/ 1360942 w 2780249"/>
                <a:gd name="connsiteY1" fmla="*/ 41 h 726720"/>
                <a:gd name="connsiteX2" fmla="*/ 2780249 w 2780249"/>
                <a:gd name="connsiteY2" fmla="*/ 609988 h 726720"/>
                <a:gd name="connsiteX3" fmla="*/ 2416909 w 2780249"/>
                <a:gd name="connsiteY3" fmla="*/ 668354 h 726720"/>
                <a:gd name="connsiteX4" fmla="*/ 1360942 w 2780249"/>
                <a:gd name="connsiteY4" fmla="*/ 363380 h 726720"/>
                <a:gd name="connsiteX5" fmla="*/ 528711 w 2780249"/>
                <a:gd name="connsiteY5" fmla="*/ 726720 h 726720"/>
                <a:gd name="connsiteX6" fmla="*/ 0 w 2780249"/>
                <a:gd name="connsiteY6" fmla="*/ 590533 h 726720"/>
                <a:gd name="connsiteX0" fmla="*/ 0 w 2780249"/>
                <a:gd name="connsiteY0" fmla="*/ 590533 h 668354"/>
                <a:gd name="connsiteX1" fmla="*/ 1360942 w 2780249"/>
                <a:gd name="connsiteY1" fmla="*/ 41 h 668354"/>
                <a:gd name="connsiteX2" fmla="*/ 2780249 w 2780249"/>
                <a:gd name="connsiteY2" fmla="*/ 609988 h 668354"/>
                <a:gd name="connsiteX3" fmla="*/ 2416909 w 2780249"/>
                <a:gd name="connsiteY3" fmla="*/ 668354 h 668354"/>
                <a:gd name="connsiteX4" fmla="*/ 1360942 w 2780249"/>
                <a:gd name="connsiteY4" fmla="*/ 363380 h 668354"/>
                <a:gd name="connsiteX5" fmla="*/ 275792 w 2780249"/>
                <a:gd name="connsiteY5" fmla="*/ 639171 h 668354"/>
                <a:gd name="connsiteX6" fmla="*/ 0 w 2780249"/>
                <a:gd name="connsiteY6" fmla="*/ 590533 h 668354"/>
                <a:gd name="connsiteX0" fmla="*/ 0 w 2780249"/>
                <a:gd name="connsiteY0" fmla="*/ 590533 h 668354"/>
                <a:gd name="connsiteX1" fmla="*/ 1360942 w 2780249"/>
                <a:gd name="connsiteY1" fmla="*/ 41 h 668354"/>
                <a:gd name="connsiteX2" fmla="*/ 2780249 w 2780249"/>
                <a:gd name="connsiteY2" fmla="*/ 609988 h 668354"/>
                <a:gd name="connsiteX3" fmla="*/ 2416909 w 2780249"/>
                <a:gd name="connsiteY3" fmla="*/ 668354 h 668354"/>
                <a:gd name="connsiteX4" fmla="*/ 1351215 w 2780249"/>
                <a:gd name="connsiteY4" fmla="*/ 480112 h 668354"/>
                <a:gd name="connsiteX5" fmla="*/ 275792 w 2780249"/>
                <a:gd name="connsiteY5" fmla="*/ 639171 h 668354"/>
                <a:gd name="connsiteX6" fmla="*/ 0 w 2780249"/>
                <a:gd name="connsiteY6" fmla="*/ 590533 h 668354"/>
                <a:gd name="connsiteX0" fmla="*/ 0 w 2780249"/>
                <a:gd name="connsiteY0" fmla="*/ 590533 h 775358"/>
                <a:gd name="connsiteX1" fmla="*/ 1360942 w 2780249"/>
                <a:gd name="connsiteY1" fmla="*/ 41 h 775358"/>
                <a:gd name="connsiteX2" fmla="*/ 2780249 w 2780249"/>
                <a:gd name="connsiteY2" fmla="*/ 609988 h 775358"/>
                <a:gd name="connsiteX3" fmla="*/ 2329360 w 2780249"/>
                <a:gd name="connsiteY3" fmla="*/ 775358 h 775358"/>
                <a:gd name="connsiteX4" fmla="*/ 1351215 w 2780249"/>
                <a:gd name="connsiteY4" fmla="*/ 480112 h 775358"/>
                <a:gd name="connsiteX5" fmla="*/ 275792 w 2780249"/>
                <a:gd name="connsiteY5" fmla="*/ 639171 h 775358"/>
                <a:gd name="connsiteX6" fmla="*/ 0 w 2780249"/>
                <a:gd name="connsiteY6" fmla="*/ 590533 h 775358"/>
                <a:gd name="connsiteX0" fmla="*/ 0 w 2673245"/>
                <a:gd name="connsiteY0" fmla="*/ 600391 h 785216"/>
                <a:gd name="connsiteX1" fmla="*/ 1360942 w 2673245"/>
                <a:gd name="connsiteY1" fmla="*/ 9899 h 785216"/>
                <a:gd name="connsiteX2" fmla="*/ 2673245 w 2673245"/>
                <a:gd name="connsiteY2" fmla="*/ 405837 h 785216"/>
                <a:gd name="connsiteX3" fmla="*/ 2329360 w 2673245"/>
                <a:gd name="connsiteY3" fmla="*/ 785216 h 785216"/>
                <a:gd name="connsiteX4" fmla="*/ 1351215 w 2673245"/>
                <a:gd name="connsiteY4" fmla="*/ 489970 h 785216"/>
                <a:gd name="connsiteX5" fmla="*/ 275792 w 2673245"/>
                <a:gd name="connsiteY5" fmla="*/ 649029 h 785216"/>
                <a:gd name="connsiteX6" fmla="*/ 0 w 2673245"/>
                <a:gd name="connsiteY6" fmla="*/ 600391 h 785216"/>
                <a:gd name="connsiteX0" fmla="*/ 0 w 2673245"/>
                <a:gd name="connsiteY0" fmla="*/ 593348 h 778173"/>
                <a:gd name="connsiteX1" fmla="*/ 1360942 w 2673245"/>
                <a:gd name="connsiteY1" fmla="*/ 2856 h 778173"/>
                <a:gd name="connsiteX2" fmla="*/ 2673245 w 2673245"/>
                <a:gd name="connsiteY2" fmla="*/ 398794 h 778173"/>
                <a:gd name="connsiteX3" fmla="*/ 2329360 w 2673245"/>
                <a:gd name="connsiteY3" fmla="*/ 778173 h 778173"/>
                <a:gd name="connsiteX4" fmla="*/ 1351215 w 2673245"/>
                <a:gd name="connsiteY4" fmla="*/ 482927 h 778173"/>
                <a:gd name="connsiteX5" fmla="*/ 275792 w 2673245"/>
                <a:gd name="connsiteY5" fmla="*/ 641986 h 778173"/>
                <a:gd name="connsiteX6" fmla="*/ 0 w 2673245"/>
                <a:gd name="connsiteY6" fmla="*/ 593348 h 778173"/>
                <a:gd name="connsiteX0" fmla="*/ 0 w 2478691"/>
                <a:gd name="connsiteY0" fmla="*/ 293714 h 809279"/>
                <a:gd name="connsiteX1" fmla="*/ 1166388 w 2478691"/>
                <a:gd name="connsiteY1" fmla="*/ 33962 h 809279"/>
                <a:gd name="connsiteX2" fmla="*/ 2478691 w 2478691"/>
                <a:gd name="connsiteY2" fmla="*/ 429900 h 809279"/>
                <a:gd name="connsiteX3" fmla="*/ 2134806 w 2478691"/>
                <a:gd name="connsiteY3" fmla="*/ 809279 h 809279"/>
                <a:gd name="connsiteX4" fmla="*/ 1156661 w 2478691"/>
                <a:gd name="connsiteY4" fmla="*/ 514033 h 809279"/>
                <a:gd name="connsiteX5" fmla="*/ 81238 w 2478691"/>
                <a:gd name="connsiteY5" fmla="*/ 673092 h 809279"/>
                <a:gd name="connsiteX6" fmla="*/ 0 w 2478691"/>
                <a:gd name="connsiteY6" fmla="*/ 293714 h 809279"/>
                <a:gd name="connsiteX0" fmla="*/ 0 w 2478691"/>
                <a:gd name="connsiteY0" fmla="*/ 262275 h 777840"/>
                <a:gd name="connsiteX1" fmla="*/ 1166388 w 2478691"/>
                <a:gd name="connsiteY1" fmla="*/ 2523 h 777840"/>
                <a:gd name="connsiteX2" fmla="*/ 2478691 w 2478691"/>
                <a:gd name="connsiteY2" fmla="*/ 398461 h 777840"/>
                <a:gd name="connsiteX3" fmla="*/ 2134806 w 2478691"/>
                <a:gd name="connsiteY3" fmla="*/ 777840 h 777840"/>
                <a:gd name="connsiteX4" fmla="*/ 1156661 w 2478691"/>
                <a:gd name="connsiteY4" fmla="*/ 482594 h 777840"/>
                <a:gd name="connsiteX5" fmla="*/ 81238 w 2478691"/>
                <a:gd name="connsiteY5" fmla="*/ 641653 h 777840"/>
                <a:gd name="connsiteX6" fmla="*/ 0 w 2478691"/>
                <a:gd name="connsiteY6" fmla="*/ 262275 h 777840"/>
                <a:gd name="connsiteX0" fmla="*/ 0 w 2478691"/>
                <a:gd name="connsiteY0" fmla="*/ 262275 h 777841"/>
                <a:gd name="connsiteX1" fmla="*/ 1166388 w 2478691"/>
                <a:gd name="connsiteY1" fmla="*/ 2523 h 777841"/>
                <a:gd name="connsiteX2" fmla="*/ 2478691 w 2478691"/>
                <a:gd name="connsiteY2" fmla="*/ 398461 h 777841"/>
                <a:gd name="connsiteX3" fmla="*/ 2134806 w 2478691"/>
                <a:gd name="connsiteY3" fmla="*/ 777840 h 777841"/>
                <a:gd name="connsiteX4" fmla="*/ 1156661 w 2478691"/>
                <a:gd name="connsiteY4" fmla="*/ 482594 h 777841"/>
                <a:gd name="connsiteX5" fmla="*/ 178515 w 2478691"/>
                <a:gd name="connsiteY5" fmla="*/ 777841 h 777841"/>
                <a:gd name="connsiteX6" fmla="*/ 0 w 2478691"/>
                <a:gd name="connsiteY6" fmla="*/ 262275 h 777841"/>
                <a:gd name="connsiteX0" fmla="*/ 0 w 2478691"/>
                <a:gd name="connsiteY0" fmla="*/ 262275 h 777840"/>
                <a:gd name="connsiteX1" fmla="*/ 1166388 w 2478691"/>
                <a:gd name="connsiteY1" fmla="*/ 2523 h 777840"/>
                <a:gd name="connsiteX2" fmla="*/ 2478691 w 2478691"/>
                <a:gd name="connsiteY2" fmla="*/ 398461 h 777840"/>
                <a:gd name="connsiteX3" fmla="*/ 2134806 w 2478691"/>
                <a:gd name="connsiteY3" fmla="*/ 777840 h 777840"/>
                <a:gd name="connsiteX4" fmla="*/ 1156661 w 2478691"/>
                <a:gd name="connsiteY4" fmla="*/ 482594 h 777840"/>
                <a:gd name="connsiteX5" fmla="*/ 139604 w 2478691"/>
                <a:gd name="connsiteY5" fmla="*/ 748658 h 777840"/>
                <a:gd name="connsiteX6" fmla="*/ 0 w 2478691"/>
                <a:gd name="connsiteY6" fmla="*/ 262275 h 777840"/>
                <a:gd name="connsiteX0" fmla="*/ 0 w 2478691"/>
                <a:gd name="connsiteY0" fmla="*/ 262275 h 777840"/>
                <a:gd name="connsiteX1" fmla="*/ 1166388 w 2478691"/>
                <a:gd name="connsiteY1" fmla="*/ 2523 h 777840"/>
                <a:gd name="connsiteX2" fmla="*/ 2478691 w 2478691"/>
                <a:gd name="connsiteY2" fmla="*/ 398461 h 777840"/>
                <a:gd name="connsiteX3" fmla="*/ 2134806 w 2478691"/>
                <a:gd name="connsiteY3" fmla="*/ 777840 h 777840"/>
                <a:gd name="connsiteX4" fmla="*/ 1156661 w 2478691"/>
                <a:gd name="connsiteY4" fmla="*/ 482594 h 777840"/>
                <a:gd name="connsiteX5" fmla="*/ 139604 w 2478691"/>
                <a:gd name="connsiteY5" fmla="*/ 748658 h 777840"/>
                <a:gd name="connsiteX6" fmla="*/ 0 w 2478691"/>
                <a:gd name="connsiteY6" fmla="*/ 262275 h 777840"/>
                <a:gd name="connsiteX0" fmla="*/ 0 w 2478691"/>
                <a:gd name="connsiteY0" fmla="*/ 262275 h 797295"/>
                <a:gd name="connsiteX1" fmla="*/ 1166388 w 2478691"/>
                <a:gd name="connsiteY1" fmla="*/ 2523 h 797295"/>
                <a:gd name="connsiteX2" fmla="*/ 2478691 w 2478691"/>
                <a:gd name="connsiteY2" fmla="*/ 398461 h 797295"/>
                <a:gd name="connsiteX3" fmla="*/ 2144534 w 2478691"/>
                <a:gd name="connsiteY3" fmla="*/ 797295 h 797295"/>
                <a:gd name="connsiteX4" fmla="*/ 1156661 w 2478691"/>
                <a:gd name="connsiteY4" fmla="*/ 482594 h 797295"/>
                <a:gd name="connsiteX5" fmla="*/ 139604 w 2478691"/>
                <a:gd name="connsiteY5" fmla="*/ 748658 h 797295"/>
                <a:gd name="connsiteX6" fmla="*/ 0 w 2478691"/>
                <a:gd name="connsiteY6" fmla="*/ 262275 h 797295"/>
                <a:gd name="connsiteX0" fmla="*/ 0 w 2478691"/>
                <a:gd name="connsiteY0" fmla="*/ 262275 h 797295"/>
                <a:gd name="connsiteX1" fmla="*/ 1166388 w 2478691"/>
                <a:gd name="connsiteY1" fmla="*/ 2523 h 797295"/>
                <a:gd name="connsiteX2" fmla="*/ 2478691 w 2478691"/>
                <a:gd name="connsiteY2" fmla="*/ 398461 h 797295"/>
                <a:gd name="connsiteX3" fmla="*/ 2144534 w 2478691"/>
                <a:gd name="connsiteY3" fmla="*/ 797295 h 797295"/>
                <a:gd name="connsiteX4" fmla="*/ 1156661 w 2478691"/>
                <a:gd name="connsiteY4" fmla="*/ 482594 h 797295"/>
                <a:gd name="connsiteX5" fmla="*/ 139604 w 2478691"/>
                <a:gd name="connsiteY5" fmla="*/ 748658 h 797295"/>
                <a:gd name="connsiteX6" fmla="*/ 0 w 2478691"/>
                <a:gd name="connsiteY6" fmla="*/ 262275 h 797295"/>
                <a:gd name="connsiteX0" fmla="*/ 0 w 2309168"/>
                <a:gd name="connsiteY0" fmla="*/ 259772 h 794792"/>
                <a:gd name="connsiteX1" fmla="*/ 1166388 w 2309168"/>
                <a:gd name="connsiteY1" fmla="*/ 20 h 794792"/>
                <a:gd name="connsiteX2" fmla="*/ 2309168 w 2309168"/>
                <a:gd name="connsiteY2" fmla="*/ 270099 h 794792"/>
                <a:gd name="connsiteX3" fmla="*/ 2144534 w 2309168"/>
                <a:gd name="connsiteY3" fmla="*/ 794792 h 794792"/>
                <a:gd name="connsiteX4" fmla="*/ 1156661 w 2309168"/>
                <a:gd name="connsiteY4" fmla="*/ 480091 h 794792"/>
                <a:gd name="connsiteX5" fmla="*/ 139604 w 2309168"/>
                <a:gd name="connsiteY5" fmla="*/ 746155 h 794792"/>
                <a:gd name="connsiteX6" fmla="*/ 0 w 2309168"/>
                <a:gd name="connsiteY6" fmla="*/ 259772 h 794792"/>
                <a:gd name="connsiteX0" fmla="*/ 0 w 2309168"/>
                <a:gd name="connsiteY0" fmla="*/ 259772 h 794792"/>
                <a:gd name="connsiteX1" fmla="*/ 1166388 w 2309168"/>
                <a:gd name="connsiteY1" fmla="*/ 20 h 794792"/>
                <a:gd name="connsiteX2" fmla="*/ 2309168 w 2309168"/>
                <a:gd name="connsiteY2" fmla="*/ 270099 h 794792"/>
                <a:gd name="connsiteX3" fmla="*/ 2144534 w 2309168"/>
                <a:gd name="connsiteY3" fmla="*/ 794792 h 794792"/>
                <a:gd name="connsiteX4" fmla="*/ 1156661 w 2309168"/>
                <a:gd name="connsiteY4" fmla="*/ 480091 h 794792"/>
                <a:gd name="connsiteX5" fmla="*/ 139604 w 2309168"/>
                <a:gd name="connsiteY5" fmla="*/ 746155 h 794792"/>
                <a:gd name="connsiteX6" fmla="*/ 0 w 2309168"/>
                <a:gd name="connsiteY6" fmla="*/ 259772 h 794792"/>
                <a:gd name="connsiteX0" fmla="*/ 0 w 2309168"/>
                <a:gd name="connsiteY0" fmla="*/ 259772 h 746155"/>
                <a:gd name="connsiteX1" fmla="*/ 1166388 w 2309168"/>
                <a:gd name="connsiteY1" fmla="*/ 20 h 746155"/>
                <a:gd name="connsiteX2" fmla="*/ 2309168 w 2309168"/>
                <a:gd name="connsiteY2" fmla="*/ 270099 h 746155"/>
                <a:gd name="connsiteX3" fmla="*/ 2121417 w 2309168"/>
                <a:gd name="connsiteY3" fmla="*/ 707462 h 746155"/>
                <a:gd name="connsiteX4" fmla="*/ 1156661 w 2309168"/>
                <a:gd name="connsiteY4" fmla="*/ 480091 h 746155"/>
                <a:gd name="connsiteX5" fmla="*/ 139604 w 2309168"/>
                <a:gd name="connsiteY5" fmla="*/ 746155 h 746155"/>
                <a:gd name="connsiteX6" fmla="*/ 0 w 2309168"/>
                <a:gd name="connsiteY6" fmla="*/ 259772 h 746155"/>
                <a:gd name="connsiteX0" fmla="*/ 0 w 2309168"/>
                <a:gd name="connsiteY0" fmla="*/ 259772 h 746155"/>
                <a:gd name="connsiteX1" fmla="*/ 1166388 w 2309168"/>
                <a:gd name="connsiteY1" fmla="*/ 20 h 746155"/>
                <a:gd name="connsiteX2" fmla="*/ 2309168 w 2309168"/>
                <a:gd name="connsiteY2" fmla="*/ 270099 h 746155"/>
                <a:gd name="connsiteX3" fmla="*/ 2121417 w 2309168"/>
                <a:gd name="connsiteY3" fmla="*/ 707462 h 746155"/>
                <a:gd name="connsiteX4" fmla="*/ 1156661 w 2309168"/>
                <a:gd name="connsiteY4" fmla="*/ 480091 h 746155"/>
                <a:gd name="connsiteX5" fmla="*/ 139604 w 2309168"/>
                <a:gd name="connsiteY5" fmla="*/ 746155 h 746155"/>
                <a:gd name="connsiteX6" fmla="*/ 0 w 2309168"/>
                <a:gd name="connsiteY6" fmla="*/ 259772 h 746155"/>
                <a:gd name="connsiteX0" fmla="*/ 0 w 2309168"/>
                <a:gd name="connsiteY0" fmla="*/ 226793 h 746567"/>
                <a:gd name="connsiteX1" fmla="*/ 1166388 w 2309168"/>
                <a:gd name="connsiteY1" fmla="*/ 432 h 746567"/>
                <a:gd name="connsiteX2" fmla="*/ 2309168 w 2309168"/>
                <a:gd name="connsiteY2" fmla="*/ 270511 h 746567"/>
                <a:gd name="connsiteX3" fmla="*/ 2121417 w 2309168"/>
                <a:gd name="connsiteY3" fmla="*/ 707874 h 746567"/>
                <a:gd name="connsiteX4" fmla="*/ 1156661 w 2309168"/>
                <a:gd name="connsiteY4" fmla="*/ 480503 h 746567"/>
                <a:gd name="connsiteX5" fmla="*/ 139604 w 2309168"/>
                <a:gd name="connsiteY5" fmla="*/ 746567 h 746567"/>
                <a:gd name="connsiteX6" fmla="*/ 0 w 2309168"/>
                <a:gd name="connsiteY6" fmla="*/ 226793 h 746567"/>
                <a:gd name="connsiteX0" fmla="*/ 0 w 2309168"/>
                <a:gd name="connsiteY0" fmla="*/ 226663 h 746437"/>
                <a:gd name="connsiteX1" fmla="*/ 1166388 w 2309168"/>
                <a:gd name="connsiteY1" fmla="*/ 302 h 746437"/>
                <a:gd name="connsiteX2" fmla="*/ 2309168 w 2309168"/>
                <a:gd name="connsiteY2" fmla="*/ 270381 h 746437"/>
                <a:gd name="connsiteX3" fmla="*/ 2121417 w 2309168"/>
                <a:gd name="connsiteY3" fmla="*/ 707744 h 746437"/>
                <a:gd name="connsiteX4" fmla="*/ 1156661 w 2309168"/>
                <a:gd name="connsiteY4" fmla="*/ 480373 h 746437"/>
                <a:gd name="connsiteX5" fmla="*/ 139604 w 2309168"/>
                <a:gd name="connsiteY5" fmla="*/ 746437 h 746437"/>
                <a:gd name="connsiteX6" fmla="*/ 0 w 2309168"/>
                <a:gd name="connsiteY6" fmla="*/ 226663 h 746437"/>
                <a:gd name="connsiteX0" fmla="*/ 0 w 2309168"/>
                <a:gd name="connsiteY0" fmla="*/ 226614 h 746388"/>
                <a:gd name="connsiteX1" fmla="*/ 1166388 w 2309168"/>
                <a:gd name="connsiteY1" fmla="*/ 253 h 746388"/>
                <a:gd name="connsiteX2" fmla="*/ 2309168 w 2309168"/>
                <a:gd name="connsiteY2" fmla="*/ 270332 h 746388"/>
                <a:gd name="connsiteX3" fmla="*/ 2121417 w 2309168"/>
                <a:gd name="connsiteY3" fmla="*/ 707695 h 746388"/>
                <a:gd name="connsiteX4" fmla="*/ 1156661 w 2309168"/>
                <a:gd name="connsiteY4" fmla="*/ 480324 h 746388"/>
                <a:gd name="connsiteX5" fmla="*/ 139604 w 2309168"/>
                <a:gd name="connsiteY5" fmla="*/ 746388 h 746388"/>
                <a:gd name="connsiteX6" fmla="*/ 0 w 2309168"/>
                <a:gd name="connsiteY6" fmla="*/ 226614 h 746388"/>
                <a:gd name="connsiteX0" fmla="*/ 0 w 2309168"/>
                <a:gd name="connsiteY0" fmla="*/ 231692 h 746328"/>
                <a:gd name="connsiteX1" fmla="*/ 1166388 w 2309168"/>
                <a:gd name="connsiteY1" fmla="*/ 193 h 746328"/>
                <a:gd name="connsiteX2" fmla="*/ 2309168 w 2309168"/>
                <a:gd name="connsiteY2" fmla="*/ 270272 h 746328"/>
                <a:gd name="connsiteX3" fmla="*/ 2121417 w 2309168"/>
                <a:gd name="connsiteY3" fmla="*/ 707635 h 746328"/>
                <a:gd name="connsiteX4" fmla="*/ 1156661 w 2309168"/>
                <a:gd name="connsiteY4" fmla="*/ 480264 h 746328"/>
                <a:gd name="connsiteX5" fmla="*/ 139604 w 2309168"/>
                <a:gd name="connsiteY5" fmla="*/ 746328 h 746328"/>
                <a:gd name="connsiteX6" fmla="*/ 0 w 2309168"/>
                <a:gd name="connsiteY6" fmla="*/ 231692 h 746328"/>
                <a:gd name="connsiteX0" fmla="*/ 0 w 2309168"/>
                <a:gd name="connsiteY0" fmla="*/ 231692 h 707635"/>
                <a:gd name="connsiteX1" fmla="*/ 1166388 w 2309168"/>
                <a:gd name="connsiteY1" fmla="*/ 193 h 707635"/>
                <a:gd name="connsiteX2" fmla="*/ 2309168 w 2309168"/>
                <a:gd name="connsiteY2" fmla="*/ 270272 h 707635"/>
                <a:gd name="connsiteX3" fmla="*/ 2121417 w 2309168"/>
                <a:gd name="connsiteY3" fmla="*/ 707635 h 707635"/>
                <a:gd name="connsiteX4" fmla="*/ 1156661 w 2309168"/>
                <a:gd name="connsiteY4" fmla="*/ 480264 h 707635"/>
                <a:gd name="connsiteX5" fmla="*/ 172995 w 2309168"/>
                <a:gd name="connsiteY5" fmla="*/ 684683 h 707635"/>
                <a:gd name="connsiteX6" fmla="*/ 0 w 2309168"/>
                <a:gd name="connsiteY6" fmla="*/ 231692 h 707635"/>
                <a:gd name="connsiteX0" fmla="*/ 0 w 2309168"/>
                <a:gd name="connsiteY0" fmla="*/ 231692 h 707635"/>
                <a:gd name="connsiteX1" fmla="*/ 1166388 w 2309168"/>
                <a:gd name="connsiteY1" fmla="*/ 193 h 707635"/>
                <a:gd name="connsiteX2" fmla="*/ 2309168 w 2309168"/>
                <a:gd name="connsiteY2" fmla="*/ 270272 h 707635"/>
                <a:gd name="connsiteX3" fmla="*/ 2121417 w 2309168"/>
                <a:gd name="connsiteY3" fmla="*/ 707635 h 707635"/>
                <a:gd name="connsiteX4" fmla="*/ 1156661 w 2309168"/>
                <a:gd name="connsiteY4" fmla="*/ 480264 h 707635"/>
                <a:gd name="connsiteX5" fmla="*/ 172995 w 2309168"/>
                <a:gd name="connsiteY5" fmla="*/ 684683 h 707635"/>
                <a:gd name="connsiteX6" fmla="*/ 0 w 2309168"/>
                <a:gd name="connsiteY6" fmla="*/ 231692 h 707635"/>
                <a:gd name="connsiteX0" fmla="*/ 0 w 2309168"/>
                <a:gd name="connsiteY0" fmla="*/ 231692 h 715340"/>
                <a:gd name="connsiteX1" fmla="*/ 1166388 w 2309168"/>
                <a:gd name="connsiteY1" fmla="*/ 193 h 715340"/>
                <a:gd name="connsiteX2" fmla="*/ 2309168 w 2309168"/>
                <a:gd name="connsiteY2" fmla="*/ 270272 h 715340"/>
                <a:gd name="connsiteX3" fmla="*/ 2123986 w 2309168"/>
                <a:gd name="connsiteY3" fmla="*/ 715340 h 715340"/>
                <a:gd name="connsiteX4" fmla="*/ 1156661 w 2309168"/>
                <a:gd name="connsiteY4" fmla="*/ 480264 h 715340"/>
                <a:gd name="connsiteX5" fmla="*/ 172995 w 2309168"/>
                <a:gd name="connsiteY5" fmla="*/ 684683 h 715340"/>
                <a:gd name="connsiteX6" fmla="*/ 0 w 2309168"/>
                <a:gd name="connsiteY6" fmla="*/ 231692 h 715340"/>
                <a:gd name="connsiteX0" fmla="*/ 0 w 2309168"/>
                <a:gd name="connsiteY0" fmla="*/ 231692 h 715340"/>
                <a:gd name="connsiteX1" fmla="*/ 1166388 w 2309168"/>
                <a:gd name="connsiteY1" fmla="*/ 193 h 715340"/>
                <a:gd name="connsiteX2" fmla="*/ 2309168 w 2309168"/>
                <a:gd name="connsiteY2" fmla="*/ 270272 h 715340"/>
                <a:gd name="connsiteX3" fmla="*/ 2123986 w 2309168"/>
                <a:gd name="connsiteY3" fmla="*/ 715340 h 715340"/>
                <a:gd name="connsiteX4" fmla="*/ 1156661 w 2309168"/>
                <a:gd name="connsiteY4" fmla="*/ 480264 h 715340"/>
                <a:gd name="connsiteX5" fmla="*/ 172995 w 2309168"/>
                <a:gd name="connsiteY5" fmla="*/ 684683 h 715340"/>
                <a:gd name="connsiteX6" fmla="*/ 0 w 2309168"/>
                <a:gd name="connsiteY6" fmla="*/ 231692 h 715340"/>
                <a:gd name="connsiteX0" fmla="*/ 0 w 2309168"/>
                <a:gd name="connsiteY0" fmla="*/ 231692 h 715340"/>
                <a:gd name="connsiteX1" fmla="*/ 1166388 w 2309168"/>
                <a:gd name="connsiteY1" fmla="*/ 193 h 715340"/>
                <a:gd name="connsiteX2" fmla="*/ 2309168 w 2309168"/>
                <a:gd name="connsiteY2" fmla="*/ 270272 h 715340"/>
                <a:gd name="connsiteX3" fmla="*/ 2123986 w 2309168"/>
                <a:gd name="connsiteY3" fmla="*/ 715340 h 715340"/>
                <a:gd name="connsiteX4" fmla="*/ 1156661 w 2309168"/>
                <a:gd name="connsiteY4" fmla="*/ 480264 h 715340"/>
                <a:gd name="connsiteX5" fmla="*/ 172995 w 2309168"/>
                <a:gd name="connsiteY5" fmla="*/ 684683 h 715340"/>
                <a:gd name="connsiteX6" fmla="*/ 0 w 2309168"/>
                <a:gd name="connsiteY6" fmla="*/ 231692 h 715340"/>
                <a:gd name="connsiteX0" fmla="*/ 0 w 2314305"/>
                <a:gd name="connsiteY0" fmla="*/ 231543 h 715191"/>
                <a:gd name="connsiteX1" fmla="*/ 1166388 w 2314305"/>
                <a:gd name="connsiteY1" fmla="*/ 44 h 715191"/>
                <a:gd name="connsiteX2" fmla="*/ 2314305 w 2314305"/>
                <a:gd name="connsiteY2" fmla="*/ 249575 h 715191"/>
                <a:gd name="connsiteX3" fmla="*/ 2123986 w 2314305"/>
                <a:gd name="connsiteY3" fmla="*/ 715191 h 715191"/>
                <a:gd name="connsiteX4" fmla="*/ 1156661 w 2314305"/>
                <a:gd name="connsiteY4" fmla="*/ 480115 h 715191"/>
                <a:gd name="connsiteX5" fmla="*/ 172995 w 2314305"/>
                <a:gd name="connsiteY5" fmla="*/ 684534 h 715191"/>
                <a:gd name="connsiteX6" fmla="*/ 0 w 2314305"/>
                <a:gd name="connsiteY6" fmla="*/ 231543 h 715191"/>
                <a:gd name="connsiteX0" fmla="*/ 0 w 2314305"/>
                <a:gd name="connsiteY0" fmla="*/ 231543 h 715191"/>
                <a:gd name="connsiteX1" fmla="*/ 1166388 w 2314305"/>
                <a:gd name="connsiteY1" fmla="*/ 44 h 715191"/>
                <a:gd name="connsiteX2" fmla="*/ 2314305 w 2314305"/>
                <a:gd name="connsiteY2" fmla="*/ 249575 h 715191"/>
                <a:gd name="connsiteX3" fmla="*/ 2123986 w 2314305"/>
                <a:gd name="connsiteY3" fmla="*/ 715191 h 715191"/>
                <a:gd name="connsiteX4" fmla="*/ 1156661 w 2314305"/>
                <a:gd name="connsiteY4" fmla="*/ 480115 h 715191"/>
                <a:gd name="connsiteX5" fmla="*/ 172995 w 2314305"/>
                <a:gd name="connsiteY5" fmla="*/ 684534 h 715191"/>
                <a:gd name="connsiteX6" fmla="*/ 0 w 2314305"/>
                <a:gd name="connsiteY6" fmla="*/ 231543 h 715191"/>
                <a:gd name="connsiteX0" fmla="*/ 0 w 2314305"/>
                <a:gd name="connsiteY0" fmla="*/ 231550 h 715198"/>
                <a:gd name="connsiteX1" fmla="*/ 1166388 w 2314305"/>
                <a:gd name="connsiteY1" fmla="*/ 51 h 715198"/>
                <a:gd name="connsiteX2" fmla="*/ 2314305 w 2314305"/>
                <a:gd name="connsiteY2" fmla="*/ 249582 h 715198"/>
                <a:gd name="connsiteX3" fmla="*/ 2123986 w 2314305"/>
                <a:gd name="connsiteY3" fmla="*/ 715198 h 715198"/>
                <a:gd name="connsiteX4" fmla="*/ 1156661 w 2314305"/>
                <a:gd name="connsiteY4" fmla="*/ 480122 h 715198"/>
                <a:gd name="connsiteX5" fmla="*/ 172995 w 2314305"/>
                <a:gd name="connsiteY5" fmla="*/ 684541 h 715198"/>
                <a:gd name="connsiteX6" fmla="*/ 0 w 2314305"/>
                <a:gd name="connsiteY6" fmla="*/ 231550 h 715198"/>
                <a:gd name="connsiteX0" fmla="*/ 0 w 2314305"/>
                <a:gd name="connsiteY0" fmla="*/ 233092 h 716740"/>
                <a:gd name="connsiteX1" fmla="*/ 1166388 w 2314305"/>
                <a:gd name="connsiteY1" fmla="*/ 1593 h 716740"/>
                <a:gd name="connsiteX2" fmla="*/ 2314305 w 2314305"/>
                <a:gd name="connsiteY2" fmla="*/ 251124 h 716740"/>
                <a:gd name="connsiteX3" fmla="*/ 2123986 w 2314305"/>
                <a:gd name="connsiteY3" fmla="*/ 716740 h 716740"/>
                <a:gd name="connsiteX4" fmla="*/ 1156661 w 2314305"/>
                <a:gd name="connsiteY4" fmla="*/ 481664 h 716740"/>
                <a:gd name="connsiteX5" fmla="*/ 172995 w 2314305"/>
                <a:gd name="connsiteY5" fmla="*/ 686083 h 716740"/>
                <a:gd name="connsiteX6" fmla="*/ 0 w 2314305"/>
                <a:gd name="connsiteY6" fmla="*/ 233092 h 716740"/>
                <a:gd name="connsiteX0" fmla="*/ 0 w 2314305"/>
                <a:gd name="connsiteY0" fmla="*/ 231523 h 715171"/>
                <a:gd name="connsiteX1" fmla="*/ 1166388 w 2314305"/>
                <a:gd name="connsiteY1" fmla="*/ 24 h 715171"/>
                <a:gd name="connsiteX2" fmla="*/ 2314305 w 2314305"/>
                <a:gd name="connsiteY2" fmla="*/ 249555 h 715171"/>
                <a:gd name="connsiteX3" fmla="*/ 2123986 w 2314305"/>
                <a:gd name="connsiteY3" fmla="*/ 715171 h 715171"/>
                <a:gd name="connsiteX4" fmla="*/ 1156661 w 2314305"/>
                <a:gd name="connsiteY4" fmla="*/ 480095 h 715171"/>
                <a:gd name="connsiteX5" fmla="*/ 172995 w 2314305"/>
                <a:gd name="connsiteY5" fmla="*/ 684514 h 715171"/>
                <a:gd name="connsiteX6" fmla="*/ 0 w 2314305"/>
                <a:gd name="connsiteY6" fmla="*/ 231523 h 715171"/>
                <a:gd name="connsiteX0" fmla="*/ 0 w 2314305"/>
                <a:gd name="connsiteY0" fmla="*/ 231550 h 715198"/>
                <a:gd name="connsiteX1" fmla="*/ 1166388 w 2314305"/>
                <a:gd name="connsiteY1" fmla="*/ 51 h 715198"/>
                <a:gd name="connsiteX2" fmla="*/ 2314305 w 2314305"/>
                <a:gd name="connsiteY2" fmla="*/ 249582 h 715198"/>
                <a:gd name="connsiteX3" fmla="*/ 2123986 w 2314305"/>
                <a:gd name="connsiteY3" fmla="*/ 715198 h 715198"/>
                <a:gd name="connsiteX4" fmla="*/ 1156661 w 2314305"/>
                <a:gd name="connsiteY4" fmla="*/ 480122 h 715198"/>
                <a:gd name="connsiteX5" fmla="*/ 172995 w 2314305"/>
                <a:gd name="connsiteY5" fmla="*/ 684541 h 715198"/>
                <a:gd name="connsiteX6" fmla="*/ 0 w 2314305"/>
                <a:gd name="connsiteY6" fmla="*/ 231550 h 715198"/>
                <a:gd name="connsiteX0" fmla="*/ 0 w 2314305"/>
                <a:gd name="connsiteY0" fmla="*/ 232088 h 715736"/>
                <a:gd name="connsiteX1" fmla="*/ 1166388 w 2314305"/>
                <a:gd name="connsiteY1" fmla="*/ 589 h 715736"/>
                <a:gd name="connsiteX2" fmla="*/ 2314305 w 2314305"/>
                <a:gd name="connsiteY2" fmla="*/ 250120 h 715736"/>
                <a:gd name="connsiteX3" fmla="*/ 2123986 w 2314305"/>
                <a:gd name="connsiteY3" fmla="*/ 715736 h 715736"/>
                <a:gd name="connsiteX4" fmla="*/ 1156661 w 2314305"/>
                <a:gd name="connsiteY4" fmla="*/ 480660 h 715736"/>
                <a:gd name="connsiteX5" fmla="*/ 172995 w 2314305"/>
                <a:gd name="connsiteY5" fmla="*/ 685079 h 715736"/>
                <a:gd name="connsiteX6" fmla="*/ 0 w 2314305"/>
                <a:gd name="connsiteY6" fmla="*/ 232088 h 715736"/>
                <a:gd name="connsiteX0" fmla="*/ 0 w 2314305"/>
                <a:gd name="connsiteY0" fmla="*/ 232088 h 715736"/>
                <a:gd name="connsiteX1" fmla="*/ 1166388 w 2314305"/>
                <a:gd name="connsiteY1" fmla="*/ 589 h 715736"/>
                <a:gd name="connsiteX2" fmla="*/ 2314305 w 2314305"/>
                <a:gd name="connsiteY2" fmla="*/ 250120 h 715736"/>
                <a:gd name="connsiteX3" fmla="*/ 2123986 w 2314305"/>
                <a:gd name="connsiteY3" fmla="*/ 715736 h 715736"/>
                <a:gd name="connsiteX4" fmla="*/ 1156661 w 2314305"/>
                <a:gd name="connsiteY4" fmla="*/ 480660 h 715736"/>
                <a:gd name="connsiteX5" fmla="*/ 172995 w 2314305"/>
                <a:gd name="connsiteY5" fmla="*/ 685079 h 715736"/>
                <a:gd name="connsiteX6" fmla="*/ 0 w 2314305"/>
                <a:gd name="connsiteY6" fmla="*/ 232088 h 715736"/>
                <a:gd name="connsiteX0" fmla="*/ 0 w 2314305"/>
                <a:gd name="connsiteY0" fmla="*/ 232088 h 715736"/>
                <a:gd name="connsiteX1" fmla="*/ 1166388 w 2314305"/>
                <a:gd name="connsiteY1" fmla="*/ 589 h 715736"/>
                <a:gd name="connsiteX2" fmla="*/ 2314305 w 2314305"/>
                <a:gd name="connsiteY2" fmla="*/ 250120 h 715736"/>
                <a:gd name="connsiteX3" fmla="*/ 2123986 w 2314305"/>
                <a:gd name="connsiteY3" fmla="*/ 715736 h 715736"/>
                <a:gd name="connsiteX4" fmla="*/ 1156661 w 2314305"/>
                <a:gd name="connsiteY4" fmla="*/ 480660 h 715736"/>
                <a:gd name="connsiteX5" fmla="*/ 172995 w 2314305"/>
                <a:gd name="connsiteY5" fmla="*/ 685079 h 715736"/>
                <a:gd name="connsiteX6" fmla="*/ 0 w 2314305"/>
                <a:gd name="connsiteY6" fmla="*/ 232088 h 715736"/>
                <a:gd name="connsiteX0" fmla="*/ 0 w 2314305"/>
                <a:gd name="connsiteY0" fmla="*/ 232060 h 715708"/>
                <a:gd name="connsiteX1" fmla="*/ 1166388 w 2314305"/>
                <a:gd name="connsiteY1" fmla="*/ 561 h 715708"/>
                <a:gd name="connsiteX2" fmla="*/ 2314305 w 2314305"/>
                <a:gd name="connsiteY2" fmla="*/ 250092 h 715708"/>
                <a:gd name="connsiteX3" fmla="*/ 2123986 w 2314305"/>
                <a:gd name="connsiteY3" fmla="*/ 715708 h 715708"/>
                <a:gd name="connsiteX4" fmla="*/ 1156661 w 2314305"/>
                <a:gd name="connsiteY4" fmla="*/ 480632 h 715708"/>
                <a:gd name="connsiteX5" fmla="*/ 172995 w 2314305"/>
                <a:gd name="connsiteY5" fmla="*/ 685051 h 715708"/>
                <a:gd name="connsiteX6" fmla="*/ 0 w 2314305"/>
                <a:gd name="connsiteY6" fmla="*/ 232060 h 7157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314305" h="715708">
                  <a:moveTo>
                    <a:pt x="0" y="232060"/>
                  </a:moveTo>
                  <a:cubicBezTo>
                    <a:pt x="116349" y="135016"/>
                    <a:pt x="772966" y="-10150"/>
                    <a:pt x="1166388" y="561"/>
                  </a:cubicBezTo>
                  <a:cubicBezTo>
                    <a:pt x="1559810" y="11272"/>
                    <a:pt x="1962415" y="54514"/>
                    <a:pt x="2314305" y="250092"/>
                  </a:cubicBezTo>
                  <a:cubicBezTo>
                    <a:pt x="2236857" y="411910"/>
                    <a:pt x="2305049" y="284904"/>
                    <a:pt x="2123986" y="715708"/>
                  </a:cubicBezTo>
                  <a:cubicBezTo>
                    <a:pt x="2077752" y="646036"/>
                    <a:pt x="1616289" y="480632"/>
                    <a:pt x="1156661" y="480632"/>
                  </a:cubicBezTo>
                  <a:cubicBezTo>
                    <a:pt x="697033" y="480632"/>
                    <a:pt x="257593" y="589531"/>
                    <a:pt x="172995" y="685051"/>
                  </a:cubicBezTo>
                  <a:lnTo>
                    <a:pt x="0" y="232060"/>
                  </a:lnTo>
                  <a:close/>
                </a:path>
              </a:pathLst>
            </a:cu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6" name="Block Arc 1">
              <a:extLst>
                <a:ext uri="{FF2B5EF4-FFF2-40B4-BE49-F238E27FC236}">
                  <a16:creationId xmlns:a16="http://schemas.microsoft.com/office/drawing/2014/main" id="{77F81D69-D021-608D-0773-D3DDE81CC74F}"/>
                </a:ext>
              </a:extLst>
            </p:cNvPr>
            <p:cNvSpPr/>
            <p:nvPr/>
          </p:nvSpPr>
          <p:spPr>
            <a:xfrm rot="9231251">
              <a:off x="8493305" y="5452344"/>
              <a:ext cx="2314305" cy="715708"/>
            </a:xfrm>
            <a:custGeom>
              <a:avLst/>
              <a:gdLst>
                <a:gd name="connsiteX0" fmla="*/ 0 w 2391141"/>
                <a:gd name="connsiteY0" fmla="*/ 726679 h 1453358"/>
                <a:gd name="connsiteX1" fmla="*/ 1195571 w 2391141"/>
                <a:gd name="connsiteY1" fmla="*/ 0 h 1453358"/>
                <a:gd name="connsiteX2" fmla="*/ 2391142 w 2391141"/>
                <a:gd name="connsiteY2" fmla="*/ 726679 h 1453358"/>
                <a:gd name="connsiteX3" fmla="*/ 2027802 w 2391141"/>
                <a:gd name="connsiteY3" fmla="*/ 726679 h 1453358"/>
                <a:gd name="connsiteX4" fmla="*/ 1195571 w 2391141"/>
                <a:gd name="connsiteY4" fmla="*/ 363339 h 1453358"/>
                <a:gd name="connsiteX5" fmla="*/ 363340 w 2391141"/>
                <a:gd name="connsiteY5" fmla="*/ 726679 h 1453358"/>
                <a:gd name="connsiteX6" fmla="*/ 0 w 2391141"/>
                <a:gd name="connsiteY6" fmla="*/ 726679 h 1453358"/>
                <a:gd name="connsiteX0" fmla="*/ 0 w 2614878"/>
                <a:gd name="connsiteY0" fmla="*/ 727830 h 727830"/>
                <a:gd name="connsiteX1" fmla="*/ 1195571 w 2614878"/>
                <a:gd name="connsiteY1" fmla="*/ 1151 h 727830"/>
                <a:gd name="connsiteX2" fmla="*/ 2614878 w 2614878"/>
                <a:gd name="connsiteY2" fmla="*/ 611098 h 727830"/>
                <a:gd name="connsiteX3" fmla="*/ 2027802 w 2614878"/>
                <a:gd name="connsiteY3" fmla="*/ 727830 h 727830"/>
                <a:gd name="connsiteX4" fmla="*/ 1195571 w 2614878"/>
                <a:gd name="connsiteY4" fmla="*/ 364490 h 727830"/>
                <a:gd name="connsiteX5" fmla="*/ 363340 w 2614878"/>
                <a:gd name="connsiteY5" fmla="*/ 727830 h 727830"/>
                <a:gd name="connsiteX6" fmla="*/ 0 w 2614878"/>
                <a:gd name="connsiteY6" fmla="*/ 727830 h 727830"/>
                <a:gd name="connsiteX0" fmla="*/ 0 w 2614878"/>
                <a:gd name="connsiteY0" fmla="*/ 727830 h 727830"/>
                <a:gd name="connsiteX1" fmla="*/ 1195571 w 2614878"/>
                <a:gd name="connsiteY1" fmla="*/ 1151 h 727830"/>
                <a:gd name="connsiteX2" fmla="*/ 2614878 w 2614878"/>
                <a:gd name="connsiteY2" fmla="*/ 611098 h 727830"/>
                <a:gd name="connsiteX3" fmla="*/ 2251538 w 2614878"/>
                <a:gd name="connsiteY3" fmla="*/ 669464 h 727830"/>
                <a:gd name="connsiteX4" fmla="*/ 1195571 w 2614878"/>
                <a:gd name="connsiteY4" fmla="*/ 364490 h 727830"/>
                <a:gd name="connsiteX5" fmla="*/ 363340 w 2614878"/>
                <a:gd name="connsiteY5" fmla="*/ 727830 h 727830"/>
                <a:gd name="connsiteX6" fmla="*/ 0 w 2614878"/>
                <a:gd name="connsiteY6" fmla="*/ 727830 h 727830"/>
                <a:gd name="connsiteX0" fmla="*/ 0 w 2780249"/>
                <a:gd name="connsiteY0" fmla="*/ 590533 h 726720"/>
                <a:gd name="connsiteX1" fmla="*/ 1360942 w 2780249"/>
                <a:gd name="connsiteY1" fmla="*/ 41 h 726720"/>
                <a:gd name="connsiteX2" fmla="*/ 2780249 w 2780249"/>
                <a:gd name="connsiteY2" fmla="*/ 609988 h 726720"/>
                <a:gd name="connsiteX3" fmla="*/ 2416909 w 2780249"/>
                <a:gd name="connsiteY3" fmla="*/ 668354 h 726720"/>
                <a:gd name="connsiteX4" fmla="*/ 1360942 w 2780249"/>
                <a:gd name="connsiteY4" fmla="*/ 363380 h 726720"/>
                <a:gd name="connsiteX5" fmla="*/ 528711 w 2780249"/>
                <a:gd name="connsiteY5" fmla="*/ 726720 h 726720"/>
                <a:gd name="connsiteX6" fmla="*/ 0 w 2780249"/>
                <a:gd name="connsiteY6" fmla="*/ 590533 h 726720"/>
                <a:gd name="connsiteX0" fmla="*/ 0 w 2780249"/>
                <a:gd name="connsiteY0" fmla="*/ 590533 h 668354"/>
                <a:gd name="connsiteX1" fmla="*/ 1360942 w 2780249"/>
                <a:gd name="connsiteY1" fmla="*/ 41 h 668354"/>
                <a:gd name="connsiteX2" fmla="*/ 2780249 w 2780249"/>
                <a:gd name="connsiteY2" fmla="*/ 609988 h 668354"/>
                <a:gd name="connsiteX3" fmla="*/ 2416909 w 2780249"/>
                <a:gd name="connsiteY3" fmla="*/ 668354 h 668354"/>
                <a:gd name="connsiteX4" fmla="*/ 1360942 w 2780249"/>
                <a:gd name="connsiteY4" fmla="*/ 363380 h 668354"/>
                <a:gd name="connsiteX5" fmla="*/ 275792 w 2780249"/>
                <a:gd name="connsiteY5" fmla="*/ 639171 h 668354"/>
                <a:gd name="connsiteX6" fmla="*/ 0 w 2780249"/>
                <a:gd name="connsiteY6" fmla="*/ 590533 h 668354"/>
                <a:gd name="connsiteX0" fmla="*/ 0 w 2780249"/>
                <a:gd name="connsiteY0" fmla="*/ 590533 h 668354"/>
                <a:gd name="connsiteX1" fmla="*/ 1360942 w 2780249"/>
                <a:gd name="connsiteY1" fmla="*/ 41 h 668354"/>
                <a:gd name="connsiteX2" fmla="*/ 2780249 w 2780249"/>
                <a:gd name="connsiteY2" fmla="*/ 609988 h 668354"/>
                <a:gd name="connsiteX3" fmla="*/ 2416909 w 2780249"/>
                <a:gd name="connsiteY3" fmla="*/ 668354 h 668354"/>
                <a:gd name="connsiteX4" fmla="*/ 1351215 w 2780249"/>
                <a:gd name="connsiteY4" fmla="*/ 480112 h 668354"/>
                <a:gd name="connsiteX5" fmla="*/ 275792 w 2780249"/>
                <a:gd name="connsiteY5" fmla="*/ 639171 h 668354"/>
                <a:gd name="connsiteX6" fmla="*/ 0 w 2780249"/>
                <a:gd name="connsiteY6" fmla="*/ 590533 h 668354"/>
                <a:gd name="connsiteX0" fmla="*/ 0 w 2780249"/>
                <a:gd name="connsiteY0" fmla="*/ 590533 h 775358"/>
                <a:gd name="connsiteX1" fmla="*/ 1360942 w 2780249"/>
                <a:gd name="connsiteY1" fmla="*/ 41 h 775358"/>
                <a:gd name="connsiteX2" fmla="*/ 2780249 w 2780249"/>
                <a:gd name="connsiteY2" fmla="*/ 609988 h 775358"/>
                <a:gd name="connsiteX3" fmla="*/ 2329360 w 2780249"/>
                <a:gd name="connsiteY3" fmla="*/ 775358 h 775358"/>
                <a:gd name="connsiteX4" fmla="*/ 1351215 w 2780249"/>
                <a:gd name="connsiteY4" fmla="*/ 480112 h 775358"/>
                <a:gd name="connsiteX5" fmla="*/ 275792 w 2780249"/>
                <a:gd name="connsiteY5" fmla="*/ 639171 h 775358"/>
                <a:gd name="connsiteX6" fmla="*/ 0 w 2780249"/>
                <a:gd name="connsiteY6" fmla="*/ 590533 h 775358"/>
                <a:gd name="connsiteX0" fmla="*/ 0 w 2673245"/>
                <a:gd name="connsiteY0" fmla="*/ 600391 h 785216"/>
                <a:gd name="connsiteX1" fmla="*/ 1360942 w 2673245"/>
                <a:gd name="connsiteY1" fmla="*/ 9899 h 785216"/>
                <a:gd name="connsiteX2" fmla="*/ 2673245 w 2673245"/>
                <a:gd name="connsiteY2" fmla="*/ 405837 h 785216"/>
                <a:gd name="connsiteX3" fmla="*/ 2329360 w 2673245"/>
                <a:gd name="connsiteY3" fmla="*/ 785216 h 785216"/>
                <a:gd name="connsiteX4" fmla="*/ 1351215 w 2673245"/>
                <a:gd name="connsiteY4" fmla="*/ 489970 h 785216"/>
                <a:gd name="connsiteX5" fmla="*/ 275792 w 2673245"/>
                <a:gd name="connsiteY5" fmla="*/ 649029 h 785216"/>
                <a:gd name="connsiteX6" fmla="*/ 0 w 2673245"/>
                <a:gd name="connsiteY6" fmla="*/ 600391 h 785216"/>
                <a:gd name="connsiteX0" fmla="*/ 0 w 2673245"/>
                <a:gd name="connsiteY0" fmla="*/ 593348 h 778173"/>
                <a:gd name="connsiteX1" fmla="*/ 1360942 w 2673245"/>
                <a:gd name="connsiteY1" fmla="*/ 2856 h 778173"/>
                <a:gd name="connsiteX2" fmla="*/ 2673245 w 2673245"/>
                <a:gd name="connsiteY2" fmla="*/ 398794 h 778173"/>
                <a:gd name="connsiteX3" fmla="*/ 2329360 w 2673245"/>
                <a:gd name="connsiteY3" fmla="*/ 778173 h 778173"/>
                <a:gd name="connsiteX4" fmla="*/ 1351215 w 2673245"/>
                <a:gd name="connsiteY4" fmla="*/ 482927 h 778173"/>
                <a:gd name="connsiteX5" fmla="*/ 275792 w 2673245"/>
                <a:gd name="connsiteY5" fmla="*/ 641986 h 778173"/>
                <a:gd name="connsiteX6" fmla="*/ 0 w 2673245"/>
                <a:gd name="connsiteY6" fmla="*/ 593348 h 778173"/>
                <a:gd name="connsiteX0" fmla="*/ 0 w 2478691"/>
                <a:gd name="connsiteY0" fmla="*/ 293714 h 809279"/>
                <a:gd name="connsiteX1" fmla="*/ 1166388 w 2478691"/>
                <a:gd name="connsiteY1" fmla="*/ 33962 h 809279"/>
                <a:gd name="connsiteX2" fmla="*/ 2478691 w 2478691"/>
                <a:gd name="connsiteY2" fmla="*/ 429900 h 809279"/>
                <a:gd name="connsiteX3" fmla="*/ 2134806 w 2478691"/>
                <a:gd name="connsiteY3" fmla="*/ 809279 h 809279"/>
                <a:gd name="connsiteX4" fmla="*/ 1156661 w 2478691"/>
                <a:gd name="connsiteY4" fmla="*/ 514033 h 809279"/>
                <a:gd name="connsiteX5" fmla="*/ 81238 w 2478691"/>
                <a:gd name="connsiteY5" fmla="*/ 673092 h 809279"/>
                <a:gd name="connsiteX6" fmla="*/ 0 w 2478691"/>
                <a:gd name="connsiteY6" fmla="*/ 293714 h 809279"/>
                <a:gd name="connsiteX0" fmla="*/ 0 w 2478691"/>
                <a:gd name="connsiteY0" fmla="*/ 262275 h 777840"/>
                <a:gd name="connsiteX1" fmla="*/ 1166388 w 2478691"/>
                <a:gd name="connsiteY1" fmla="*/ 2523 h 777840"/>
                <a:gd name="connsiteX2" fmla="*/ 2478691 w 2478691"/>
                <a:gd name="connsiteY2" fmla="*/ 398461 h 777840"/>
                <a:gd name="connsiteX3" fmla="*/ 2134806 w 2478691"/>
                <a:gd name="connsiteY3" fmla="*/ 777840 h 777840"/>
                <a:gd name="connsiteX4" fmla="*/ 1156661 w 2478691"/>
                <a:gd name="connsiteY4" fmla="*/ 482594 h 777840"/>
                <a:gd name="connsiteX5" fmla="*/ 81238 w 2478691"/>
                <a:gd name="connsiteY5" fmla="*/ 641653 h 777840"/>
                <a:gd name="connsiteX6" fmla="*/ 0 w 2478691"/>
                <a:gd name="connsiteY6" fmla="*/ 262275 h 777840"/>
                <a:gd name="connsiteX0" fmla="*/ 0 w 2478691"/>
                <a:gd name="connsiteY0" fmla="*/ 262275 h 777841"/>
                <a:gd name="connsiteX1" fmla="*/ 1166388 w 2478691"/>
                <a:gd name="connsiteY1" fmla="*/ 2523 h 777841"/>
                <a:gd name="connsiteX2" fmla="*/ 2478691 w 2478691"/>
                <a:gd name="connsiteY2" fmla="*/ 398461 h 777841"/>
                <a:gd name="connsiteX3" fmla="*/ 2134806 w 2478691"/>
                <a:gd name="connsiteY3" fmla="*/ 777840 h 777841"/>
                <a:gd name="connsiteX4" fmla="*/ 1156661 w 2478691"/>
                <a:gd name="connsiteY4" fmla="*/ 482594 h 777841"/>
                <a:gd name="connsiteX5" fmla="*/ 178515 w 2478691"/>
                <a:gd name="connsiteY5" fmla="*/ 777841 h 777841"/>
                <a:gd name="connsiteX6" fmla="*/ 0 w 2478691"/>
                <a:gd name="connsiteY6" fmla="*/ 262275 h 777841"/>
                <a:gd name="connsiteX0" fmla="*/ 0 w 2478691"/>
                <a:gd name="connsiteY0" fmla="*/ 262275 h 777840"/>
                <a:gd name="connsiteX1" fmla="*/ 1166388 w 2478691"/>
                <a:gd name="connsiteY1" fmla="*/ 2523 h 777840"/>
                <a:gd name="connsiteX2" fmla="*/ 2478691 w 2478691"/>
                <a:gd name="connsiteY2" fmla="*/ 398461 h 777840"/>
                <a:gd name="connsiteX3" fmla="*/ 2134806 w 2478691"/>
                <a:gd name="connsiteY3" fmla="*/ 777840 h 777840"/>
                <a:gd name="connsiteX4" fmla="*/ 1156661 w 2478691"/>
                <a:gd name="connsiteY4" fmla="*/ 482594 h 777840"/>
                <a:gd name="connsiteX5" fmla="*/ 139604 w 2478691"/>
                <a:gd name="connsiteY5" fmla="*/ 748658 h 777840"/>
                <a:gd name="connsiteX6" fmla="*/ 0 w 2478691"/>
                <a:gd name="connsiteY6" fmla="*/ 262275 h 777840"/>
                <a:gd name="connsiteX0" fmla="*/ 0 w 2478691"/>
                <a:gd name="connsiteY0" fmla="*/ 262275 h 777840"/>
                <a:gd name="connsiteX1" fmla="*/ 1166388 w 2478691"/>
                <a:gd name="connsiteY1" fmla="*/ 2523 h 777840"/>
                <a:gd name="connsiteX2" fmla="*/ 2478691 w 2478691"/>
                <a:gd name="connsiteY2" fmla="*/ 398461 h 777840"/>
                <a:gd name="connsiteX3" fmla="*/ 2134806 w 2478691"/>
                <a:gd name="connsiteY3" fmla="*/ 777840 h 777840"/>
                <a:gd name="connsiteX4" fmla="*/ 1156661 w 2478691"/>
                <a:gd name="connsiteY4" fmla="*/ 482594 h 777840"/>
                <a:gd name="connsiteX5" fmla="*/ 139604 w 2478691"/>
                <a:gd name="connsiteY5" fmla="*/ 748658 h 777840"/>
                <a:gd name="connsiteX6" fmla="*/ 0 w 2478691"/>
                <a:gd name="connsiteY6" fmla="*/ 262275 h 777840"/>
                <a:gd name="connsiteX0" fmla="*/ 0 w 2478691"/>
                <a:gd name="connsiteY0" fmla="*/ 262275 h 797295"/>
                <a:gd name="connsiteX1" fmla="*/ 1166388 w 2478691"/>
                <a:gd name="connsiteY1" fmla="*/ 2523 h 797295"/>
                <a:gd name="connsiteX2" fmla="*/ 2478691 w 2478691"/>
                <a:gd name="connsiteY2" fmla="*/ 398461 h 797295"/>
                <a:gd name="connsiteX3" fmla="*/ 2144534 w 2478691"/>
                <a:gd name="connsiteY3" fmla="*/ 797295 h 797295"/>
                <a:gd name="connsiteX4" fmla="*/ 1156661 w 2478691"/>
                <a:gd name="connsiteY4" fmla="*/ 482594 h 797295"/>
                <a:gd name="connsiteX5" fmla="*/ 139604 w 2478691"/>
                <a:gd name="connsiteY5" fmla="*/ 748658 h 797295"/>
                <a:gd name="connsiteX6" fmla="*/ 0 w 2478691"/>
                <a:gd name="connsiteY6" fmla="*/ 262275 h 797295"/>
                <a:gd name="connsiteX0" fmla="*/ 0 w 2478691"/>
                <a:gd name="connsiteY0" fmla="*/ 262275 h 797295"/>
                <a:gd name="connsiteX1" fmla="*/ 1166388 w 2478691"/>
                <a:gd name="connsiteY1" fmla="*/ 2523 h 797295"/>
                <a:gd name="connsiteX2" fmla="*/ 2478691 w 2478691"/>
                <a:gd name="connsiteY2" fmla="*/ 398461 h 797295"/>
                <a:gd name="connsiteX3" fmla="*/ 2144534 w 2478691"/>
                <a:gd name="connsiteY3" fmla="*/ 797295 h 797295"/>
                <a:gd name="connsiteX4" fmla="*/ 1156661 w 2478691"/>
                <a:gd name="connsiteY4" fmla="*/ 482594 h 797295"/>
                <a:gd name="connsiteX5" fmla="*/ 139604 w 2478691"/>
                <a:gd name="connsiteY5" fmla="*/ 748658 h 797295"/>
                <a:gd name="connsiteX6" fmla="*/ 0 w 2478691"/>
                <a:gd name="connsiteY6" fmla="*/ 262275 h 797295"/>
                <a:gd name="connsiteX0" fmla="*/ 0 w 2309168"/>
                <a:gd name="connsiteY0" fmla="*/ 259772 h 794792"/>
                <a:gd name="connsiteX1" fmla="*/ 1166388 w 2309168"/>
                <a:gd name="connsiteY1" fmla="*/ 20 h 794792"/>
                <a:gd name="connsiteX2" fmla="*/ 2309168 w 2309168"/>
                <a:gd name="connsiteY2" fmla="*/ 270099 h 794792"/>
                <a:gd name="connsiteX3" fmla="*/ 2144534 w 2309168"/>
                <a:gd name="connsiteY3" fmla="*/ 794792 h 794792"/>
                <a:gd name="connsiteX4" fmla="*/ 1156661 w 2309168"/>
                <a:gd name="connsiteY4" fmla="*/ 480091 h 794792"/>
                <a:gd name="connsiteX5" fmla="*/ 139604 w 2309168"/>
                <a:gd name="connsiteY5" fmla="*/ 746155 h 794792"/>
                <a:gd name="connsiteX6" fmla="*/ 0 w 2309168"/>
                <a:gd name="connsiteY6" fmla="*/ 259772 h 794792"/>
                <a:gd name="connsiteX0" fmla="*/ 0 w 2309168"/>
                <a:gd name="connsiteY0" fmla="*/ 259772 h 794792"/>
                <a:gd name="connsiteX1" fmla="*/ 1166388 w 2309168"/>
                <a:gd name="connsiteY1" fmla="*/ 20 h 794792"/>
                <a:gd name="connsiteX2" fmla="*/ 2309168 w 2309168"/>
                <a:gd name="connsiteY2" fmla="*/ 270099 h 794792"/>
                <a:gd name="connsiteX3" fmla="*/ 2144534 w 2309168"/>
                <a:gd name="connsiteY3" fmla="*/ 794792 h 794792"/>
                <a:gd name="connsiteX4" fmla="*/ 1156661 w 2309168"/>
                <a:gd name="connsiteY4" fmla="*/ 480091 h 794792"/>
                <a:gd name="connsiteX5" fmla="*/ 139604 w 2309168"/>
                <a:gd name="connsiteY5" fmla="*/ 746155 h 794792"/>
                <a:gd name="connsiteX6" fmla="*/ 0 w 2309168"/>
                <a:gd name="connsiteY6" fmla="*/ 259772 h 794792"/>
                <a:gd name="connsiteX0" fmla="*/ 0 w 2309168"/>
                <a:gd name="connsiteY0" fmla="*/ 259772 h 746155"/>
                <a:gd name="connsiteX1" fmla="*/ 1166388 w 2309168"/>
                <a:gd name="connsiteY1" fmla="*/ 20 h 746155"/>
                <a:gd name="connsiteX2" fmla="*/ 2309168 w 2309168"/>
                <a:gd name="connsiteY2" fmla="*/ 270099 h 746155"/>
                <a:gd name="connsiteX3" fmla="*/ 2121417 w 2309168"/>
                <a:gd name="connsiteY3" fmla="*/ 707462 h 746155"/>
                <a:gd name="connsiteX4" fmla="*/ 1156661 w 2309168"/>
                <a:gd name="connsiteY4" fmla="*/ 480091 h 746155"/>
                <a:gd name="connsiteX5" fmla="*/ 139604 w 2309168"/>
                <a:gd name="connsiteY5" fmla="*/ 746155 h 746155"/>
                <a:gd name="connsiteX6" fmla="*/ 0 w 2309168"/>
                <a:gd name="connsiteY6" fmla="*/ 259772 h 746155"/>
                <a:gd name="connsiteX0" fmla="*/ 0 w 2309168"/>
                <a:gd name="connsiteY0" fmla="*/ 259772 h 746155"/>
                <a:gd name="connsiteX1" fmla="*/ 1166388 w 2309168"/>
                <a:gd name="connsiteY1" fmla="*/ 20 h 746155"/>
                <a:gd name="connsiteX2" fmla="*/ 2309168 w 2309168"/>
                <a:gd name="connsiteY2" fmla="*/ 270099 h 746155"/>
                <a:gd name="connsiteX3" fmla="*/ 2121417 w 2309168"/>
                <a:gd name="connsiteY3" fmla="*/ 707462 h 746155"/>
                <a:gd name="connsiteX4" fmla="*/ 1156661 w 2309168"/>
                <a:gd name="connsiteY4" fmla="*/ 480091 h 746155"/>
                <a:gd name="connsiteX5" fmla="*/ 139604 w 2309168"/>
                <a:gd name="connsiteY5" fmla="*/ 746155 h 746155"/>
                <a:gd name="connsiteX6" fmla="*/ 0 w 2309168"/>
                <a:gd name="connsiteY6" fmla="*/ 259772 h 746155"/>
                <a:gd name="connsiteX0" fmla="*/ 0 w 2309168"/>
                <a:gd name="connsiteY0" fmla="*/ 226793 h 746567"/>
                <a:gd name="connsiteX1" fmla="*/ 1166388 w 2309168"/>
                <a:gd name="connsiteY1" fmla="*/ 432 h 746567"/>
                <a:gd name="connsiteX2" fmla="*/ 2309168 w 2309168"/>
                <a:gd name="connsiteY2" fmla="*/ 270511 h 746567"/>
                <a:gd name="connsiteX3" fmla="*/ 2121417 w 2309168"/>
                <a:gd name="connsiteY3" fmla="*/ 707874 h 746567"/>
                <a:gd name="connsiteX4" fmla="*/ 1156661 w 2309168"/>
                <a:gd name="connsiteY4" fmla="*/ 480503 h 746567"/>
                <a:gd name="connsiteX5" fmla="*/ 139604 w 2309168"/>
                <a:gd name="connsiteY5" fmla="*/ 746567 h 746567"/>
                <a:gd name="connsiteX6" fmla="*/ 0 w 2309168"/>
                <a:gd name="connsiteY6" fmla="*/ 226793 h 746567"/>
                <a:gd name="connsiteX0" fmla="*/ 0 w 2309168"/>
                <a:gd name="connsiteY0" fmla="*/ 226663 h 746437"/>
                <a:gd name="connsiteX1" fmla="*/ 1166388 w 2309168"/>
                <a:gd name="connsiteY1" fmla="*/ 302 h 746437"/>
                <a:gd name="connsiteX2" fmla="*/ 2309168 w 2309168"/>
                <a:gd name="connsiteY2" fmla="*/ 270381 h 746437"/>
                <a:gd name="connsiteX3" fmla="*/ 2121417 w 2309168"/>
                <a:gd name="connsiteY3" fmla="*/ 707744 h 746437"/>
                <a:gd name="connsiteX4" fmla="*/ 1156661 w 2309168"/>
                <a:gd name="connsiteY4" fmla="*/ 480373 h 746437"/>
                <a:gd name="connsiteX5" fmla="*/ 139604 w 2309168"/>
                <a:gd name="connsiteY5" fmla="*/ 746437 h 746437"/>
                <a:gd name="connsiteX6" fmla="*/ 0 w 2309168"/>
                <a:gd name="connsiteY6" fmla="*/ 226663 h 746437"/>
                <a:gd name="connsiteX0" fmla="*/ 0 w 2309168"/>
                <a:gd name="connsiteY0" fmla="*/ 226614 h 746388"/>
                <a:gd name="connsiteX1" fmla="*/ 1166388 w 2309168"/>
                <a:gd name="connsiteY1" fmla="*/ 253 h 746388"/>
                <a:gd name="connsiteX2" fmla="*/ 2309168 w 2309168"/>
                <a:gd name="connsiteY2" fmla="*/ 270332 h 746388"/>
                <a:gd name="connsiteX3" fmla="*/ 2121417 w 2309168"/>
                <a:gd name="connsiteY3" fmla="*/ 707695 h 746388"/>
                <a:gd name="connsiteX4" fmla="*/ 1156661 w 2309168"/>
                <a:gd name="connsiteY4" fmla="*/ 480324 h 746388"/>
                <a:gd name="connsiteX5" fmla="*/ 139604 w 2309168"/>
                <a:gd name="connsiteY5" fmla="*/ 746388 h 746388"/>
                <a:gd name="connsiteX6" fmla="*/ 0 w 2309168"/>
                <a:gd name="connsiteY6" fmla="*/ 226614 h 746388"/>
                <a:gd name="connsiteX0" fmla="*/ 0 w 2309168"/>
                <a:gd name="connsiteY0" fmla="*/ 231692 h 746328"/>
                <a:gd name="connsiteX1" fmla="*/ 1166388 w 2309168"/>
                <a:gd name="connsiteY1" fmla="*/ 193 h 746328"/>
                <a:gd name="connsiteX2" fmla="*/ 2309168 w 2309168"/>
                <a:gd name="connsiteY2" fmla="*/ 270272 h 746328"/>
                <a:gd name="connsiteX3" fmla="*/ 2121417 w 2309168"/>
                <a:gd name="connsiteY3" fmla="*/ 707635 h 746328"/>
                <a:gd name="connsiteX4" fmla="*/ 1156661 w 2309168"/>
                <a:gd name="connsiteY4" fmla="*/ 480264 h 746328"/>
                <a:gd name="connsiteX5" fmla="*/ 139604 w 2309168"/>
                <a:gd name="connsiteY5" fmla="*/ 746328 h 746328"/>
                <a:gd name="connsiteX6" fmla="*/ 0 w 2309168"/>
                <a:gd name="connsiteY6" fmla="*/ 231692 h 746328"/>
                <a:gd name="connsiteX0" fmla="*/ 0 w 2309168"/>
                <a:gd name="connsiteY0" fmla="*/ 231692 h 707635"/>
                <a:gd name="connsiteX1" fmla="*/ 1166388 w 2309168"/>
                <a:gd name="connsiteY1" fmla="*/ 193 h 707635"/>
                <a:gd name="connsiteX2" fmla="*/ 2309168 w 2309168"/>
                <a:gd name="connsiteY2" fmla="*/ 270272 h 707635"/>
                <a:gd name="connsiteX3" fmla="*/ 2121417 w 2309168"/>
                <a:gd name="connsiteY3" fmla="*/ 707635 h 707635"/>
                <a:gd name="connsiteX4" fmla="*/ 1156661 w 2309168"/>
                <a:gd name="connsiteY4" fmla="*/ 480264 h 707635"/>
                <a:gd name="connsiteX5" fmla="*/ 172995 w 2309168"/>
                <a:gd name="connsiteY5" fmla="*/ 684683 h 707635"/>
                <a:gd name="connsiteX6" fmla="*/ 0 w 2309168"/>
                <a:gd name="connsiteY6" fmla="*/ 231692 h 707635"/>
                <a:gd name="connsiteX0" fmla="*/ 0 w 2309168"/>
                <a:gd name="connsiteY0" fmla="*/ 231692 h 707635"/>
                <a:gd name="connsiteX1" fmla="*/ 1166388 w 2309168"/>
                <a:gd name="connsiteY1" fmla="*/ 193 h 707635"/>
                <a:gd name="connsiteX2" fmla="*/ 2309168 w 2309168"/>
                <a:gd name="connsiteY2" fmla="*/ 270272 h 707635"/>
                <a:gd name="connsiteX3" fmla="*/ 2121417 w 2309168"/>
                <a:gd name="connsiteY3" fmla="*/ 707635 h 707635"/>
                <a:gd name="connsiteX4" fmla="*/ 1156661 w 2309168"/>
                <a:gd name="connsiteY4" fmla="*/ 480264 h 707635"/>
                <a:gd name="connsiteX5" fmla="*/ 172995 w 2309168"/>
                <a:gd name="connsiteY5" fmla="*/ 684683 h 707635"/>
                <a:gd name="connsiteX6" fmla="*/ 0 w 2309168"/>
                <a:gd name="connsiteY6" fmla="*/ 231692 h 707635"/>
                <a:gd name="connsiteX0" fmla="*/ 0 w 2309168"/>
                <a:gd name="connsiteY0" fmla="*/ 231692 h 715340"/>
                <a:gd name="connsiteX1" fmla="*/ 1166388 w 2309168"/>
                <a:gd name="connsiteY1" fmla="*/ 193 h 715340"/>
                <a:gd name="connsiteX2" fmla="*/ 2309168 w 2309168"/>
                <a:gd name="connsiteY2" fmla="*/ 270272 h 715340"/>
                <a:gd name="connsiteX3" fmla="*/ 2123986 w 2309168"/>
                <a:gd name="connsiteY3" fmla="*/ 715340 h 715340"/>
                <a:gd name="connsiteX4" fmla="*/ 1156661 w 2309168"/>
                <a:gd name="connsiteY4" fmla="*/ 480264 h 715340"/>
                <a:gd name="connsiteX5" fmla="*/ 172995 w 2309168"/>
                <a:gd name="connsiteY5" fmla="*/ 684683 h 715340"/>
                <a:gd name="connsiteX6" fmla="*/ 0 w 2309168"/>
                <a:gd name="connsiteY6" fmla="*/ 231692 h 715340"/>
                <a:gd name="connsiteX0" fmla="*/ 0 w 2309168"/>
                <a:gd name="connsiteY0" fmla="*/ 231692 h 715340"/>
                <a:gd name="connsiteX1" fmla="*/ 1166388 w 2309168"/>
                <a:gd name="connsiteY1" fmla="*/ 193 h 715340"/>
                <a:gd name="connsiteX2" fmla="*/ 2309168 w 2309168"/>
                <a:gd name="connsiteY2" fmla="*/ 270272 h 715340"/>
                <a:gd name="connsiteX3" fmla="*/ 2123986 w 2309168"/>
                <a:gd name="connsiteY3" fmla="*/ 715340 h 715340"/>
                <a:gd name="connsiteX4" fmla="*/ 1156661 w 2309168"/>
                <a:gd name="connsiteY4" fmla="*/ 480264 h 715340"/>
                <a:gd name="connsiteX5" fmla="*/ 172995 w 2309168"/>
                <a:gd name="connsiteY5" fmla="*/ 684683 h 715340"/>
                <a:gd name="connsiteX6" fmla="*/ 0 w 2309168"/>
                <a:gd name="connsiteY6" fmla="*/ 231692 h 715340"/>
                <a:gd name="connsiteX0" fmla="*/ 0 w 2309168"/>
                <a:gd name="connsiteY0" fmla="*/ 231692 h 715340"/>
                <a:gd name="connsiteX1" fmla="*/ 1166388 w 2309168"/>
                <a:gd name="connsiteY1" fmla="*/ 193 h 715340"/>
                <a:gd name="connsiteX2" fmla="*/ 2309168 w 2309168"/>
                <a:gd name="connsiteY2" fmla="*/ 270272 h 715340"/>
                <a:gd name="connsiteX3" fmla="*/ 2123986 w 2309168"/>
                <a:gd name="connsiteY3" fmla="*/ 715340 h 715340"/>
                <a:gd name="connsiteX4" fmla="*/ 1156661 w 2309168"/>
                <a:gd name="connsiteY4" fmla="*/ 480264 h 715340"/>
                <a:gd name="connsiteX5" fmla="*/ 172995 w 2309168"/>
                <a:gd name="connsiteY5" fmla="*/ 684683 h 715340"/>
                <a:gd name="connsiteX6" fmla="*/ 0 w 2309168"/>
                <a:gd name="connsiteY6" fmla="*/ 231692 h 715340"/>
                <a:gd name="connsiteX0" fmla="*/ 0 w 2314305"/>
                <a:gd name="connsiteY0" fmla="*/ 231543 h 715191"/>
                <a:gd name="connsiteX1" fmla="*/ 1166388 w 2314305"/>
                <a:gd name="connsiteY1" fmla="*/ 44 h 715191"/>
                <a:gd name="connsiteX2" fmla="*/ 2314305 w 2314305"/>
                <a:gd name="connsiteY2" fmla="*/ 249575 h 715191"/>
                <a:gd name="connsiteX3" fmla="*/ 2123986 w 2314305"/>
                <a:gd name="connsiteY3" fmla="*/ 715191 h 715191"/>
                <a:gd name="connsiteX4" fmla="*/ 1156661 w 2314305"/>
                <a:gd name="connsiteY4" fmla="*/ 480115 h 715191"/>
                <a:gd name="connsiteX5" fmla="*/ 172995 w 2314305"/>
                <a:gd name="connsiteY5" fmla="*/ 684534 h 715191"/>
                <a:gd name="connsiteX6" fmla="*/ 0 w 2314305"/>
                <a:gd name="connsiteY6" fmla="*/ 231543 h 715191"/>
                <a:gd name="connsiteX0" fmla="*/ 0 w 2314305"/>
                <a:gd name="connsiteY0" fmla="*/ 231543 h 715191"/>
                <a:gd name="connsiteX1" fmla="*/ 1166388 w 2314305"/>
                <a:gd name="connsiteY1" fmla="*/ 44 h 715191"/>
                <a:gd name="connsiteX2" fmla="*/ 2314305 w 2314305"/>
                <a:gd name="connsiteY2" fmla="*/ 249575 h 715191"/>
                <a:gd name="connsiteX3" fmla="*/ 2123986 w 2314305"/>
                <a:gd name="connsiteY3" fmla="*/ 715191 h 715191"/>
                <a:gd name="connsiteX4" fmla="*/ 1156661 w 2314305"/>
                <a:gd name="connsiteY4" fmla="*/ 480115 h 715191"/>
                <a:gd name="connsiteX5" fmla="*/ 172995 w 2314305"/>
                <a:gd name="connsiteY5" fmla="*/ 684534 h 715191"/>
                <a:gd name="connsiteX6" fmla="*/ 0 w 2314305"/>
                <a:gd name="connsiteY6" fmla="*/ 231543 h 715191"/>
                <a:gd name="connsiteX0" fmla="*/ 0 w 2314305"/>
                <a:gd name="connsiteY0" fmla="*/ 231550 h 715198"/>
                <a:gd name="connsiteX1" fmla="*/ 1166388 w 2314305"/>
                <a:gd name="connsiteY1" fmla="*/ 51 h 715198"/>
                <a:gd name="connsiteX2" fmla="*/ 2314305 w 2314305"/>
                <a:gd name="connsiteY2" fmla="*/ 249582 h 715198"/>
                <a:gd name="connsiteX3" fmla="*/ 2123986 w 2314305"/>
                <a:gd name="connsiteY3" fmla="*/ 715198 h 715198"/>
                <a:gd name="connsiteX4" fmla="*/ 1156661 w 2314305"/>
                <a:gd name="connsiteY4" fmla="*/ 480122 h 715198"/>
                <a:gd name="connsiteX5" fmla="*/ 172995 w 2314305"/>
                <a:gd name="connsiteY5" fmla="*/ 684541 h 715198"/>
                <a:gd name="connsiteX6" fmla="*/ 0 w 2314305"/>
                <a:gd name="connsiteY6" fmla="*/ 231550 h 715198"/>
                <a:gd name="connsiteX0" fmla="*/ 0 w 2314305"/>
                <a:gd name="connsiteY0" fmla="*/ 233092 h 716740"/>
                <a:gd name="connsiteX1" fmla="*/ 1166388 w 2314305"/>
                <a:gd name="connsiteY1" fmla="*/ 1593 h 716740"/>
                <a:gd name="connsiteX2" fmla="*/ 2314305 w 2314305"/>
                <a:gd name="connsiteY2" fmla="*/ 251124 h 716740"/>
                <a:gd name="connsiteX3" fmla="*/ 2123986 w 2314305"/>
                <a:gd name="connsiteY3" fmla="*/ 716740 h 716740"/>
                <a:gd name="connsiteX4" fmla="*/ 1156661 w 2314305"/>
                <a:gd name="connsiteY4" fmla="*/ 481664 h 716740"/>
                <a:gd name="connsiteX5" fmla="*/ 172995 w 2314305"/>
                <a:gd name="connsiteY5" fmla="*/ 686083 h 716740"/>
                <a:gd name="connsiteX6" fmla="*/ 0 w 2314305"/>
                <a:gd name="connsiteY6" fmla="*/ 233092 h 716740"/>
                <a:gd name="connsiteX0" fmla="*/ 0 w 2314305"/>
                <a:gd name="connsiteY0" fmla="*/ 231523 h 715171"/>
                <a:gd name="connsiteX1" fmla="*/ 1166388 w 2314305"/>
                <a:gd name="connsiteY1" fmla="*/ 24 h 715171"/>
                <a:gd name="connsiteX2" fmla="*/ 2314305 w 2314305"/>
                <a:gd name="connsiteY2" fmla="*/ 249555 h 715171"/>
                <a:gd name="connsiteX3" fmla="*/ 2123986 w 2314305"/>
                <a:gd name="connsiteY3" fmla="*/ 715171 h 715171"/>
                <a:gd name="connsiteX4" fmla="*/ 1156661 w 2314305"/>
                <a:gd name="connsiteY4" fmla="*/ 480095 h 715171"/>
                <a:gd name="connsiteX5" fmla="*/ 172995 w 2314305"/>
                <a:gd name="connsiteY5" fmla="*/ 684514 h 715171"/>
                <a:gd name="connsiteX6" fmla="*/ 0 w 2314305"/>
                <a:gd name="connsiteY6" fmla="*/ 231523 h 715171"/>
                <a:gd name="connsiteX0" fmla="*/ 0 w 2314305"/>
                <a:gd name="connsiteY0" fmla="*/ 231550 h 715198"/>
                <a:gd name="connsiteX1" fmla="*/ 1166388 w 2314305"/>
                <a:gd name="connsiteY1" fmla="*/ 51 h 715198"/>
                <a:gd name="connsiteX2" fmla="*/ 2314305 w 2314305"/>
                <a:gd name="connsiteY2" fmla="*/ 249582 h 715198"/>
                <a:gd name="connsiteX3" fmla="*/ 2123986 w 2314305"/>
                <a:gd name="connsiteY3" fmla="*/ 715198 h 715198"/>
                <a:gd name="connsiteX4" fmla="*/ 1156661 w 2314305"/>
                <a:gd name="connsiteY4" fmla="*/ 480122 h 715198"/>
                <a:gd name="connsiteX5" fmla="*/ 172995 w 2314305"/>
                <a:gd name="connsiteY5" fmla="*/ 684541 h 715198"/>
                <a:gd name="connsiteX6" fmla="*/ 0 w 2314305"/>
                <a:gd name="connsiteY6" fmla="*/ 231550 h 715198"/>
                <a:gd name="connsiteX0" fmla="*/ 0 w 2314305"/>
                <a:gd name="connsiteY0" fmla="*/ 232088 h 715736"/>
                <a:gd name="connsiteX1" fmla="*/ 1166388 w 2314305"/>
                <a:gd name="connsiteY1" fmla="*/ 589 h 715736"/>
                <a:gd name="connsiteX2" fmla="*/ 2314305 w 2314305"/>
                <a:gd name="connsiteY2" fmla="*/ 250120 h 715736"/>
                <a:gd name="connsiteX3" fmla="*/ 2123986 w 2314305"/>
                <a:gd name="connsiteY3" fmla="*/ 715736 h 715736"/>
                <a:gd name="connsiteX4" fmla="*/ 1156661 w 2314305"/>
                <a:gd name="connsiteY4" fmla="*/ 480660 h 715736"/>
                <a:gd name="connsiteX5" fmla="*/ 172995 w 2314305"/>
                <a:gd name="connsiteY5" fmla="*/ 685079 h 715736"/>
                <a:gd name="connsiteX6" fmla="*/ 0 w 2314305"/>
                <a:gd name="connsiteY6" fmla="*/ 232088 h 715736"/>
                <a:gd name="connsiteX0" fmla="*/ 0 w 2314305"/>
                <a:gd name="connsiteY0" fmla="*/ 232088 h 715736"/>
                <a:gd name="connsiteX1" fmla="*/ 1166388 w 2314305"/>
                <a:gd name="connsiteY1" fmla="*/ 589 h 715736"/>
                <a:gd name="connsiteX2" fmla="*/ 2314305 w 2314305"/>
                <a:gd name="connsiteY2" fmla="*/ 250120 h 715736"/>
                <a:gd name="connsiteX3" fmla="*/ 2123986 w 2314305"/>
                <a:gd name="connsiteY3" fmla="*/ 715736 h 715736"/>
                <a:gd name="connsiteX4" fmla="*/ 1156661 w 2314305"/>
                <a:gd name="connsiteY4" fmla="*/ 480660 h 715736"/>
                <a:gd name="connsiteX5" fmla="*/ 172995 w 2314305"/>
                <a:gd name="connsiteY5" fmla="*/ 685079 h 715736"/>
                <a:gd name="connsiteX6" fmla="*/ 0 w 2314305"/>
                <a:gd name="connsiteY6" fmla="*/ 232088 h 715736"/>
                <a:gd name="connsiteX0" fmla="*/ 0 w 2314305"/>
                <a:gd name="connsiteY0" fmla="*/ 232088 h 715736"/>
                <a:gd name="connsiteX1" fmla="*/ 1166388 w 2314305"/>
                <a:gd name="connsiteY1" fmla="*/ 589 h 715736"/>
                <a:gd name="connsiteX2" fmla="*/ 2314305 w 2314305"/>
                <a:gd name="connsiteY2" fmla="*/ 250120 h 715736"/>
                <a:gd name="connsiteX3" fmla="*/ 2123986 w 2314305"/>
                <a:gd name="connsiteY3" fmla="*/ 715736 h 715736"/>
                <a:gd name="connsiteX4" fmla="*/ 1156661 w 2314305"/>
                <a:gd name="connsiteY4" fmla="*/ 480660 h 715736"/>
                <a:gd name="connsiteX5" fmla="*/ 172995 w 2314305"/>
                <a:gd name="connsiteY5" fmla="*/ 685079 h 715736"/>
                <a:gd name="connsiteX6" fmla="*/ 0 w 2314305"/>
                <a:gd name="connsiteY6" fmla="*/ 232088 h 715736"/>
                <a:gd name="connsiteX0" fmla="*/ 0 w 2314305"/>
                <a:gd name="connsiteY0" fmla="*/ 232060 h 715708"/>
                <a:gd name="connsiteX1" fmla="*/ 1166388 w 2314305"/>
                <a:gd name="connsiteY1" fmla="*/ 561 h 715708"/>
                <a:gd name="connsiteX2" fmla="*/ 2314305 w 2314305"/>
                <a:gd name="connsiteY2" fmla="*/ 250092 h 715708"/>
                <a:gd name="connsiteX3" fmla="*/ 2123986 w 2314305"/>
                <a:gd name="connsiteY3" fmla="*/ 715708 h 715708"/>
                <a:gd name="connsiteX4" fmla="*/ 1156661 w 2314305"/>
                <a:gd name="connsiteY4" fmla="*/ 480632 h 715708"/>
                <a:gd name="connsiteX5" fmla="*/ 172995 w 2314305"/>
                <a:gd name="connsiteY5" fmla="*/ 685051 h 715708"/>
                <a:gd name="connsiteX6" fmla="*/ 0 w 2314305"/>
                <a:gd name="connsiteY6" fmla="*/ 232060 h 7157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314305" h="715708">
                  <a:moveTo>
                    <a:pt x="0" y="232060"/>
                  </a:moveTo>
                  <a:cubicBezTo>
                    <a:pt x="116349" y="135016"/>
                    <a:pt x="772966" y="-10150"/>
                    <a:pt x="1166388" y="561"/>
                  </a:cubicBezTo>
                  <a:cubicBezTo>
                    <a:pt x="1559810" y="11272"/>
                    <a:pt x="1962415" y="54514"/>
                    <a:pt x="2314305" y="250092"/>
                  </a:cubicBezTo>
                  <a:cubicBezTo>
                    <a:pt x="2236857" y="411910"/>
                    <a:pt x="2305049" y="284904"/>
                    <a:pt x="2123986" y="715708"/>
                  </a:cubicBezTo>
                  <a:cubicBezTo>
                    <a:pt x="2077752" y="646036"/>
                    <a:pt x="1616289" y="480632"/>
                    <a:pt x="1156661" y="480632"/>
                  </a:cubicBezTo>
                  <a:cubicBezTo>
                    <a:pt x="697033" y="480632"/>
                    <a:pt x="257593" y="589531"/>
                    <a:pt x="172995" y="685051"/>
                  </a:cubicBezTo>
                  <a:lnTo>
                    <a:pt x="0" y="232060"/>
                  </a:lnTo>
                  <a:close/>
                </a:path>
              </a:pathLst>
            </a:cu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7" name="Block Arc 1">
              <a:extLst>
                <a:ext uri="{FF2B5EF4-FFF2-40B4-BE49-F238E27FC236}">
                  <a16:creationId xmlns:a16="http://schemas.microsoft.com/office/drawing/2014/main" id="{6B34A44E-4DEB-6EDA-544F-227DCA97D88F}"/>
                </a:ext>
              </a:extLst>
            </p:cNvPr>
            <p:cNvSpPr/>
            <p:nvPr/>
          </p:nvSpPr>
          <p:spPr>
            <a:xfrm rot="12383279">
              <a:off x="6255443" y="5432031"/>
              <a:ext cx="2314305" cy="715708"/>
            </a:xfrm>
            <a:custGeom>
              <a:avLst/>
              <a:gdLst>
                <a:gd name="connsiteX0" fmla="*/ 0 w 2391141"/>
                <a:gd name="connsiteY0" fmla="*/ 726679 h 1453358"/>
                <a:gd name="connsiteX1" fmla="*/ 1195571 w 2391141"/>
                <a:gd name="connsiteY1" fmla="*/ 0 h 1453358"/>
                <a:gd name="connsiteX2" fmla="*/ 2391142 w 2391141"/>
                <a:gd name="connsiteY2" fmla="*/ 726679 h 1453358"/>
                <a:gd name="connsiteX3" fmla="*/ 2027802 w 2391141"/>
                <a:gd name="connsiteY3" fmla="*/ 726679 h 1453358"/>
                <a:gd name="connsiteX4" fmla="*/ 1195571 w 2391141"/>
                <a:gd name="connsiteY4" fmla="*/ 363339 h 1453358"/>
                <a:gd name="connsiteX5" fmla="*/ 363340 w 2391141"/>
                <a:gd name="connsiteY5" fmla="*/ 726679 h 1453358"/>
                <a:gd name="connsiteX6" fmla="*/ 0 w 2391141"/>
                <a:gd name="connsiteY6" fmla="*/ 726679 h 1453358"/>
                <a:gd name="connsiteX0" fmla="*/ 0 w 2614878"/>
                <a:gd name="connsiteY0" fmla="*/ 727830 h 727830"/>
                <a:gd name="connsiteX1" fmla="*/ 1195571 w 2614878"/>
                <a:gd name="connsiteY1" fmla="*/ 1151 h 727830"/>
                <a:gd name="connsiteX2" fmla="*/ 2614878 w 2614878"/>
                <a:gd name="connsiteY2" fmla="*/ 611098 h 727830"/>
                <a:gd name="connsiteX3" fmla="*/ 2027802 w 2614878"/>
                <a:gd name="connsiteY3" fmla="*/ 727830 h 727830"/>
                <a:gd name="connsiteX4" fmla="*/ 1195571 w 2614878"/>
                <a:gd name="connsiteY4" fmla="*/ 364490 h 727830"/>
                <a:gd name="connsiteX5" fmla="*/ 363340 w 2614878"/>
                <a:gd name="connsiteY5" fmla="*/ 727830 h 727830"/>
                <a:gd name="connsiteX6" fmla="*/ 0 w 2614878"/>
                <a:gd name="connsiteY6" fmla="*/ 727830 h 727830"/>
                <a:gd name="connsiteX0" fmla="*/ 0 w 2614878"/>
                <a:gd name="connsiteY0" fmla="*/ 727830 h 727830"/>
                <a:gd name="connsiteX1" fmla="*/ 1195571 w 2614878"/>
                <a:gd name="connsiteY1" fmla="*/ 1151 h 727830"/>
                <a:gd name="connsiteX2" fmla="*/ 2614878 w 2614878"/>
                <a:gd name="connsiteY2" fmla="*/ 611098 h 727830"/>
                <a:gd name="connsiteX3" fmla="*/ 2251538 w 2614878"/>
                <a:gd name="connsiteY3" fmla="*/ 669464 h 727830"/>
                <a:gd name="connsiteX4" fmla="*/ 1195571 w 2614878"/>
                <a:gd name="connsiteY4" fmla="*/ 364490 h 727830"/>
                <a:gd name="connsiteX5" fmla="*/ 363340 w 2614878"/>
                <a:gd name="connsiteY5" fmla="*/ 727830 h 727830"/>
                <a:gd name="connsiteX6" fmla="*/ 0 w 2614878"/>
                <a:gd name="connsiteY6" fmla="*/ 727830 h 727830"/>
                <a:gd name="connsiteX0" fmla="*/ 0 w 2780249"/>
                <a:gd name="connsiteY0" fmla="*/ 590533 h 726720"/>
                <a:gd name="connsiteX1" fmla="*/ 1360942 w 2780249"/>
                <a:gd name="connsiteY1" fmla="*/ 41 h 726720"/>
                <a:gd name="connsiteX2" fmla="*/ 2780249 w 2780249"/>
                <a:gd name="connsiteY2" fmla="*/ 609988 h 726720"/>
                <a:gd name="connsiteX3" fmla="*/ 2416909 w 2780249"/>
                <a:gd name="connsiteY3" fmla="*/ 668354 h 726720"/>
                <a:gd name="connsiteX4" fmla="*/ 1360942 w 2780249"/>
                <a:gd name="connsiteY4" fmla="*/ 363380 h 726720"/>
                <a:gd name="connsiteX5" fmla="*/ 528711 w 2780249"/>
                <a:gd name="connsiteY5" fmla="*/ 726720 h 726720"/>
                <a:gd name="connsiteX6" fmla="*/ 0 w 2780249"/>
                <a:gd name="connsiteY6" fmla="*/ 590533 h 726720"/>
                <a:gd name="connsiteX0" fmla="*/ 0 w 2780249"/>
                <a:gd name="connsiteY0" fmla="*/ 590533 h 668354"/>
                <a:gd name="connsiteX1" fmla="*/ 1360942 w 2780249"/>
                <a:gd name="connsiteY1" fmla="*/ 41 h 668354"/>
                <a:gd name="connsiteX2" fmla="*/ 2780249 w 2780249"/>
                <a:gd name="connsiteY2" fmla="*/ 609988 h 668354"/>
                <a:gd name="connsiteX3" fmla="*/ 2416909 w 2780249"/>
                <a:gd name="connsiteY3" fmla="*/ 668354 h 668354"/>
                <a:gd name="connsiteX4" fmla="*/ 1360942 w 2780249"/>
                <a:gd name="connsiteY4" fmla="*/ 363380 h 668354"/>
                <a:gd name="connsiteX5" fmla="*/ 275792 w 2780249"/>
                <a:gd name="connsiteY5" fmla="*/ 639171 h 668354"/>
                <a:gd name="connsiteX6" fmla="*/ 0 w 2780249"/>
                <a:gd name="connsiteY6" fmla="*/ 590533 h 668354"/>
                <a:gd name="connsiteX0" fmla="*/ 0 w 2780249"/>
                <a:gd name="connsiteY0" fmla="*/ 590533 h 668354"/>
                <a:gd name="connsiteX1" fmla="*/ 1360942 w 2780249"/>
                <a:gd name="connsiteY1" fmla="*/ 41 h 668354"/>
                <a:gd name="connsiteX2" fmla="*/ 2780249 w 2780249"/>
                <a:gd name="connsiteY2" fmla="*/ 609988 h 668354"/>
                <a:gd name="connsiteX3" fmla="*/ 2416909 w 2780249"/>
                <a:gd name="connsiteY3" fmla="*/ 668354 h 668354"/>
                <a:gd name="connsiteX4" fmla="*/ 1351215 w 2780249"/>
                <a:gd name="connsiteY4" fmla="*/ 480112 h 668354"/>
                <a:gd name="connsiteX5" fmla="*/ 275792 w 2780249"/>
                <a:gd name="connsiteY5" fmla="*/ 639171 h 668354"/>
                <a:gd name="connsiteX6" fmla="*/ 0 w 2780249"/>
                <a:gd name="connsiteY6" fmla="*/ 590533 h 668354"/>
                <a:gd name="connsiteX0" fmla="*/ 0 w 2780249"/>
                <a:gd name="connsiteY0" fmla="*/ 590533 h 775358"/>
                <a:gd name="connsiteX1" fmla="*/ 1360942 w 2780249"/>
                <a:gd name="connsiteY1" fmla="*/ 41 h 775358"/>
                <a:gd name="connsiteX2" fmla="*/ 2780249 w 2780249"/>
                <a:gd name="connsiteY2" fmla="*/ 609988 h 775358"/>
                <a:gd name="connsiteX3" fmla="*/ 2329360 w 2780249"/>
                <a:gd name="connsiteY3" fmla="*/ 775358 h 775358"/>
                <a:gd name="connsiteX4" fmla="*/ 1351215 w 2780249"/>
                <a:gd name="connsiteY4" fmla="*/ 480112 h 775358"/>
                <a:gd name="connsiteX5" fmla="*/ 275792 w 2780249"/>
                <a:gd name="connsiteY5" fmla="*/ 639171 h 775358"/>
                <a:gd name="connsiteX6" fmla="*/ 0 w 2780249"/>
                <a:gd name="connsiteY6" fmla="*/ 590533 h 775358"/>
                <a:gd name="connsiteX0" fmla="*/ 0 w 2673245"/>
                <a:gd name="connsiteY0" fmla="*/ 600391 h 785216"/>
                <a:gd name="connsiteX1" fmla="*/ 1360942 w 2673245"/>
                <a:gd name="connsiteY1" fmla="*/ 9899 h 785216"/>
                <a:gd name="connsiteX2" fmla="*/ 2673245 w 2673245"/>
                <a:gd name="connsiteY2" fmla="*/ 405837 h 785216"/>
                <a:gd name="connsiteX3" fmla="*/ 2329360 w 2673245"/>
                <a:gd name="connsiteY3" fmla="*/ 785216 h 785216"/>
                <a:gd name="connsiteX4" fmla="*/ 1351215 w 2673245"/>
                <a:gd name="connsiteY4" fmla="*/ 489970 h 785216"/>
                <a:gd name="connsiteX5" fmla="*/ 275792 w 2673245"/>
                <a:gd name="connsiteY5" fmla="*/ 649029 h 785216"/>
                <a:gd name="connsiteX6" fmla="*/ 0 w 2673245"/>
                <a:gd name="connsiteY6" fmla="*/ 600391 h 785216"/>
                <a:gd name="connsiteX0" fmla="*/ 0 w 2673245"/>
                <a:gd name="connsiteY0" fmla="*/ 593348 h 778173"/>
                <a:gd name="connsiteX1" fmla="*/ 1360942 w 2673245"/>
                <a:gd name="connsiteY1" fmla="*/ 2856 h 778173"/>
                <a:gd name="connsiteX2" fmla="*/ 2673245 w 2673245"/>
                <a:gd name="connsiteY2" fmla="*/ 398794 h 778173"/>
                <a:gd name="connsiteX3" fmla="*/ 2329360 w 2673245"/>
                <a:gd name="connsiteY3" fmla="*/ 778173 h 778173"/>
                <a:gd name="connsiteX4" fmla="*/ 1351215 w 2673245"/>
                <a:gd name="connsiteY4" fmla="*/ 482927 h 778173"/>
                <a:gd name="connsiteX5" fmla="*/ 275792 w 2673245"/>
                <a:gd name="connsiteY5" fmla="*/ 641986 h 778173"/>
                <a:gd name="connsiteX6" fmla="*/ 0 w 2673245"/>
                <a:gd name="connsiteY6" fmla="*/ 593348 h 778173"/>
                <a:gd name="connsiteX0" fmla="*/ 0 w 2478691"/>
                <a:gd name="connsiteY0" fmla="*/ 293714 h 809279"/>
                <a:gd name="connsiteX1" fmla="*/ 1166388 w 2478691"/>
                <a:gd name="connsiteY1" fmla="*/ 33962 h 809279"/>
                <a:gd name="connsiteX2" fmla="*/ 2478691 w 2478691"/>
                <a:gd name="connsiteY2" fmla="*/ 429900 h 809279"/>
                <a:gd name="connsiteX3" fmla="*/ 2134806 w 2478691"/>
                <a:gd name="connsiteY3" fmla="*/ 809279 h 809279"/>
                <a:gd name="connsiteX4" fmla="*/ 1156661 w 2478691"/>
                <a:gd name="connsiteY4" fmla="*/ 514033 h 809279"/>
                <a:gd name="connsiteX5" fmla="*/ 81238 w 2478691"/>
                <a:gd name="connsiteY5" fmla="*/ 673092 h 809279"/>
                <a:gd name="connsiteX6" fmla="*/ 0 w 2478691"/>
                <a:gd name="connsiteY6" fmla="*/ 293714 h 809279"/>
                <a:gd name="connsiteX0" fmla="*/ 0 w 2478691"/>
                <a:gd name="connsiteY0" fmla="*/ 262275 h 777840"/>
                <a:gd name="connsiteX1" fmla="*/ 1166388 w 2478691"/>
                <a:gd name="connsiteY1" fmla="*/ 2523 h 777840"/>
                <a:gd name="connsiteX2" fmla="*/ 2478691 w 2478691"/>
                <a:gd name="connsiteY2" fmla="*/ 398461 h 777840"/>
                <a:gd name="connsiteX3" fmla="*/ 2134806 w 2478691"/>
                <a:gd name="connsiteY3" fmla="*/ 777840 h 777840"/>
                <a:gd name="connsiteX4" fmla="*/ 1156661 w 2478691"/>
                <a:gd name="connsiteY4" fmla="*/ 482594 h 777840"/>
                <a:gd name="connsiteX5" fmla="*/ 81238 w 2478691"/>
                <a:gd name="connsiteY5" fmla="*/ 641653 h 777840"/>
                <a:gd name="connsiteX6" fmla="*/ 0 w 2478691"/>
                <a:gd name="connsiteY6" fmla="*/ 262275 h 777840"/>
                <a:gd name="connsiteX0" fmla="*/ 0 w 2478691"/>
                <a:gd name="connsiteY0" fmla="*/ 262275 h 777841"/>
                <a:gd name="connsiteX1" fmla="*/ 1166388 w 2478691"/>
                <a:gd name="connsiteY1" fmla="*/ 2523 h 777841"/>
                <a:gd name="connsiteX2" fmla="*/ 2478691 w 2478691"/>
                <a:gd name="connsiteY2" fmla="*/ 398461 h 777841"/>
                <a:gd name="connsiteX3" fmla="*/ 2134806 w 2478691"/>
                <a:gd name="connsiteY3" fmla="*/ 777840 h 777841"/>
                <a:gd name="connsiteX4" fmla="*/ 1156661 w 2478691"/>
                <a:gd name="connsiteY4" fmla="*/ 482594 h 777841"/>
                <a:gd name="connsiteX5" fmla="*/ 178515 w 2478691"/>
                <a:gd name="connsiteY5" fmla="*/ 777841 h 777841"/>
                <a:gd name="connsiteX6" fmla="*/ 0 w 2478691"/>
                <a:gd name="connsiteY6" fmla="*/ 262275 h 777841"/>
                <a:gd name="connsiteX0" fmla="*/ 0 w 2478691"/>
                <a:gd name="connsiteY0" fmla="*/ 262275 h 777840"/>
                <a:gd name="connsiteX1" fmla="*/ 1166388 w 2478691"/>
                <a:gd name="connsiteY1" fmla="*/ 2523 h 777840"/>
                <a:gd name="connsiteX2" fmla="*/ 2478691 w 2478691"/>
                <a:gd name="connsiteY2" fmla="*/ 398461 h 777840"/>
                <a:gd name="connsiteX3" fmla="*/ 2134806 w 2478691"/>
                <a:gd name="connsiteY3" fmla="*/ 777840 h 777840"/>
                <a:gd name="connsiteX4" fmla="*/ 1156661 w 2478691"/>
                <a:gd name="connsiteY4" fmla="*/ 482594 h 777840"/>
                <a:gd name="connsiteX5" fmla="*/ 139604 w 2478691"/>
                <a:gd name="connsiteY5" fmla="*/ 748658 h 777840"/>
                <a:gd name="connsiteX6" fmla="*/ 0 w 2478691"/>
                <a:gd name="connsiteY6" fmla="*/ 262275 h 777840"/>
                <a:gd name="connsiteX0" fmla="*/ 0 w 2478691"/>
                <a:gd name="connsiteY0" fmla="*/ 262275 h 777840"/>
                <a:gd name="connsiteX1" fmla="*/ 1166388 w 2478691"/>
                <a:gd name="connsiteY1" fmla="*/ 2523 h 777840"/>
                <a:gd name="connsiteX2" fmla="*/ 2478691 w 2478691"/>
                <a:gd name="connsiteY2" fmla="*/ 398461 h 777840"/>
                <a:gd name="connsiteX3" fmla="*/ 2134806 w 2478691"/>
                <a:gd name="connsiteY3" fmla="*/ 777840 h 777840"/>
                <a:gd name="connsiteX4" fmla="*/ 1156661 w 2478691"/>
                <a:gd name="connsiteY4" fmla="*/ 482594 h 777840"/>
                <a:gd name="connsiteX5" fmla="*/ 139604 w 2478691"/>
                <a:gd name="connsiteY5" fmla="*/ 748658 h 777840"/>
                <a:gd name="connsiteX6" fmla="*/ 0 w 2478691"/>
                <a:gd name="connsiteY6" fmla="*/ 262275 h 777840"/>
                <a:gd name="connsiteX0" fmla="*/ 0 w 2478691"/>
                <a:gd name="connsiteY0" fmla="*/ 262275 h 797295"/>
                <a:gd name="connsiteX1" fmla="*/ 1166388 w 2478691"/>
                <a:gd name="connsiteY1" fmla="*/ 2523 h 797295"/>
                <a:gd name="connsiteX2" fmla="*/ 2478691 w 2478691"/>
                <a:gd name="connsiteY2" fmla="*/ 398461 h 797295"/>
                <a:gd name="connsiteX3" fmla="*/ 2144534 w 2478691"/>
                <a:gd name="connsiteY3" fmla="*/ 797295 h 797295"/>
                <a:gd name="connsiteX4" fmla="*/ 1156661 w 2478691"/>
                <a:gd name="connsiteY4" fmla="*/ 482594 h 797295"/>
                <a:gd name="connsiteX5" fmla="*/ 139604 w 2478691"/>
                <a:gd name="connsiteY5" fmla="*/ 748658 h 797295"/>
                <a:gd name="connsiteX6" fmla="*/ 0 w 2478691"/>
                <a:gd name="connsiteY6" fmla="*/ 262275 h 797295"/>
                <a:gd name="connsiteX0" fmla="*/ 0 w 2478691"/>
                <a:gd name="connsiteY0" fmla="*/ 262275 h 797295"/>
                <a:gd name="connsiteX1" fmla="*/ 1166388 w 2478691"/>
                <a:gd name="connsiteY1" fmla="*/ 2523 h 797295"/>
                <a:gd name="connsiteX2" fmla="*/ 2478691 w 2478691"/>
                <a:gd name="connsiteY2" fmla="*/ 398461 h 797295"/>
                <a:gd name="connsiteX3" fmla="*/ 2144534 w 2478691"/>
                <a:gd name="connsiteY3" fmla="*/ 797295 h 797295"/>
                <a:gd name="connsiteX4" fmla="*/ 1156661 w 2478691"/>
                <a:gd name="connsiteY4" fmla="*/ 482594 h 797295"/>
                <a:gd name="connsiteX5" fmla="*/ 139604 w 2478691"/>
                <a:gd name="connsiteY5" fmla="*/ 748658 h 797295"/>
                <a:gd name="connsiteX6" fmla="*/ 0 w 2478691"/>
                <a:gd name="connsiteY6" fmla="*/ 262275 h 797295"/>
                <a:gd name="connsiteX0" fmla="*/ 0 w 2309168"/>
                <a:gd name="connsiteY0" fmla="*/ 259772 h 794792"/>
                <a:gd name="connsiteX1" fmla="*/ 1166388 w 2309168"/>
                <a:gd name="connsiteY1" fmla="*/ 20 h 794792"/>
                <a:gd name="connsiteX2" fmla="*/ 2309168 w 2309168"/>
                <a:gd name="connsiteY2" fmla="*/ 270099 h 794792"/>
                <a:gd name="connsiteX3" fmla="*/ 2144534 w 2309168"/>
                <a:gd name="connsiteY3" fmla="*/ 794792 h 794792"/>
                <a:gd name="connsiteX4" fmla="*/ 1156661 w 2309168"/>
                <a:gd name="connsiteY4" fmla="*/ 480091 h 794792"/>
                <a:gd name="connsiteX5" fmla="*/ 139604 w 2309168"/>
                <a:gd name="connsiteY5" fmla="*/ 746155 h 794792"/>
                <a:gd name="connsiteX6" fmla="*/ 0 w 2309168"/>
                <a:gd name="connsiteY6" fmla="*/ 259772 h 794792"/>
                <a:gd name="connsiteX0" fmla="*/ 0 w 2309168"/>
                <a:gd name="connsiteY0" fmla="*/ 259772 h 794792"/>
                <a:gd name="connsiteX1" fmla="*/ 1166388 w 2309168"/>
                <a:gd name="connsiteY1" fmla="*/ 20 h 794792"/>
                <a:gd name="connsiteX2" fmla="*/ 2309168 w 2309168"/>
                <a:gd name="connsiteY2" fmla="*/ 270099 h 794792"/>
                <a:gd name="connsiteX3" fmla="*/ 2144534 w 2309168"/>
                <a:gd name="connsiteY3" fmla="*/ 794792 h 794792"/>
                <a:gd name="connsiteX4" fmla="*/ 1156661 w 2309168"/>
                <a:gd name="connsiteY4" fmla="*/ 480091 h 794792"/>
                <a:gd name="connsiteX5" fmla="*/ 139604 w 2309168"/>
                <a:gd name="connsiteY5" fmla="*/ 746155 h 794792"/>
                <a:gd name="connsiteX6" fmla="*/ 0 w 2309168"/>
                <a:gd name="connsiteY6" fmla="*/ 259772 h 794792"/>
                <a:gd name="connsiteX0" fmla="*/ 0 w 2309168"/>
                <a:gd name="connsiteY0" fmla="*/ 259772 h 746155"/>
                <a:gd name="connsiteX1" fmla="*/ 1166388 w 2309168"/>
                <a:gd name="connsiteY1" fmla="*/ 20 h 746155"/>
                <a:gd name="connsiteX2" fmla="*/ 2309168 w 2309168"/>
                <a:gd name="connsiteY2" fmla="*/ 270099 h 746155"/>
                <a:gd name="connsiteX3" fmla="*/ 2121417 w 2309168"/>
                <a:gd name="connsiteY3" fmla="*/ 707462 h 746155"/>
                <a:gd name="connsiteX4" fmla="*/ 1156661 w 2309168"/>
                <a:gd name="connsiteY4" fmla="*/ 480091 h 746155"/>
                <a:gd name="connsiteX5" fmla="*/ 139604 w 2309168"/>
                <a:gd name="connsiteY5" fmla="*/ 746155 h 746155"/>
                <a:gd name="connsiteX6" fmla="*/ 0 w 2309168"/>
                <a:gd name="connsiteY6" fmla="*/ 259772 h 746155"/>
                <a:gd name="connsiteX0" fmla="*/ 0 w 2309168"/>
                <a:gd name="connsiteY0" fmla="*/ 259772 h 746155"/>
                <a:gd name="connsiteX1" fmla="*/ 1166388 w 2309168"/>
                <a:gd name="connsiteY1" fmla="*/ 20 h 746155"/>
                <a:gd name="connsiteX2" fmla="*/ 2309168 w 2309168"/>
                <a:gd name="connsiteY2" fmla="*/ 270099 h 746155"/>
                <a:gd name="connsiteX3" fmla="*/ 2121417 w 2309168"/>
                <a:gd name="connsiteY3" fmla="*/ 707462 h 746155"/>
                <a:gd name="connsiteX4" fmla="*/ 1156661 w 2309168"/>
                <a:gd name="connsiteY4" fmla="*/ 480091 h 746155"/>
                <a:gd name="connsiteX5" fmla="*/ 139604 w 2309168"/>
                <a:gd name="connsiteY5" fmla="*/ 746155 h 746155"/>
                <a:gd name="connsiteX6" fmla="*/ 0 w 2309168"/>
                <a:gd name="connsiteY6" fmla="*/ 259772 h 746155"/>
                <a:gd name="connsiteX0" fmla="*/ 0 w 2309168"/>
                <a:gd name="connsiteY0" fmla="*/ 226793 h 746567"/>
                <a:gd name="connsiteX1" fmla="*/ 1166388 w 2309168"/>
                <a:gd name="connsiteY1" fmla="*/ 432 h 746567"/>
                <a:gd name="connsiteX2" fmla="*/ 2309168 w 2309168"/>
                <a:gd name="connsiteY2" fmla="*/ 270511 h 746567"/>
                <a:gd name="connsiteX3" fmla="*/ 2121417 w 2309168"/>
                <a:gd name="connsiteY3" fmla="*/ 707874 h 746567"/>
                <a:gd name="connsiteX4" fmla="*/ 1156661 w 2309168"/>
                <a:gd name="connsiteY4" fmla="*/ 480503 h 746567"/>
                <a:gd name="connsiteX5" fmla="*/ 139604 w 2309168"/>
                <a:gd name="connsiteY5" fmla="*/ 746567 h 746567"/>
                <a:gd name="connsiteX6" fmla="*/ 0 w 2309168"/>
                <a:gd name="connsiteY6" fmla="*/ 226793 h 746567"/>
                <a:gd name="connsiteX0" fmla="*/ 0 w 2309168"/>
                <a:gd name="connsiteY0" fmla="*/ 226663 h 746437"/>
                <a:gd name="connsiteX1" fmla="*/ 1166388 w 2309168"/>
                <a:gd name="connsiteY1" fmla="*/ 302 h 746437"/>
                <a:gd name="connsiteX2" fmla="*/ 2309168 w 2309168"/>
                <a:gd name="connsiteY2" fmla="*/ 270381 h 746437"/>
                <a:gd name="connsiteX3" fmla="*/ 2121417 w 2309168"/>
                <a:gd name="connsiteY3" fmla="*/ 707744 h 746437"/>
                <a:gd name="connsiteX4" fmla="*/ 1156661 w 2309168"/>
                <a:gd name="connsiteY4" fmla="*/ 480373 h 746437"/>
                <a:gd name="connsiteX5" fmla="*/ 139604 w 2309168"/>
                <a:gd name="connsiteY5" fmla="*/ 746437 h 746437"/>
                <a:gd name="connsiteX6" fmla="*/ 0 w 2309168"/>
                <a:gd name="connsiteY6" fmla="*/ 226663 h 746437"/>
                <a:gd name="connsiteX0" fmla="*/ 0 w 2309168"/>
                <a:gd name="connsiteY0" fmla="*/ 226614 h 746388"/>
                <a:gd name="connsiteX1" fmla="*/ 1166388 w 2309168"/>
                <a:gd name="connsiteY1" fmla="*/ 253 h 746388"/>
                <a:gd name="connsiteX2" fmla="*/ 2309168 w 2309168"/>
                <a:gd name="connsiteY2" fmla="*/ 270332 h 746388"/>
                <a:gd name="connsiteX3" fmla="*/ 2121417 w 2309168"/>
                <a:gd name="connsiteY3" fmla="*/ 707695 h 746388"/>
                <a:gd name="connsiteX4" fmla="*/ 1156661 w 2309168"/>
                <a:gd name="connsiteY4" fmla="*/ 480324 h 746388"/>
                <a:gd name="connsiteX5" fmla="*/ 139604 w 2309168"/>
                <a:gd name="connsiteY5" fmla="*/ 746388 h 746388"/>
                <a:gd name="connsiteX6" fmla="*/ 0 w 2309168"/>
                <a:gd name="connsiteY6" fmla="*/ 226614 h 746388"/>
                <a:gd name="connsiteX0" fmla="*/ 0 w 2309168"/>
                <a:gd name="connsiteY0" fmla="*/ 231692 h 746328"/>
                <a:gd name="connsiteX1" fmla="*/ 1166388 w 2309168"/>
                <a:gd name="connsiteY1" fmla="*/ 193 h 746328"/>
                <a:gd name="connsiteX2" fmla="*/ 2309168 w 2309168"/>
                <a:gd name="connsiteY2" fmla="*/ 270272 h 746328"/>
                <a:gd name="connsiteX3" fmla="*/ 2121417 w 2309168"/>
                <a:gd name="connsiteY3" fmla="*/ 707635 h 746328"/>
                <a:gd name="connsiteX4" fmla="*/ 1156661 w 2309168"/>
                <a:gd name="connsiteY4" fmla="*/ 480264 h 746328"/>
                <a:gd name="connsiteX5" fmla="*/ 139604 w 2309168"/>
                <a:gd name="connsiteY5" fmla="*/ 746328 h 746328"/>
                <a:gd name="connsiteX6" fmla="*/ 0 w 2309168"/>
                <a:gd name="connsiteY6" fmla="*/ 231692 h 746328"/>
                <a:gd name="connsiteX0" fmla="*/ 0 w 2309168"/>
                <a:gd name="connsiteY0" fmla="*/ 231692 h 707635"/>
                <a:gd name="connsiteX1" fmla="*/ 1166388 w 2309168"/>
                <a:gd name="connsiteY1" fmla="*/ 193 h 707635"/>
                <a:gd name="connsiteX2" fmla="*/ 2309168 w 2309168"/>
                <a:gd name="connsiteY2" fmla="*/ 270272 h 707635"/>
                <a:gd name="connsiteX3" fmla="*/ 2121417 w 2309168"/>
                <a:gd name="connsiteY3" fmla="*/ 707635 h 707635"/>
                <a:gd name="connsiteX4" fmla="*/ 1156661 w 2309168"/>
                <a:gd name="connsiteY4" fmla="*/ 480264 h 707635"/>
                <a:gd name="connsiteX5" fmla="*/ 172995 w 2309168"/>
                <a:gd name="connsiteY5" fmla="*/ 684683 h 707635"/>
                <a:gd name="connsiteX6" fmla="*/ 0 w 2309168"/>
                <a:gd name="connsiteY6" fmla="*/ 231692 h 707635"/>
                <a:gd name="connsiteX0" fmla="*/ 0 w 2309168"/>
                <a:gd name="connsiteY0" fmla="*/ 231692 h 707635"/>
                <a:gd name="connsiteX1" fmla="*/ 1166388 w 2309168"/>
                <a:gd name="connsiteY1" fmla="*/ 193 h 707635"/>
                <a:gd name="connsiteX2" fmla="*/ 2309168 w 2309168"/>
                <a:gd name="connsiteY2" fmla="*/ 270272 h 707635"/>
                <a:gd name="connsiteX3" fmla="*/ 2121417 w 2309168"/>
                <a:gd name="connsiteY3" fmla="*/ 707635 h 707635"/>
                <a:gd name="connsiteX4" fmla="*/ 1156661 w 2309168"/>
                <a:gd name="connsiteY4" fmla="*/ 480264 h 707635"/>
                <a:gd name="connsiteX5" fmla="*/ 172995 w 2309168"/>
                <a:gd name="connsiteY5" fmla="*/ 684683 h 707635"/>
                <a:gd name="connsiteX6" fmla="*/ 0 w 2309168"/>
                <a:gd name="connsiteY6" fmla="*/ 231692 h 707635"/>
                <a:gd name="connsiteX0" fmla="*/ 0 w 2309168"/>
                <a:gd name="connsiteY0" fmla="*/ 231692 h 715340"/>
                <a:gd name="connsiteX1" fmla="*/ 1166388 w 2309168"/>
                <a:gd name="connsiteY1" fmla="*/ 193 h 715340"/>
                <a:gd name="connsiteX2" fmla="*/ 2309168 w 2309168"/>
                <a:gd name="connsiteY2" fmla="*/ 270272 h 715340"/>
                <a:gd name="connsiteX3" fmla="*/ 2123986 w 2309168"/>
                <a:gd name="connsiteY3" fmla="*/ 715340 h 715340"/>
                <a:gd name="connsiteX4" fmla="*/ 1156661 w 2309168"/>
                <a:gd name="connsiteY4" fmla="*/ 480264 h 715340"/>
                <a:gd name="connsiteX5" fmla="*/ 172995 w 2309168"/>
                <a:gd name="connsiteY5" fmla="*/ 684683 h 715340"/>
                <a:gd name="connsiteX6" fmla="*/ 0 w 2309168"/>
                <a:gd name="connsiteY6" fmla="*/ 231692 h 715340"/>
                <a:gd name="connsiteX0" fmla="*/ 0 w 2309168"/>
                <a:gd name="connsiteY0" fmla="*/ 231692 h 715340"/>
                <a:gd name="connsiteX1" fmla="*/ 1166388 w 2309168"/>
                <a:gd name="connsiteY1" fmla="*/ 193 h 715340"/>
                <a:gd name="connsiteX2" fmla="*/ 2309168 w 2309168"/>
                <a:gd name="connsiteY2" fmla="*/ 270272 h 715340"/>
                <a:gd name="connsiteX3" fmla="*/ 2123986 w 2309168"/>
                <a:gd name="connsiteY3" fmla="*/ 715340 h 715340"/>
                <a:gd name="connsiteX4" fmla="*/ 1156661 w 2309168"/>
                <a:gd name="connsiteY4" fmla="*/ 480264 h 715340"/>
                <a:gd name="connsiteX5" fmla="*/ 172995 w 2309168"/>
                <a:gd name="connsiteY5" fmla="*/ 684683 h 715340"/>
                <a:gd name="connsiteX6" fmla="*/ 0 w 2309168"/>
                <a:gd name="connsiteY6" fmla="*/ 231692 h 715340"/>
                <a:gd name="connsiteX0" fmla="*/ 0 w 2309168"/>
                <a:gd name="connsiteY0" fmla="*/ 231692 h 715340"/>
                <a:gd name="connsiteX1" fmla="*/ 1166388 w 2309168"/>
                <a:gd name="connsiteY1" fmla="*/ 193 h 715340"/>
                <a:gd name="connsiteX2" fmla="*/ 2309168 w 2309168"/>
                <a:gd name="connsiteY2" fmla="*/ 270272 h 715340"/>
                <a:gd name="connsiteX3" fmla="*/ 2123986 w 2309168"/>
                <a:gd name="connsiteY3" fmla="*/ 715340 h 715340"/>
                <a:gd name="connsiteX4" fmla="*/ 1156661 w 2309168"/>
                <a:gd name="connsiteY4" fmla="*/ 480264 h 715340"/>
                <a:gd name="connsiteX5" fmla="*/ 172995 w 2309168"/>
                <a:gd name="connsiteY5" fmla="*/ 684683 h 715340"/>
                <a:gd name="connsiteX6" fmla="*/ 0 w 2309168"/>
                <a:gd name="connsiteY6" fmla="*/ 231692 h 715340"/>
                <a:gd name="connsiteX0" fmla="*/ 0 w 2314305"/>
                <a:gd name="connsiteY0" fmla="*/ 231543 h 715191"/>
                <a:gd name="connsiteX1" fmla="*/ 1166388 w 2314305"/>
                <a:gd name="connsiteY1" fmla="*/ 44 h 715191"/>
                <a:gd name="connsiteX2" fmla="*/ 2314305 w 2314305"/>
                <a:gd name="connsiteY2" fmla="*/ 249575 h 715191"/>
                <a:gd name="connsiteX3" fmla="*/ 2123986 w 2314305"/>
                <a:gd name="connsiteY3" fmla="*/ 715191 h 715191"/>
                <a:gd name="connsiteX4" fmla="*/ 1156661 w 2314305"/>
                <a:gd name="connsiteY4" fmla="*/ 480115 h 715191"/>
                <a:gd name="connsiteX5" fmla="*/ 172995 w 2314305"/>
                <a:gd name="connsiteY5" fmla="*/ 684534 h 715191"/>
                <a:gd name="connsiteX6" fmla="*/ 0 w 2314305"/>
                <a:gd name="connsiteY6" fmla="*/ 231543 h 715191"/>
                <a:gd name="connsiteX0" fmla="*/ 0 w 2314305"/>
                <a:gd name="connsiteY0" fmla="*/ 231543 h 715191"/>
                <a:gd name="connsiteX1" fmla="*/ 1166388 w 2314305"/>
                <a:gd name="connsiteY1" fmla="*/ 44 h 715191"/>
                <a:gd name="connsiteX2" fmla="*/ 2314305 w 2314305"/>
                <a:gd name="connsiteY2" fmla="*/ 249575 h 715191"/>
                <a:gd name="connsiteX3" fmla="*/ 2123986 w 2314305"/>
                <a:gd name="connsiteY3" fmla="*/ 715191 h 715191"/>
                <a:gd name="connsiteX4" fmla="*/ 1156661 w 2314305"/>
                <a:gd name="connsiteY4" fmla="*/ 480115 h 715191"/>
                <a:gd name="connsiteX5" fmla="*/ 172995 w 2314305"/>
                <a:gd name="connsiteY5" fmla="*/ 684534 h 715191"/>
                <a:gd name="connsiteX6" fmla="*/ 0 w 2314305"/>
                <a:gd name="connsiteY6" fmla="*/ 231543 h 715191"/>
                <a:gd name="connsiteX0" fmla="*/ 0 w 2314305"/>
                <a:gd name="connsiteY0" fmla="*/ 231550 h 715198"/>
                <a:gd name="connsiteX1" fmla="*/ 1166388 w 2314305"/>
                <a:gd name="connsiteY1" fmla="*/ 51 h 715198"/>
                <a:gd name="connsiteX2" fmla="*/ 2314305 w 2314305"/>
                <a:gd name="connsiteY2" fmla="*/ 249582 h 715198"/>
                <a:gd name="connsiteX3" fmla="*/ 2123986 w 2314305"/>
                <a:gd name="connsiteY3" fmla="*/ 715198 h 715198"/>
                <a:gd name="connsiteX4" fmla="*/ 1156661 w 2314305"/>
                <a:gd name="connsiteY4" fmla="*/ 480122 h 715198"/>
                <a:gd name="connsiteX5" fmla="*/ 172995 w 2314305"/>
                <a:gd name="connsiteY5" fmla="*/ 684541 h 715198"/>
                <a:gd name="connsiteX6" fmla="*/ 0 w 2314305"/>
                <a:gd name="connsiteY6" fmla="*/ 231550 h 715198"/>
                <a:gd name="connsiteX0" fmla="*/ 0 w 2314305"/>
                <a:gd name="connsiteY0" fmla="*/ 233092 h 716740"/>
                <a:gd name="connsiteX1" fmla="*/ 1166388 w 2314305"/>
                <a:gd name="connsiteY1" fmla="*/ 1593 h 716740"/>
                <a:gd name="connsiteX2" fmla="*/ 2314305 w 2314305"/>
                <a:gd name="connsiteY2" fmla="*/ 251124 h 716740"/>
                <a:gd name="connsiteX3" fmla="*/ 2123986 w 2314305"/>
                <a:gd name="connsiteY3" fmla="*/ 716740 h 716740"/>
                <a:gd name="connsiteX4" fmla="*/ 1156661 w 2314305"/>
                <a:gd name="connsiteY4" fmla="*/ 481664 h 716740"/>
                <a:gd name="connsiteX5" fmla="*/ 172995 w 2314305"/>
                <a:gd name="connsiteY5" fmla="*/ 686083 h 716740"/>
                <a:gd name="connsiteX6" fmla="*/ 0 w 2314305"/>
                <a:gd name="connsiteY6" fmla="*/ 233092 h 716740"/>
                <a:gd name="connsiteX0" fmla="*/ 0 w 2314305"/>
                <a:gd name="connsiteY0" fmla="*/ 231523 h 715171"/>
                <a:gd name="connsiteX1" fmla="*/ 1166388 w 2314305"/>
                <a:gd name="connsiteY1" fmla="*/ 24 h 715171"/>
                <a:gd name="connsiteX2" fmla="*/ 2314305 w 2314305"/>
                <a:gd name="connsiteY2" fmla="*/ 249555 h 715171"/>
                <a:gd name="connsiteX3" fmla="*/ 2123986 w 2314305"/>
                <a:gd name="connsiteY3" fmla="*/ 715171 h 715171"/>
                <a:gd name="connsiteX4" fmla="*/ 1156661 w 2314305"/>
                <a:gd name="connsiteY4" fmla="*/ 480095 h 715171"/>
                <a:gd name="connsiteX5" fmla="*/ 172995 w 2314305"/>
                <a:gd name="connsiteY5" fmla="*/ 684514 h 715171"/>
                <a:gd name="connsiteX6" fmla="*/ 0 w 2314305"/>
                <a:gd name="connsiteY6" fmla="*/ 231523 h 715171"/>
                <a:gd name="connsiteX0" fmla="*/ 0 w 2314305"/>
                <a:gd name="connsiteY0" fmla="*/ 231550 h 715198"/>
                <a:gd name="connsiteX1" fmla="*/ 1166388 w 2314305"/>
                <a:gd name="connsiteY1" fmla="*/ 51 h 715198"/>
                <a:gd name="connsiteX2" fmla="*/ 2314305 w 2314305"/>
                <a:gd name="connsiteY2" fmla="*/ 249582 h 715198"/>
                <a:gd name="connsiteX3" fmla="*/ 2123986 w 2314305"/>
                <a:gd name="connsiteY3" fmla="*/ 715198 h 715198"/>
                <a:gd name="connsiteX4" fmla="*/ 1156661 w 2314305"/>
                <a:gd name="connsiteY4" fmla="*/ 480122 h 715198"/>
                <a:gd name="connsiteX5" fmla="*/ 172995 w 2314305"/>
                <a:gd name="connsiteY5" fmla="*/ 684541 h 715198"/>
                <a:gd name="connsiteX6" fmla="*/ 0 w 2314305"/>
                <a:gd name="connsiteY6" fmla="*/ 231550 h 715198"/>
                <a:gd name="connsiteX0" fmla="*/ 0 w 2314305"/>
                <a:gd name="connsiteY0" fmla="*/ 232088 h 715736"/>
                <a:gd name="connsiteX1" fmla="*/ 1166388 w 2314305"/>
                <a:gd name="connsiteY1" fmla="*/ 589 h 715736"/>
                <a:gd name="connsiteX2" fmla="*/ 2314305 w 2314305"/>
                <a:gd name="connsiteY2" fmla="*/ 250120 h 715736"/>
                <a:gd name="connsiteX3" fmla="*/ 2123986 w 2314305"/>
                <a:gd name="connsiteY3" fmla="*/ 715736 h 715736"/>
                <a:gd name="connsiteX4" fmla="*/ 1156661 w 2314305"/>
                <a:gd name="connsiteY4" fmla="*/ 480660 h 715736"/>
                <a:gd name="connsiteX5" fmla="*/ 172995 w 2314305"/>
                <a:gd name="connsiteY5" fmla="*/ 685079 h 715736"/>
                <a:gd name="connsiteX6" fmla="*/ 0 w 2314305"/>
                <a:gd name="connsiteY6" fmla="*/ 232088 h 715736"/>
                <a:gd name="connsiteX0" fmla="*/ 0 w 2314305"/>
                <a:gd name="connsiteY0" fmla="*/ 232088 h 715736"/>
                <a:gd name="connsiteX1" fmla="*/ 1166388 w 2314305"/>
                <a:gd name="connsiteY1" fmla="*/ 589 h 715736"/>
                <a:gd name="connsiteX2" fmla="*/ 2314305 w 2314305"/>
                <a:gd name="connsiteY2" fmla="*/ 250120 h 715736"/>
                <a:gd name="connsiteX3" fmla="*/ 2123986 w 2314305"/>
                <a:gd name="connsiteY3" fmla="*/ 715736 h 715736"/>
                <a:gd name="connsiteX4" fmla="*/ 1156661 w 2314305"/>
                <a:gd name="connsiteY4" fmla="*/ 480660 h 715736"/>
                <a:gd name="connsiteX5" fmla="*/ 172995 w 2314305"/>
                <a:gd name="connsiteY5" fmla="*/ 685079 h 715736"/>
                <a:gd name="connsiteX6" fmla="*/ 0 w 2314305"/>
                <a:gd name="connsiteY6" fmla="*/ 232088 h 715736"/>
                <a:gd name="connsiteX0" fmla="*/ 0 w 2314305"/>
                <a:gd name="connsiteY0" fmla="*/ 232088 h 715736"/>
                <a:gd name="connsiteX1" fmla="*/ 1166388 w 2314305"/>
                <a:gd name="connsiteY1" fmla="*/ 589 h 715736"/>
                <a:gd name="connsiteX2" fmla="*/ 2314305 w 2314305"/>
                <a:gd name="connsiteY2" fmla="*/ 250120 h 715736"/>
                <a:gd name="connsiteX3" fmla="*/ 2123986 w 2314305"/>
                <a:gd name="connsiteY3" fmla="*/ 715736 h 715736"/>
                <a:gd name="connsiteX4" fmla="*/ 1156661 w 2314305"/>
                <a:gd name="connsiteY4" fmla="*/ 480660 h 715736"/>
                <a:gd name="connsiteX5" fmla="*/ 172995 w 2314305"/>
                <a:gd name="connsiteY5" fmla="*/ 685079 h 715736"/>
                <a:gd name="connsiteX6" fmla="*/ 0 w 2314305"/>
                <a:gd name="connsiteY6" fmla="*/ 232088 h 715736"/>
                <a:gd name="connsiteX0" fmla="*/ 0 w 2314305"/>
                <a:gd name="connsiteY0" fmla="*/ 232060 h 715708"/>
                <a:gd name="connsiteX1" fmla="*/ 1166388 w 2314305"/>
                <a:gd name="connsiteY1" fmla="*/ 561 h 715708"/>
                <a:gd name="connsiteX2" fmla="*/ 2314305 w 2314305"/>
                <a:gd name="connsiteY2" fmla="*/ 250092 h 715708"/>
                <a:gd name="connsiteX3" fmla="*/ 2123986 w 2314305"/>
                <a:gd name="connsiteY3" fmla="*/ 715708 h 715708"/>
                <a:gd name="connsiteX4" fmla="*/ 1156661 w 2314305"/>
                <a:gd name="connsiteY4" fmla="*/ 480632 h 715708"/>
                <a:gd name="connsiteX5" fmla="*/ 172995 w 2314305"/>
                <a:gd name="connsiteY5" fmla="*/ 685051 h 715708"/>
                <a:gd name="connsiteX6" fmla="*/ 0 w 2314305"/>
                <a:gd name="connsiteY6" fmla="*/ 232060 h 7157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314305" h="715708">
                  <a:moveTo>
                    <a:pt x="0" y="232060"/>
                  </a:moveTo>
                  <a:cubicBezTo>
                    <a:pt x="116349" y="135016"/>
                    <a:pt x="772966" y="-10150"/>
                    <a:pt x="1166388" y="561"/>
                  </a:cubicBezTo>
                  <a:cubicBezTo>
                    <a:pt x="1559810" y="11272"/>
                    <a:pt x="1962415" y="54514"/>
                    <a:pt x="2314305" y="250092"/>
                  </a:cubicBezTo>
                  <a:cubicBezTo>
                    <a:pt x="2236857" y="411910"/>
                    <a:pt x="2305049" y="284904"/>
                    <a:pt x="2123986" y="715708"/>
                  </a:cubicBezTo>
                  <a:cubicBezTo>
                    <a:pt x="2077752" y="646036"/>
                    <a:pt x="1616289" y="480632"/>
                    <a:pt x="1156661" y="480632"/>
                  </a:cubicBezTo>
                  <a:cubicBezTo>
                    <a:pt x="697033" y="480632"/>
                    <a:pt x="257593" y="589531"/>
                    <a:pt x="172995" y="685051"/>
                  </a:cubicBezTo>
                  <a:lnTo>
                    <a:pt x="0" y="232060"/>
                  </a:lnTo>
                  <a:close/>
                </a:path>
              </a:pathLst>
            </a:custGeom>
            <a:solidFill>
              <a:srgbClr val="33CCCC"/>
            </a:solidFill>
            <a:ln>
              <a:solidFill>
                <a:srgbClr val="33CCC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9" name="Block Arc 1">
              <a:extLst>
                <a:ext uri="{FF2B5EF4-FFF2-40B4-BE49-F238E27FC236}">
                  <a16:creationId xmlns:a16="http://schemas.microsoft.com/office/drawing/2014/main" id="{8F201011-5760-E1DE-4E7A-20AFB5B3134D}"/>
                </a:ext>
              </a:extLst>
            </p:cNvPr>
            <p:cNvSpPr/>
            <p:nvPr/>
          </p:nvSpPr>
          <p:spPr>
            <a:xfrm rot="18602280">
              <a:off x="5465551" y="1431121"/>
              <a:ext cx="2314305" cy="715708"/>
            </a:xfrm>
            <a:custGeom>
              <a:avLst/>
              <a:gdLst>
                <a:gd name="connsiteX0" fmla="*/ 0 w 2391141"/>
                <a:gd name="connsiteY0" fmla="*/ 726679 h 1453358"/>
                <a:gd name="connsiteX1" fmla="*/ 1195571 w 2391141"/>
                <a:gd name="connsiteY1" fmla="*/ 0 h 1453358"/>
                <a:gd name="connsiteX2" fmla="*/ 2391142 w 2391141"/>
                <a:gd name="connsiteY2" fmla="*/ 726679 h 1453358"/>
                <a:gd name="connsiteX3" fmla="*/ 2027802 w 2391141"/>
                <a:gd name="connsiteY3" fmla="*/ 726679 h 1453358"/>
                <a:gd name="connsiteX4" fmla="*/ 1195571 w 2391141"/>
                <a:gd name="connsiteY4" fmla="*/ 363339 h 1453358"/>
                <a:gd name="connsiteX5" fmla="*/ 363340 w 2391141"/>
                <a:gd name="connsiteY5" fmla="*/ 726679 h 1453358"/>
                <a:gd name="connsiteX6" fmla="*/ 0 w 2391141"/>
                <a:gd name="connsiteY6" fmla="*/ 726679 h 1453358"/>
                <a:gd name="connsiteX0" fmla="*/ 0 w 2614878"/>
                <a:gd name="connsiteY0" fmla="*/ 727830 h 727830"/>
                <a:gd name="connsiteX1" fmla="*/ 1195571 w 2614878"/>
                <a:gd name="connsiteY1" fmla="*/ 1151 h 727830"/>
                <a:gd name="connsiteX2" fmla="*/ 2614878 w 2614878"/>
                <a:gd name="connsiteY2" fmla="*/ 611098 h 727830"/>
                <a:gd name="connsiteX3" fmla="*/ 2027802 w 2614878"/>
                <a:gd name="connsiteY3" fmla="*/ 727830 h 727830"/>
                <a:gd name="connsiteX4" fmla="*/ 1195571 w 2614878"/>
                <a:gd name="connsiteY4" fmla="*/ 364490 h 727830"/>
                <a:gd name="connsiteX5" fmla="*/ 363340 w 2614878"/>
                <a:gd name="connsiteY5" fmla="*/ 727830 h 727830"/>
                <a:gd name="connsiteX6" fmla="*/ 0 w 2614878"/>
                <a:gd name="connsiteY6" fmla="*/ 727830 h 727830"/>
                <a:gd name="connsiteX0" fmla="*/ 0 w 2614878"/>
                <a:gd name="connsiteY0" fmla="*/ 727830 h 727830"/>
                <a:gd name="connsiteX1" fmla="*/ 1195571 w 2614878"/>
                <a:gd name="connsiteY1" fmla="*/ 1151 h 727830"/>
                <a:gd name="connsiteX2" fmla="*/ 2614878 w 2614878"/>
                <a:gd name="connsiteY2" fmla="*/ 611098 h 727830"/>
                <a:gd name="connsiteX3" fmla="*/ 2251538 w 2614878"/>
                <a:gd name="connsiteY3" fmla="*/ 669464 h 727830"/>
                <a:gd name="connsiteX4" fmla="*/ 1195571 w 2614878"/>
                <a:gd name="connsiteY4" fmla="*/ 364490 h 727830"/>
                <a:gd name="connsiteX5" fmla="*/ 363340 w 2614878"/>
                <a:gd name="connsiteY5" fmla="*/ 727830 h 727830"/>
                <a:gd name="connsiteX6" fmla="*/ 0 w 2614878"/>
                <a:gd name="connsiteY6" fmla="*/ 727830 h 727830"/>
                <a:gd name="connsiteX0" fmla="*/ 0 w 2780249"/>
                <a:gd name="connsiteY0" fmla="*/ 590533 h 726720"/>
                <a:gd name="connsiteX1" fmla="*/ 1360942 w 2780249"/>
                <a:gd name="connsiteY1" fmla="*/ 41 h 726720"/>
                <a:gd name="connsiteX2" fmla="*/ 2780249 w 2780249"/>
                <a:gd name="connsiteY2" fmla="*/ 609988 h 726720"/>
                <a:gd name="connsiteX3" fmla="*/ 2416909 w 2780249"/>
                <a:gd name="connsiteY3" fmla="*/ 668354 h 726720"/>
                <a:gd name="connsiteX4" fmla="*/ 1360942 w 2780249"/>
                <a:gd name="connsiteY4" fmla="*/ 363380 h 726720"/>
                <a:gd name="connsiteX5" fmla="*/ 528711 w 2780249"/>
                <a:gd name="connsiteY5" fmla="*/ 726720 h 726720"/>
                <a:gd name="connsiteX6" fmla="*/ 0 w 2780249"/>
                <a:gd name="connsiteY6" fmla="*/ 590533 h 726720"/>
                <a:gd name="connsiteX0" fmla="*/ 0 w 2780249"/>
                <a:gd name="connsiteY0" fmla="*/ 590533 h 668354"/>
                <a:gd name="connsiteX1" fmla="*/ 1360942 w 2780249"/>
                <a:gd name="connsiteY1" fmla="*/ 41 h 668354"/>
                <a:gd name="connsiteX2" fmla="*/ 2780249 w 2780249"/>
                <a:gd name="connsiteY2" fmla="*/ 609988 h 668354"/>
                <a:gd name="connsiteX3" fmla="*/ 2416909 w 2780249"/>
                <a:gd name="connsiteY3" fmla="*/ 668354 h 668354"/>
                <a:gd name="connsiteX4" fmla="*/ 1360942 w 2780249"/>
                <a:gd name="connsiteY4" fmla="*/ 363380 h 668354"/>
                <a:gd name="connsiteX5" fmla="*/ 275792 w 2780249"/>
                <a:gd name="connsiteY5" fmla="*/ 639171 h 668354"/>
                <a:gd name="connsiteX6" fmla="*/ 0 w 2780249"/>
                <a:gd name="connsiteY6" fmla="*/ 590533 h 668354"/>
                <a:gd name="connsiteX0" fmla="*/ 0 w 2780249"/>
                <a:gd name="connsiteY0" fmla="*/ 590533 h 668354"/>
                <a:gd name="connsiteX1" fmla="*/ 1360942 w 2780249"/>
                <a:gd name="connsiteY1" fmla="*/ 41 h 668354"/>
                <a:gd name="connsiteX2" fmla="*/ 2780249 w 2780249"/>
                <a:gd name="connsiteY2" fmla="*/ 609988 h 668354"/>
                <a:gd name="connsiteX3" fmla="*/ 2416909 w 2780249"/>
                <a:gd name="connsiteY3" fmla="*/ 668354 h 668354"/>
                <a:gd name="connsiteX4" fmla="*/ 1351215 w 2780249"/>
                <a:gd name="connsiteY4" fmla="*/ 480112 h 668354"/>
                <a:gd name="connsiteX5" fmla="*/ 275792 w 2780249"/>
                <a:gd name="connsiteY5" fmla="*/ 639171 h 668354"/>
                <a:gd name="connsiteX6" fmla="*/ 0 w 2780249"/>
                <a:gd name="connsiteY6" fmla="*/ 590533 h 668354"/>
                <a:gd name="connsiteX0" fmla="*/ 0 w 2780249"/>
                <a:gd name="connsiteY0" fmla="*/ 590533 h 775358"/>
                <a:gd name="connsiteX1" fmla="*/ 1360942 w 2780249"/>
                <a:gd name="connsiteY1" fmla="*/ 41 h 775358"/>
                <a:gd name="connsiteX2" fmla="*/ 2780249 w 2780249"/>
                <a:gd name="connsiteY2" fmla="*/ 609988 h 775358"/>
                <a:gd name="connsiteX3" fmla="*/ 2329360 w 2780249"/>
                <a:gd name="connsiteY3" fmla="*/ 775358 h 775358"/>
                <a:gd name="connsiteX4" fmla="*/ 1351215 w 2780249"/>
                <a:gd name="connsiteY4" fmla="*/ 480112 h 775358"/>
                <a:gd name="connsiteX5" fmla="*/ 275792 w 2780249"/>
                <a:gd name="connsiteY5" fmla="*/ 639171 h 775358"/>
                <a:gd name="connsiteX6" fmla="*/ 0 w 2780249"/>
                <a:gd name="connsiteY6" fmla="*/ 590533 h 775358"/>
                <a:gd name="connsiteX0" fmla="*/ 0 w 2673245"/>
                <a:gd name="connsiteY0" fmla="*/ 600391 h 785216"/>
                <a:gd name="connsiteX1" fmla="*/ 1360942 w 2673245"/>
                <a:gd name="connsiteY1" fmla="*/ 9899 h 785216"/>
                <a:gd name="connsiteX2" fmla="*/ 2673245 w 2673245"/>
                <a:gd name="connsiteY2" fmla="*/ 405837 h 785216"/>
                <a:gd name="connsiteX3" fmla="*/ 2329360 w 2673245"/>
                <a:gd name="connsiteY3" fmla="*/ 785216 h 785216"/>
                <a:gd name="connsiteX4" fmla="*/ 1351215 w 2673245"/>
                <a:gd name="connsiteY4" fmla="*/ 489970 h 785216"/>
                <a:gd name="connsiteX5" fmla="*/ 275792 w 2673245"/>
                <a:gd name="connsiteY5" fmla="*/ 649029 h 785216"/>
                <a:gd name="connsiteX6" fmla="*/ 0 w 2673245"/>
                <a:gd name="connsiteY6" fmla="*/ 600391 h 785216"/>
                <a:gd name="connsiteX0" fmla="*/ 0 w 2673245"/>
                <a:gd name="connsiteY0" fmla="*/ 593348 h 778173"/>
                <a:gd name="connsiteX1" fmla="*/ 1360942 w 2673245"/>
                <a:gd name="connsiteY1" fmla="*/ 2856 h 778173"/>
                <a:gd name="connsiteX2" fmla="*/ 2673245 w 2673245"/>
                <a:gd name="connsiteY2" fmla="*/ 398794 h 778173"/>
                <a:gd name="connsiteX3" fmla="*/ 2329360 w 2673245"/>
                <a:gd name="connsiteY3" fmla="*/ 778173 h 778173"/>
                <a:gd name="connsiteX4" fmla="*/ 1351215 w 2673245"/>
                <a:gd name="connsiteY4" fmla="*/ 482927 h 778173"/>
                <a:gd name="connsiteX5" fmla="*/ 275792 w 2673245"/>
                <a:gd name="connsiteY5" fmla="*/ 641986 h 778173"/>
                <a:gd name="connsiteX6" fmla="*/ 0 w 2673245"/>
                <a:gd name="connsiteY6" fmla="*/ 593348 h 778173"/>
                <a:gd name="connsiteX0" fmla="*/ 0 w 2478691"/>
                <a:gd name="connsiteY0" fmla="*/ 293714 h 809279"/>
                <a:gd name="connsiteX1" fmla="*/ 1166388 w 2478691"/>
                <a:gd name="connsiteY1" fmla="*/ 33962 h 809279"/>
                <a:gd name="connsiteX2" fmla="*/ 2478691 w 2478691"/>
                <a:gd name="connsiteY2" fmla="*/ 429900 h 809279"/>
                <a:gd name="connsiteX3" fmla="*/ 2134806 w 2478691"/>
                <a:gd name="connsiteY3" fmla="*/ 809279 h 809279"/>
                <a:gd name="connsiteX4" fmla="*/ 1156661 w 2478691"/>
                <a:gd name="connsiteY4" fmla="*/ 514033 h 809279"/>
                <a:gd name="connsiteX5" fmla="*/ 81238 w 2478691"/>
                <a:gd name="connsiteY5" fmla="*/ 673092 h 809279"/>
                <a:gd name="connsiteX6" fmla="*/ 0 w 2478691"/>
                <a:gd name="connsiteY6" fmla="*/ 293714 h 809279"/>
                <a:gd name="connsiteX0" fmla="*/ 0 w 2478691"/>
                <a:gd name="connsiteY0" fmla="*/ 262275 h 777840"/>
                <a:gd name="connsiteX1" fmla="*/ 1166388 w 2478691"/>
                <a:gd name="connsiteY1" fmla="*/ 2523 h 777840"/>
                <a:gd name="connsiteX2" fmla="*/ 2478691 w 2478691"/>
                <a:gd name="connsiteY2" fmla="*/ 398461 h 777840"/>
                <a:gd name="connsiteX3" fmla="*/ 2134806 w 2478691"/>
                <a:gd name="connsiteY3" fmla="*/ 777840 h 777840"/>
                <a:gd name="connsiteX4" fmla="*/ 1156661 w 2478691"/>
                <a:gd name="connsiteY4" fmla="*/ 482594 h 777840"/>
                <a:gd name="connsiteX5" fmla="*/ 81238 w 2478691"/>
                <a:gd name="connsiteY5" fmla="*/ 641653 h 777840"/>
                <a:gd name="connsiteX6" fmla="*/ 0 w 2478691"/>
                <a:gd name="connsiteY6" fmla="*/ 262275 h 777840"/>
                <a:gd name="connsiteX0" fmla="*/ 0 w 2478691"/>
                <a:gd name="connsiteY0" fmla="*/ 262275 h 777841"/>
                <a:gd name="connsiteX1" fmla="*/ 1166388 w 2478691"/>
                <a:gd name="connsiteY1" fmla="*/ 2523 h 777841"/>
                <a:gd name="connsiteX2" fmla="*/ 2478691 w 2478691"/>
                <a:gd name="connsiteY2" fmla="*/ 398461 h 777841"/>
                <a:gd name="connsiteX3" fmla="*/ 2134806 w 2478691"/>
                <a:gd name="connsiteY3" fmla="*/ 777840 h 777841"/>
                <a:gd name="connsiteX4" fmla="*/ 1156661 w 2478691"/>
                <a:gd name="connsiteY4" fmla="*/ 482594 h 777841"/>
                <a:gd name="connsiteX5" fmla="*/ 178515 w 2478691"/>
                <a:gd name="connsiteY5" fmla="*/ 777841 h 777841"/>
                <a:gd name="connsiteX6" fmla="*/ 0 w 2478691"/>
                <a:gd name="connsiteY6" fmla="*/ 262275 h 777841"/>
                <a:gd name="connsiteX0" fmla="*/ 0 w 2478691"/>
                <a:gd name="connsiteY0" fmla="*/ 262275 h 777840"/>
                <a:gd name="connsiteX1" fmla="*/ 1166388 w 2478691"/>
                <a:gd name="connsiteY1" fmla="*/ 2523 h 777840"/>
                <a:gd name="connsiteX2" fmla="*/ 2478691 w 2478691"/>
                <a:gd name="connsiteY2" fmla="*/ 398461 h 777840"/>
                <a:gd name="connsiteX3" fmla="*/ 2134806 w 2478691"/>
                <a:gd name="connsiteY3" fmla="*/ 777840 h 777840"/>
                <a:gd name="connsiteX4" fmla="*/ 1156661 w 2478691"/>
                <a:gd name="connsiteY4" fmla="*/ 482594 h 777840"/>
                <a:gd name="connsiteX5" fmla="*/ 139604 w 2478691"/>
                <a:gd name="connsiteY5" fmla="*/ 748658 h 777840"/>
                <a:gd name="connsiteX6" fmla="*/ 0 w 2478691"/>
                <a:gd name="connsiteY6" fmla="*/ 262275 h 777840"/>
                <a:gd name="connsiteX0" fmla="*/ 0 w 2478691"/>
                <a:gd name="connsiteY0" fmla="*/ 262275 h 777840"/>
                <a:gd name="connsiteX1" fmla="*/ 1166388 w 2478691"/>
                <a:gd name="connsiteY1" fmla="*/ 2523 h 777840"/>
                <a:gd name="connsiteX2" fmla="*/ 2478691 w 2478691"/>
                <a:gd name="connsiteY2" fmla="*/ 398461 h 777840"/>
                <a:gd name="connsiteX3" fmla="*/ 2134806 w 2478691"/>
                <a:gd name="connsiteY3" fmla="*/ 777840 h 777840"/>
                <a:gd name="connsiteX4" fmla="*/ 1156661 w 2478691"/>
                <a:gd name="connsiteY4" fmla="*/ 482594 h 777840"/>
                <a:gd name="connsiteX5" fmla="*/ 139604 w 2478691"/>
                <a:gd name="connsiteY5" fmla="*/ 748658 h 777840"/>
                <a:gd name="connsiteX6" fmla="*/ 0 w 2478691"/>
                <a:gd name="connsiteY6" fmla="*/ 262275 h 777840"/>
                <a:gd name="connsiteX0" fmla="*/ 0 w 2478691"/>
                <a:gd name="connsiteY0" fmla="*/ 262275 h 797295"/>
                <a:gd name="connsiteX1" fmla="*/ 1166388 w 2478691"/>
                <a:gd name="connsiteY1" fmla="*/ 2523 h 797295"/>
                <a:gd name="connsiteX2" fmla="*/ 2478691 w 2478691"/>
                <a:gd name="connsiteY2" fmla="*/ 398461 h 797295"/>
                <a:gd name="connsiteX3" fmla="*/ 2144534 w 2478691"/>
                <a:gd name="connsiteY3" fmla="*/ 797295 h 797295"/>
                <a:gd name="connsiteX4" fmla="*/ 1156661 w 2478691"/>
                <a:gd name="connsiteY4" fmla="*/ 482594 h 797295"/>
                <a:gd name="connsiteX5" fmla="*/ 139604 w 2478691"/>
                <a:gd name="connsiteY5" fmla="*/ 748658 h 797295"/>
                <a:gd name="connsiteX6" fmla="*/ 0 w 2478691"/>
                <a:gd name="connsiteY6" fmla="*/ 262275 h 797295"/>
                <a:gd name="connsiteX0" fmla="*/ 0 w 2478691"/>
                <a:gd name="connsiteY0" fmla="*/ 262275 h 797295"/>
                <a:gd name="connsiteX1" fmla="*/ 1166388 w 2478691"/>
                <a:gd name="connsiteY1" fmla="*/ 2523 h 797295"/>
                <a:gd name="connsiteX2" fmla="*/ 2478691 w 2478691"/>
                <a:gd name="connsiteY2" fmla="*/ 398461 h 797295"/>
                <a:gd name="connsiteX3" fmla="*/ 2144534 w 2478691"/>
                <a:gd name="connsiteY3" fmla="*/ 797295 h 797295"/>
                <a:gd name="connsiteX4" fmla="*/ 1156661 w 2478691"/>
                <a:gd name="connsiteY4" fmla="*/ 482594 h 797295"/>
                <a:gd name="connsiteX5" fmla="*/ 139604 w 2478691"/>
                <a:gd name="connsiteY5" fmla="*/ 748658 h 797295"/>
                <a:gd name="connsiteX6" fmla="*/ 0 w 2478691"/>
                <a:gd name="connsiteY6" fmla="*/ 262275 h 797295"/>
                <a:gd name="connsiteX0" fmla="*/ 0 w 2309168"/>
                <a:gd name="connsiteY0" fmla="*/ 259772 h 794792"/>
                <a:gd name="connsiteX1" fmla="*/ 1166388 w 2309168"/>
                <a:gd name="connsiteY1" fmla="*/ 20 h 794792"/>
                <a:gd name="connsiteX2" fmla="*/ 2309168 w 2309168"/>
                <a:gd name="connsiteY2" fmla="*/ 270099 h 794792"/>
                <a:gd name="connsiteX3" fmla="*/ 2144534 w 2309168"/>
                <a:gd name="connsiteY3" fmla="*/ 794792 h 794792"/>
                <a:gd name="connsiteX4" fmla="*/ 1156661 w 2309168"/>
                <a:gd name="connsiteY4" fmla="*/ 480091 h 794792"/>
                <a:gd name="connsiteX5" fmla="*/ 139604 w 2309168"/>
                <a:gd name="connsiteY5" fmla="*/ 746155 h 794792"/>
                <a:gd name="connsiteX6" fmla="*/ 0 w 2309168"/>
                <a:gd name="connsiteY6" fmla="*/ 259772 h 794792"/>
                <a:gd name="connsiteX0" fmla="*/ 0 w 2309168"/>
                <a:gd name="connsiteY0" fmla="*/ 259772 h 794792"/>
                <a:gd name="connsiteX1" fmla="*/ 1166388 w 2309168"/>
                <a:gd name="connsiteY1" fmla="*/ 20 h 794792"/>
                <a:gd name="connsiteX2" fmla="*/ 2309168 w 2309168"/>
                <a:gd name="connsiteY2" fmla="*/ 270099 h 794792"/>
                <a:gd name="connsiteX3" fmla="*/ 2144534 w 2309168"/>
                <a:gd name="connsiteY3" fmla="*/ 794792 h 794792"/>
                <a:gd name="connsiteX4" fmla="*/ 1156661 w 2309168"/>
                <a:gd name="connsiteY4" fmla="*/ 480091 h 794792"/>
                <a:gd name="connsiteX5" fmla="*/ 139604 w 2309168"/>
                <a:gd name="connsiteY5" fmla="*/ 746155 h 794792"/>
                <a:gd name="connsiteX6" fmla="*/ 0 w 2309168"/>
                <a:gd name="connsiteY6" fmla="*/ 259772 h 794792"/>
                <a:gd name="connsiteX0" fmla="*/ 0 w 2309168"/>
                <a:gd name="connsiteY0" fmla="*/ 259772 h 746155"/>
                <a:gd name="connsiteX1" fmla="*/ 1166388 w 2309168"/>
                <a:gd name="connsiteY1" fmla="*/ 20 h 746155"/>
                <a:gd name="connsiteX2" fmla="*/ 2309168 w 2309168"/>
                <a:gd name="connsiteY2" fmla="*/ 270099 h 746155"/>
                <a:gd name="connsiteX3" fmla="*/ 2121417 w 2309168"/>
                <a:gd name="connsiteY3" fmla="*/ 707462 h 746155"/>
                <a:gd name="connsiteX4" fmla="*/ 1156661 w 2309168"/>
                <a:gd name="connsiteY4" fmla="*/ 480091 h 746155"/>
                <a:gd name="connsiteX5" fmla="*/ 139604 w 2309168"/>
                <a:gd name="connsiteY5" fmla="*/ 746155 h 746155"/>
                <a:gd name="connsiteX6" fmla="*/ 0 w 2309168"/>
                <a:gd name="connsiteY6" fmla="*/ 259772 h 746155"/>
                <a:gd name="connsiteX0" fmla="*/ 0 w 2309168"/>
                <a:gd name="connsiteY0" fmla="*/ 259772 h 746155"/>
                <a:gd name="connsiteX1" fmla="*/ 1166388 w 2309168"/>
                <a:gd name="connsiteY1" fmla="*/ 20 h 746155"/>
                <a:gd name="connsiteX2" fmla="*/ 2309168 w 2309168"/>
                <a:gd name="connsiteY2" fmla="*/ 270099 h 746155"/>
                <a:gd name="connsiteX3" fmla="*/ 2121417 w 2309168"/>
                <a:gd name="connsiteY3" fmla="*/ 707462 h 746155"/>
                <a:gd name="connsiteX4" fmla="*/ 1156661 w 2309168"/>
                <a:gd name="connsiteY4" fmla="*/ 480091 h 746155"/>
                <a:gd name="connsiteX5" fmla="*/ 139604 w 2309168"/>
                <a:gd name="connsiteY5" fmla="*/ 746155 h 746155"/>
                <a:gd name="connsiteX6" fmla="*/ 0 w 2309168"/>
                <a:gd name="connsiteY6" fmla="*/ 259772 h 746155"/>
                <a:gd name="connsiteX0" fmla="*/ 0 w 2309168"/>
                <a:gd name="connsiteY0" fmla="*/ 226793 h 746567"/>
                <a:gd name="connsiteX1" fmla="*/ 1166388 w 2309168"/>
                <a:gd name="connsiteY1" fmla="*/ 432 h 746567"/>
                <a:gd name="connsiteX2" fmla="*/ 2309168 w 2309168"/>
                <a:gd name="connsiteY2" fmla="*/ 270511 h 746567"/>
                <a:gd name="connsiteX3" fmla="*/ 2121417 w 2309168"/>
                <a:gd name="connsiteY3" fmla="*/ 707874 h 746567"/>
                <a:gd name="connsiteX4" fmla="*/ 1156661 w 2309168"/>
                <a:gd name="connsiteY4" fmla="*/ 480503 h 746567"/>
                <a:gd name="connsiteX5" fmla="*/ 139604 w 2309168"/>
                <a:gd name="connsiteY5" fmla="*/ 746567 h 746567"/>
                <a:gd name="connsiteX6" fmla="*/ 0 w 2309168"/>
                <a:gd name="connsiteY6" fmla="*/ 226793 h 746567"/>
                <a:gd name="connsiteX0" fmla="*/ 0 w 2309168"/>
                <a:gd name="connsiteY0" fmla="*/ 226663 h 746437"/>
                <a:gd name="connsiteX1" fmla="*/ 1166388 w 2309168"/>
                <a:gd name="connsiteY1" fmla="*/ 302 h 746437"/>
                <a:gd name="connsiteX2" fmla="*/ 2309168 w 2309168"/>
                <a:gd name="connsiteY2" fmla="*/ 270381 h 746437"/>
                <a:gd name="connsiteX3" fmla="*/ 2121417 w 2309168"/>
                <a:gd name="connsiteY3" fmla="*/ 707744 h 746437"/>
                <a:gd name="connsiteX4" fmla="*/ 1156661 w 2309168"/>
                <a:gd name="connsiteY4" fmla="*/ 480373 h 746437"/>
                <a:gd name="connsiteX5" fmla="*/ 139604 w 2309168"/>
                <a:gd name="connsiteY5" fmla="*/ 746437 h 746437"/>
                <a:gd name="connsiteX6" fmla="*/ 0 w 2309168"/>
                <a:gd name="connsiteY6" fmla="*/ 226663 h 746437"/>
                <a:gd name="connsiteX0" fmla="*/ 0 w 2309168"/>
                <a:gd name="connsiteY0" fmla="*/ 226614 h 746388"/>
                <a:gd name="connsiteX1" fmla="*/ 1166388 w 2309168"/>
                <a:gd name="connsiteY1" fmla="*/ 253 h 746388"/>
                <a:gd name="connsiteX2" fmla="*/ 2309168 w 2309168"/>
                <a:gd name="connsiteY2" fmla="*/ 270332 h 746388"/>
                <a:gd name="connsiteX3" fmla="*/ 2121417 w 2309168"/>
                <a:gd name="connsiteY3" fmla="*/ 707695 h 746388"/>
                <a:gd name="connsiteX4" fmla="*/ 1156661 w 2309168"/>
                <a:gd name="connsiteY4" fmla="*/ 480324 h 746388"/>
                <a:gd name="connsiteX5" fmla="*/ 139604 w 2309168"/>
                <a:gd name="connsiteY5" fmla="*/ 746388 h 746388"/>
                <a:gd name="connsiteX6" fmla="*/ 0 w 2309168"/>
                <a:gd name="connsiteY6" fmla="*/ 226614 h 746388"/>
                <a:gd name="connsiteX0" fmla="*/ 0 w 2309168"/>
                <a:gd name="connsiteY0" fmla="*/ 231692 h 746328"/>
                <a:gd name="connsiteX1" fmla="*/ 1166388 w 2309168"/>
                <a:gd name="connsiteY1" fmla="*/ 193 h 746328"/>
                <a:gd name="connsiteX2" fmla="*/ 2309168 w 2309168"/>
                <a:gd name="connsiteY2" fmla="*/ 270272 h 746328"/>
                <a:gd name="connsiteX3" fmla="*/ 2121417 w 2309168"/>
                <a:gd name="connsiteY3" fmla="*/ 707635 h 746328"/>
                <a:gd name="connsiteX4" fmla="*/ 1156661 w 2309168"/>
                <a:gd name="connsiteY4" fmla="*/ 480264 h 746328"/>
                <a:gd name="connsiteX5" fmla="*/ 139604 w 2309168"/>
                <a:gd name="connsiteY5" fmla="*/ 746328 h 746328"/>
                <a:gd name="connsiteX6" fmla="*/ 0 w 2309168"/>
                <a:gd name="connsiteY6" fmla="*/ 231692 h 746328"/>
                <a:gd name="connsiteX0" fmla="*/ 0 w 2309168"/>
                <a:gd name="connsiteY0" fmla="*/ 231692 h 707635"/>
                <a:gd name="connsiteX1" fmla="*/ 1166388 w 2309168"/>
                <a:gd name="connsiteY1" fmla="*/ 193 h 707635"/>
                <a:gd name="connsiteX2" fmla="*/ 2309168 w 2309168"/>
                <a:gd name="connsiteY2" fmla="*/ 270272 h 707635"/>
                <a:gd name="connsiteX3" fmla="*/ 2121417 w 2309168"/>
                <a:gd name="connsiteY3" fmla="*/ 707635 h 707635"/>
                <a:gd name="connsiteX4" fmla="*/ 1156661 w 2309168"/>
                <a:gd name="connsiteY4" fmla="*/ 480264 h 707635"/>
                <a:gd name="connsiteX5" fmla="*/ 172995 w 2309168"/>
                <a:gd name="connsiteY5" fmla="*/ 684683 h 707635"/>
                <a:gd name="connsiteX6" fmla="*/ 0 w 2309168"/>
                <a:gd name="connsiteY6" fmla="*/ 231692 h 707635"/>
                <a:gd name="connsiteX0" fmla="*/ 0 w 2309168"/>
                <a:gd name="connsiteY0" fmla="*/ 231692 h 707635"/>
                <a:gd name="connsiteX1" fmla="*/ 1166388 w 2309168"/>
                <a:gd name="connsiteY1" fmla="*/ 193 h 707635"/>
                <a:gd name="connsiteX2" fmla="*/ 2309168 w 2309168"/>
                <a:gd name="connsiteY2" fmla="*/ 270272 h 707635"/>
                <a:gd name="connsiteX3" fmla="*/ 2121417 w 2309168"/>
                <a:gd name="connsiteY3" fmla="*/ 707635 h 707635"/>
                <a:gd name="connsiteX4" fmla="*/ 1156661 w 2309168"/>
                <a:gd name="connsiteY4" fmla="*/ 480264 h 707635"/>
                <a:gd name="connsiteX5" fmla="*/ 172995 w 2309168"/>
                <a:gd name="connsiteY5" fmla="*/ 684683 h 707635"/>
                <a:gd name="connsiteX6" fmla="*/ 0 w 2309168"/>
                <a:gd name="connsiteY6" fmla="*/ 231692 h 707635"/>
                <a:gd name="connsiteX0" fmla="*/ 0 w 2309168"/>
                <a:gd name="connsiteY0" fmla="*/ 231692 h 715340"/>
                <a:gd name="connsiteX1" fmla="*/ 1166388 w 2309168"/>
                <a:gd name="connsiteY1" fmla="*/ 193 h 715340"/>
                <a:gd name="connsiteX2" fmla="*/ 2309168 w 2309168"/>
                <a:gd name="connsiteY2" fmla="*/ 270272 h 715340"/>
                <a:gd name="connsiteX3" fmla="*/ 2123986 w 2309168"/>
                <a:gd name="connsiteY3" fmla="*/ 715340 h 715340"/>
                <a:gd name="connsiteX4" fmla="*/ 1156661 w 2309168"/>
                <a:gd name="connsiteY4" fmla="*/ 480264 h 715340"/>
                <a:gd name="connsiteX5" fmla="*/ 172995 w 2309168"/>
                <a:gd name="connsiteY5" fmla="*/ 684683 h 715340"/>
                <a:gd name="connsiteX6" fmla="*/ 0 w 2309168"/>
                <a:gd name="connsiteY6" fmla="*/ 231692 h 715340"/>
                <a:gd name="connsiteX0" fmla="*/ 0 w 2309168"/>
                <a:gd name="connsiteY0" fmla="*/ 231692 h 715340"/>
                <a:gd name="connsiteX1" fmla="*/ 1166388 w 2309168"/>
                <a:gd name="connsiteY1" fmla="*/ 193 h 715340"/>
                <a:gd name="connsiteX2" fmla="*/ 2309168 w 2309168"/>
                <a:gd name="connsiteY2" fmla="*/ 270272 h 715340"/>
                <a:gd name="connsiteX3" fmla="*/ 2123986 w 2309168"/>
                <a:gd name="connsiteY3" fmla="*/ 715340 h 715340"/>
                <a:gd name="connsiteX4" fmla="*/ 1156661 w 2309168"/>
                <a:gd name="connsiteY4" fmla="*/ 480264 h 715340"/>
                <a:gd name="connsiteX5" fmla="*/ 172995 w 2309168"/>
                <a:gd name="connsiteY5" fmla="*/ 684683 h 715340"/>
                <a:gd name="connsiteX6" fmla="*/ 0 w 2309168"/>
                <a:gd name="connsiteY6" fmla="*/ 231692 h 715340"/>
                <a:gd name="connsiteX0" fmla="*/ 0 w 2309168"/>
                <a:gd name="connsiteY0" fmla="*/ 231692 h 715340"/>
                <a:gd name="connsiteX1" fmla="*/ 1166388 w 2309168"/>
                <a:gd name="connsiteY1" fmla="*/ 193 h 715340"/>
                <a:gd name="connsiteX2" fmla="*/ 2309168 w 2309168"/>
                <a:gd name="connsiteY2" fmla="*/ 270272 h 715340"/>
                <a:gd name="connsiteX3" fmla="*/ 2123986 w 2309168"/>
                <a:gd name="connsiteY3" fmla="*/ 715340 h 715340"/>
                <a:gd name="connsiteX4" fmla="*/ 1156661 w 2309168"/>
                <a:gd name="connsiteY4" fmla="*/ 480264 h 715340"/>
                <a:gd name="connsiteX5" fmla="*/ 172995 w 2309168"/>
                <a:gd name="connsiteY5" fmla="*/ 684683 h 715340"/>
                <a:gd name="connsiteX6" fmla="*/ 0 w 2309168"/>
                <a:gd name="connsiteY6" fmla="*/ 231692 h 715340"/>
                <a:gd name="connsiteX0" fmla="*/ 0 w 2314305"/>
                <a:gd name="connsiteY0" fmla="*/ 231543 h 715191"/>
                <a:gd name="connsiteX1" fmla="*/ 1166388 w 2314305"/>
                <a:gd name="connsiteY1" fmla="*/ 44 h 715191"/>
                <a:gd name="connsiteX2" fmla="*/ 2314305 w 2314305"/>
                <a:gd name="connsiteY2" fmla="*/ 249575 h 715191"/>
                <a:gd name="connsiteX3" fmla="*/ 2123986 w 2314305"/>
                <a:gd name="connsiteY3" fmla="*/ 715191 h 715191"/>
                <a:gd name="connsiteX4" fmla="*/ 1156661 w 2314305"/>
                <a:gd name="connsiteY4" fmla="*/ 480115 h 715191"/>
                <a:gd name="connsiteX5" fmla="*/ 172995 w 2314305"/>
                <a:gd name="connsiteY5" fmla="*/ 684534 h 715191"/>
                <a:gd name="connsiteX6" fmla="*/ 0 w 2314305"/>
                <a:gd name="connsiteY6" fmla="*/ 231543 h 715191"/>
                <a:gd name="connsiteX0" fmla="*/ 0 w 2314305"/>
                <a:gd name="connsiteY0" fmla="*/ 231543 h 715191"/>
                <a:gd name="connsiteX1" fmla="*/ 1166388 w 2314305"/>
                <a:gd name="connsiteY1" fmla="*/ 44 h 715191"/>
                <a:gd name="connsiteX2" fmla="*/ 2314305 w 2314305"/>
                <a:gd name="connsiteY2" fmla="*/ 249575 h 715191"/>
                <a:gd name="connsiteX3" fmla="*/ 2123986 w 2314305"/>
                <a:gd name="connsiteY3" fmla="*/ 715191 h 715191"/>
                <a:gd name="connsiteX4" fmla="*/ 1156661 w 2314305"/>
                <a:gd name="connsiteY4" fmla="*/ 480115 h 715191"/>
                <a:gd name="connsiteX5" fmla="*/ 172995 w 2314305"/>
                <a:gd name="connsiteY5" fmla="*/ 684534 h 715191"/>
                <a:gd name="connsiteX6" fmla="*/ 0 w 2314305"/>
                <a:gd name="connsiteY6" fmla="*/ 231543 h 715191"/>
                <a:gd name="connsiteX0" fmla="*/ 0 w 2314305"/>
                <a:gd name="connsiteY0" fmla="*/ 231550 h 715198"/>
                <a:gd name="connsiteX1" fmla="*/ 1166388 w 2314305"/>
                <a:gd name="connsiteY1" fmla="*/ 51 h 715198"/>
                <a:gd name="connsiteX2" fmla="*/ 2314305 w 2314305"/>
                <a:gd name="connsiteY2" fmla="*/ 249582 h 715198"/>
                <a:gd name="connsiteX3" fmla="*/ 2123986 w 2314305"/>
                <a:gd name="connsiteY3" fmla="*/ 715198 h 715198"/>
                <a:gd name="connsiteX4" fmla="*/ 1156661 w 2314305"/>
                <a:gd name="connsiteY4" fmla="*/ 480122 h 715198"/>
                <a:gd name="connsiteX5" fmla="*/ 172995 w 2314305"/>
                <a:gd name="connsiteY5" fmla="*/ 684541 h 715198"/>
                <a:gd name="connsiteX6" fmla="*/ 0 w 2314305"/>
                <a:gd name="connsiteY6" fmla="*/ 231550 h 715198"/>
                <a:gd name="connsiteX0" fmla="*/ 0 w 2314305"/>
                <a:gd name="connsiteY0" fmla="*/ 233092 h 716740"/>
                <a:gd name="connsiteX1" fmla="*/ 1166388 w 2314305"/>
                <a:gd name="connsiteY1" fmla="*/ 1593 h 716740"/>
                <a:gd name="connsiteX2" fmla="*/ 2314305 w 2314305"/>
                <a:gd name="connsiteY2" fmla="*/ 251124 h 716740"/>
                <a:gd name="connsiteX3" fmla="*/ 2123986 w 2314305"/>
                <a:gd name="connsiteY3" fmla="*/ 716740 h 716740"/>
                <a:gd name="connsiteX4" fmla="*/ 1156661 w 2314305"/>
                <a:gd name="connsiteY4" fmla="*/ 481664 h 716740"/>
                <a:gd name="connsiteX5" fmla="*/ 172995 w 2314305"/>
                <a:gd name="connsiteY5" fmla="*/ 686083 h 716740"/>
                <a:gd name="connsiteX6" fmla="*/ 0 w 2314305"/>
                <a:gd name="connsiteY6" fmla="*/ 233092 h 716740"/>
                <a:gd name="connsiteX0" fmla="*/ 0 w 2314305"/>
                <a:gd name="connsiteY0" fmla="*/ 231523 h 715171"/>
                <a:gd name="connsiteX1" fmla="*/ 1166388 w 2314305"/>
                <a:gd name="connsiteY1" fmla="*/ 24 h 715171"/>
                <a:gd name="connsiteX2" fmla="*/ 2314305 w 2314305"/>
                <a:gd name="connsiteY2" fmla="*/ 249555 h 715171"/>
                <a:gd name="connsiteX3" fmla="*/ 2123986 w 2314305"/>
                <a:gd name="connsiteY3" fmla="*/ 715171 h 715171"/>
                <a:gd name="connsiteX4" fmla="*/ 1156661 w 2314305"/>
                <a:gd name="connsiteY4" fmla="*/ 480095 h 715171"/>
                <a:gd name="connsiteX5" fmla="*/ 172995 w 2314305"/>
                <a:gd name="connsiteY5" fmla="*/ 684514 h 715171"/>
                <a:gd name="connsiteX6" fmla="*/ 0 w 2314305"/>
                <a:gd name="connsiteY6" fmla="*/ 231523 h 715171"/>
                <a:gd name="connsiteX0" fmla="*/ 0 w 2314305"/>
                <a:gd name="connsiteY0" fmla="*/ 231550 h 715198"/>
                <a:gd name="connsiteX1" fmla="*/ 1166388 w 2314305"/>
                <a:gd name="connsiteY1" fmla="*/ 51 h 715198"/>
                <a:gd name="connsiteX2" fmla="*/ 2314305 w 2314305"/>
                <a:gd name="connsiteY2" fmla="*/ 249582 h 715198"/>
                <a:gd name="connsiteX3" fmla="*/ 2123986 w 2314305"/>
                <a:gd name="connsiteY3" fmla="*/ 715198 h 715198"/>
                <a:gd name="connsiteX4" fmla="*/ 1156661 w 2314305"/>
                <a:gd name="connsiteY4" fmla="*/ 480122 h 715198"/>
                <a:gd name="connsiteX5" fmla="*/ 172995 w 2314305"/>
                <a:gd name="connsiteY5" fmla="*/ 684541 h 715198"/>
                <a:gd name="connsiteX6" fmla="*/ 0 w 2314305"/>
                <a:gd name="connsiteY6" fmla="*/ 231550 h 715198"/>
                <a:gd name="connsiteX0" fmla="*/ 0 w 2314305"/>
                <a:gd name="connsiteY0" fmla="*/ 232088 h 715736"/>
                <a:gd name="connsiteX1" fmla="*/ 1166388 w 2314305"/>
                <a:gd name="connsiteY1" fmla="*/ 589 h 715736"/>
                <a:gd name="connsiteX2" fmla="*/ 2314305 w 2314305"/>
                <a:gd name="connsiteY2" fmla="*/ 250120 h 715736"/>
                <a:gd name="connsiteX3" fmla="*/ 2123986 w 2314305"/>
                <a:gd name="connsiteY3" fmla="*/ 715736 h 715736"/>
                <a:gd name="connsiteX4" fmla="*/ 1156661 w 2314305"/>
                <a:gd name="connsiteY4" fmla="*/ 480660 h 715736"/>
                <a:gd name="connsiteX5" fmla="*/ 172995 w 2314305"/>
                <a:gd name="connsiteY5" fmla="*/ 685079 h 715736"/>
                <a:gd name="connsiteX6" fmla="*/ 0 w 2314305"/>
                <a:gd name="connsiteY6" fmla="*/ 232088 h 715736"/>
                <a:gd name="connsiteX0" fmla="*/ 0 w 2314305"/>
                <a:gd name="connsiteY0" fmla="*/ 232088 h 715736"/>
                <a:gd name="connsiteX1" fmla="*/ 1166388 w 2314305"/>
                <a:gd name="connsiteY1" fmla="*/ 589 h 715736"/>
                <a:gd name="connsiteX2" fmla="*/ 2314305 w 2314305"/>
                <a:gd name="connsiteY2" fmla="*/ 250120 h 715736"/>
                <a:gd name="connsiteX3" fmla="*/ 2123986 w 2314305"/>
                <a:gd name="connsiteY3" fmla="*/ 715736 h 715736"/>
                <a:gd name="connsiteX4" fmla="*/ 1156661 w 2314305"/>
                <a:gd name="connsiteY4" fmla="*/ 480660 h 715736"/>
                <a:gd name="connsiteX5" fmla="*/ 172995 w 2314305"/>
                <a:gd name="connsiteY5" fmla="*/ 685079 h 715736"/>
                <a:gd name="connsiteX6" fmla="*/ 0 w 2314305"/>
                <a:gd name="connsiteY6" fmla="*/ 232088 h 715736"/>
                <a:gd name="connsiteX0" fmla="*/ 0 w 2314305"/>
                <a:gd name="connsiteY0" fmla="*/ 232088 h 715736"/>
                <a:gd name="connsiteX1" fmla="*/ 1166388 w 2314305"/>
                <a:gd name="connsiteY1" fmla="*/ 589 h 715736"/>
                <a:gd name="connsiteX2" fmla="*/ 2314305 w 2314305"/>
                <a:gd name="connsiteY2" fmla="*/ 250120 h 715736"/>
                <a:gd name="connsiteX3" fmla="*/ 2123986 w 2314305"/>
                <a:gd name="connsiteY3" fmla="*/ 715736 h 715736"/>
                <a:gd name="connsiteX4" fmla="*/ 1156661 w 2314305"/>
                <a:gd name="connsiteY4" fmla="*/ 480660 h 715736"/>
                <a:gd name="connsiteX5" fmla="*/ 172995 w 2314305"/>
                <a:gd name="connsiteY5" fmla="*/ 685079 h 715736"/>
                <a:gd name="connsiteX6" fmla="*/ 0 w 2314305"/>
                <a:gd name="connsiteY6" fmla="*/ 232088 h 715736"/>
                <a:gd name="connsiteX0" fmla="*/ 0 w 2314305"/>
                <a:gd name="connsiteY0" fmla="*/ 232060 h 715708"/>
                <a:gd name="connsiteX1" fmla="*/ 1166388 w 2314305"/>
                <a:gd name="connsiteY1" fmla="*/ 561 h 715708"/>
                <a:gd name="connsiteX2" fmla="*/ 2314305 w 2314305"/>
                <a:gd name="connsiteY2" fmla="*/ 250092 h 715708"/>
                <a:gd name="connsiteX3" fmla="*/ 2123986 w 2314305"/>
                <a:gd name="connsiteY3" fmla="*/ 715708 h 715708"/>
                <a:gd name="connsiteX4" fmla="*/ 1156661 w 2314305"/>
                <a:gd name="connsiteY4" fmla="*/ 480632 h 715708"/>
                <a:gd name="connsiteX5" fmla="*/ 172995 w 2314305"/>
                <a:gd name="connsiteY5" fmla="*/ 685051 h 715708"/>
                <a:gd name="connsiteX6" fmla="*/ 0 w 2314305"/>
                <a:gd name="connsiteY6" fmla="*/ 232060 h 7157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314305" h="715708">
                  <a:moveTo>
                    <a:pt x="0" y="232060"/>
                  </a:moveTo>
                  <a:cubicBezTo>
                    <a:pt x="116349" y="135016"/>
                    <a:pt x="772966" y="-10150"/>
                    <a:pt x="1166388" y="561"/>
                  </a:cubicBezTo>
                  <a:cubicBezTo>
                    <a:pt x="1559810" y="11272"/>
                    <a:pt x="1962415" y="54514"/>
                    <a:pt x="2314305" y="250092"/>
                  </a:cubicBezTo>
                  <a:cubicBezTo>
                    <a:pt x="2236857" y="411910"/>
                    <a:pt x="2305049" y="284904"/>
                    <a:pt x="2123986" y="715708"/>
                  </a:cubicBezTo>
                  <a:cubicBezTo>
                    <a:pt x="2077752" y="646036"/>
                    <a:pt x="1616289" y="480632"/>
                    <a:pt x="1156661" y="480632"/>
                  </a:cubicBezTo>
                  <a:cubicBezTo>
                    <a:pt x="697033" y="480632"/>
                    <a:pt x="257593" y="589531"/>
                    <a:pt x="172995" y="685051"/>
                  </a:cubicBezTo>
                  <a:lnTo>
                    <a:pt x="0" y="232060"/>
                  </a:lnTo>
                  <a:close/>
                </a:path>
              </a:pathLst>
            </a:custGeom>
            <a:solidFill>
              <a:srgbClr val="252260"/>
            </a:solidFill>
            <a:ln>
              <a:solidFill>
                <a:srgbClr val="2522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60A35A71-AD7F-2773-210C-70D0C1064C54}"/>
                </a:ext>
              </a:extLst>
            </p:cNvPr>
            <p:cNvSpPr txBox="1"/>
            <p:nvPr/>
          </p:nvSpPr>
          <p:spPr>
            <a:xfrm rot="2976467">
              <a:off x="9461974" y="1744448"/>
              <a:ext cx="1841899" cy="638175"/>
            </a:xfrm>
            <a:prstGeom prst="rect">
              <a:avLst/>
            </a:prstGeom>
            <a:noFill/>
          </p:spPr>
          <p:txBody>
            <a:bodyPr wrap="square" rtlCol="0">
              <a:prstTxWarp prst="textArchUp">
                <a:avLst>
                  <a:gd name="adj" fmla="val 11053946"/>
                </a:avLst>
              </a:prstTxWarp>
              <a:spAutoFit/>
            </a:bodyPr>
            <a:lstStyle/>
            <a:p>
              <a:pPr algn="ctr"/>
              <a:r>
                <a:rPr lang="en-US" sz="2400" dirty="0">
                  <a:solidFill>
                    <a:schemeClr val="bg1"/>
                  </a:solidFill>
                </a:rPr>
                <a:t>Connect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5B60CAB7-94DD-6759-3D0C-BA7D3AD77D22}"/>
                </a:ext>
              </a:extLst>
            </p:cNvPr>
            <p:cNvSpPr txBox="1"/>
            <p:nvPr/>
          </p:nvSpPr>
          <p:spPr>
            <a:xfrm rot="6218390">
              <a:off x="9925946" y="3694976"/>
              <a:ext cx="1841899" cy="638175"/>
            </a:xfrm>
            <a:prstGeom prst="rect">
              <a:avLst/>
            </a:prstGeom>
            <a:noFill/>
          </p:spPr>
          <p:txBody>
            <a:bodyPr wrap="square" rtlCol="0">
              <a:prstTxWarp prst="textArchUp">
                <a:avLst/>
              </a:prstTxWarp>
              <a:spAutoFit/>
            </a:bodyPr>
            <a:lstStyle/>
            <a:p>
              <a:pPr algn="ctr"/>
              <a:r>
                <a:rPr lang="en-US" sz="2400" dirty="0">
                  <a:solidFill>
                    <a:schemeClr val="bg1"/>
                  </a:solidFill>
                </a:rPr>
                <a:t>Learn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8A36CCCB-8CB2-5C0A-E92B-5365C8817F44}"/>
                </a:ext>
              </a:extLst>
            </p:cNvPr>
            <p:cNvSpPr txBox="1"/>
            <p:nvPr/>
          </p:nvSpPr>
          <p:spPr>
            <a:xfrm rot="9167093">
              <a:off x="8638078" y="5306238"/>
              <a:ext cx="1841899" cy="638175"/>
            </a:xfrm>
            <a:prstGeom prst="rect">
              <a:avLst/>
            </a:prstGeom>
            <a:noFill/>
          </p:spPr>
          <p:txBody>
            <a:bodyPr wrap="square" rtlCol="0">
              <a:prstTxWarp prst="textArchUp">
                <a:avLst/>
              </a:prstTxWarp>
              <a:spAutoFit/>
            </a:bodyPr>
            <a:lstStyle/>
            <a:p>
              <a:pPr algn="ctr"/>
              <a:r>
                <a:rPr lang="en-US" sz="2400" dirty="0">
                  <a:solidFill>
                    <a:schemeClr val="bg1"/>
                  </a:solidFill>
                </a:rPr>
                <a:t>Engage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092D22A5-05C8-D181-81F6-1BBFC5577D75}"/>
                </a:ext>
              </a:extLst>
            </p:cNvPr>
            <p:cNvSpPr txBox="1"/>
            <p:nvPr/>
          </p:nvSpPr>
          <p:spPr>
            <a:xfrm rot="12622647">
              <a:off x="6593675" y="5243488"/>
              <a:ext cx="1841899" cy="638175"/>
            </a:xfrm>
            <a:prstGeom prst="rect">
              <a:avLst/>
            </a:prstGeom>
            <a:noFill/>
          </p:spPr>
          <p:txBody>
            <a:bodyPr wrap="square" rtlCol="0">
              <a:prstTxWarp prst="textArchUp">
                <a:avLst/>
              </a:prstTxWarp>
              <a:spAutoFit/>
            </a:bodyPr>
            <a:lstStyle/>
            <a:p>
              <a:pPr algn="ctr"/>
              <a:r>
                <a:rPr lang="en-US" sz="2400" dirty="0">
                  <a:solidFill>
                    <a:schemeClr val="bg1"/>
                  </a:solidFill>
                </a:rPr>
                <a:t>Invite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6A34E2CE-5138-5BC5-2D0A-18105858E39F}"/>
                </a:ext>
              </a:extLst>
            </p:cNvPr>
            <p:cNvSpPr txBox="1"/>
            <p:nvPr/>
          </p:nvSpPr>
          <p:spPr>
            <a:xfrm rot="18734748">
              <a:off x="5921532" y="1587556"/>
              <a:ext cx="1841899" cy="638175"/>
            </a:xfrm>
            <a:prstGeom prst="rect">
              <a:avLst/>
            </a:prstGeom>
            <a:noFill/>
          </p:spPr>
          <p:txBody>
            <a:bodyPr wrap="square" rtlCol="0">
              <a:prstTxWarp prst="textArchUp">
                <a:avLst/>
              </a:prstTxWarp>
              <a:spAutoFit/>
            </a:bodyPr>
            <a:lstStyle/>
            <a:p>
              <a:pPr algn="ctr"/>
              <a:r>
                <a:rPr lang="en-US" sz="2400" dirty="0">
                  <a:solidFill>
                    <a:schemeClr val="bg1"/>
                  </a:solidFill>
                </a:rPr>
                <a:t>Motivate</a:t>
              </a:r>
            </a:p>
          </p:txBody>
        </p:sp>
        <p:sp>
          <p:nvSpPr>
            <p:cNvPr id="17" name="Isosceles Triangle 16">
              <a:extLst>
                <a:ext uri="{FF2B5EF4-FFF2-40B4-BE49-F238E27FC236}">
                  <a16:creationId xmlns:a16="http://schemas.microsoft.com/office/drawing/2014/main" id="{66BAF7AA-9886-8CAB-1EBD-20A3721ED1C2}"/>
                </a:ext>
              </a:extLst>
            </p:cNvPr>
            <p:cNvSpPr/>
            <p:nvPr/>
          </p:nvSpPr>
          <p:spPr>
            <a:xfrm rot="6649031">
              <a:off x="9283774" y="854270"/>
              <a:ext cx="1097280" cy="457200"/>
            </a:xfrm>
            <a:prstGeom prst="triangle">
              <a:avLst>
                <a:gd name="adj" fmla="val 49630"/>
              </a:avLst>
            </a:prstGeom>
            <a:solidFill>
              <a:srgbClr val="EE4238"/>
            </a:solidFill>
            <a:ln>
              <a:solidFill>
                <a:srgbClr val="EE423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" name="Isosceles Triangle 17">
              <a:extLst>
                <a:ext uri="{FF2B5EF4-FFF2-40B4-BE49-F238E27FC236}">
                  <a16:creationId xmlns:a16="http://schemas.microsoft.com/office/drawing/2014/main" id="{36E1D5FB-05B9-4303-195D-3FA0304492A8}"/>
                </a:ext>
              </a:extLst>
            </p:cNvPr>
            <p:cNvSpPr/>
            <p:nvPr/>
          </p:nvSpPr>
          <p:spPr>
            <a:xfrm rot="10033193">
              <a:off x="10653102" y="2772840"/>
              <a:ext cx="1097280" cy="457200"/>
            </a:xfrm>
            <a:prstGeom prst="triangle">
              <a:avLst>
                <a:gd name="adj" fmla="val 49630"/>
              </a:avLst>
            </a:prstGeom>
            <a:solidFill>
              <a:srgbClr val="F18120"/>
            </a:solidFill>
            <a:ln>
              <a:solidFill>
                <a:srgbClr val="F1812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9" name="Block Arc 1">
              <a:extLst>
                <a:ext uri="{FF2B5EF4-FFF2-40B4-BE49-F238E27FC236}">
                  <a16:creationId xmlns:a16="http://schemas.microsoft.com/office/drawing/2014/main" id="{FB12AED3-376C-EC6D-51F0-AEEB90A2B8F0}"/>
                </a:ext>
              </a:extLst>
            </p:cNvPr>
            <p:cNvSpPr/>
            <p:nvPr/>
          </p:nvSpPr>
          <p:spPr>
            <a:xfrm>
              <a:off x="7436948" y="567120"/>
              <a:ext cx="2314305" cy="715708"/>
            </a:xfrm>
            <a:custGeom>
              <a:avLst/>
              <a:gdLst>
                <a:gd name="connsiteX0" fmla="*/ 0 w 2391141"/>
                <a:gd name="connsiteY0" fmla="*/ 726679 h 1453358"/>
                <a:gd name="connsiteX1" fmla="*/ 1195571 w 2391141"/>
                <a:gd name="connsiteY1" fmla="*/ 0 h 1453358"/>
                <a:gd name="connsiteX2" fmla="*/ 2391142 w 2391141"/>
                <a:gd name="connsiteY2" fmla="*/ 726679 h 1453358"/>
                <a:gd name="connsiteX3" fmla="*/ 2027802 w 2391141"/>
                <a:gd name="connsiteY3" fmla="*/ 726679 h 1453358"/>
                <a:gd name="connsiteX4" fmla="*/ 1195571 w 2391141"/>
                <a:gd name="connsiteY4" fmla="*/ 363339 h 1453358"/>
                <a:gd name="connsiteX5" fmla="*/ 363340 w 2391141"/>
                <a:gd name="connsiteY5" fmla="*/ 726679 h 1453358"/>
                <a:gd name="connsiteX6" fmla="*/ 0 w 2391141"/>
                <a:gd name="connsiteY6" fmla="*/ 726679 h 1453358"/>
                <a:gd name="connsiteX0" fmla="*/ 0 w 2614878"/>
                <a:gd name="connsiteY0" fmla="*/ 727830 h 727830"/>
                <a:gd name="connsiteX1" fmla="*/ 1195571 w 2614878"/>
                <a:gd name="connsiteY1" fmla="*/ 1151 h 727830"/>
                <a:gd name="connsiteX2" fmla="*/ 2614878 w 2614878"/>
                <a:gd name="connsiteY2" fmla="*/ 611098 h 727830"/>
                <a:gd name="connsiteX3" fmla="*/ 2027802 w 2614878"/>
                <a:gd name="connsiteY3" fmla="*/ 727830 h 727830"/>
                <a:gd name="connsiteX4" fmla="*/ 1195571 w 2614878"/>
                <a:gd name="connsiteY4" fmla="*/ 364490 h 727830"/>
                <a:gd name="connsiteX5" fmla="*/ 363340 w 2614878"/>
                <a:gd name="connsiteY5" fmla="*/ 727830 h 727830"/>
                <a:gd name="connsiteX6" fmla="*/ 0 w 2614878"/>
                <a:gd name="connsiteY6" fmla="*/ 727830 h 727830"/>
                <a:gd name="connsiteX0" fmla="*/ 0 w 2614878"/>
                <a:gd name="connsiteY0" fmla="*/ 727830 h 727830"/>
                <a:gd name="connsiteX1" fmla="*/ 1195571 w 2614878"/>
                <a:gd name="connsiteY1" fmla="*/ 1151 h 727830"/>
                <a:gd name="connsiteX2" fmla="*/ 2614878 w 2614878"/>
                <a:gd name="connsiteY2" fmla="*/ 611098 h 727830"/>
                <a:gd name="connsiteX3" fmla="*/ 2251538 w 2614878"/>
                <a:gd name="connsiteY3" fmla="*/ 669464 h 727830"/>
                <a:gd name="connsiteX4" fmla="*/ 1195571 w 2614878"/>
                <a:gd name="connsiteY4" fmla="*/ 364490 h 727830"/>
                <a:gd name="connsiteX5" fmla="*/ 363340 w 2614878"/>
                <a:gd name="connsiteY5" fmla="*/ 727830 h 727830"/>
                <a:gd name="connsiteX6" fmla="*/ 0 w 2614878"/>
                <a:gd name="connsiteY6" fmla="*/ 727830 h 727830"/>
                <a:gd name="connsiteX0" fmla="*/ 0 w 2780249"/>
                <a:gd name="connsiteY0" fmla="*/ 590533 h 726720"/>
                <a:gd name="connsiteX1" fmla="*/ 1360942 w 2780249"/>
                <a:gd name="connsiteY1" fmla="*/ 41 h 726720"/>
                <a:gd name="connsiteX2" fmla="*/ 2780249 w 2780249"/>
                <a:gd name="connsiteY2" fmla="*/ 609988 h 726720"/>
                <a:gd name="connsiteX3" fmla="*/ 2416909 w 2780249"/>
                <a:gd name="connsiteY3" fmla="*/ 668354 h 726720"/>
                <a:gd name="connsiteX4" fmla="*/ 1360942 w 2780249"/>
                <a:gd name="connsiteY4" fmla="*/ 363380 h 726720"/>
                <a:gd name="connsiteX5" fmla="*/ 528711 w 2780249"/>
                <a:gd name="connsiteY5" fmla="*/ 726720 h 726720"/>
                <a:gd name="connsiteX6" fmla="*/ 0 w 2780249"/>
                <a:gd name="connsiteY6" fmla="*/ 590533 h 726720"/>
                <a:gd name="connsiteX0" fmla="*/ 0 w 2780249"/>
                <a:gd name="connsiteY0" fmla="*/ 590533 h 668354"/>
                <a:gd name="connsiteX1" fmla="*/ 1360942 w 2780249"/>
                <a:gd name="connsiteY1" fmla="*/ 41 h 668354"/>
                <a:gd name="connsiteX2" fmla="*/ 2780249 w 2780249"/>
                <a:gd name="connsiteY2" fmla="*/ 609988 h 668354"/>
                <a:gd name="connsiteX3" fmla="*/ 2416909 w 2780249"/>
                <a:gd name="connsiteY3" fmla="*/ 668354 h 668354"/>
                <a:gd name="connsiteX4" fmla="*/ 1360942 w 2780249"/>
                <a:gd name="connsiteY4" fmla="*/ 363380 h 668354"/>
                <a:gd name="connsiteX5" fmla="*/ 275792 w 2780249"/>
                <a:gd name="connsiteY5" fmla="*/ 639171 h 668354"/>
                <a:gd name="connsiteX6" fmla="*/ 0 w 2780249"/>
                <a:gd name="connsiteY6" fmla="*/ 590533 h 668354"/>
                <a:gd name="connsiteX0" fmla="*/ 0 w 2780249"/>
                <a:gd name="connsiteY0" fmla="*/ 590533 h 668354"/>
                <a:gd name="connsiteX1" fmla="*/ 1360942 w 2780249"/>
                <a:gd name="connsiteY1" fmla="*/ 41 h 668354"/>
                <a:gd name="connsiteX2" fmla="*/ 2780249 w 2780249"/>
                <a:gd name="connsiteY2" fmla="*/ 609988 h 668354"/>
                <a:gd name="connsiteX3" fmla="*/ 2416909 w 2780249"/>
                <a:gd name="connsiteY3" fmla="*/ 668354 h 668354"/>
                <a:gd name="connsiteX4" fmla="*/ 1351215 w 2780249"/>
                <a:gd name="connsiteY4" fmla="*/ 480112 h 668354"/>
                <a:gd name="connsiteX5" fmla="*/ 275792 w 2780249"/>
                <a:gd name="connsiteY5" fmla="*/ 639171 h 668354"/>
                <a:gd name="connsiteX6" fmla="*/ 0 w 2780249"/>
                <a:gd name="connsiteY6" fmla="*/ 590533 h 668354"/>
                <a:gd name="connsiteX0" fmla="*/ 0 w 2780249"/>
                <a:gd name="connsiteY0" fmla="*/ 590533 h 775358"/>
                <a:gd name="connsiteX1" fmla="*/ 1360942 w 2780249"/>
                <a:gd name="connsiteY1" fmla="*/ 41 h 775358"/>
                <a:gd name="connsiteX2" fmla="*/ 2780249 w 2780249"/>
                <a:gd name="connsiteY2" fmla="*/ 609988 h 775358"/>
                <a:gd name="connsiteX3" fmla="*/ 2329360 w 2780249"/>
                <a:gd name="connsiteY3" fmla="*/ 775358 h 775358"/>
                <a:gd name="connsiteX4" fmla="*/ 1351215 w 2780249"/>
                <a:gd name="connsiteY4" fmla="*/ 480112 h 775358"/>
                <a:gd name="connsiteX5" fmla="*/ 275792 w 2780249"/>
                <a:gd name="connsiteY5" fmla="*/ 639171 h 775358"/>
                <a:gd name="connsiteX6" fmla="*/ 0 w 2780249"/>
                <a:gd name="connsiteY6" fmla="*/ 590533 h 775358"/>
                <a:gd name="connsiteX0" fmla="*/ 0 w 2673245"/>
                <a:gd name="connsiteY0" fmla="*/ 600391 h 785216"/>
                <a:gd name="connsiteX1" fmla="*/ 1360942 w 2673245"/>
                <a:gd name="connsiteY1" fmla="*/ 9899 h 785216"/>
                <a:gd name="connsiteX2" fmla="*/ 2673245 w 2673245"/>
                <a:gd name="connsiteY2" fmla="*/ 405837 h 785216"/>
                <a:gd name="connsiteX3" fmla="*/ 2329360 w 2673245"/>
                <a:gd name="connsiteY3" fmla="*/ 785216 h 785216"/>
                <a:gd name="connsiteX4" fmla="*/ 1351215 w 2673245"/>
                <a:gd name="connsiteY4" fmla="*/ 489970 h 785216"/>
                <a:gd name="connsiteX5" fmla="*/ 275792 w 2673245"/>
                <a:gd name="connsiteY5" fmla="*/ 649029 h 785216"/>
                <a:gd name="connsiteX6" fmla="*/ 0 w 2673245"/>
                <a:gd name="connsiteY6" fmla="*/ 600391 h 785216"/>
                <a:gd name="connsiteX0" fmla="*/ 0 w 2673245"/>
                <a:gd name="connsiteY0" fmla="*/ 593348 h 778173"/>
                <a:gd name="connsiteX1" fmla="*/ 1360942 w 2673245"/>
                <a:gd name="connsiteY1" fmla="*/ 2856 h 778173"/>
                <a:gd name="connsiteX2" fmla="*/ 2673245 w 2673245"/>
                <a:gd name="connsiteY2" fmla="*/ 398794 h 778173"/>
                <a:gd name="connsiteX3" fmla="*/ 2329360 w 2673245"/>
                <a:gd name="connsiteY3" fmla="*/ 778173 h 778173"/>
                <a:gd name="connsiteX4" fmla="*/ 1351215 w 2673245"/>
                <a:gd name="connsiteY4" fmla="*/ 482927 h 778173"/>
                <a:gd name="connsiteX5" fmla="*/ 275792 w 2673245"/>
                <a:gd name="connsiteY5" fmla="*/ 641986 h 778173"/>
                <a:gd name="connsiteX6" fmla="*/ 0 w 2673245"/>
                <a:gd name="connsiteY6" fmla="*/ 593348 h 778173"/>
                <a:gd name="connsiteX0" fmla="*/ 0 w 2478691"/>
                <a:gd name="connsiteY0" fmla="*/ 293714 h 809279"/>
                <a:gd name="connsiteX1" fmla="*/ 1166388 w 2478691"/>
                <a:gd name="connsiteY1" fmla="*/ 33962 h 809279"/>
                <a:gd name="connsiteX2" fmla="*/ 2478691 w 2478691"/>
                <a:gd name="connsiteY2" fmla="*/ 429900 h 809279"/>
                <a:gd name="connsiteX3" fmla="*/ 2134806 w 2478691"/>
                <a:gd name="connsiteY3" fmla="*/ 809279 h 809279"/>
                <a:gd name="connsiteX4" fmla="*/ 1156661 w 2478691"/>
                <a:gd name="connsiteY4" fmla="*/ 514033 h 809279"/>
                <a:gd name="connsiteX5" fmla="*/ 81238 w 2478691"/>
                <a:gd name="connsiteY5" fmla="*/ 673092 h 809279"/>
                <a:gd name="connsiteX6" fmla="*/ 0 w 2478691"/>
                <a:gd name="connsiteY6" fmla="*/ 293714 h 809279"/>
                <a:gd name="connsiteX0" fmla="*/ 0 w 2478691"/>
                <a:gd name="connsiteY0" fmla="*/ 262275 h 777840"/>
                <a:gd name="connsiteX1" fmla="*/ 1166388 w 2478691"/>
                <a:gd name="connsiteY1" fmla="*/ 2523 h 777840"/>
                <a:gd name="connsiteX2" fmla="*/ 2478691 w 2478691"/>
                <a:gd name="connsiteY2" fmla="*/ 398461 h 777840"/>
                <a:gd name="connsiteX3" fmla="*/ 2134806 w 2478691"/>
                <a:gd name="connsiteY3" fmla="*/ 777840 h 777840"/>
                <a:gd name="connsiteX4" fmla="*/ 1156661 w 2478691"/>
                <a:gd name="connsiteY4" fmla="*/ 482594 h 777840"/>
                <a:gd name="connsiteX5" fmla="*/ 81238 w 2478691"/>
                <a:gd name="connsiteY5" fmla="*/ 641653 h 777840"/>
                <a:gd name="connsiteX6" fmla="*/ 0 w 2478691"/>
                <a:gd name="connsiteY6" fmla="*/ 262275 h 777840"/>
                <a:gd name="connsiteX0" fmla="*/ 0 w 2478691"/>
                <a:gd name="connsiteY0" fmla="*/ 262275 h 777841"/>
                <a:gd name="connsiteX1" fmla="*/ 1166388 w 2478691"/>
                <a:gd name="connsiteY1" fmla="*/ 2523 h 777841"/>
                <a:gd name="connsiteX2" fmla="*/ 2478691 w 2478691"/>
                <a:gd name="connsiteY2" fmla="*/ 398461 h 777841"/>
                <a:gd name="connsiteX3" fmla="*/ 2134806 w 2478691"/>
                <a:gd name="connsiteY3" fmla="*/ 777840 h 777841"/>
                <a:gd name="connsiteX4" fmla="*/ 1156661 w 2478691"/>
                <a:gd name="connsiteY4" fmla="*/ 482594 h 777841"/>
                <a:gd name="connsiteX5" fmla="*/ 178515 w 2478691"/>
                <a:gd name="connsiteY5" fmla="*/ 777841 h 777841"/>
                <a:gd name="connsiteX6" fmla="*/ 0 w 2478691"/>
                <a:gd name="connsiteY6" fmla="*/ 262275 h 777841"/>
                <a:gd name="connsiteX0" fmla="*/ 0 w 2478691"/>
                <a:gd name="connsiteY0" fmla="*/ 262275 h 777840"/>
                <a:gd name="connsiteX1" fmla="*/ 1166388 w 2478691"/>
                <a:gd name="connsiteY1" fmla="*/ 2523 h 777840"/>
                <a:gd name="connsiteX2" fmla="*/ 2478691 w 2478691"/>
                <a:gd name="connsiteY2" fmla="*/ 398461 h 777840"/>
                <a:gd name="connsiteX3" fmla="*/ 2134806 w 2478691"/>
                <a:gd name="connsiteY3" fmla="*/ 777840 h 777840"/>
                <a:gd name="connsiteX4" fmla="*/ 1156661 w 2478691"/>
                <a:gd name="connsiteY4" fmla="*/ 482594 h 777840"/>
                <a:gd name="connsiteX5" fmla="*/ 139604 w 2478691"/>
                <a:gd name="connsiteY5" fmla="*/ 748658 h 777840"/>
                <a:gd name="connsiteX6" fmla="*/ 0 w 2478691"/>
                <a:gd name="connsiteY6" fmla="*/ 262275 h 777840"/>
                <a:gd name="connsiteX0" fmla="*/ 0 w 2478691"/>
                <a:gd name="connsiteY0" fmla="*/ 262275 h 777840"/>
                <a:gd name="connsiteX1" fmla="*/ 1166388 w 2478691"/>
                <a:gd name="connsiteY1" fmla="*/ 2523 h 777840"/>
                <a:gd name="connsiteX2" fmla="*/ 2478691 w 2478691"/>
                <a:gd name="connsiteY2" fmla="*/ 398461 h 777840"/>
                <a:gd name="connsiteX3" fmla="*/ 2134806 w 2478691"/>
                <a:gd name="connsiteY3" fmla="*/ 777840 h 777840"/>
                <a:gd name="connsiteX4" fmla="*/ 1156661 w 2478691"/>
                <a:gd name="connsiteY4" fmla="*/ 482594 h 777840"/>
                <a:gd name="connsiteX5" fmla="*/ 139604 w 2478691"/>
                <a:gd name="connsiteY5" fmla="*/ 748658 h 777840"/>
                <a:gd name="connsiteX6" fmla="*/ 0 w 2478691"/>
                <a:gd name="connsiteY6" fmla="*/ 262275 h 777840"/>
                <a:gd name="connsiteX0" fmla="*/ 0 w 2478691"/>
                <a:gd name="connsiteY0" fmla="*/ 262275 h 797295"/>
                <a:gd name="connsiteX1" fmla="*/ 1166388 w 2478691"/>
                <a:gd name="connsiteY1" fmla="*/ 2523 h 797295"/>
                <a:gd name="connsiteX2" fmla="*/ 2478691 w 2478691"/>
                <a:gd name="connsiteY2" fmla="*/ 398461 h 797295"/>
                <a:gd name="connsiteX3" fmla="*/ 2144534 w 2478691"/>
                <a:gd name="connsiteY3" fmla="*/ 797295 h 797295"/>
                <a:gd name="connsiteX4" fmla="*/ 1156661 w 2478691"/>
                <a:gd name="connsiteY4" fmla="*/ 482594 h 797295"/>
                <a:gd name="connsiteX5" fmla="*/ 139604 w 2478691"/>
                <a:gd name="connsiteY5" fmla="*/ 748658 h 797295"/>
                <a:gd name="connsiteX6" fmla="*/ 0 w 2478691"/>
                <a:gd name="connsiteY6" fmla="*/ 262275 h 797295"/>
                <a:gd name="connsiteX0" fmla="*/ 0 w 2478691"/>
                <a:gd name="connsiteY0" fmla="*/ 262275 h 797295"/>
                <a:gd name="connsiteX1" fmla="*/ 1166388 w 2478691"/>
                <a:gd name="connsiteY1" fmla="*/ 2523 h 797295"/>
                <a:gd name="connsiteX2" fmla="*/ 2478691 w 2478691"/>
                <a:gd name="connsiteY2" fmla="*/ 398461 h 797295"/>
                <a:gd name="connsiteX3" fmla="*/ 2144534 w 2478691"/>
                <a:gd name="connsiteY3" fmla="*/ 797295 h 797295"/>
                <a:gd name="connsiteX4" fmla="*/ 1156661 w 2478691"/>
                <a:gd name="connsiteY4" fmla="*/ 482594 h 797295"/>
                <a:gd name="connsiteX5" fmla="*/ 139604 w 2478691"/>
                <a:gd name="connsiteY5" fmla="*/ 748658 h 797295"/>
                <a:gd name="connsiteX6" fmla="*/ 0 w 2478691"/>
                <a:gd name="connsiteY6" fmla="*/ 262275 h 797295"/>
                <a:gd name="connsiteX0" fmla="*/ 0 w 2309168"/>
                <a:gd name="connsiteY0" fmla="*/ 259772 h 794792"/>
                <a:gd name="connsiteX1" fmla="*/ 1166388 w 2309168"/>
                <a:gd name="connsiteY1" fmla="*/ 20 h 794792"/>
                <a:gd name="connsiteX2" fmla="*/ 2309168 w 2309168"/>
                <a:gd name="connsiteY2" fmla="*/ 270099 h 794792"/>
                <a:gd name="connsiteX3" fmla="*/ 2144534 w 2309168"/>
                <a:gd name="connsiteY3" fmla="*/ 794792 h 794792"/>
                <a:gd name="connsiteX4" fmla="*/ 1156661 w 2309168"/>
                <a:gd name="connsiteY4" fmla="*/ 480091 h 794792"/>
                <a:gd name="connsiteX5" fmla="*/ 139604 w 2309168"/>
                <a:gd name="connsiteY5" fmla="*/ 746155 h 794792"/>
                <a:gd name="connsiteX6" fmla="*/ 0 w 2309168"/>
                <a:gd name="connsiteY6" fmla="*/ 259772 h 794792"/>
                <a:gd name="connsiteX0" fmla="*/ 0 w 2309168"/>
                <a:gd name="connsiteY0" fmla="*/ 259772 h 794792"/>
                <a:gd name="connsiteX1" fmla="*/ 1166388 w 2309168"/>
                <a:gd name="connsiteY1" fmla="*/ 20 h 794792"/>
                <a:gd name="connsiteX2" fmla="*/ 2309168 w 2309168"/>
                <a:gd name="connsiteY2" fmla="*/ 270099 h 794792"/>
                <a:gd name="connsiteX3" fmla="*/ 2144534 w 2309168"/>
                <a:gd name="connsiteY3" fmla="*/ 794792 h 794792"/>
                <a:gd name="connsiteX4" fmla="*/ 1156661 w 2309168"/>
                <a:gd name="connsiteY4" fmla="*/ 480091 h 794792"/>
                <a:gd name="connsiteX5" fmla="*/ 139604 w 2309168"/>
                <a:gd name="connsiteY5" fmla="*/ 746155 h 794792"/>
                <a:gd name="connsiteX6" fmla="*/ 0 w 2309168"/>
                <a:gd name="connsiteY6" fmla="*/ 259772 h 794792"/>
                <a:gd name="connsiteX0" fmla="*/ 0 w 2309168"/>
                <a:gd name="connsiteY0" fmla="*/ 259772 h 746155"/>
                <a:gd name="connsiteX1" fmla="*/ 1166388 w 2309168"/>
                <a:gd name="connsiteY1" fmla="*/ 20 h 746155"/>
                <a:gd name="connsiteX2" fmla="*/ 2309168 w 2309168"/>
                <a:gd name="connsiteY2" fmla="*/ 270099 h 746155"/>
                <a:gd name="connsiteX3" fmla="*/ 2121417 w 2309168"/>
                <a:gd name="connsiteY3" fmla="*/ 707462 h 746155"/>
                <a:gd name="connsiteX4" fmla="*/ 1156661 w 2309168"/>
                <a:gd name="connsiteY4" fmla="*/ 480091 h 746155"/>
                <a:gd name="connsiteX5" fmla="*/ 139604 w 2309168"/>
                <a:gd name="connsiteY5" fmla="*/ 746155 h 746155"/>
                <a:gd name="connsiteX6" fmla="*/ 0 w 2309168"/>
                <a:gd name="connsiteY6" fmla="*/ 259772 h 746155"/>
                <a:gd name="connsiteX0" fmla="*/ 0 w 2309168"/>
                <a:gd name="connsiteY0" fmla="*/ 259772 h 746155"/>
                <a:gd name="connsiteX1" fmla="*/ 1166388 w 2309168"/>
                <a:gd name="connsiteY1" fmla="*/ 20 h 746155"/>
                <a:gd name="connsiteX2" fmla="*/ 2309168 w 2309168"/>
                <a:gd name="connsiteY2" fmla="*/ 270099 h 746155"/>
                <a:gd name="connsiteX3" fmla="*/ 2121417 w 2309168"/>
                <a:gd name="connsiteY3" fmla="*/ 707462 h 746155"/>
                <a:gd name="connsiteX4" fmla="*/ 1156661 w 2309168"/>
                <a:gd name="connsiteY4" fmla="*/ 480091 h 746155"/>
                <a:gd name="connsiteX5" fmla="*/ 139604 w 2309168"/>
                <a:gd name="connsiteY5" fmla="*/ 746155 h 746155"/>
                <a:gd name="connsiteX6" fmla="*/ 0 w 2309168"/>
                <a:gd name="connsiteY6" fmla="*/ 259772 h 746155"/>
                <a:gd name="connsiteX0" fmla="*/ 0 w 2309168"/>
                <a:gd name="connsiteY0" fmla="*/ 226793 h 746567"/>
                <a:gd name="connsiteX1" fmla="*/ 1166388 w 2309168"/>
                <a:gd name="connsiteY1" fmla="*/ 432 h 746567"/>
                <a:gd name="connsiteX2" fmla="*/ 2309168 w 2309168"/>
                <a:gd name="connsiteY2" fmla="*/ 270511 h 746567"/>
                <a:gd name="connsiteX3" fmla="*/ 2121417 w 2309168"/>
                <a:gd name="connsiteY3" fmla="*/ 707874 h 746567"/>
                <a:gd name="connsiteX4" fmla="*/ 1156661 w 2309168"/>
                <a:gd name="connsiteY4" fmla="*/ 480503 h 746567"/>
                <a:gd name="connsiteX5" fmla="*/ 139604 w 2309168"/>
                <a:gd name="connsiteY5" fmla="*/ 746567 h 746567"/>
                <a:gd name="connsiteX6" fmla="*/ 0 w 2309168"/>
                <a:gd name="connsiteY6" fmla="*/ 226793 h 746567"/>
                <a:gd name="connsiteX0" fmla="*/ 0 w 2309168"/>
                <a:gd name="connsiteY0" fmla="*/ 226663 h 746437"/>
                <a:gd name="connsiteX1" fmla="*/ 1166388 w 2309168"/>
                <a:gd name="connsiteY1" fmla="*/ 302 h 746437"/>
                <a:gd name="connsiteX2" fmla="*/ 2309168 w 2309168"/>
                <a:gd name="connsiteY2" fmla="*/ 270381 h 746437"/>
                <a:gd name="connsiteX3" fmla="*/ 2121417 w 2309168"/>
                <a:gd name="connsiteY3" fmla="*/ 707744 h 746437"/>
                <a:gd name="connsiteX4" fmla="*/ 1156661 w 2309168"/>
                <a:gd name="connsiteY4" fmla="*/ 480373 h 746437"/>
                <a:gd name="connsiteX5" fmla="*/ 139604 w 2309168"/>
                <a:gd name="connsiteY5" fmla="*/ 746437 h 746437"/>
                <a:gd name="connsiteX6" fmla="*/ 0 w 2309168"/>
                <a:gd name="connsiteY6" fmla="*/ 226663 h 746437"/>
                <a:gd name="connsiteX0" fmla="*/ 0 w 2309168"/>
                <a:gd name="connsiteY0" fmla="*/ 226614 h 746388"/>
                <a:gd name="connsiteX1" fmla="*/ 1166388 w 2309168"/>
                <a:gd name="connsiteY1" fmla="*/ 253 h 746388"/>
                <a:gd name="connsiteX2" fmla="*/ 2309168 w 2309168"/>
                <a:gd name="connsiteY2" fmla="*/ 270332 h 746388"/>
                <a:gd name="connsiteX3" fmla="*/ 2121417 w 2309168"/>
                <a:gd name="connsiteY3" fmla="*/ 707695 h 746388"/>
                <a:gd name="connsiteX4" fmla="*/ 1156661 w 2309168"/>
                <a:gd name="connsiteY4" fmla="*/ 480324 h 746388"/>
                <a:gd name="connsiteX5" fmla="*/ 139604 w 2309168"/>
                <a:gd name="connsiteY5" fmla="*/ 746388 h 746388"/>
                <a:gd name="connsiteX6" fmla="*/ 0 w 2309168"/>
                <a:gd name="connsiteY6" fmla="*/ 226614 h 746388"/>
                <a:gd name="connsiteX0" fmla="*/ 0 w 2309168"/>
                <a:gd name="connsiteY0" fmla="*/ 231692 h 746328"/>
                <a:gd name="connsiteX1" fmla="*/ 1166388 w 2309168"/>
                <a:gd name="connsiteY1" fmla="*/ 193 h 746328"/>
                <a:gd name="connsiteX2" fmla="*/ 2309168 w 2309168"/>
                <a:gd name="connsiteY2" fmla="*/ 270272 h 746328"/>
                <a:gd name="connsiteX3" fmla="*/ 2121417 w 2309168"/>
                <a:gd name="connsiteY3" fmla="*/ 707635 h 746328"/>
                <a:gd name="connsiteX4" fmla="*/ 1156661 w 2309168"/>
                <a:gd name="connsiteY4" fmla="*/ 480264 h 746328"/>
                <a:gd name="connsiteX5" fmla="*/ 139604 w 2309168"/>
                <a:gd name="connsiteY5" fmla="*/ 746328 h 746328"/>
                <a:gd name="connsiteX6" fmla="*/ 0 w 2309168"/>
                <a:gd name="connsiteY6" fmla="*/ 231692 h 746328"/>
                <a:gd name="connsiteX0" fmla="*/ 0 w 2309168"/>
                <a:gd name="connsiteY0" fmla="*/ 231692 h 707635"/>
                <a:gd name="connsiteX1" fmla="*/ 1166388 w 2309168"/>
                <a:gd name="connsiteY1" fmla="*/ 193 h 707635"/>
                <a:gd name="connsiteX2" fmla="*/ 2309168 w 2309168"/>
                <a:gd name="connsiteY2" fmla="*/ 270272 h 707635"/>
                <a:gd name="connsiteX3" fmla="*/ 2121417 w 2309168"/>
                <a:gd name="connsiteY3" fmla="*/ 707635 h 707635"/>
                <a:gd name="connsiteX4" fmla="*/ 1156661 w 2309168"/>
                <a:gd name="connsiteY4" fmla="*/ 480264 h 707635"/>
                <a:gd name="connsiteX5" fmla="*/ 172995 w 2309168"/>
                <a:gd name="connsiteY5" fmla="*/ 684683 h 707635"/>
                <a:gd name="connsiteX6" fmla="*/ 0 w 2309168"/>
                <a:gd name="connsiteY6" fmla="*/ 231692 h 707635"/>
                <a:gd name="connsiteX0" fmla="*/ 0 w 2309168"/>
                <a:gd name="connsiteY0" fmla="*/ 231692 h 707635"/>
                <a:gd name="connsiteX1" fmla="*/ 1166388 w 2309168"/>
                <a:gd name="connsiteY1" fmla="*/ 193 h 707635"/>
                <a:gd name="connsiteX2" fmla="*/ 2309168 w 2309168"/>
                <a:gd name="connsiteY2" fmla="*/ 270272 h 707635"/>
                <a:gd name="connsiteX3" fmla="*/ 2121417 w 2309168"/>
                <a:gd name="connsiteY3" fmla="*/ 707635 h 707635"/>
                <a:gd name="connsiteX4" fmla="*/ 1156661 w 2309168"/>
                <a:gd name="connsiteY4" fmla="*/ 480264 h 707635"/>
                <a:gd name="connsiteX5" fmla="*/ 172995 w 2309168"/>
                <a:gd name="connsiteY5" fmla="*/ 684683 h 707635"/>
                <a:gd name="connsiteX6" fmla="*/ 0 w 2309168"/>
                <a:gd name="connsiteY6" fmla="*/ 231692 h 707635"/>
                <a:gd name="connsiteX0" fmla="*/ 0 w 2309168"/>
                <a:gd name="connsiteY0" fmla="*/ 231692 h 715340"/>
                <a:gd name="connsiteX1" fmla="*/ 1166388 w 2309168"/>
                <a:gd name="connsiteY1" fmla="*/ 193 h 715340"/>
                <a:gd name="connsiteX2" fmla="*/ 2309168 w 2309168"/>
                <a:gd name="connsiteY2" fmla="*/ 270272 h 715340"/>
                <a:gd name="connsiteX3" fmla="*/ 2123986 w 2309168"/>
                <a:gd name="connsiteY3" fmla="*/ 715340 h 715340"/>
                <a:gd name="connsiteX4" fmla="*/ 1156661 w 2309168"/>
                <a:gd name="connsiteY4" fmla="*/ 480264 h 715340"/>
                <a:gd name="connsiteX5" fmla="*/ 172995 w 2309168"/>
                <a:gd name="connsiteY5" fmla="*/ 684683 h 715340"/>
                <a:gd name="connsiteX6" fmla="*/ 0 w 2309168"/>
                <a:gd name="connsiteY6" fmla="*/ 231692 h 715340"/>
                <a:gd name="connsiteX0" fmla="*/ 0 w 2309168"/>
                <a:gd name="connsiteY0" fmla="*/ 231692 h 715340"/>
                <a:gd name="connsiteX1" fmla="*/ 1166388 w 2309168"/>
                <a:gd name="connsiteY1" fmla="*/ 193 h 715340"/>
                <a:gd name="connsiteX2" fmla="*/ 2309168 w 2309168"/>
                <a:gd name="connsiteY2" fmla="*/ 270272 h 715340"/>
                <a:gd name="connsiteX3" fmla="*/ 2123986 w 2309168"/>
                <a:gd name="connsiteY3" fmla="*/ 715340 h 715340"/>
                <a:gd name="connsiteX4" fmla="*/ 1156661 w 2309168"/>
                <a:gd name="connsiteY4" fmla="*/ 480264 h 715340"/>
                <a:gd name="connsiteX5" fmla="*/ 172995 w 2309168"/>
                <a:gd name="connsiteY5" fmla="*/ 684683 h 715340"/>
                <a:gd name="connsiteX6" fmla="*/ 0 w 2309168"/>
                <a:gd name="connsiteY6" fmla="*/ 231692 h 715340"/>
                <a:gd name="connsiteX0" fmla="*/ 0 w 2309168"/>
                <a:gd name="connsiteY0" fmla="*/ 231692 h 715340"/>
                <a:gd name="connsiteX1" fmla="*/ 1166388 w 2309168"/>
                <a:gd name="connsiteY1" fmla="*/ 193 h 715340"/>
                <a:gd name="connsiteX2" fmla="*/ 2309168 w 2309168"/>
                <a:gd name="connsiteY2" fmla="*/ 270272 h 715340"/>
                <a:gd name="connsiteX3" fmla="*/ 2123986 w 2309168"/>
                <a:gd name="connsiteY3" fmla="*/ 715340 h 715340"/>
                <a:gd name="connsiteX4" fmla="*/ 1156661 w 2309168"/>
                <a:gd name="connsiteY4" fmla="*/ 480264 h 715340"/>
                <a:gd name="connsiteX5" fmla="*/ 172995 w 2309168"/>
                <a:gd name="connsiteY5" fmla="*/ 684683 h 715340"/>
                <a:gd name="connsiteX6" fmla="*/ 0 w 2309168"/>
                <a:gd name="connsiteY6" fmla="*/ 231692 h 715340"/>
                <a:gd name="connsiteX0" fmla="*/ 0 w 2314305"/>
                <a:gd name="connsiteY0" fmla="*/ 231543 h 715191"/>
                <a:gd name="connsiteX1" fmla="*/ 1166388 w 2314305"/>
                <a:gd name="connsiteY1" fmla="*/ 44 h 715191"/>
                <a:gd name="connsiteX2" fmla="*/ 2314305 w 2314305"/>
                <a:gd name="connsiteY2" fmla="*/ 249575 h 715191"/>
                <a:gd name="connsiteX3" fmla="*/ 2123986 w 2314305"/>
                <a:gd name="connsiteY3" fmla="*/ 715191 h 715191"/>
                <a:gd name="connsiteX4" fmla="*/ 1156661 w 2314305"/>
                <a:gd name="connsiteY4" fmla="*/ 480115 h 715191"/>
                <a:gd name="connsiteX5" fmla="*/ 172995 w 2314305"/>
                <a:gd name="connsiteY5" fmla="*/ 684534 h 715191"/>
                <a:gd name="connsiteX6" fmla="*/ 0 w 2314305"/>
                <a:gd name="connsiteY6" fmla="*/ 231543 h 715191"/>
                <a:gd name="connsiteX0" fmla="*/ 0 w 2314305"/>
                <a:gd name="connsiteY0" fmla="*/ 231543 h 715191"/>
                <a:gd name="connsiteX1" fmla="*/ 1166388 w 2314305"/>
                <a:gd name="connsiteY1" fmla="*/ 44 h 715191"/>
                <a:gd name="connsiteX2" fmla="*/ 2314305 w 2314305"/>
                <a:gd name="connsiteY2" fmla="*/ 249575 h 715191"/>
                <a:gd name="connsiteX3" fmla="*/ 2123986 w 2314305"/>
                <a:gd name="connsiteY3" fmla="*/ 715191 h 715191"/>
                <a:gd name="connsiteX4" fmla="*/ 1156661 w 2314305"/>
                <a:gd name="connsiteY4" fmla="*/ 480115 h 715191"/>
                <a:gd name="connsiteX5" fmla="*/ 172995 w 2314305"/>
                <a:gd name="connsiteY5" fmla="*/ 684534 h 715191"/>
                <a:gd name="connsiteX6" fmla="*/ 0 w 2314305"/>
                <a:gd name="connsiteY6" fmla="*/ 231543 h 715191"/>
                <a:gd name="connsiteX0" fmla="*/ 0 w 2314305"/>
                <a:gd name="connsiteY0" fmla="*/ 231550 h 715198"/>
                <a:gd name="connsiteX1" fmla="*/ 1166388 w 2314305"/>
                <a:gd name="connsiteY1" fmla="*/ 51 h 715198"/>
                <a:gd name="connsiteX2" fmla="*/ 2314305 w 2314305"/>
                <a:gd name="connsiteY2" fmla="*/ 249582 h 715198"/>
                <a:gd name="connsiteX3" fmla="*/ 2123986 w 2314305"/>
                <a:gd name="connsiteY3" fmla="*/ 715198 h 715198"/>
                <a:gd name="connsiteX4" fmla="*/ 1156661 w 2314305"/>
                <a:gd name="connsiteY4" fmla="*/ 480122 h 715198"/>
                <a:gd name="connsiteX5" fmla="*/ 172995 w 2314305"/>
                <a:gd name="connsiteY5" fmla="*/ 684541 h 715198"/>
                <a:gd name="connsiteX6" fmla="*/ 0 w 2314305"/>
                <a:gd name="connsiteY6" fmla="*/ 231550 h 715198"/>
                <a:gd name="connsiteX0" fmla="*/ 0 w 2314305"/>
                <a:gd name="connsiteY0" fmla="*/ 233092 h 716740"/>
                <a:gd name="connsiteX1" fmla="*/ 1166388 w 2314305"/>
                <a:gd name="connsiteY1" fmla="*/ 1593 h 716740"/>
                <a:gd name="connsiteX2" fmla="*/ 2314305 w 2314305"/>
                <a:gd name="connsiteY2" fmla="*/ 251124 h 716740"/>
                <a:gd name="connsiteX3" fmla="*/ 2123986 w 2314305"/>
                <a:gd name="connsiteY3" fmla="*/ 716740 h 716740"/>
                <a:gd name="connsiteX4" fmla="*/ 1156661 w 2314305"/>
                <a:gd name="connsiteY4" fmla="*/ 481664 h 716740"/>
                <a:gd name="connsiteX5" fmla="*/ 172995 w 2314305"/>
                <a:gd name="connsiteY5" fmla="*/ 686083 h 716740"/>
                <a:gd name="connsiteX6" fmla="*/ 0 w 2314305"/>
                <a:gd name="connsiteY6" fmla="*/ 233092 h 716740"/>
                <a:gd name="connsiteX0" fmla="*/ 0 w 2314305"/>
                <a:gd name="connsiteY0" fmla="*/ 231523 h 715171"/>
                <a:gd name="connsiteX1" fmla="*/ 1166388 w 2314305"/>
                <a:gd name="connsiteY1" fmla="*/ 24 h 715171"/>
                <a:gd name="connsiteX2" fmla="*/ 2314305 w 2314305"/>
                <a:gd name="connsiteY2" fmla="*/ 249555 h 715171"/>
                <a:gd name="connsiteX3" fmla="*/ 2123986 w 2314305"/>
                <a:gd name="connsiteY3" fmla="*/ 715171 h 715171"/>
                <a:gd name="connsiteX4" fmla="*/ 1156661 w 2314305"/>
                <a:gd name="connsiteY4" fmla="*/ 480095 h 715171"/>
                <a:gd name="connsiteX5" fmla="*/ 172995 w 2314305"/>
                <a:gd name="connsiteY5" fmla="*/ 684514 h 715171"/>
                <a:gd name="connsiteX6" fmla="*/ 0 w 2314305"/>
                <a:gd name="connsiteY6" fmla="*/ 231523 h 715171"/>
                <a:gd name="connsiteX0" fmla="*/ 0 w 2314305"/>
                <a:gd name="connsiteY0" fmla="*/ 231550 h 715198"/>
                <a:gd name="connsiteX1" fmla="*/ 1166388 w 2314305"/>
                <a:gd name="connsiteY1" fmla="*/ 51 h 715198"/>
                <a:gd name="connsiteX2" fmla="*/ 2314305 w 2314305"/>
                <a:gd name="connsiteY2" fmla="*/ 249582 h 715198"/>
                <a:gd name="connsiteX3" fmla="*/ 2123986 w 2314305"/>
                <a:gd name="connsiteY3" fmla="*/ 715198 h 715198"/>
                <a:gd name="connsiteX4" fmla="*/ 1156661 w 2314305"/>
                <a:gd name="connsiteY4" fmla="*/ 480122 h 715198"/>
                <a:gd name="connsiteX5" fmla="*/ 172995 w 2314305"/>
                <a:gd name="connsiteY5" fmla="*/ 684541 h 715198"/>
                <a:gd name="connsiteX6" fmla="*/ 0 w 2314305"/>
                <a:gd name="connsiteY6" fmla="*/ 231550 h 715198"/>
                <a:gd name="connsiteX0" fmla="*/ 0 w 2314305"/>
                <a:gd name="connsiteY0" fmla="*/ 232088 h 715736"/>
                <a:gd name="connsiteX1" fmla="*/ 1166388 w 2314305"/>
                <a:gd name="connsiteY1" fmla="*/ 589 h 715736"/>
                <a:gd name="connsiteX2" fmla="*/ 2314305 w 2314305"/>
                <a:gd name="connsiteY2" fmla="*/ 250120 h 715736"/>
                <a:gd name="connsiteX3" fmla="*/ 2123986 w 2314305"/>
                <a:gd name="connsiteY3" fmla="*/ 715736 h 715736"/>
                <a:gd name="connsiteX4" fmla="*/ 1156661 w 2314305"/>
                <a:gd name="connsiteY4" fmla="*/ 480660 h 715736"/>
                <a:gd name="connsiteX5" fmla="*/ 172995 w 2314305"/>
                <a:gd name="connsiteY5" fmla="*/ 685079 h 715736"/>
                <a:gd name="connsiteX6" fmla="*/ 0 w 2314305"/>
                <a:gd name="connsiteY6" fmla="*/ 232088 h 715736"/>
                <a:gd name="connsiteX0" fmla="*/ 0 w 2314305"/>
                <a:gd name="connsiteY0" fmla="*/ 232088 h 715736"/>
                <a:gd name="connsiteX1" fmla="*/ 1166388 w 2314305"/>
                <a:gd name="connsiteY1" fmla="*/ 589 h 715736"/>
                <a:gd name="connsiteX2" fmla="*/ 2314305 w 2314305"/>
                <a:gd name="connsiteY2" fmla="*/ 250120 h 715736"/>
                <a:gd name="connsiteX3" fmla="*/ 2123986 w 2314305"/>
                <a:gd name="connsiteY3" fmla="*/ 715736 h 715736"/>
                <a:gd name="connsiteX4" fmla="*/ 1156661 w 2314305"/>
                <a:gd name="connsiteY4" fmla="*/ 480660 h 715736"/>
                <a:gd name="connsiteX5" fmla="*/ 172995 w 2314305"/>
                <a:gd name="connsiteY5" fmla="*/ 685079 h 715736"/>
                <a:gd name="connsiteX6" fmla="*/ 0 w 2314305"/>
                <a:gd name="connsiteY6" fmla="*/ 232088 h 715736"/>
                <a:gd name="connsiteX0" fmla="*/ 0 w 2314305"/>
                <a:gd name="connsiteY0" fmla="*/ 232088 h 715736"/>
                <a:gd name="connsiteX1" fmla="*/ 1166388 w 2314305"/>
                <a:gd name="connsiteY1" fmla="*/ 589 h 715736"/>
                <a:gd name="connsiteX2" fmla="*/ 2314305 w 2314305"/>
                <a:gd name="connsiteY2" fmla="*/ 250120 h 715736"/>
                <a:gd name="connsiteX3" fmla="*/ 2123986 w 2314305"/>
                <a:gd name="connsiteY3" fmla="*/ 715736 h 715736"/>
                <a:gd name="connsiteX4" fmla="*/ 1156661 w 2314305"/>
                <a:gd name="connsiteY4" fmla="*/ 480660 h 715736"/>
                <a:gd name="connsiteX5" fmla="*/ 172995 w 2314305"/>
                <a:gd name="connsiteY5" fmla="*/ 685079 h 715736"/>
                <a:gd name="connsiteX6" fmla="*/ 0 w 2314305"/>
                <a:gd name="connsiteY6" fmla="*/ 232088 h 715736"/>
                <a:gd name="connsiteX0" fmla="*/ 0 w 2314305"/>
                <a:gd name="connsiteY0" fmla="*/ 232060 h 715708"/>
                <a:gd name="connsiteX1" fmla="*/ 1166388 w 2314305"/>
                <a:gd name="connsiteY1" fmla="*/ 561 h 715708"/>
                <a:gd name="connsiteX2" fmla="*/ 2314305 w 2314305"/>
                <a:gd name="connsiteY2" fmla="*/ 250092 h 715708"/>
                <a:gd name="connsiteX3" fmla="*/ 2123986 w 2314305"/>
                <a:gd name="connsiteY3" fmla="*/ 715708 h 715708"/>
                <a:gd name="connsiteX4" fmla="*/ 1156661 w 2314305"/>
                <a:gd name="connsiteY4" fmla="*/ 480632 h 715708"/>
                <a:gd name="connsiteX5" fmla="*/ 172995 w 2314305"/>
                <a:gd name="connsiteY5" fmla="*/ 685051 h 715708"/>
                <a:gd name="connsiteX6" fmla="*/ 0 w 2314305"/>
                <a:gd name="connsiteY6" fmla="*/ 232060 h 7157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314305" h="715708">
                  <a:moveTo>
                    <a:pt x="0" y="232060"/>
                  </a:moveTo>
                  <a:cubicBezTo>
                    <a:pt x="116349" y="135016"/>
                    <a:pt x="772966" y="-10150"/>
                    <a:pt x="1166388" y="561"/>
                  </a:cubicBezTo>
                  <a:cubicBezTo>
                    <a:pt x="1559810" y="11272"/>
                    <a:pt x="1962415" y="54514"/>
                    <a:pt x="2314305" y="250092"/>
                  </a:cubicBezTo>
                  <a:cubicBezTo>
                    <a:pt x="2236857" y="411910"/>
                    <a:pt x="2305049" y="284904"/>
                    <a:pt x="2123986" y="715708"/>
                  </a:cubicBezTo>
                  <a:cubicBezTo>
                    <a:pt x="2077752" y="646036"/>
                    <a:pt x="1616289" y="480632"/>
                    <a:pt x="1156661" y="480632"/>
                  </a:cubicBezTo>
                  <a:cubicBezTo>
                    <a:pt x="697033" y="480632"/>
                    <a:pt x="257593" y="589531"/>
                    <a:pt x="172995" y="685051"/>
                  </a:cubicBezTo>
                  <a:lnTo>
                    <a:pt x="0" y="232060"/>
                  </a:lnTo>
                  <a:close/>
                </a:path>
              </a:pathLst>
            </a:custGeom>
            <a:solidFill>
              <a:srgbClr val="EE4238"/>
            </a:solidFill>
            <a:ln>
              <a:solidFill>
                <a:srgbClr val="EE423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0" name="Isosceles Triangle 19">
              <a:extLst>
                <a:ext uri="{FF2B5EF4-FFF2-40B4-BE49-F238E27FC236}">
                  <a16:creationId xmlns:a16="http://schemas.microsoft.com/office/drawing/2014/main" id="{184515E6-B851-C754-274F-499CEAE57E02}"/>
                </a:ext>
              </a:extLst>
            </p:cNvPr>
            <p:cNvSpPr/>
            <p:nvPr/>
          </p:nvSpPr>
          <p:spPr>
            <a:xfrm rot="12756092">
              <a:off x="10065502" y="5009385"/>
              <a:ext cx="1097280" cy="457200"/>
            </a:xfrm>
            <a:prstGeom prst="triangle">
              <a:avLst>
                <a:gd name="adj" fmla="val 49630"/>
              </a:avLst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1" name="Isosceles Triangle 20">
              <a:extLst>
                <a:ext uri="{FF2B5EF4-FFF2-40B4-BE49-F238E27FC236}">
                  <a16:creationId xmlns:a16="http://schemas.microsoft.com/office/drawing/2014/main" id="{991A81CC-752D-816A-536E-316C6F192065}"/>
                </a:ext>
              </a:extLst>
            </p:cNvPr>
            <p:cNvSpPr/>
            <p:nvPr/>
          </p:nvSpPr>
          <p:spPr>
            <a:xfrm rot="16200000">
              <a:off x="7904181" y="6003498"/>
              <a:ext cx="1097280" cy="457200"/>
            </a:xfrm>
            <a:prstGeom prst="triangle">
              <a:avLst>
                <a:gd name="adj" fmla="val 49630"/>
              </a:avLst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2" name="Isosceles Triangle 21">
              <a:extLst>
                <a:ext uri="{FF2B5EF4-FFF2-40B4-BE49-F238E27FC236}">
                  <a16:creationId xmlns:a16="http://schemas.microsoft.com/office/drawing/2014/main" id="{BDA07C0D-84DB-4B8C-D609-0FC60C1D1E2C}"/>
                </a:ext>
              </a:extLst>
            </p:cNvPr>
            <p:cNvSpPr/>
            <p:nvPr/>
          </p:nvSpPr>
          <p:spPr>
            <a:xfrm rot="19068017">
              <a:off x="5803319" y="4833342"/>
              <a:ext cx="1097280" cy="457200"/>
            </a:xfrm>
            <a:prstGeom prst="triangle">
              <a:avLst>
                <a:gd name="adj" fmla="val 49630"/>
              </a:avLst>
            </a:prstGeom>
            <a:solidFill>
              <a:srgbClr val="33CCCC"/>
            </a:solidFill>
            <a:ln>
              <a:solidFill>
                <a:srgbClr val="33CCC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4" name="Isosceles Triangle 23">
              <a:extLst>
                <a:ext uri="{FF2B5EF4-FFF2-40B4-BE49-F238E27FC236}">
                  <a16:creationId xmlns:a16="http://schemas.microsoft.com/office/drawing/2014/main" id="{5FE737BF-29F3-253B-F372-82F26AE216E7}"/>
                </a:ext>
              </a:extLst>
            </p:cNvPr>
            <p:cNvSpPr/>
            <p:nvPr/>
          </p:nvSpPr>
          <p:spPr>
            <a:xfrm rot="4150195">
              <a:off x="7002567" y="831281"/>
              <a:ext cx="1097280" cy="457200"/>
            </a:xfrm>
            <a:prstGeom prst="triangle">
              <a:avLst>
                <a:gd name="adj" fmla="val 49630"/>
              </a:avLst>
            </a:prstGeom>
            <a:solidFill>
              <a:srgbClr val="252260"/>
            </a:solidFill>
            <a:ln>
              <a:solidFill>
                <a:srgbClr val="2522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F6354306-6CCB-13D7-FBCF-0131E8E0524F}"/>
                </a:ext>
              </a:extLst>
            </p:cNvPr>
            <p:cNvSpPr txBox="1"/>
            <p:nvPr/>
          </p:nvSpPr>
          <p:spPr>
            <a:xfrm>
              <a:off x="7612778" y="888506"/>
              <a:ext cx="1841899" cy="638175"/>
            </a:xfrm>
            <a:prstGeom prst="rect">
              <a:avLst/>
            </a:prstGeom>
            <a:noFill/>
          </p:spPr>
          <p:txBody>
            <a:bodyPr wrap="square" rtlCol="0">
              <a:prstTxWarp prst="textArchUp">
                <a:avLst/>
              </a:prstTxWarp>
              <a:spAutoFit/>
            </a:bodyPr>
            <a:lstStyle/>
            <a:p>
              <a:pPr algn="ctr"/>
              <a:r>
                <a:rPr lang="en-US" sz="2400" dirty="0">
                  <a:solidFill>
                    <a:schemeClr val="bg1"/>
                  </a:solidFill>
                </a:rPr>
                <a:t>Inspire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14825B25-72E2-5DA6-9FFA-9F7980FC4324}"/>
                </a:ext>
              </a:extLst>
            </p:cNvPr>
            <p:cNvSpPr txBox="1"/>
            <p:nvPr/>
          </p:nvSpPr>
          <p:spPr>
            <a:xfrm rot="12775848">
              <a:off x="6534157" y="2459085"/>
              <a:ext cx="3973684" cy="212365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400" dirty="0">
                  <a:solidFill>
                    <a:srgbClr val="252260"/>
                  </a:solidFill>
                </a:rPr>
                <a:t>Donor </a:t>
              </a:r>
            </a:p>
            <a:p>
              <a:pPr algn="ctr"/>
              <a:r>
                <a:rPr lang="en-US" sz="4400" dirty="0">
                  <a:solidFill>
                    <a:srgbClr val="252260"/>
                  </a:solidFill>
                </a:rPr>
                <a:t>Engagement </a:t>
              </a:r>
            </a:p>
            <a:p>
              <a:pPr algn="ctr"/>
              <a:r>
                <a:rPr lang="en-US" sz="4400" dirty="0">
                  <a:solidFill>
                    <a:srgbClr val="252260"/>
                  </a:solidFill>
                </a:rPr>
                <a:t>Cycle</a:t>
              </a: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F0E7799F-9D54-6A7F-723B-0B8E7EB125A0}"/>
              </a:ext>
            </a:extLst>
          </p:cNvPr>
          <p:cNvGrpSpPr/>
          <p:nvPr/>
        </p:nvGrpSpPr>
        <p:grpSpPr>
          <a:xfrm>
            <a:off x="0" y="6078071"/>
            <a:ext cx="12192000" cy="779929"/>
            <a:chOff x="0" y="6078071"/>
            <a:chExt cx="12192000" cy="779929"/>
          </a:xfrm>
        </p:grpSpPr>
        <p:sp>
          <p:nvSpPr>
            <p:cNvPr id="14" name="Rectangle 24">
              <a:extLst>
                <a:ext uri="{FF2B5EF4-FFF2-40B4-BE49-F238E27FC236}">
                  <a16:creationId xmlns:a16="http://schemas.microsoft.com/office/drawing/2014/main" id="{796D0779-9809-99E7-BA9B-2A28D7D466F7}"/>
                </a:ext>
              </a:extLst>
            </p:cNvPr>
            <p:cNvSpPr/>
            <p:nvPr/>
          </p:nvSpPr>
          <p:spPr>
            <a:xfrm>
              <a:off x="0" y="6078071"/>
              <a:ext cx="12192000" cy="779929"/>
            </a:xfrm>
            <a:custGeom>
              <a:avLst/>
              <a:gdLst>
                <a:gd name="connsiteX0" fmla="*/ 0 w 12876028"/>
                <a:gd name="connsiteY0" fmla="*/ 0 h 1662721"/>
                <a:gd name="connsiteX1" fmla="*/ 12876028 w 12876028"/>
                <a:gd name="connsiteY1" fmla="*/ 0 h 1662721"/>
                <a:gd name="connsiteX2" fmla="*/ 12876028 w 12876028"/>
                <a:gd name="connsiteY2" fmla="*/ 1662721 h 1662721"/>
                <a:gd name="connsiteX3" fmla="*/ 0 w 12876028"/>
                <a:gd name="connsiteY3" fmla="*/ 1662721 h 1662721"/>
                <a:gd name="connsiteX4" fmla="*/ 0 w 12876028"/>
                <a:gd name="connsiteY4" fmla="*/ 0 h 1662721"/>
                <a:gd name="connsiteX0" fmla="*/ 0 w 12876028"/>
                <a:gd name="connsiteY0" fmla="*/ 893135 h 1662721"/>
                <a:gd name="connsiteX1" fmla="*/ 12876028 w 12876028"/>
                <a:gd name="connsiteY1" fmla="*/ 0 h 1662721"/>
                <a:gd name="connsiteX2" fmla="*/ 12876028 w 12876028"/>
                <a:gd name="connsiteY2" fmla="*/ 1662721 h 1662721"/>
                <a:gd name="connsiteX3" fmla="*/ 0 w 12876028"/>
                <a:gd name="connsiteY3" fmla="*/ 1662721 h 1662721"/>
                <a:gd name="connsiteX4" fmla="*/ 0 w 12876028"/>
                <a:gd name="connsiteY4" fmla="*/ 893135 h 16627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876028" h="1662721">
                  <a:moveTo>
                    <a:pt x="0" y="893135"/>
                  </a:moveTo>
                  <a:lnTo>
                    <a:pt x="12876028" y="0"/>
                  </a:lnTo>
                  <a:lnTo>
                    <a:pt x="12876028" y="1662721"/>
                  </a:lnTo>
                  <a:lnTo>
                    <a:pt x="0" y="1662721"/>
                  </a:lnTo>
                  <a:lnTo>
                    <a:pt x="0" y="893135"/>
                  </a:lnTo>
                  <a:close/>
                </a:path>
              </a:pathLst>
            </a:custGeom>
            <a:solidFill>
              <a:srgbClr val="DD403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5D22642B-C05C-A873-014C-BECBEA92702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4486" b="24288"/>
            <a:stretch/>
          </p:blipFill>
          <p:spPr>
            <a:xfrm>
              <a:off x="9825318" y="6236638"/>
              <a:ext cx="2079811" cy="559334"/>
            </a:xfrm>
            <a:prstGeom prst="rect">
              <a:avLst/>
            </a:prstGeom>
          </p:spPr>
        </p:pic>
      </p:grpSp>
      <p:sp>
        <p:nvSpPr>
          <p:cNvPr id="23" name="Slide Number Placeholder 5">
            <a:extLst>
              <a:ext uri="{FF2B5EF4-FFF2-40B4-BE49-F238E27FC236}">
                <a16:creationId xmlns:a16="http://schemas.microsoft.com/office/drawing/2014/main" id="{2DE3DB9A-0BD5-E5AE-C4F4-B5076DA8B6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-1" y="6492875"/>
            <a:ext cx="528919" cy="365125"/>
          </a:xfrm>
        </p:spPr>
        <p:txBody>
          <a:bodyPr/>
          <a:lstStyle/>
          <a:p>
            <a:fld id="{0F897CD2-57D8-4610-8E64-C03C1E4E4E05}" type="slidenum">
              <a:rPr lang="en-US" sz="1600" b="1" smtClean="0">
                <a:solidFill>
                  <a:schemeClr val="bg1"/>
                </a:solidFill>
              </a:rPr>
              <a:t>14</a:t>
            </a:fld>
            <a:endParaRPr lang="en-US" sz="16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185197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D5C5515-93AC-28C5-DBAF-E8F0684E991E}"/>
              </a:ext>
            </a:extLst>
          </p:cNvPr>
          <p:cNvSpPr/>
          <p:nvPr/>
        </p:nvSpPr>
        <p:spPr>
          <a:xfrm>
            <a:off x="5266282" y="940598"/>
            <a:ext cx="5213448" cy="1210123"/>
          </a:xfrm>
          <a:prstGeom prst="rect">
            <a:avLst/>
          </a:prstGeom>
          <a:solidFill>
            <a:srgbClr val="2522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Isosceles Triangle 25">
            <a:extLst>
              <a:ext uri="{FF2B5EF4-FFF2-40B4-BE49-F238E27FC236}">
                <a16:creationId xmlns:a16="http://schemas.microsoft.com/office/drawing/2014/main" id="{187A778D-2547-34D1-A5F5-97BC24E5AE17}"/>
              </a:ext>
            </a:extLst>
          </p:cNvPr>
          <p:cNvSpPr/>
          <p:nvPr/>
        </p:nvSpPr>
        <p:spPr>
          <a:xfrm rot="5400000">
            <a:off x="9903967" y="1072502"/>
            <a:ext cx="1859690" cy="869879"/>
          </a:xfrm>
          <a:prstGeom prst="triangle">
            <a:avLst/>
          </a:prstGeom>
          <a:solidFill>
            <a:srgbClr val="2522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A836DBD-B06B-C6BB-0A42-DFA3BD67A78B}"/>
              </a:ext>
            </a:extLst>
          </p:cNvPr>
          <p:cNvSpPr txBox="1"/>
          <p:nvPr/>
        </p:nvSpPr>
        <p:spPr>
          <a:xfrm>
            <a:off x="5240889" y="986770"/>
            <a:ext cx="602786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600" dirty="0">
                <a:solidFill>
                  <a:schemeClr val="bg1"/>
                </a:solidFill>
                <a:latin typeface="Century Gothic" panose="020B0502020202020204" pitchFamily="34" charset="0"/>
              </a:rPr>
              <a:t>Motivate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4ADFE021-7A52-F9D3-8D15-8995D4F0F921}"/>
              </a:ext>
            </a:extLst>
          </p:cNvPr>
          <p:cNvGrpSpPr/>
          <p:nvPr/>
        </p:nvGrpSpPr>
        <p:grpSpPr>
          <a:xfrm rot="6056267">
            <a:off x="715652" y="174710"/>
            <a:ext cx="5568739" cy="5579842"/>
            <a:chOff x="5436198" y="534230"/>
            <a:chExt cx="6314184" cy="6209392"/>
          </a:xfrm>
        </p:grpSpPr>
        <p:sp>
          <p:nvSpPr>
            <p:cNvPr id="4" name="Block Arc 1">
              <a:extLst>
                <a:ext uri="{FF2B5EF4-FFF2-40B4-BE49-F238E27FC236}">
                  <a16:creationId xmlns:a16="http://schemas.microsoft.com/office/drawing/2014/main" id="{3F548CDE-172C-5260-CE20-2F4807EE1972}"/>
                </a:ext>
              </a:extLst>
            </p:cNvPr>
            <p:cNvSpPr/>
            <p:nvPr/>
          </p:nvSpPr>
          <p:spPr>
            <a:xfrm rot="3037373">
              <a:off x="9392654" y="1530696"/>
              <a:ext cx="2314305" cy="715708"/>
            </a:xfrm>
            <a:custGeom>
              <a:avLst/>
              <a:gdLst>
                <a:gd name="connsiteX0" fmla="*/ 0 w 2391141"/>
                <a:gd name="connsiteY0" fmla="*/ 726679 h 1453358"/>
                <a:gd name="connsiteX1" fmla="*/ 1195571 w 2391141"/>
                <a:gd name="connsiteY1" fmla="*/ 0 h 1453358"/>
                <a:gd name="connsiteX2" fmla="*/ 2391142 w 2391141"/>
                <a:gd name="connsiteY2" fmla="*/ 726679 h 1453358"/>
                <a:gd name="connsiteX3" fmla="*/ 2027802 w 2391141"/>
                <a:gd name="connsiteY3" fmla="*/ 726679 h 1453358"/>
                <a:gd name="connsiteX4" fmla="*/ 1195571 w 2391141"/>
                <a:gd name="connsiteY4" fmla="*/ 363339 h 1453358"/>
                <a:gd name="connsiteX5" fmla="*/ 363340 w 2391141"/>
                <a:gd name="connsiteY5" fmla="*/ 726679 h 1453358"/>
                <a:gd name="connsiteX6" fmla="*/ 0 w 2391141"/>
                <a:gd name="connsiteY6" fmla="*/ 726679 h 1453358"/>
                <a:gd name="connsiteX0" fmla="*/ 0 w 2614878"/>
                <a:gd name="connsiteY0" fmla="*/ 727830 h 727830"/>
                <a:gd name="connsiteX1" fmla="*/ 1195571 w 2614878"/>
                <a:gd name="connsiteY1" fmla="*/ 1151 h 727830"/>
                <a:gd name="connsiteX2" fmla="*/ 2614878 w 2614878"/>
                <a:gd name="connsiteY2" fmla="*/ 611098 h 727830"/>
                <a:gd name="connsiteX3" fmla="*/ 2027802 w 2614878"/>
                <a:gd name="connsiteY3" fmla="*/ 727830 h 727830"/>
                <a:gd name="connsiteX4" fmla="*/ 1195571 w 2614878"/>
                <a:gd name="connsiteY4" fmla="*/ 364490 h 727830"/>
                <a:gd name="connsiteX5" fmla="*/ 363340 w 2614878"/>
                <a:gd name="connsiteY5" fmla="*/ 727830 h 727830"/>
                <a:gd name="connsiteX6" fmla="*/ 0 w 2614878"/>
                <a:gd name="connsiteY6" fmla="*/ 727830 h 727830"/>
                <a:gd name="connsiteX0" fmla="*/ 0 w 2614878"/>
                <a:gd name="connsiteY0" fmla="*/ 727830 h 727830"/>
                <a:gd name="connsiteX1" fmla="*/ 1195571 w 2614878"/>
                <a:gd name="connsiteY1" fmla="*/ 1151 h 727830"/>
                <a:gd name="connsiteX2" fmla="*/ 2614878 w 2614878"/>
                <a:gd name="connsiteY2" fmla="*/ 611098 h 727830"/>
                <a:gd name="connsiteX3" fmla="*/ 2251538 w 2614878"/>
                <a:gd name="connsiteY3" fmla="*/ 669464 h 727830"/>
                <a:gd name="connsiteX4" fmla="*/ 1195571 w 2614878"/>
                <a:gd name="connsiteY4" fmla="*/ 364490 h 727830"/>
                <a:gd name="connsiteX5" fmla="*/ 363340 w 2614878"/>
                <a:gd name="connsiteY5" fmla="*/ 727830 h 727830"/>
                <a:gd name="connsiteX6" fmla="*/ 0 w 2614878"/>
                <a:gd name="connsiteY6" fmla="*/ 727830 h 727830"/>
                <a:gd name="connsiteX0" fmla="*/ 0 w 2780249"/>
                <a:gd name="connsiteY0" fmla="*/ 590533 h 726720"/>
                <a:gd name="connsiteX1" fmla="*/ 1360942 w 2780249"/>
                <a:gd name="connsiteY1" fmla="*/ 41 h 726720"/>
                <a:gd name="connsiteX2" fmla="*/ 2780249 w 2780249"/>
                <a:gd name="connsiteY2" fmla="*/ 609988 h 726720"/>
                <a:gd name="connsiteX3" fmla="*/ 2416909 w 2780249"/>
                <a:gd name="connsiteY3" fmla="*/ 668354 h 726720"/>
                <a:gd name="connsiteX4" fmla="*/ 1360942 w 2780249"/>
                <a:gd name="connsiteY4" fmla="*/ 363380 h 726720"/>
                <a:gd name="connsiteX5" fmla="*/ 528711 w 2780249"/>
                <a:gd name="connsiteY5" fmla="*/ 726720 h 726720"/>
                <a:gd name="connsiteX6" fmla="*/ 0 w 2780249"/>
                <a:gd name="connsiteY6" fmla="*/ 590533 h 726720"/>
                <a:gd name="connsiteX0" fmla="*/ 0 w 2780249"/>
                <a:gd name="connsiteY0" fmla="*/ 590533 h 668354"/>
                <a:gd name="connsiteX1" fmla="*/ 1360942 w 2780249"/>
                <a:gd name="connsiteY1" fmla="*/ 41 h 668354"/>
                <a:gd name="connsiteX2" fmla="*/ 2780249 w 2780249"/>
                <a:gd name="connsiteY2" fmla="*/ 609988 h 668354"/>
                <a:gd name="connsiteX3" fmla="*/ 2416909 w 2780249"/>
                <a:gd name="connsiteY3" fmla="*/ 668354 h 668354"/>
                <a:gd name="connsiteX4" fmla="*/ 1360942 w 2780249"/>
                <a:gd name="connsiteY4" fmla="*/ 363380 h 668354"/>
                <a:gd name="connsiteX5" fmla="*/ 275792 w 2780249"/>
                <a:gd name="connsiteY5" fmla="*/ 639171 h 668354"/>
                <a:gd name="connsiteX6" fmla="*/ 0 w 2780249"/>
                <a:gd name="connsiteY6" fmla="*/ 590533 h 668354"/>
                <a:gd name="connsiteX0" fmla="*/ 0 w 2780249"/>
                <a:gd name="connsiteY0" fmla="*/ 590533 h 668354"/>
                <a:gd name="connsiteX1" fmla="*/ 1360942 w 2780249"/>
                <a:gd name="connsiteY1" fmla="*/ 41 h 668354"/>
                <a:gd name="connsiteX2" fmla="*/ 2780249 w 2780249"/>
                <a:gd name="connsiteY2" fmla="*/ 609988 h 668354"/>
                <a:gd name="connsiteX3" fmla="*/ 2416909 w 2780249"/>
                <a:gd name="connsiteY3" fmla="*/ 668354 h 668354"/>
                <a:gd name="connsiteX4" fmla="*/ 1351215 w 2780249"/>
                <a:gd name="connsiteY4" fmla="*/ 480112 h 668354"/>
                <a:gd name="connsiteX5" fmla="*/ 275792 w 2780249"/>
                <a:gd name="connsiteY5" fmla="*/ 639171 h 668354"/>
                <a:gd name="connsiteX6" fmla="*/ 0 w 2780249"/>
                <a:gd name="connsiteY6" fmla="*/ 590533 h 668354"/>
                <a:gd name="connsiteX0" fmla="*/ 0 w 2780249"/>
                <a:gd name="connsiteY0" fmla="*/ 590533 h 775358"/>
                <a:gd name="connsiteX1" fmla="*/ 1360942 w 2780249"/>
                <a:gd name="connsiteY1" fmla="*/ 41 h 775358"/>
                <a:gd name="connsiteX2" fmla="*/ 2780249 w 2780249"/>
                <a:gd name="connsiteY2" fmla="*/ 609988 h 775358"/>
                <a:gd name="connsiteX3" fmla="*/ 2329360 w 2780249"/>
                <a:gd name="connsiteY3" fmla="*/ 775358 h 775358"/>
                <a:gd name="connsiteX4" fmla="*/ 1351215 w 2780249"/>
                <a:gd name="connsiteY4" fmla="*/ 480112 h 775358"/>
                <a:gd name="connsiteX5" fmla="*/ 275792 w 2780249"/>
                <a:gd name="connsiteY5" fmla="*/ 639171 h 775358"/>
                <a:gd name="connsiteX6" fmla="*/ 0 w 2780249"/>
                <a:gd name="connsiteY6" fmla="*/ 590533 h 775358"/>
                <a:gd name="connsiteX0" fmla="*/ 0 w 2673245"/>
                <a:gd name="connsiteY0" fmla="*/ 600391 h 785216"/>
                <a:gd name="connsiteX1" fmla="*/ 1360942 w 2673245"/>
                <a:gd name="connsiteY1" fmla="*/ 9899 h 785216"/>
                <a:gd name="connsiteX2" fmla="*/ 2673245 w 2673245"/>
                <a:gd name="connsiteY2" fmla="*/ 405837 h 785216"/>
                <a:gd name="connsiteX3" fmla="*/ 2329360 w 2673245"/>
                <a:gd name="connsiteY3" fmla="*/ 785216 h 785216"/>
                <a:gd name="connsiteX4" fmla="*/ 1351215 w 2673245"/>
                <a:gd name="connsiteY4" fmla="*/ 489970 h 785216"/>
                <a:gd name="connsiteX5" fmla="*/ 275792 w 2673245"/>
                <a:gd name="connsiteY5" fmla="*/ 649029 h 785216"/>
                <a:gd name="connsiteX6" fmla="*/ 0 w 2673245"/>
                <a:gd name="connsiteY6" fmla="*/ 600391 h 785216"/>
                <a:gd name="connsiteX0" fmla="*/ 0 w 2673245"/>
                <a:gd name="connsiteY0" fmla="*/ 593348 h 778173"/>
                <a:gd name="connsiteX1" fmla="*/ 1360942 w 2673245"/>
                <a:gd name="connsiteY1" fmla="*/ 2856 h 778173"/>
                <a:gd name="connsiteX2" fmla="*/ 2673245 w 2673245"/>
                <a:gd name="connsiteY2" fmla="*/ 398794 h 778173"/>
                <a:gd name="connsiteX3" fmla="*/ 2329360 w 2673245"/>
                <a:gd name="connsiteY3" fmla="*/ 778173 h 778173"/>
                <a:gd name="connsiteX4" fmla="*/ 1351215 w 2673245"/>
                <a:gd name="connsiteY4" fmla="*/ 482927 h 778173"/>
                <a:gd name="connsiteX5" fmla="*/ 275792 w 2673245"/>
                <a:gd name="connsiteY5" fmla="*/ 641986 h 778173"/>
                <a:gd name="connsiteX6" fmla="*/ 0 w 2673245"/>
                <a:gd name="connsiteY6" fmla="*/ 593348 h 778173"/>
                <a:gd name="connsiteX0" fmla="*/ 0 w 2478691"/>
                <a:gd name="connsiteY0" fmla="*/ 293714 h 809279"/>
                <a:gd name="connsiteX1" fmla="*/ 1166388 w 2478691"/>
                <a:gd name="connsiteY1" fmla="*/ 33962 h 809279"/>
                <a:gd name="connsiteX2" fmla="*/ 2478691 w 2478691"/>
                <a:gd name="connsiteY2" fmla="*/ 429900 h 809279"/>
                <a:gd name="connsiteX3" fmla="*/ 2134806 w 2478691"/>
                <a:gd name="connsiteY3" fmla="*/ 809279 h 809279"/>
                <a:gd name="connsiteX4" fmla="*/ 1156661 w 2478691"/>
                <a:gd name="connsiteY4" fmla="*/ 514033 h 809279"/>
                <a:gd name="connsiteX5" fmla="*/ 81238 w 2478691"/>
                <a:gd name="connsiteY5" fmla="*/ 673092 h 809279"/>
                <a:gd name="connsiteX6" fmla="*/ 0 w 2478691"/>
                <a:gd name="connsiteY6" fmla="*/ 293714 h 809279"/>
                <a:gd name="connsiteX0" fmla="*/ 0 w 2478691"/>
                <a:gd name="connsiteY0" fmla="*/ 262275 h 777840"/>
                <a:gd name="connsiteX1" fmla="*/ 1166388 w 2478691"/>
                <a:gd name="connsiteY1" fmla="*/ 2523 h 777840"/>
                <a:gd name="connsiteX2" fmla="*/ 2478691 w 2478691"/>
                <a:gd name="connsiteY2" fmla="*/ 398461 h 777840"/>
                <a:gd name="connsiteX3" fmla="*/ 2134806 w 2478691"/>
                <a:gd name="connsiteY3" fmla="*/ 777840 h 777840"/>
                <a:gd name="connsiteX4" fmla="*/ 1156661 w 2478691"/>
                <a:gd name="connsiteY4" fmla="*/ 482594 h 777840"/>
                <a:gd name="connsiteX5" fmla="*/ 81238 w 2478691"/>
                <a:gd name="connsiteY5" fmla="*/ 641653 h 777840"/>
                <a:gd name="connsiteX6" fmla="*/ 0 w 2478691"/>
                <a:gd name="connsiteY6" fmla="*/ 262275 h 777840"/>
                <a:gd name="connsiteX0" fmla="*/ 0 w 2478691"/>
                <a:gd name="connsiteY0" fmla="*/ 262275 h 777841"/>
                <a:gd name="connsiteX1" fmla="*/ 1166388 w 2478691"/>
                <a:gd name="connsiteY1" fmla="*/ 2523 h 777841"/>
                <a:gd name="connsiteX2" fmla="*/ 2478691 w 2478691"/>
                <a:gd name="connsiteY2" fmla="*/ 398461 h 777841"/>
                <a:gd name="connsiteX3" fmla="*/ 2134806 w 2478691"/>
                <a:gd name="connsiteY3" fmla="*/ 777840 h 777841"/>
                <a:gd name="connsiteX4" fmla="*/ 1156661 w 2478691"/>
                <a:gd name="connsiteY4" fmla="*/ 482594 h 777841"/>
                <a:gd name="connsiteX5" fmla="*/ 178515 w 2478691"/>
                <a:gd name="connsiteY5" fmla="*/ 777841 h 777841"/>
                <a:gd name="connsiteX6" fmla="*/ 0 w 2478691"/>
                <a:gd name="connsiteY6" fmla="*/ 262275 h 777841"/>
                <a:gd name="connsiteX0" fmla="*/ 0 w 2478691"/>
                <a:gd name="connsiteY0" fmla="*/ 262275 h 777840"/>
                <a:gd name="connsiteX1" fmla="*/ 1166388 w 2478691"/>
                <a:gd name="connsiteY1" fmla="*/ 2523 h 777840"/>
                <a:gd name="connsiteX2" fmla="*/ 2478691 w 2478691"/>
                <a:gd name="connsiteY2" fmla="*/ 398461 h 777840"/>
                <a:gd name="connsiteX3" fmla="*/ 2134806 w 2478691"/>
                <a:gd name="connsiteY3" fmla="*/ 777840 h 777840"/>
                <a:gd name="connsiteX4" fmla="*/ 1156661 w 2478691"/>
                <a:gd name="connsiteY4" fmla="*/ 482594 h 777840"/>
                <a:gd name="connsiteX5" fmla="*/ 139604 w 2478691"/>
                <a:gd name="connsiteY5" fmla="*/ 748658 h 777840"/>
                <a:gd name="connsiteX6" fmla="*/ 0 w 2478691"/>
                <a:gd name="connsiteY6" fmla="*/ 262275 h 777840"/>
                <a:gd name="connsiteX0" fmla="*/ 0 w 2478691"/>
                <a:gd name="connsiteY0" fmla="*/ 262275 h 777840"/>
                <a:gd name="connsiteX1" fmla="*/ 1166388 w 2478691"/>
                <a:gd name="connsiteY1" fmla="*/ 2523 h 777840"/>
                <a:gd name="connsiteX2" fmla="*/ 2478691 w 2478691"/>
                <a:gd name="connsiteY2" fmla="*/ 398461 h 777840"/>
                <a:gd name="connsiteX3" fmla="*/ 2134806 w 2478691"/>
                <a:gd name="connsiteY3" fmla="*/ 777840 h 777840"/>
                <a:gd name="connsiteX4" fmla="*/ 1156661 w 2478691"/>
                <a:gd name="connsiteY4" fmla="*/ 482594 h 777840"/>
                <a:gd name="connsiteX5" fmla="*/ 139604 w 2478691"/>
                <a:gd name="connsiteY5" fmla="*/ 748658 h 777840"/>
                <a:gd name="connsiteX6" fmla="*/ 0 w 2478691"/>
                <a:gd name="connsiteY6" fmla="*/ 262275 h 777840"/>
                <a:gd name="connsiteX0" fmla="*/ 0 w 2478691"/>
                <a:gd name="connsiteY0" fmla="*/ 262275 h 797295"/>
                <a:gd name="connsiteX1" fmla="*/ 1166388 w 2478691"/>
                <a:gd name="connsiteY1" fmla="*/ 2523 h 797295"/>
                <a:gd name="connsiteX2" fmla="*/ 2478691 w 2478691"/>
                <a:gd name="connsiteY2" fmla="*/ 398461 h 797295"/>
                <a:gd name="connsiteX3" fmla="*/ 2144534 w 2478691"/>
                <a:gd name="connsiteY3" fmla="*/ 797295 h 797295"/>
                <a:gd name="connsiteX4" fmla="*/ 1156661 w 2478691"/>
                <a:gd name="connsiteY4" fmla="*/ 482594 h 797295"/>
                <a:gd name="connsiteX5" fmla="*/ 139604 w 2478691"/>
                <a:gd name="connsiteY5" fmla="*/ 748658 h 797295"/>
                <a:gd name="connsiteX6" fmla="*/ 0 w 2478691"/>
                <a:gd name="connsiteY6" fmla="*/ 262275 h 797295"/>
                <a:gd name="connsiteX0" fmla="*/ 0 w 2478691"/>
                <a:gd name="connsiteY0" fmla="*/ 262275 h 797295"/>
                <a:gd name="connsiteX1" fmla="*/ 1166388 w 2478691"/>
                <a:gd name="connsiteY1" fmla="*/ 2523 h 797295"/>
                <a:gd name="connsiteX2" fmla="*/ 2478691 w 2478691"/>
                <a:gd name="connsiteY2" fmla="*/ 398461 h 797295"/>
                <a:gd name="connsiteX3" fmla="*/ 2144534 w 2478691"/>
                <a:gd name="connsiteY3" fmla="*/ 797295 h 797295"/>
                <a:gd name="connsiteX4" fmla="*/ 1156661 w 2478691"/>
                <a:gd name="connsiteY4" fmla="*/ 482594 h 797295"/>
                <a:gd name="connsiteX5" fmla="*/ 139604 w 2478691"/>
                <a:gd name="connsiteY5" fmla="*/ 748658 h 797295"/>
                <a:gd name="connsiteX6" fmla="*/ 0 w 2478691"/>
                <a:gd name="connsiteY6" fmla="*/ 262275 h 797295"/>
                <a:gd name="connsiteX0" fmla="*/ 0 w 2309168"/>
                <a:gd name="connsiteY0" fmla="*/ 259772 h 794792"/>
                <a:gd name="connsiteX1" fmla="*/ 1166388 w 2309168"/>
                <a:gd name="connsiteY1" fmla="*/ 20 h 794792"/>
                <a:gd name="connsiteX2" fmla="*/ 2309168 w 2309168"/>
                <a:gd name="connsiteY2" fmla="*/ 270099 h 794792"/>
                <a:gd name="connsiteX3" fmla="*/ 2144534 w 2309168"/>
                <a:gd name="connsiteY3" fmla="*/ 794792 h 794792"/>
                <a:gd name="connsiteX4" fmla="*/ 1156661 w 2309168"/>
                <a:gd name="connsiteY4" fmla="*/ 480091 h 794792"/>
                <a:gd name="connsiteX5" fmla="*/ 139604 w 2309168"/>
                <a:gd name="connsiteY5" fmla="*/ 746155 h 794792"/>
                <a:gd name="connsiteX6" fmla="*/ 0 w 2309168"/>
                <a:gd name="connsiteY6" fmla="*/ 259772 h 794792"/>
                <a:gd name="connsiteX0" fmla="*/ 0 w 2309168"/>
                <a:gd name="connsiteY0" fmla="*/ 259772 h 794792"/>
                <a:gd name="connsiteX1" fmla="*/ 1166388 w 2309168"/>
                <a:gd name="connsiteY1" fmla="*/ 20 h 794792"/>
                <a:gd name="connsiteX2" fmla="*/ 2309168 w 2309168"/>
                <a:gd name="connsiteY2" fmla="*/ 270099 h 794792"/>
                <a:gd name="connsiteX3" fmla="*/ 2144534 w 2309168"/>
                <a:gd name="connsiteY3" fmla="*/ 794792 h 794792"/>
                <a:gd name="connsiteX4" fmla="*/ 1156661 w 2309168"/>
                <a:gd name="connsiteY4" fmla="*/ 480091 h 794792"/>
                <a:gd name="connsiteX5" fmla="*/ 139604 w 2309168"/>
                <a:gd name="connsiteY5" fmla="*/ 746155 h 794792"/>
                <a:gd name="connsiteX6" fmla="*/ 0 w 2309168"/>
                <a:gd name="connsiteY6" fmla="*/ 259772 h 794792"/>
                <a:gd name="connsiteX0" fmla="*/ 0 w 2309168"/>
                <a:gd name="connsiteY0" fmla="*/ 259772 h 746155"/>
                <a:gd name="connsiteX1" fmla="*/ 1166388 w 2309168"/>
                <a:gd name="connsiteY1" fmla="*/ 20 h 746155"/>
                <a:gd name="connsiteX2" fmla="*/ 2309168 w 2309168"/>
                <a:gd name="connsiteY2" fmla="*/ 270099 h 746155"/>
                <a:gd name="connsiteX3" fmla="*/ 2121417 w 2309168"/>
                <a:gd name="connsiteY3" fmla="*/ 707462 h 746155"/>
                <a:gd name="connsiteX4" fmla="*/ 1156661 w 2309168"/>
                <a:gd name="connsiteY4" fmla="*/ 480091 h 746155"/>
                <a:gd name="connsiteX5" fmla="*/ 139604 w 2309168"/>
                <a:gd name="connsiteY5" fmla="*/ 746155 h 746155"/>
                <a:gd name="connsiteX6" fmla="*/ 0 w 2309168"/>
                <a:gd name="connsiteY6" fmla="*/ 259772 h 746155"/>
                <a:gd name="connsiteX0" fmla="*/ 0 w 2309168"/>
                <a:gd name="connsiteY0" fmla="*/ 259772 h 746155"/>
                <a:gd name="connsiteX1" fmla="*/ 1166388 w 2309168"/>
                <a:gd name="connsiteY1" fmla="*/ 20 h 746155"/>
                <a:gd name="connsiteX2" fmla="*/ 2309168 w 2309168"/>
                <a:gd name="connsiteY2" fmla="*/ 270099 h 746155"/>
                <a:gd name="connsiteX3" fmla="*/ 2121417 w 2309168"/>
                <a:gd name="connsiteY3" fmla="*/ 707462 h 746155"/>
                <a:gd name="connsiteX4" fmla="*/ 1156661 w 2309168"/>
                <a:gd name="connsiteY4" fmla="*/ 480091 h 746155"/>
                <a:gd name="connsiteX5" fmla="*/ 139604 w 2309168"/>
                <a:gd name="connsiteY5" fmla="*/ 746155 h 746155"/>
                <a:gd name="connsiteX6" fmla="*/ 0 w 2309168"/>
                <a:gd name="connsiteY6" fmla="*/ 259772 h 746155"/>
                <a:gd name="connsiteX0" fmla="*/ 0 w 2309168"/>
                <a:gd name="connsiteY0" fmla="*/ 226793 h 746567"/>
                <a:gd name="connsiteX1" fmla="*/ 1166388 w 2309168"/>
                <a:gd name="connsiteY1" fmla="*/ 432 h 746567"/>
                <a:gd name="connsiteX2" fmla="*/ 2309168 w 2309168"/>
                <a:gd name="connsiteY2" fmla="*/ 270511 h 746567"/>
                <a:gd name="connsiteX3" fmla="*/ 2121417 w 2309168"/>
                <a:gd name="connsiteY3" fmla="*/ 707874 h 746567"/>
                <a:gd name="connsiteX4" fmla="*/ 1156661 w 2309168"/>
                <a:gd name="connsiteY4" fmla="*/ 480503 h 746567"/>
                <a:gd name="connsiteX5" fmla="*/ 139604 w 2309168"/>
                <a:gd name="connsiteY5" fmla="*/ 746567 h 746567"/>
                <a:gd name="connsiteX6" fmla="*/ 0 w 2309168"/>
                <a:gd name="connsiteY6" fmla="*/ 226793 h 746567"/>
                <a:gd name="connsiteX0" fmla="*/ 0 w 2309168"/>
                <a:gd name="connsiteY0" fmla="*/ 226663 h 746437"/>
                <a:gd name="connsiteX1" fmla="*/ 1166388 w 2309168"/>
                <a:gd name="connsiteY1" fmla="*/ 302 h 746437"/>
                <a:gd name="connsiteX2" fmla="*/ 2309168 w 2309168"/>
                <a:gd name="connsiteY2" fmla="*/ 270381 h 746437"/>
                <a:gd name="connsiteX3" fmla="*/ 2121417 w 2309168"/>
                <a:gd name="connsiteY3" fmla="*/ 707744 h 746437"/>
                <a:gd name="connsiteX4" fmla="*/ 1156661 w 2309168"/>
                <a:gd name="connsiteY4" fmla="*/ 480373 h 746437"/>
                <a:gd name="connsiteX5" fmla="*/ 139604 w 2309168"/>
                <a:gd name="connsiteY5" fmla="*/ 746437 h 746437"/>
                <a:gd name="connsiteX6" fmla="*/ 0 w 2309168"/>
                <a:gd name="connsiteY6" fmla="*/ 226663 h 746437"/>
                <a:gd name="connsiteX0" fmla="*/ 0 w 2309168"/>
                <a:gd name="connsiteY0" fmla="*/ 226614 h 746388"/>
                <a:gd name="connsiteX1" fmla="*/ 1166388 w 2309168"/>
                <a:gd name="connsiteY1" fmla="*/ 253 h 746388"/>
                <a:gd name="connsiteX2" fmla="*/ 2309168 w 2309168"/>
                <a:gd name="connsiteY2" fmla="*/ 270332 h 746388"/>
                <a:gd name="connsiteX3" fmla="*/ 2121417 w 2309168"/>
                <a:gd name="connsiteY3" fmla="*/ 707695 h 746388"/>
                <a:gd name="connsiteX4" fmla="*/ 1156661 w 2309168"/>
                <a:gd name="connsiteY4" fmla="*/ 480324 h 746388"/>
                <a:gd name="connsiteX5" fmla="*/ 139604 w 2309168"/>
                <a:gd name="connsiteY5" fmla="*/ 746388 h 746388"/>
                <a:gd name="connsiteX6" fmla="*/ 0 w 2309168"/>
                <a:gd name="connsiteY6" fmla="*/ 226614 h 746388"/>
                <a:gd name="connsiteX0" fmla="*/ 0 w 2309168"/>
                <a:gd name="connsiteY0" fmla="*/ 231692 h 746328"/>
                <a:gd name="connsiteX1" fmla="*/ 1166388 w 2309168"/>
                <a:gd name="connsiteY1" fmla="*/ 193 h 746328"/>
                <a:gd name="connsiteX2" fmla="*/ 2309168 w 2309168"/>
                <a:gd name="connsiteY2" fmla="*/ 270272 h 746328"/>
                <a:gd name="connsiteX3" fmla="*/ 2121417 w 2309168"/>
                <a:gd name="connsiteY3" fmla="*/ 707635 h 746328"/>
                <a:gd name="connsiteX4" fmla="*/ 1156661 w 2309168"/>
                <a:gd name="connsiteY4" fmla="*/ 480264 h 746328"/>
                <a:gd name="connsiteX5" fmla="*/ 139604 w 2309168"/>
                <a:gd name="connsiteY5" fmla="*/ 746328 h 746328"/>
                <a:gd name="connsiteX6" fmla="*/ 0 w 2309168"/>
                <a:gd name="connsiteY6" fmla="*/ 231692 h 746328"/>
                <a:gd name="connsiteX0" fmla="*/ 0 w 2309168"/>
                <a:gd name="connsiteY0" fmla="*/ 231692 h 707635"/>
                <a:gd name="connsiteX1" fmla="*/ 1166388 w 2309168"/>
                <a:gd name="connsiteY1" fmla="*/ 193 h 707635"/>
                <a:gd name="connsiteX2" fmla="*/ 2309168 w 2309168"/>
                <a:gd name="connsiteY2" fmla="*/ 270272 h 707635"/>
                <a:gd name="connsiteX3" fmla="*/ 2121417 w 2309168"/>
                <a:gd name="connsiteY3" fmla="*/ 707635 h 707635"/>
                <a:gd name="connsiteX4" fmla="*/ 1156661 w 2309168"/>
                <a:gd name="connsiteY4" fmla="*/ 480264 h 707635"/>
                <a:gd name="connsiteX5" fmla="*/ 172995 w 2309168"/>
                <a:gd name="connsiteY5" fmla="*/ 684683 h 707635"/>
                <a:gd name="connsiteX6" fmla="*/ 0 w 2309168"/>
                <a:gd name="connsiteY6" fmla="*/ 231692 h 707635"/>
                <a:gd name="connsiteX0" fmla="*/ 0 w 2309168"/>
                <a:gd name="connsiteY0" fmla="*/ 231692 h 707635"/>
                <a:gd name="connsiteX1" fmla="*/ 1166388 w 2309168"/>
                <a:gd name="connsiteY1" fmla="*/ 193 h 707635"/>
                <a:gd name="connsiteX2" fmla="*/ 2309168 w 2309168"/>
                <a:gd name="connsiteY2" fmla="*/ 270272 h 707635"/>
                <a:gd name="connsiteX3" fmla="*/ 2121417 w 2309168"/>
                <a:gd name="connsiteY3" fmla="*/ 707635 h 707635"/>
                <a:gd name="connsiteX4" fmla="*/ 1156661 w 2309168"/>
                <a:gd name="connsiteY4" fmla="*/ 480264 h 707635"/>
                <a:gd name="connsiteX5" fmla="*/ 172995 w 2309168"/>
                <a:gd name="connsiteY5" fmla="*/ 684683 h 707635"/>
                <a:gd name="connsiteX6" fmla="*/ 0 w 2309168"/>
                <a:gd name="connsiteY6" fmla="*/ 231692 h 707635"/>
                <a:gd name="connsiteX0" fmla="*/ 0 w 2309168"/>
                <a:gd name="connsiteY0" fmla="*/ 231692 h 715340"/>
                <a:gd name="connsiteX1" fmla="*/ 1166388 w 2309168"/>
                <a:gd name="connsiteY1" fmla="*/ 193 h 715340"/>
                <a:gd name="connsiteX2" fmla="*/ 2309168 w 2309168"/>
                <a:gd name="connsiteY2" fmla="*/ 270272 h 715340"/>
                <a:gd name="connsiteX3" fmla="*/ 2123986 w 2309168"/>
                <a:gd name="connsiteY3" fmla="*/ 715340 h 715340"/>
                <a:gd name="connsiteX4" fmla="*/ 1156661 w 2309168"/>
                <a:gd name="connsiteY4" fmla="*/ 480264 h 715340"/>
                <a:gd name="connsiteX5" fmla="*/ 172995 w 2309168"/>
                <a:gd name="connsiteY5" fmla="*/ 684683 h 715340"/>
                <a:gd name="connsiteX6" fmla="*/ 0 w 2309168"/>
                <a:gd name="connsiteY6" fmla="*/ 231692 h 715340"/>
                <a:gd name="connsiteX0" fmla="*/ 0 w 2309168"/>
                <a:gd name="connsiteY0" fmla="*/ 231692 h 715340"/>
                <a:gd name="connsiteX1" fmla="*/ 1166388 w 2309168"/>
                <a:gd name="connsiteY1" fmla="*/ 193 h 715340"/>
                <a:gd name="connsiteX2" fmla="*/ 2309168 w 2309168"/>
                <a:gd name="connsiteY2" fmla="*/ 270272 h 715340"/>
                <a:gd name="connsiteX3" fmla="*/ 2123986 w 2309168"/>
                <a:gd name="connsiteY3" fmla="*/ 715340 h 715340"/>
                <a:gd name="connsiteX4" fmla="*/ 1156661 w 2309168"/>
                <a:gd name="connsiteY4" fmla="*/ 480264 h 715340"/>
                <a:gd name="connsiteX5" fmla="*/ 172995 w 2309168"/>
                <a:gd name="connsiteY5" fmla="*/ 684683 h 715340"/>
                <a:gd name="connsiteX6" fmla="*/ 0 w 2309168"/>
                <a:gd name="connsiteY6" fmla="*/ 231692 h 715340"/>
                <a:gd name="connsiteX0" fmla="*/ 0 w 2309168"/>
                <a:gd name="connsiteY0" fmla="*/ 231692 h 715340"/>
                <a:gd name="connsiteX1" fmla="*/ 1166388 w 2309168"/>
                <a:gd name="connsiteY1" fmla="*/ 193 h 715340"/>
                <a:gd name="connsiteX2" fmla="*/ 2309168 w 2309168"/>
                <a:gd name="connsiteY2" fmla="*/ 270272 h 715340"/>
                <a:gd name="connsiteX3" fmla="*/ 2123986 w 2309168"/>
                <a:gd name="connsiteY3" fmla="*/ 715340 h 715340"/>
                <a:gd name="connsiteX4" fmla="*/ 1156661 w 2309168"/>
                <a:gd name="connsiteY4" fmla="*/ 480264 h 715340"/>
                <a:gd name="connsiteX5" fmla="*/ 172995 w 2309168"/>
                <a:gd name="connsiteY5" fmla="*/ 684683 h 715340"/>
                <a:gd name="connsiteX6" fmla="*/ 0 w 2309168"/>
                <a:gd name="connsiteY6" fmla="*/ 231692 h 715340"/>
                <a:gd name="connsiteX0" fmla="*/ 0 w 2314305"/>
                <a:gd name="connsiteY0" fmla="*/ 231543 h 715191"/>
                <a:gd name="connsiteX1" fmla="*/ 1166388 w 2314305"/>
                <a:gd name="connsiteY1" fmla="*/ 44 h 715191"/>
                <a:gd name="connsiteX2" fmla="*/ 2314305 w 2314305"/>
                <a:gd name="connsiteY2" fmla="*/ 249575 h 715191"/>
                <a:gd name="connsiteX3" fmla="*/ 2123986 w 2314305"/>
                <a:gd name="connsiteY3" fmla="*/ 715191 h 715191"/>
                <a:gd name="connsiteX4" fmla="*/ 1156661 w 2314305"/>
                <a:gd name="connsiteY4" fmla="*/ 480115 h 715191"/>
                <a:gd name="connsiteX5" fmla="*/ 172995 w 2314305"/>
                <a:gd name="connsiteY5" fmla="*/ 684534 h 715191"/>
                <a:gd name="connsiteX6" fmla="*/ 0 w 2314305"/>
                <a:gd name="connsiteY6" fmla="*/ 231543 h 715191"/>
                <a:gd name="connsiteX0" fmla="*/ 0 w 2314305"/>
                <a:gd name="connsiteY0" fmla="*/ 231543 h 715191"/>
                <a:gd name="connsiteX1" fmla="*/ 1166388 w 2314305"/>
                <a:gd name="connsiteY1" fmla="*/ 44 h 715191"/>
                <a:gd name="connsiteX2" fmla="*/ 2314305 w 2314305"/>
                <a:gd name="connsiteY2" fmla="*/ 249575 h 715191"/>
                <a:gd name="connsiteX3" fmla="*/ 2123986 w 2314305"/>
                <a:gd name="connsiteY3" fmla="*/ 715191 h 715191"/>
                <a:gd name="connsiteX4" fmla="*/ 1156661 w 2314305"/>
                <a:gd name="connsiteY4" fmla="*/ 480115 h 715191"/>
                <a:gd name="connsiteX5" fmla="*/ 172995 w 2314305"/>
                <a:gd name="connsiteY5" fmla="*/ 684534 h 715191"/>
                <a:gd name="connsiteX6" fmla="*/ 0 w 2314305"/>
                <a:gd name="connsiteY6" fmla="*/ 231543 h 715191"/>
                <a:gd name="connsiteX0" fmla="*/ 0 w 2314305"/>
                <a:gd name="connsiteY0" fmla="*/ 231550 h 715198"/>
                <a:gd name="connsiteX1" fmla="*/ 1166388 w 2314305"/>
                <a:gd name="connsiteY1" fmla="*/ 51 h 715198"/>
                <a:gd name="connsiteX2" fmla="*/ 2314305 w 2314305"/>
                <a:gd name="connsiteY2" fmla="*/ 249582 h 715198"/>
                <a:gd name="connsiteX3" fmla="*/ 2123986 w 2314305"/>
                <a:gd name="connsiteY3" fmla="*/ 715198 h 715198"/>
                <a:gd name="connsiteX4" fmla="*/ 1156661 w 2314305"/>
                <a:gd name="connsiteY4" fmla="*/ 480122 h 715198"/>
                <a:gd name="connsiteX5" fmla="*/ 172995 w 2314305"/>
                <a:gd name="connsiteY5" fmla="*/ 684541 h 715198"/>
                <a:gd name="connsiteX6" fmla="*/ 0 w 2314305"/>
                <a:gd name="connsiteY6" fmla="*/ 231550 h 715198"/>
                <a:gd name="connsiteX0" fmla="*/ 0 w 2314305"/>
                <a:gd name="connsiteY0" fmla="*/ 233092 h 716740"/>
                <a:gd name="connsiteX1" fmla="*/ 1166388 w 2314305"/>
                <a:gd name="connsiteY1" fmla="*/ 1593 h 716740"/>
                <a:gd name="connsiteX2" fmla="*/ 2314305 w 2314305"/>
                <a:gd name="connsiteY2" fmla="*/ 251124 h 716740"/>
                <a:gd name="connsiteX3" fmla="*/ 2123986 w 2314305"/>
                <a:gd name="connsiteY3" fmla="*/ 716740 h 716740"/>
                <a:gd name="connsiteX4" fmla="*/ 1156661 w 2314305"/>
                <a:gd name="connsiteY4" fmla="*/ 481664 h 716740"/>
                <a:gd name="connsiteX5" fmla="*/ 172995 w 2314305"/>
                <a:gd name="connsiteY5" fmla="*/ 686083 h 716740"/>
                <a:gd name="connsiteX6" fmla="*/ 0 w 2314305"/>
                <a:gd name="connsiteY6" fmla="*/ 233092 h 716740"/>
                <a:gd name="connsiteX0" fmla="*/ 0 w 2314305"/>
                <a:gd name="connsiteY0" fmla="*/ 231523 h 715171"/>
                <a:gd name="connsiteX1" fmla="*/ 1166388 w 2314305"/>
                <a:gd name="connsiteY1" fmla="*/ 24 h 715171"/>
                <a:gd name="connsiteX2" fmla="*/ 2314305 w 2314305"/>
                <a:gd name="connsiteY2" fmla="*/ 249555 h 715171"/>
                <a:gd name="connsiteX3" fmla="*/ 2123986 w 2314305"/>
                <a:gd name="connsiteY3" fmla="*/ 715171 h 715171"/>
                <a:gd name="connsiteX4" fmla="*/ 1156661 w 2314305"/>
                <a:gd name="connsiteY4" fmla="*/ 480095 h 715171"/>
                <a:gd name="connsiteX5" fmla="*/ 172995 w 2314305"/>
                <a:gd name="connsiteY5" fmla="*/ 684514 h 715171"/>
                <a:gd name="connsiteX6" fmla="*/ 0 w 2314305"/>
                <a:gd name="connsiteY6" fmla="*/ 231523 h 715171"/>
                <a:gd name="connsiteX0" fmla="*/ 0 w 2314305"/>
                <a:gd name="connsiteY0" fmla="*/ 231550 h 715198"/>
                <a:gd name="connsiteX1" fmla="*/ 1166388 w 2314305"/>
                <a:gd name="connsiteY1" fmla="*/ 51 h 715198"/>
                <a:gd name="connsiteX2" fmla="*/ 2314305 w 2314305"/>
                <a:gd name="connsiteY2" fmla="*/ 249582 h 715198"/>
                <a:gd name="connsiteX3" fmla="*/ 2123986 w 2314305"/>
                <a:gd name="connsiteY3" fmla="*/ 715198 h 715198"/>
                <a:gd name="connsiteX4" fmla="*/ 1156661 w 2314305"/>
                <a:gd name="connsiteY4" fmla="*/ 480122 h 715198"/>
                <a:gd name="connsiteX5" fmla="*/ 172995 w 2314305"/>
                <a:gd name="connsiteY5" fmla="*/ 684541 h 715198"/>
                <a:gd name="connsiteX6" fmla="*/ 0 w 2314305"/>
                <a:gd name="connsiteY6" fmla="*/ 231550 h 715198"/>
                <a:gd name="connsiteX0" fmla="*/ 0 w 2314305"/>
                <a:gd name="connsiteY0" fmla="*/ 232088 h 715736"/>
                <a:gd name="connsiteX1" fmla="*/ 1166388 w 2314305"/>
                <a:gd name="connsiteY1" fmla="*/ 589 h 715736"/>
                <a:gd name="connsiteX2" fmla="*/ 2314305 w 2314305"/>
                <a:gd name="connsiteY2" fmla="*/ 250120 h 715736"/>
                <a:gd name="connsiteX3" fmla="*/ 2123986 w 2314305"/>
                <a:gd name="connsiteY3" fmla="*/ 715736 h 715736"/>
                <a:gd name="connsiteX4" fmla="*/ 1156661 w 2314305"/>
                <a:gd name="connsiteY4" fmla="*/ 480660 h 715736"/>
                <a:gd name="connsiteX5" fmla="*/ 172995 w 2314305"/>
                <a:gd name="connsiteY5" fmla="*/ 685079 h 715736"/>
                <a:gd name="connsiteX6" fmla="*/ 0 w 2314305"/>
                <a:gd name="connsiteY6" fmla="*/ 232088 h 715736"/>
                <a:gd name="connsiteX0" fmla="*/ 0 w 2314305"/>
                <a:gd name="connsiteY0" fmla="*/ 232088 h 715736"/>
                <a:gd name="connsiteX1" fmla="*/ 1166388 w 2314305"/>
                <a:gd name="connsiteY1" fmla="*/ 589 h 715736"/>
                <a:gd name="connsiteX2" fmla="*/ 2314305 w 2314305"/>
                <a:gd name="connsiteY2" fmla="*/ 250120 h 715736"/>
                <a:gd name="connsiteX3" fmla="*/ 2123986 w 2314305"/>
                <a:gd name="connsiteY3" fmla="*/ 715736 h 715736"/>
                <a:gd name="connsiteX4" fmla="*/ 1156661 w 2314305"/>
                <a:gd name="connsiteY4" fmla="*/ 480660 h 715736"/>
                <a:gd name="connsiteX5" fmla="*/ 172995 w 2314305"/>
                <a:gd name="connsiteY5" fmla="*/ 685079 h 715736"/>
                <a:gd name="connsiteX6" fmla="*/ 0 w 2314305"/>
                <a:gd name="connsiteY6" fmla="*/ 232088 h 715736"/>
                <a:gd name="connsiteX0" fmla="*/ 0 w 2314305"/>
                <a:gd name="connsiteY0" fmla="*/ 232088 h 715736"/>
                <a:gd name="connsiteX1" fmla="*/ 1166388 w 2314305"/>
                <a:gd name="connsiteY1" fmla="*/ 589 h 715736"/>
                <a:gd name="connsiteX2" fmla="*/ 2314305 w 2314305"/>
                <a:gd name="connsiteY2" fmla="*/ 250120 h 715736"/>
                <a:gd name="connsiteX3" fmla="*/ 2123986 w 2314305"/>
                <a:gd name="connsiteY3" fmla="*/ 715736 h 715736"/>
                <a:gd name="connsiteX4" fmla="*/ 1156661 w 2314305"/>
                <a:gd name="connsiteY4" fmla="*/ 480660 h 715736"/>
                <a:gd name="connsiteX5" fmla="*/ 172995 w 2314305"/>
                <a:gd name="connsiteY5" fmla="*/ 685079 h 715736"/>
                <a:gd name="connsiteX6" fmla="*/ 0 w 2314305"/>
                <a:gd name="connsiteY6" fmla="*/ 232088 h 715736"/>
                <a:gd name="connsiteX0" fmla="*/ 0 w 2314305"/>
                <a:gd name="connsiteY0" fmla="*/ 232060 h 715708"/>
                <a:gd name="connsiteX1" fmla="*/ 1166388 w 2314305"/>
                <a:gd name="connsiteY1" fmla="*/ 561 h 715708"/>
                <a:gd name="connsiteX2" fmla="*/ 2314305 w 2314305"/>
                <a:gd name="connsiteY2" fmla="*/ 250092 h 715708"/>
                <a:gd name="connsiteX3" fmla="*/ 2123986 w 2314305"/>
                <a:gd name="connsiteY3" fmla="*/ 715708 h 715708"/>
                <a:gd name="connsiteX4" fmla="*/ 1156661 w 2314305"/>
                <a:gd name="connsiteY4" fmla="*/ 480632 h 715708"/>
                <a:gd name="connsiteX5" fmla="*/ 172995 w 2314305"/>
                <a:gd name="connsiteY5" fmla="*/ 685051 h 715708"/>
                <a:gd name="connsiteX6" fmla="*/ 0 w 2314305"/>
                <a:gd name="connsiteY6" fmla="*/ 232060 h 7157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314305" h="715708">
                  <a:moveTo>
                    <a:pt x="0" y="232060"/>
                  </a:moveTo>
                  <a:cubicBezTo>
                    <a:pt x="116349" y="135016"/>
                    <a:pt x="772966" y="-10150"/>
                    <a:pt x="1166388" y="561"/>
                  </a:cubicBezTo>
                  <a:cubicBezTo>
                    <a:pt x="1559810" y="11272"/>
                    <a:pt x="1962415" y="54514"/>
                    <a:pt x="2314305" y="250092"/>
                  </a:cubicBezTo>
                  <a:cubicBezTo>
                    <a:pt x="2236857" y="411910"/>
                    <a:pt x="2305049" y="284904"/>
                    <a:pt x="2123986" y="715708"/>
                  </a:cubicBezTo>
                  <a:cubicBezTo>
                    <a:pt x="2077752" y="646036"/>
                    <a:pt x="1616289" y="480632"/>
                    <a:pt x="1156661" y="480632"/>
                  </a:cubicBezTo>
                  <a:cubicBezTo>
                    <a:pt x="697033" y="480632"/>
                    <a:pt x="257593" y="589531"/>
                    <a:pt x="172995" y="685051"/>
                  </a:cubicBezTo>
                  <a:lnTo>
                    <a:pt x="0" y="232060"/>
                  </a:lnTo>
                  <a:close/>
                </a:path>
              </a:pathLst>
            </a:custGeom>
            <a:solidFill>
              <a:srgbClr val="F18120"/>
            </a:solidFill>
            <a:ln>
              <a:solidFill>
                <a:srgbClr val="F1812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5" name="Block Arc 1">
              <a:extLst>
                <a:ext uri="{FF2B5EF4-FFF2-40B4-BE49-F238E27FC236}">
                  <a16:creationId xmlns:a16="http://schemas.microsoft.com/office/drawing/2014/main" id="{0CFC99D9-D4B4-A7EB-BC2E-0D3AABCD0784}"/>
                </a:ext>
              </a:extLst>
            </p:cNvPr>
            <p:cNvSpPr/>
            <p:nvPr/>
          </p:nvSpPr>
          <p:spPr>
            <a:xfrm rot="6099059">
              <a:off x="9940336" y="3713264"/>
              <a:ext cx="2314305" cy="715708"/>
            </a:xfrm>
            <a:custGeom>
              <a:avLst/>
              <a:gdLst>
                <a:gd name="connsiteX0" fmla="*/ 0 w 2391141"/>
                <a:gd name="connsiteY0" fmla="*/ 726679 h 1453358"/>
                <a:gd name="connsiteX1" fmla="*/ 1195571 w 2391141"/>
                <a:gd name="connsiteY1" fmla="*/ 0 h 1453358"/>
                <a:gd name="connsiteX2" fmla="*/ 2391142 w 2391141"/>
                <a:gd name="connsiteY2" fmla="*/ 726679 h 1453358"/>
                <a:gd name="connsiteX3" fmla="*/ 2027802 w 2391141"/>
                <a:gd name="connsiteY3" fmla="*/ 726679 h 1453358"/>
                <a:gd name="connsiteX4" fmla="*/ 1195571 w 2391141"/>
                <a:gd name="connsiteY4" fmla="*/ 363339 h 1453358"/>
                <a:gd name="connsiteX5" fmla="*/ 363340 w 2391141"/>
                <a:gd name="connsiteY5" fmla="*/ 726679 h 1453358"/>
                <a:gd name="connsiteX6" fmla="*/ 0 w 2391141"/>
                <a:gd name="connsiteY6" fmla="*/ 726679 h 1453358"/>
                <a:gd name="connsiteX0" fmla="*/ 0 w 2614878"/>
                <a:gd name="connsiteY0" fmla="*/ 727830 h 727830"/>
                <a:gd name="connsiteX1" fmla="*/ 1195571 w 2614878"/>
                <a:gd name="connsiteY1" fmla="*/ 1151 h 727830"/>
                <a:gd name="connsiteX2" fmla="*/ 2614878 w 2614878"/>
                <a:gd name="connsiteY2" fmla="*/ 611098 h 727830"/>
                <a:gd name="connsiteX3" fmla="*/ 2027802 w 2614878"/>
                <a:gd name="connsiteY3" fmla="*/ 727830 h 727830"/>
                <a:gd name="connsiteX4" fmla="*/ 1195571 w 2614878"/>
                <a:gd name="connsiteY4" fmla="*/ 364490 h 727830"/>
                <a:gd name="connsiteX5" fmla="*/ 363340 w 2614878"/>
                <a:gd name="connsiteY5" fmla="*/ 727830 h 727830"/>
                <a:gd name="connsiteX6" fmla="*/ 0 w 2614878"/>
                <a:gd name="connsiteY6" fmla="*/ 727830 h 727830"/>
                <a:gd name="connsiteX0" fmla="*/ 0 w 2614878"/>
                <a:gd name="connsiteY0" fmla="*/ 727830 h 727830"/>
                <a:gd name="connsiteX1" fmla="*/ 1195571 w 2614878"/>
                <a:gd name="connsiteY1" fmla="*/ 1151 h 727830"/>
                <a:gd name="connsiteX2" fmla="*/ 2614878 w 2614878"/>
                <a:gd name="connsiteY2" fmla="*/ 611098 h 727830"/>
                <a:gd name="connsiteX3" fmla="*/ 2251538 w 2614878"/>
                <a:gd name="connsiteY3" fmla="*/ 669464 h 727830"/>
                <a:gd name="connsiteX4" fmla="*/ 1195571 w 2614878"/>
                <a:gd name="connsiteY4" fmla="*/ 364490 h 727830"/>
                <a:gd name="connsiteX5" fmla="*/ 363340 w 2614878"/>
                <a:gd name="connsiteY5" fmla="*/ 727830 h 727830"/>
                <a:gd name="connsiteX6" fmla="*/ 0 w 2614878"/>
                <a:gd name="connsiteY6" fmla="*/ 727830 h 727830"/>
                <a:gd name="connsiteX0" fmla="*/ 0 w 2780249"/>
                <a:gd name="connsiteY0" fmla="*/ 590533 h 726720"/>
                <a:gd name="connsiteX1" fmla="*/ 1360942 w 2780249"/>
                <a:gd name="connsiteY1" fmla="*/ 41 h 726720"/>
                <a:gd name="connsiteX2" fmla="*/ 2780249 w 2780249"/>
                <a:gd name="connsiteY2" fmla="*/ 609988 h 726720"/>
                <a:gd name="connsiteX3" fmla="*/ 2416909 w 2780249"/>
                <a:gd name="connsiteY3" fmla="*/ 668354 h 726720"/>
                <a:gd name="connsiteX4" fmla="*/ 1360942 w 2780249"/>
                <a:gd name="connsiteY4" fmla="*/ 363380 h 726720"/>
                <a:gd name="connsiteX5" fmla="*/ 528711 w 2780249"/>
                <a:gd name="connsiteY5" fmla="*/ 726720 h 726720"/>
                <a:gd name="connsiteX6" fmla="*/ 0 w 2780249"/>
                <a:gd name="connsiteY6" fmla="*/ 590533 h 726720"/>
                <a:gd name="connsiteX0" fmla="*/ 0 w 2780249"/>
                <a:gd name="connsiteY0" fmla="*/ 590533 h 668354"/>
                <a:gd name="connsiteX1" fmla="*/ 1360942 w 2780249"/>
                <a:gd name="connsiteY1" fmla="*/ 41 h 668354"/>
                <a:gd name="connsiteX2" fmla="*/ 2780249 w 2780249"/>
                <a:gd name="connsiteY2" fmla="*/ 609988 h 668354"/>
                <a:gd name="connsiteX3" fmla="*/ 2416909 w 2780249"/>
                <a:gd name="connsiteY3" fmla="*/ 668354 h 668354"/>
                <a:gd name="connsiteX4" fmla="*/ 1360942 w 2780249"/>
                <a:gd name="connsiteY4" fmla="*/ 363380 h 668354"/>
                <a:gd name="connsiteX5" fmla="*/ 275792 w 2780249"/>
                <a:gd name="connsiteY5" fmla="*/ 639171 h 668354"/>
                <a:gd name="connsiteX6" fmla="*/ 0 w 2780249"/>
                <a:gd name="connsiteY6" fmla="*/ 590533 h 668354"/>
                <a:gd name="connsiteX0" fmla="*/ 0 w 2780249"/>
                <a:gd name="connsiteY0" fmla="*/ 590533 h 668354"/>
                <a:gd name="connsiteX1" fmla="*/ 1360942 w 2780249"/>
                <a:gd name="connsiteY1" fmla="*/ 41 h 668354"/>
                <a:gd name="connsiteX2" fmla="*/ 2780249 w 2780249"/>
                <a:gd name="connsiteY2" fmla="*/ 609988 h 668354"/>
                <a:gd name="connsiteX3" fmla="*/ 2416909 w 2780249"/>
                <a:gd name="connsiteY3" fmla="*/ 668354 h 668354"/>
                <a:gd name="connsiteX4" fmla="*/ 1351215 w 2780249"/>
                <a:gd name="connsiteY4" fmla="*/ 480112 h 668354"/>
                <a:gd name="connsiteX5" fmla="*/ 275792 w 2780249"/>
                <a:gd name="connsiteY5" fmla="*/ 639171 h 668354"/>
                <a:gd name="connsiteX6" fmla="*/ 0 w 2780249"/>
                <a:gd name="connsiteY6" fmla="*/ 590533 h 668354"/>
                <a:gd name="connsiteX0" fmla="*/ 0 w 2780249"/>
                <a:gd name="connsiteY0" fmla="*/ 590533 h 775358"/>
                <a:gd name="connsiteX1" fmla="*/ 1360942 w 2780249"/>
                <a:gd name="connsiteY1" fmla="*/ 41 h 775358"/>
                <a:gd name="connsiteX2" fmla="*/ 2780249 w 2780249"/>
                <a:gd name="connsiteY2" fmla="*/ 609988 h 775358"/>
                <a:gd name="connsiteX3" fmla="*/ 2329360 w 2780249"/>
                <a:gd name="connsiteY3" fmla="*/ 775358 h 775358"/>
                <a:gd name="connsiteX4" fmla="*/ 1351215 w 2780249"/>
                <a:gd name="connsiteY4" fmla="*/ 480112 h 775358"/>
                <a:gd name="connsiteX5" fmla="*/ 275792 w 2780249"/>
                <a:gd name="connsiteY5" fmla="*/ 639171 h 775358"/>
                <a:gd name="connsiteX6" fmla="*/ 0 w 2780249"/>
                <a:gd name="connsiteY6" fmla="*/ 590533 h 775358"/>
                <a:gd name="connsiteX0" fmla="*/ 0 w 2673245"/>
                <a:gd name="connsiteY0" fmla="*/ 600391 h 785216"/>
                <a:gd name="connsiteX1" fmla="*/ 1360942 w 2673245"/>
                <a:gd name="connsiteY1" fmla="*/ 9899 h 785216"/>
                <a:gd name="connsiteX2" fmla="*/ 2673245 w 2673245"/>
                <a:gd name="connsiteY2" fmla="*/ 405837 h 785216"/>
                <a:gd name="connsiteX3" fmla="*/ 2329360 w 2673245"/>
                <a:gd name="connsiteY3" fmla="*/ 785216 h 785216"/>
                <a:gd name="connsiteX4" fmla="*/ 1351215 w 2673245"/>
                <a:gd name="connsiteY4" fmla="*/ 489970 h 785216"/>
                <a:gd name="connsiteX5" fmla="*/ 275792 w 2673245"/>
                <a:gd name="connsiteY5" fmla="*/ 649029 h 785216"/>
                <a:gd name="connsiteX6" fmla="*/ 0 w 2673245"/>
                <a:gd name="connsiteY6" fmla="*/ 600391 h 785216"/>
                <a:gd name="connsiteX0" fmla="*/ 0 w 2673245"/>
                <a:gd name="connsiteY0" fmla="*/ 593348 h 778173"/>
                <a:gd name="connsiteX1" fmla="*/ 1360942 w 2673245"/>
                <a:gd name="connsiteY1" fmla="*/ 2856 h 778173"/>
                <a:gd name="connsiteX2" fmla="*/ 2673245 w 2673245"/>
                <a:gd name="connsiteY2" fmla="*/ 398794 h 778173"/>
                <a:gd name="connsiteX3" fmla="*/ 2329360 w 2673245"/>
                <a:gd name="connsiteY3" fmla="*/ 778173 h 778173"/>
                <a:gd name="connsiteX4" fmla="*/ 1351215 w 2673245"/>
                <a:gd name="connsiteY4" fmla="*/ 482927 h 778173"/>
                <a:gd name="connsiteX5" fmla="*/ 275792 w 2673245"/>
                <a:gd name="connsiteY5" fmla="*/ 641986 h 778173"/>
                <a:gd name="connsiteX6" fmla="*/ 0 w 2673245"/>
                <a:gd name="connsiteY6" fmla="*/ 593348 h 778173"/>
                <a:gd name="connsiteX0" fmla="*/ 0 w 2478691"/>
                <a:gd name="connsiteY0" fmla="*/ 293714 h 809279"/>
                <a:gd name="connsiteX1" fmla="*/ 1166388 w 2478691"/>
                <a:gd name="connsiteY1" fmla="*/ 33962 h 809279"/>
                <a:gd name="connsiteX2" fmla="*/ 2478691 w 2478691"/>
                <a:gd name="connsiteY2" fmla="*/ 429900 h 809279"/>
                <a:gd name="connsiteX3" fmla="*/ 2134806 w 2478691"/>
                <a:gd name="connsiteY3" fmla="*/ 809279 h 809279"/>
                <a:gd name="connsiteX4" fmla="*/ 1156661 w 2478691"/>
                <a:gd name="connsiteY4" fmla="*/ 514033 h 809279"/>
                <a:gd name="connsiteX5" fmla="*/ 81238 w 2478691"/>
                <a:gd name="connsiteY5" fmla="*/ 673092 h 809279"/>
                <a:gd name="connsiteX6" fmla="*/ 0 w 2478691"/>
                <a:gd name="connsiteY6" fmla="*/ 293714 h 809279"/>
                <a:gd name="connsiteX0" fmla="*/ 0 w 2478691"/>
                <a:gd name="connsiteY0" fmla="*/ 262275 h 777840"/>
                <a:gd name="connsiteX1" fmla="*/ 1166388 w 2478691"/>
                <a:gd name="connsiteY1" fmla="*/ 2523 h 777840"/>
                <a:gd name="connsiteX2" fmla="*/ 2478691 w 2478691"/>
                <a:gd name="connsiteY2" fmla="*/ 398461 h 777840"/>
                <a:gd name="connsiteX3" fmla="*/ 2134806 w 2478691"/>
                <a:gd name="connsiteY3" fmla="*/ 777840 h 777840"/>
                <a:gd name="connsiteX4" fmla="*/ 1156661 w 2478691"/>
                <a:gd name="connsiteY4" fmla="*/ 482594 h 777840"/>
                <a:gd name="connsiteX5" fmla="*/ 81238 w 2478691"/>
                <a:gd name="connsiteY5" fmla="*/ 641653 h 777840"/>
                <a:gd name="connsiteX6" fmla="*/ 0 w 2478691"/>
                <a:gd name="connsiteY6" fmla="*/ 262275 h 777840"/>
                <a:gd name="connsiteX0" fmla="*/ 0 w 2478691"/>
                <a:gd name="connsiteY0" fmla="*/ 262275 h 777841"/>
                <a:gd name="connsiteX1" fmla="*/ 1166388 w 2478691"/>
                <a:gd name="connsiteY1" fmla="*/ 2523 h 777841"/>
                <a:gd name="connsiteX2" fmla="*/ 2478691 w 2478691"/>
                <a:gd name="connsiteY2" fmla="*/ 398461 h 777841"/>
                <a:gd name="connsiteX3" fmla="*/ 2134806 w 2478691"/>
                <a:gd name="connsiteY3" fmla="*/ 777840 h 777841"/>
                <a:gd name="connsiteX4" fmla="*/ 1156661 w 2478691"/>
                <a:gd name="connsiteY4" fmla="*/ 482594 h 777841"/>
                <a:gd name="connsiteX5" fmla="*/ 178515 w 2478691"/>
                <a:gd name="connsiteY5" fmla="*/ 777841 h 777841"/>
                <a:gd name="connsiteX6" fmla="*/ 0 w 2478691"/>
                <a:gd name="connsiteY6" fmla="*/ 262275 h 777841"/>
                <a:gd name="connsiteX0" fmla="*/ 0 w 2478691"/>
                <a:gd name="connsiteY0" fmla="*/ 262275 h 777840"/>
                <a:gd name="connsiteX1" fmla="*/ 1166388 w 2478691"/>
                <a:gd name="connsiteY1" fmla="*/ 2523 h 777840"/>
                <a:gd name="connsiteX2" fmla="*/ 2478691 w 2478691"/>
                <a:gd name="connsiteY2" fmla="*/ 398461 h 777840"/>
                <a:gd name="connsiteX3" fmla="*/ 2134806 w 2478691"/>
                <a:gd name="connsiteY3" fmla="*/ 777840 h 777840"/>
                <a:gd name="connsiteX4" fmla="*/ 1156661 w 2478691"/>
                <a:gd name="connsiteY4" fmla="*/ 482594 h 777840"/>
                <a:gd name="connsiteX5" fmla="*/ 139604 w 2478691"/>
                <a:gd name="connsiteY5" fmla="*/ 748658 h 777840"/>
                <a:gd name="connsiteX6" fmla="*/ 0 w 2478691"/>
                <a:gd name="connsiteY6" fmla="*/ 262275 h 777840"/>
                <a:gd name="connsiteX0" fmla="*/ 0 w 2478691"/>
                <a:gd name="connsiteY0" fmla="*/ 262275 h 777840"/>
                <a:gd name="connsiteX1" fmla="*/ 1166388 w 2478691"/>
                <a:gd name="connsiteY1" fmla="*/ 2523 h 777840"/>
                <a:gd name="connsiteX2" fmla="*/ 2478691 w 2478691"/>
                <a:gd name="connsiteY2" fmla="*/ 398461 h 777840"/>
                <a:gd name="connsiteX3" fmla="*/ 2134806 w 2478691"/>
                <a:gd name="connsiteY3" fmla="*/ 777840 h 777840"/>
                <a:gd name="connsiteX4" fmla="*/ 1156661 w 2478691"/>
                <a:gd name="connsiteY4" fmla="*/ 482594 h 777840"/>
                <a:gd name="connsiteX5" fmla="*/ 139604 w 2478691"/>
                <a:gd name="connsiteY5" fmla="*/ 748658 h 777840"/>
                <a:gd name="connsiteX6" fmla="*/ 0 w 2478691"/>
                <a:gd name="connsiteY6" fmla="*/ 262275 h 777840"/>
                <a:gd name="connsiteX0" fmla="*/ 0 w 2478691"/>
                <a:gd name="connsiteY0" fmla="*/ 262275 h 797295"/>
                <a:gd name="connsiteX1" fmla="*/ 1166388 w 2478691"/>
                <a:gd name="connsiteY1" fmla="*/ 2523 h 797295"/>
                <a:gd name="connsiteX2" fmla="*/ 2478691 w 2478691"/>
                <a:gd name="connsiteY2" fmla="*/ 398461 h 797295"/>
                <a:gd name="connsiteX3" fmla="*/ 2144534 w 2478691"/>
                <a:gd name="connsiteY3" fmla="*/ 797295 h 797295"/>
                <a:gd name="connsiteX4" fmla="*/ 1156661 w 2478691"/>
                <a:gd name="connsiteY4" fmla="*/ 482594 h 797295"/>
                <a:gd name="connsiteX5" fmla="*/ 139604 w 2478691"/>
                <a:gd name="connsiteY5" fmla="*/ 748658 h 797295"/>
                <a:gd name="connsiteX6" fmla="*/ 0 w 2478691"/>
                <a:gd name="connsiteY6" fmla="*/ 262275 h 797295"/>
                <a:gd name="connsiteX0" fmla="*/ 0 w 2478691"/>
                <a:gd name="connsiteY0" fmla="*/ 262275 h 797295"/>
                <a:gd name="connsiteX1" fmla="*/ 1166388 w 2478691"/>
                <a:gd name="connsiteY1" fmla="*/ 2523 h 797295"/>
                <a:gd name="connsiteX2" fmla="*/ 2478691 w 2478691"/>
                <a:gd name="connsiteY2" fmla="*/ 398461 h 797295"/>
                <a:gd name="connsiteX3" fmla="*/ 2144534 w 2478691"/>
                <a:gd name="connsiteY3" fmla="*/ 797295 h 797295"/>
                <a:gd name="connsiteX4" fmla="*/ 1156661 w 2478691"/>
                <a:gd name="connsiteY4" fmla="*/ 482594 h 797295"/>
                <a:gd name="connsiteX5" fmla="*/ 139604 w 2478691"/>
                <a:gd name="connsiteY5" fmla="*/ 748658 h 797295"/>
                <a:gd name="connsiteX6" fmla="*/ 0 w 2478691"/>
                <a:gd name="connsiteY6" fmla="*/ 262275 h 797295"/>
                <a:gd name="connsiteX0" fmla="*/ 0 w 2309168"/>
                <a:gd name="connsiteY0" fmla="*/ 259772 h 794792"/>
                <a:gd name="connsiteX1" fmla="*/ 1166388 w 2309168"/>
                <a:gd name="connsiteY1" fmla="*/ 20 h 794792"/>
                <a:gd name="connsiteX2" fmla="*/ 2309168 w 2309168"/>
                <a:gd name="connsiteY2" fmla="*/ 270099 h 794792"/>
                <a:gd name="connsiteX3" fmla="*/ 2144534 w 2309168"/>
                <a:gd name="connsiteY3" fmla="*/ 794792 h 794792"/>
                <a:gd name="connsiteX4" fmla="*/ 1156661 w 2309168"/>
                <a:gd name="connsiteY4" fmla="*/ 480091 h 794792"/>
                <a:gd name="connsiteX5" fmla="*/ 139604 w 2309168"/>
                <a:gd name="connsiteY5" fmla="*/ 746155 h 794792"/>
                <a:gd name="connsiteX6" fmla="*/ 0 w 2309168"/>
                <a:gd name="connsiteY6" fmla="*/ 259772 h 794792"/>
                <a:gd name="connsiteX0" fmla="*/ 0 w 2309168"/>
                <a:gd name="connsiteY0" fmla="*/ 259772 h 794792"/>
                <a:gd name="connsiteX1" fmla="*/ 1166388 w 2309168"/>
                <a:gd name="connsiteY1" fmla="*/ 20 h 794792"/>
                <a:gd name="connsiteX2" fmla="*/ 2309168 w 2309168"/>
                <a:gd name="connsiteY2" fmla="*/ 270099 h 794792"/>
                <a:gd name="connsiteX3" fmla="*/ 2144534 w 2309168"/>
                <a:gd name="connsiteY3" fmla="*/ 794792 h 794792"/>
                <a:gd name="connsiteX4" fmla="*/ 1156661 w 2309168"/>
                <a:gd name="connsiteY4" fmla="*/ 480091 h 794792"/>
                <a:gd name="connsiteX5" fmla="*/ 139604 w 2309168"/>
                <a:gd name="connsiteY5" fmla="*/ 746155 h 794792"/>
                <a:gd name="connsiteX6" fmla="*/ 0 w 2309168"/>
                <a:gd name="connsiteY6" fmla="*/ 259772 h 794792"/>
                <a:gd name="connsiteX0" fmla="*/ 0 w 2309168"/>
                <a:gd name="connsiteY0" fmla="*/ 259772 h 746155"/>
                <a:gd name="connsiteX1" fmla="*/ 1166388 w 2309168"/>
                <a:gd name="connsiteY1" fmla="*/ 20 h 746155"/>
                <a:gd name="connsiteX2" fmla="*/ 2309168 w 2309168"/>
                <a:gd name="connsiteY2" fmla="*/ 270099 h 746155"/>
                <a:gd name="connsiteX3" fmla="*/ 2121417 w 2309168"/>
                <a:gd name="connsiteY3" fmla="*/ 707462 h 746155"/>
                <a:gd name="connsiteX4" fmla="*/ 1156661 w 2309168"/>
                <a:gd name="connsiteY4" fmla="*/ 480091 h 746155"/>
                <a:gd name="connsiteX5" fmla="*/ 139604 w 2309168"/>
                <a:gd name="connsiteY5" fmla="*/ 746155 h 746155"/>
                <a:gd name="connsiteX6" fmla="*/ 0 w 2309168"/>
                <a:gd name="connsiteY6" fmla="*/ 259772 h 746155"/>
                <a:gd name="connsiteX0" fmla="*/ 0 w 2309168"/>
                <a:gd name="connsiteY0" fmla="*/ 259772 h 746155"/>
                <a:gd name="connsiteX1" fmla="*/ 1166388 w 2309168"/>
                <a:gd name="connsiteY1" fmla="*/ 20 h 746155"/>
                <a:gd name="connsiteX2" fmla="*/ 2309168 w 2309168"/>
                <a:gd name="connsiteY2" fmla="*/ 270099 h 746155"/>
                <a:gd name="connsiteX3" fmla="*/ 2121417 w 2309168"/>
                <a:gd name="connsiteY3" fmla="*/ 707462 h 746155"/>
                <a:gd name="connsiteX4" fmla="*/ 1156661 w 2309168"/>
                <a:gd name="connsiteY4" fmla="*/ 480091 h 746155"/>
                <a:gd name="connsiteX5" fmla="*/ 139604 w 2309168"/>
                <a:gd name="connsiteY5" fmla="*/ 746155 h 746155"/>
                <a:gd name="connsiteX6" fmla="*/ 0 w 2309168"/>
                <a:gd name="connsiteY6" fmla="*/ 259772 h 746155"/>
                <a:gd name="connsiteX0" fmla="*/ 0 w 2309168"/>
                <a:gd name="connsiteY0" fmla="*/ 226793 h 746567"/>
                <a:gd name="connsiteX1" fmla="*/ 1166388 w 2309168"/>
                <a:gd name="connsiteY1" fmla="*/ 432 h 746567"/>
                <a:gd name="connsiteX2" fmla="*/ 2309168 w 2309168"/>
                <a:gd name="connsiteY2" fmla="*/ 270511 h 746567"/>
                <a:gd name="connsiteX3" fmla="*/ 2121417 w 2309168"/>
                <a:gd name="connsiteY3" fmla="*/ 707874 h 746567"/>
                <a:gd name="connsiteX4" fmla="*/ 1156661 w 2309168"/>
                <a:gd name="connsiteY4" fmla="*/ 480503 h 746567"/>
                <a:gd name="connsiteX5" fmla="*/ 139604 w 2309168"/>
                <a:gd name="connsiteY5" fmla="*/ 746567 h 746567"/>
                <a:gd name="connsiteX6" fmla="*/ 0 w 2309168"/>
                <a:gd name="connsiteY6" fmla="*/ 226793 h 746567"/>
                <a:gd name="connsiteX0" fmla="*/ 0 w 2309168"/>
                <a:gd name="connsiteY0" fmla="*/ 226663 h 746437"/>
                <a:gd name="connsiteX1" fmla="*/ 1166388 w 2309168"/>
                <a:gd name="connsiteY1" fmla="*/ 302 h 746437"/>
                <a:gd name="connsiteX2" fmla="*/ 2309168 w 2309168"/>
                <a:gd name="connsiteY2" fmla="*/ 270381 h 746437"/>
                <a:gd name="connsiteX3" fmla="*/ 2121417 w 2309168"/>
                <a:gd name="connsiteY3" fmla="*/ 707744 h 746437"/>
                <a:gd name="connsiteX4" fmla="*/ 1156661 w 2309168"/>
                <a:gd name="connsiteY4" fmla="*/ 480373 h 746437"/>
                <a:gd name="connsiteX5" fmla="*/ 139604 w 2309168"/>
                <a:gd name="connsiteY5" fmla="*/ 746437 h 746437"/>
                <a:gd name="connsiteX6" fmla="*/ 0 w 2309168"/>
                <a:gd name="connsiteY6" fmla="*/ 226663 h 746437"/>
                <a:gd name="connsiteX0" fmla="*/ 0 w 2309168"/>
                <a:gd name="connsiteY0" fmla="*/ 226614 h 746388"/>
                <a:gd name="connsiteX1" fmla="*/ 1166388 w 2309168"/>
                <a:gd name="connsiteY1" fmla="*/ 253 h 746388"/>
                <a:gd name="connsiteX2" fmla="*/ 2309168 w 2309168"/>
                <a:gd name="connsiteY2" fmla="*/ 270332 h 746388"/>
                <a:gd name="connsiteX3" fmla="*/ 2121417 w 2309168"/>
                <a:gd name="connsiteY3" fmla="*/ 707695 h 746388"/>
                <a:gd name="connsiteX4" fmla="*/ 1156661 w 2309168"/>
                <a:gd name="connsiteY4" fmla="*/ 480324 h 746388"/>
                <a:gd name="connsiteX5" fmla="*/ 139604 w 2309168"/>
                <a:gd name="connsiteY5" fmla="*/ 746388 h 746388"/>
                <a:gd name="connsiteX6" fmla="*/ 0 w 2309168"/>
                <a:gd name="connsiteY6" fmla="*/ 226614 h 746388"/>
                <a:gd name="connsiteX0" fmla="*/ 0 w 2309168"/>
                <a:gd name="connsiteY0" fmla="*/ 231692 h 746328"/>
                <a:gd name="connsiteX1" fmla="*/ 1166388 w 2309168"/>
                <a:gd name="connsiteY1" fmla="*/ 193 h 746328"/>
                <a:gd name="connsiteX2" fmla="*/ 2309168 w 2309168"/>
                <a:gd name="connsiteY2" fmla="*/ 270272 h 746328"/>
                <a:gd name="connsiteX3" fmla="*/ 2121417 w 2309168"/>
                <a:gd name="connsiteY3" fmla="*/ 707635 h 746328"/>
                <a:gd name="connsiteX4" fmla="*/ 1156661 w 2309168"/>
                <a:gd name="connsiteY4" fmla="*/ 480264 h 746328"/>
                <a:gd name="connsiteX5" fmla="*/ 139604 w 2309168"/>
                <a:gd name="connsiteY5" fmla="*/ 746328 h 746328"/>
                <a:gd name="connsiteX6" fmla="*/ 0 w 2309168"/>
                <a:gd name="connsiteY6" fmla="*/ 231692 h 746328"/>
                <a:gd name="connsiteX0" fmla="*/ 0 w 2309168"/>
                <a:gd name="connsiteY0" fmla="*/ 231692 h 707635"/>
                <a:gd name="connsiteX1" fmla="*/ 1166388 w 2309168"/>
                <a:gd name="connsiteY1" fmla="*/ 193 h 707635"/>
                <a:gd name="connsiteX2" fmla="*/ 2309168 w 2309168"/>
                <a:gd name="connsiteY2" fmla="*/ 270272 h 707635"/>
                <a:gd name="connsiteX3" fmla="*/ 2121417 w 2309168"/>
                <a:gd name="connsiteY3" fmla="*/ 707635 h 707635"/>
                <a:gd name="connsiteX4" fmla="*/ 1156661 w 2309168"/>
                <a:gd name="connsiteY4" fmla="*/ 480264 h 707635"/>
                <a:gd name="connsiteX5" fmla="*/ 172995 w 2309168"/>
                <a:gd name="connsiteY5" fmla="*/ 684683 h 707635"/>
                <a:gd name="connsiteX6" fmla="*/ 0 w 2309168"/>
                <a:gd name="connsiteY6" fmla="*/ 231692 h 707635"/>
                <a:gd name="connsiteX0" fmla="*/ 0 w 2309168"/>
                <a:gd name="connsiteY0" fmla="*/ 231692 h 707635"/>
                <a:gd name="connsiteX1" fmla="*/ 1166388 w 2309168"/>
                <a:gd name="connsiteY1" fmla="*/ 193 h 707635"/>
                <a:gd name="connsiteX2" fmla="*/ 2309168 w 2309168"/>
                <a:gd name="connsiteY2" fmla="*/ 270272 h 707635"/>
                <a:gd name="connsiteX3" fmla="*/ 2121417 w 2309168"/>
                <a:gd name="connsiteY3" fmla="*/ 707635 h 707635"/>
                <a:gd name="connsiteX4" fmla="*/ 1156661 w 2309168"/>
                <a:gd name="connsiteY4" fmla="*/ 480264 h 707635"/>
                <a:gd name="connsiteX5" fmla="*/ 172995 w 2309168"/>
                <a:gd name="connsiteY5" fmla="*/ 684683 h 707635"/>
                <a:gd name="connsiteX6" fmla="*/ 0 w 2309168"/>
                <a:gd name="connsiteY6" fmla="*/ 231692 h 707635"/>
                <a:gd name="connsiteX0" fmla="*/ 0 w 2309168"/>
                <a:gd name="connsiteY0" fmla="*/ 231692 h 715340"/>
                <a:gd name="connsiteX1" fmla="*/ 1166388 w 2309168"/>
                <a:gd name="connsiteY1" fmla="*/ 193 h 715340"/>
                <a:gd name="connsiteX2" fmla="*/ 2309168 w 2309168"/>
                <a:gd name="connsiteY2" fmla="*/ 270272 h 715340"/>
                <a:gd name="connsiteX3" fmla="*/ 2123986 w 2309168"/>
                <a:gd name="connsiteY3" fmla="*/ 715340 h 715340"/>
                <a:gd name="connsiteX4" fmla="*/ 1156661 w 2309168"/>
                <a:gd name="connsiteY4" fmla="*/ 480264 h 715340"/>
                <a:gd name="connsiteX5" fmla="*/ 172995 w 2309168"/>
                <a:gd name="connsiteY5" fmla="*/ 684683 h 715340"/>
                <a:gd name="connsiteX6" fmla="*/ 0 w 2309168"/>
                <a:gd name="connsiteY6" fmla="*/ 231692 h 715340"/>
                <a:gd name="connsiteX0" fmla="*/ 0 w 2309168"/>
                <a:gd name="connsiteY0" fmla="*/ 231692 h 715340"/>
                <a:gd name="connsiteX1" fmla="*/ 1166388 w 2309168"/>
                <a:gd name="connsiteY1" fmla="*/ 193 h 715340"/>
                <a:gd name="connsiteX2" fmla="*/ 2309168 w 2309168"/>
                <a:gd name="connsiteY2" fmla="*/ 270272 h 715340"/>
                <a:gd name="connsiteX3" fmla="*/ 2123986 w 2309168"/>
                <a:gd name="connsiteY3" fmla="*/ 715340 h 715340"/>
                <a:gd name="connsiteX4" fmla="*/ 1156661 w 2309168"/>
                <a:gd name="connsiteY4" fmla="*/ 480264 h 715340"/>
                <a:gd name="connsiteX5" fmla="*/ 172995 w 2309168"/>
                <a:gd name="connsiteY5" fmla="*/ 684683 h 715340"/>
                <a:gd name="connsiteX6" fmla="*/ 0 w 2309168"/>
                <a:gd name="connsiteY6" fmla="*/ 231692 h 715340"/>
                <a:gd name="connsiteX0" fmla="*/ 0 w 2309168"/>
                <a:gd name="connsiteY0" fmla="*/ 231692 h 715340"/>
                <a:gd name="connsiteX1" fmla="*/ 1166388 w 2309168"/>
                <a:gd name="connsiteY1" fmla="*/ 193 h 715340"/>
                <a:gd name="connsiteX2" fmla="*/ 2309168 w 2309168"/>
                <a:gd name="connsiteY2" fmla="*/ 270272 h 715340"/>
                <a:gd name="connsiteX3" fmla="*/ 2123986 w 2309168"/>
                <a:gd name="connsiteY3" fmla="*/ 715340 h 715340"/>
                <a:gd name="connsiteX4" fmla="*/ 1156661 w 2309168"/>
                <a:gd name="connsiteY4" fmla="*/ 480264 h 715340"/>
                <a:gd name="connsiteX5" fmla="*/ 172995 w 2309168"/>
                <a:gd name="connsiteY5" fmla="*/ 684683 h 715340"/>
                <a:gd name="connsiteX6" fmla="*/ 0 w 2309168"/>
                <a:gd name="connsiteY6" fmla="*/ 231692 h 715340"/>
                <a:gd name="connsiteX0" fmla="*/ 0 w 2314305"/>
                <a:gd name="connsiteY0" fmla="*/ 231543 h 715191"/>
                <a:gd name="connsiteX1" fmla="*/ 1166388 w 2314305"/>
                <a:gd name="connsiteY1" fmla="*/ 44 h 715191"/>
                <a:gd name="connsiteX2" fmla="*/ 2314305 w 2314305"/>
                <a:gd name="connsiteY2" fmla="*/ 249575 h 715191"/>
                <a:gd name="connsiteX3" fmla="*/ 2123986 w 2314305"/>
                <a:gd name="connsiteY3" fmla="*/ 715191 h 715191"/>
                <a:gd name="connsiteX4" fmla="*/ 1156661 w 2314305"/>
                <a:gd name="connsiteY4" fmla="*/ 480115 h 715191"/>
                <a:gd name="connsiteX5" fmla="*/ 172995 w 2314305"/>
                <a:gd name="connsiteY5" fmla="*/ 684534 h 715191"/>
                <a:gd name="connsiteX6" fmla="*/ 0 w 2314305"/>
                <a:gd name="connsiteY6" fmla="*/ 231543 h 715191"/>
                <a:gd name="connsiteX0" fmla="*/ 0 w 2314305"/>
                <a:gd name="connsiteY0" fmla="*/ 231543 h 715191"/>
                <a:gd name="connsiteX1" fmla="*/ 1166388 w 2314305"/>
                <a:gd name="connsiteY1" fmla="*/ 44 h 715191"/>
                <a:gd name="connsiteX2" fmla="*/ 2314305 w 2314305"/>
                <a:gd name="connsiteY2" fmla="*/ 249575 h 715191"/>
                <a:gd name="connsiteX3" fmla="*/ 2123986 w 2314305"/>
                <a:gd name="connsiteY3" fmla="*/ 715191 h 715191"/>
                <a:gd name="connsiteX4" fmla="*/ 1156661 w 2314305"/>
                <a:gd name="connsiteY4" fmla="*/ 480115 h 715191"/>
                <a:gd name="connsiteX5" fmla="*/ 172995 w 2314305"/>
                <a:gd name="connsiteY5" fmla="*/ 684534 h 715191"/>
                <a:gd name="connsiteX6" fmla="*/ 0 w 2314305"/>
                <a:gd name="connsiteY6" fmla="*/ 231543 h 715191"/>
                <a:gd name="connsiteX0" fmla="*/ 0 w 2314305"/>
                <a:gd name="connsiteY0" fmla="*/ 231550 h 715198"/>
                <a:gd name="connsiteX1" fmla="*/ 1166388 w 2314305"/>
                <a:gd name="connsiteY1" fmla="*/ 51 h 715198"/>
                <a:gd name="connsiteX2" fmla="*/ 2314305 w 2314305"/>
                <a:gd name="connsiteY2" fmla="*/ 249582 h 715198"/>
                <a:gd name="connsiteX3" fmla="*/ 2123986 w 2314305"/>
                <a:gd name="connsiteY3" fmla="*/ 715198 h 715198"/>
                <a:gd name="connsiteX4" fmla="*/ 1156661 w 2314305"/>
                <a:gd name="connsiteY4" fmla="*/ 480122 h 715198"/>
                <a:gd name="connsiteX5" fmla="*/ 172995 w 2314305"/>
                <a:gd name="connsiteY5" fmla="*/ 684541 h 715198"/>
                <a:gd name="connsiteX6" fmla="*/ 0 w 2314305"/>
                <a:gd name="connsiteY6" fmla="*/ 231550 h 715198"/>
                <a:gd name="connsiteX0" fmla="*/ 0 w 2314305"/>
                <a:gd name="connsiteY0" fmla="*/ 233092 h 716740"/>
                <a:gd name="connsiteX1" fmla="*/ 1166388 w 2314305"/>
                <a:gd name="connsiteY1" fmla="*/ 1593 h 716740"/>
                <a:gd name="connsiteX2" fmla="*/ 2314305 w 2314305"/>
                <a:gd name="connsiteY2" fmla="*/ 251124 h 716740"/>
                <a:gd name="connsiteX3" fmla="*/ 2123986 w 2314305"/>
                <a:gd name="connsiteY3" fmla="*/ 716740 h 716740"/>
                <a:gd name="connsiteX4" fmla="*/ 1156661 w 2314305"/>
                <a:gd name="connsiteY4" fmla="*/ 481664 h 716740"/>
                <a:gd name="connsiteX5" fmla="*/ 172995 w 2314305"/>
                <a:gd name="connsiteY5" fmla="*/ 686083 h 716740"/>
                <a:gd name="connsiteX6" fmla="*/ 0 w 2314305"/>
                <a:gd name="connsiteY6" fmla="*/ 233092 h 716740"/>
                <a:gd name="connsiteX0" fmla="*/ 0 w 2314305"/>
                <a:gd name="connsiteY0" fmla="*/ 231523 h 715171"/>
                <a:gd name="connsiteX1" fmla="*/ 1166388 w 2314305"/>
                <a:gd name="connsiteY1" fmla="*/ 24 h 715171"/>
                <a:gd name="connsiteX2" fmla="*/ 2314305 w 2314305"/>
                <a:gd name="connsiteY2" fmla="*/ 249555 h 715171"/>
                <a:gd name="connsiteX3" fmla="*/ 2123986 w 2314305"/>
                <a:gd name="connsiteY3" fmla="*/ 715171 h 715171"/>
                <a:gd name="connsiteX4" fmla="*/ 1156661 w 2314305"/>
                <a:gd name="connsiteY4" fmla="*/ 480095 h 715171"/>
                <a:gd name="connsiteX5" fmla="*/ 172995 w 2314305"/>
                <a:gd name="connsiteY5" fmla="*/ 684514 h 715171"/>
                <a:gd name="connsiteX6" fmla="*/ 0 w 2314305"/>
                <a:gd name="connsiteY6" fmla="*/ 231523 h 715171"/>
                <a:gd name="connsiteX0" fmla="*/ 0 w 2314305"/>
                <a:gd name="connsiteY0" fmla="*/ 231550 h 715198"/>
                <a:gd name="connsiteX1" fmla="*/ 1166388 w 2314305"/>
                <a:gd name="connsiteY1" fmla="*/ 51 h 715198"/>
                <a:gd name="connsiteX2" fmla="*/ 2314305 w 2314305"/>
                <a:gd name="connsiteY2" fmla="*/ 249582 h 715198"/>
                <a:gd name="connsiteX3" fmla="*/ 2123986 w 2314305"/>
                <a:gd name="connsiteY3" fmla="*/ 715198 h 715198"/>
                <a:gd name="connsiteX4" fmla="*/ 1156661 w 2314305"/>
                <a:gd name="connsiteY4" fmla="*/ 480122 h 715198"/>
                <a:gd name="connsiteX5" fmla="*/ 172995 w 2314305"/>
                <a:gd name="connsiteY5" fmla="*/ 684541 h 715198"/>
                <a:gd name="connsiteX6" fmla="*/ 0 w 2314305"/>
                <a:gd name="connsiteY6" fmla="*/ 231550 h 715198"/>
                <a:gd name="connsiteX0" fmla="*/ 0 w 2314305"/>
                <a:gd name="connsiteY0" fmla="*/ 232088 h 715736"/>
                <a:gd name="connsiteX1" fmla="*/ 1166388 w 2314305"/>
                <a:gd name="connsiteY1" fmla="*/ 589 h 715736"/>
                <a:gd name="connsiteX2" fmla="*/ 2314305 w 2314305"/>
                <a:gd name="connsiteY2" fmla="*/ 250120 h 715736"/>
                <a:gd name="connsiteX3" fmla="*/ 2123986 w 2314305"/>
                <a:gd name="connsiteY3" fmla="*/ 715736 h 715736"/>
                <a:gd name="connsiteX4" fmla="*/ 1156661 w 2314305"/>
                <a:gd name="connsiteY4" fmla="*/ 480660 h 715736"/>
                <a:gd name="connsiteX5" fmla="*/ 172995 w 2314305"/>
                <a:gd name="connsiteY5" fmla="*/ 685079 h 715736"/>
                <a:gd name="connsiteX6" fmla="*/ 0 w 2314305"/>
                <a:gd name="connsiteY6" fmla="*/ 232088 h 715736"/>
                <a:gd name="connsiteX0" fmla="*/ 0 w 2314305"/>
                <a:gd name="connsiteY0" fmla="*/ 232088 h 715736"/>
                <a:gd name="connsiteX1" fmla="*/ 1166388 w 2314305"/>
                <a:gd name="connsiteY1" fmla="*/ 589 h 715736"/>
                <a:gd name="connsiteX2" fmla="*/ 2314305 w 2314305"/>
                <a:gd name="connsiteY2" fmla="*/ 250120 h 715736"/>
                <a:gd name="connsiteX3" fmla="*/ 2123986 w 2314305"/>
                <a:gd name="connsiteY3" fmla="*/ 715736 h 715736"/>
                <a:gd name="connsiteX4" fmla="*/ 1156661 w 2314305"/>
                <a:gd name="connsiteY4" fmla="*/ 480660 h 715736"/>
                <a:gd name="connsiteX5" fmla="*/ 172995 w 2314305"/>
                <a:gd name="connsiteY5" fmla="*/ 685079 h 715736"/>
                <a:gd name="connsiteX6" fmla="*/ 0 w 2314305"/>
                <a:gd name="connsiteY6" fmla="*/ 232088 h 715736"/>
                <a:gd name="connsiteX0" fmla="*/ 0 w 2314305"/>
                <a:gd name="connsiteY0" fmla="*/ 232088 h 715736"/>
                <a:gd name="connsiteX1" fmla="*/ 1166388 w 2314305"/>
                <a:gd name="connsiteY1" fmla="*/ 589 h 715736"/>
                <a:gd name="connsiteX2" fmla="*/ 2314305 w 2314305"/>
                <a:gd name="connsiteY2" fmla="*/ 250120 h 715736"/>
                <a:gd name="connsiteX3" fmla="*/ 2123986 w 2314305"/>
                <a:gd name="connsiteY3" fmla="*/ 715736 h 715736"/>
                <a:gd name="connsiteX4" fmla="*/ 1156661 w 2314305"/>
                <a:gd name="connsiteY4" fmla="*/ 480660 h 715736"/>
                <a:gd name="connsiteX5" fmla="*/ 172995 w 2314305"/>
                <a:gd name="connsiteY5" fmla="*/ 685079 h 715736"/>
                <a:gd name="connsiteX6" fmla="*/ 0 w 2314305"/>
                <a:gd name="connsiteY6" fmla="*/ 232088 h 715736"/>
                <a:gd name="connsiteX0" fmla="*/ 0 w 2314305"/>
                <a:gd name="connsiteY0" fmla="*/ 232060 h 715708"/>
                <a:gd name="connsiteX1" fmla="*/ 1166388 w 2314305"/>
                <a:gd name="connsiteY1" fmla="*/ 561 h 715708"/>
                <a:gd name="connsiteX2" fmla="*/ 2314305 w 2314305"/>
                <a:gd name="connsiteY2" fmla="*/ 250092 h 715708"/>
                <a:gd name="connsiteX3" fmla="*/ 2123986 w 2314305"/>
                <a:gd name="connsiteY3" fmla="*/ 715708 h 715708"/>
                <a:gd name="connsiteX4" fmla="*/ 1156661 w 2314305"/>
                <a:gd name="connsiteY4" fmla="*/ 480632 h 715708"/>
                <a:gd name="connsiteX5" fmla="*/ 172995 w 2314305"/>
                <a:gd name="connsiteY5" fmla="*/ 685051 h 715708"/>
                <a:gd name="connsiteX6" fmla="*/ 0 w 2314305"/>
                <a:gd name="connsiteY6" fmla="*/ 232060 h 7157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314305" h="715708">
                  <a:moveTo>
                    <a:pt x="0" y="232060"/>
                  </a:moveTo>
                  <a:cubicBezTo>
                    <a:pt x="116349" y="135016"/>
                    <a:pt x="772966" y="-10150"/>
                    <a:pt x="1166388" y="561"/>
                  </a:cubicBezTo>
                  <a:cubicBezTo>
                    <a:pt x="1559810" y="11272"/>
                    <a:pt x="1962415" y="54514"/>
                    <a:pt x="2314305" y="250092"/>
                  </a:cubicBezTo>
                  <a:cubicBezTo>
                    <a:pt x="2236857" y="411910"/>
                    <a:pt x="2305049" y="284904"/>
                    <a:pt x="2123986" y="715708"/>
                  </a:cubicBezTo>
                  <a:cubicBezTo>
                    <a:pt x="2077752" y="646036"/>
                    <a:pt x="1616289" y="480632"/>
                    <a:pt x="1156661" y="480632"/>
                  </a:cubicBezTo>
                  <a:cubicBezTo>
                    <a:pt x="697033" y="480632"/>
                    <a:pt x="257593" y="589531"/>
                    <a:pt x="172995" y="685051"/>
                  </a:cubicBezTo>
                  <a:lnTo>
                    <a:pt x="0" y="232060"/>
                  </a:lnTo>
                  <a:close/>
                </a:path>
              </a:pathLst>
            </a:cu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6" name="Block Arc 1">
              <a:extLst>
                <a:ext uri="{FF2B5EF4-FFF2-40B4-BE49-F238E27FC236}">
                  <a16:creationId xmlns:a16="http://schemas.microsoft.com/office/drawing/2014/main" id="{77F81D69-D021-608D-0773-D3DDE81CC74F}"/>
                </a:ext>
              </a:extLst>
            </p:cNvPr>
            <p:cNvSpPr/>
            <p:nvPr/>
          </p:nvSpPr>
          <p:spPr>
            <a:xfrm rot="9231251">
              <a:off x="8493305" y="5452344"/>
              <a:ext cx="2314305" cy="715708"/>
            </a:xfrm>
            <a:custGeom>
              <a:avLst/>
              <a:gdLst>
                <a:gd name="connsiteX0" fmla="*/ 0 w 2391141"/>
                <a:gd name="connsiteY0" fmla="*/ 726679 h 1453358"/>
                <a:gd name="connsiteX1" fmla="*/ 1195571 w 2391141"/>
                <a:gd name="connsiteY1" fmla="*/ 0 h 1453358"/>
                <a:gd name="connsiteX2" fmla="*/ 2391142 w 2391141"/>
                <a:gd name="connsiteY2" fmla="*/ 726679 h 1453358"/>
                <a:gd name="connsiteX3" fmla="*/ 2027802 w 2391141"/>
                <a:gd name="connsiteY3" fmla="*/ 726679 h 1453358"/>
                <a:gd name="connsiteX4" fmla="*/ 1195571 w 2391141"/>
                <a:gd name="connsiteY4" fmla="*/ 363339 h 1453358"/>
                <a:gd name="connsiteX5" fmla="*/ 363340 w 2391141"/>
                <a:gd name="connsiteY5" fmla="*/ 726679 h 1453358"/>
                <a:gd name="connsiteX6" fmla="*/ 0 w 2391141"/>
                <a:gd name="connsiteY6" fmla="*/ 726679 h 1453358"/>
                <a:gd name="connsiteX0" fmla="*/ 0 w 2614878"/>
                <a:gd name="connsiteY0" fmla="*/ 727830 h 727830"/>
                <a:gd name="connsiteX1" fmla="*/ 1195571 w 2614878"/>
                <a:gd name="connsiteY1" fmla="*/ 1151 h 727830"/>
                <a:gd name="connsiteX2" fmla="*/ 2614878 w 2614878"/>
                <a:gd name="connsiteY2" fmla="*/ 611098 h 727830"/>
                <a:gd name="connsiteX3" fmla="*/ 2027802 w 2614878"/>
                <a:gd name="connsiteY3" fmla="*/ 727830 h 727830"/>
                <a:gd name="connsiteX4" fmla="*/ 1195571 w 2614878"/>
                <a:gd name="connsiteY4" fmla="*/ 364490 h 727830"/>
                <a:gd name="connsiteX5" fmla="*/ 363340 w 2614878"/>
                <a:gd name="connsiteY5" fmla="*/ 727830 h 727830"/>
                <a:gd name="connsiteX6" fmla="*/ 0 w 2614878"/>
                <a:gd name="connsiteY6" fmla="*/ 727830 h 727830"/>
                <a:gd name="connsiteX0" fmla="*/ 0 w 2614878"/>
                <a:gd name="connsiteY0" fmla="*/ 727830 h 727830"/>
                <a:gd name="connsiteX1" fmla="*/ 1195571 w 2614878"/>
                <a:gd name="connsiteY1" fmla="*/ 1151 h 727830"/>
                <a:gd name="connsiteX2" fmla="*/ 2614878 w 2614878"/>
                <a:gd name="connsiteY2" fmla="*/ 611098 h 727830"/>
                <a:gd name="connsiteX3" fmla="*/ 2251538 w 2614878"/>
                <a:gd name="connsiteY3" fmla="*/ 669464 h 727830"/>
                <a:gd name="connsiteX4" fmla="*/ 1195571 w 2614878"/>
                <a:gd name="connsiteY4" fmla="*/ 364490 h 727830"/>
                <a:gd name="connsiteX5" fmla="*/ 363340 w 2614878"/>
                <a:gd name="connsiteY5" fmla="*/ 727830 h 727830"/>
                <a:gd name="connsiteX6" fmla="*/ 0 w 2614878"/>
                <a:gd name="connsiteY6" fmla="*/ 727830 h 727830"/>
                <a:gd name="connsiteX0" fmla="*/ 0 w 2780249"/>
                <a:gd name="connsiteY0" fmla="*/ 590533 h 726720"/>
                <a:gd name="connsiteX1" fmla="*/ 1360942 w 2780249"/>
                <a:gd name="connsiteY1" fmla="*/ 41 h 726720"/>
                <a:gd name="connsiteX2" fmla="*/ 2780249 w 2780249"/>
                <a:gd name="connsiteY2" fmla="*/ 609988 h 726720"/>
                <a:gd name="connsiteX3" fmla="*/ 2416909 w 2780249"/>
                <a:gd name="connsiteY3" fmla="*/ 668354 h 726720"/>
                <a:gd name="connsiteX4" fmla="*/ 1360942 w 2780249"/>
                <a:gd name="connsiteY4" fmla="*/ 363380 h 726720"/>
                <a:gd name="connsiteX5" fmla="*/ 528711 w 2780249"/>
                <a:gd name="connsiteY5" fmla="*/ 726720 h 726720"/>
                <a:gd name="connsiteX6" fmla="*/ 0 w 2780249"/>
                <a:gd name="connsiteY6" fmla="*/ 590533 h 726720"/>
                <a:gd name="connsiteX0" fmla="*/ 0 w 2780249"/>
                <a:gd name="connsiteY0" fmla="*/ 590533 h 668354"/>
                <a:gd name="connsiteX1" fmla="*/ 1360942 w 2780249"/>
                <a:gd name="connsiteY1" fmla="*/ 41 h 668354"/>
                <a:gd name="connsiteX2" fmla="*/ 2780249 w 2780249"/>
                <a:gd name="connsiteY2" fmla="*/ 609988 h 668354"/>
                <a:gd name="connsiteX3" fmla="*/ 2416909 w 2780249"/>
                <a:gd name="connsiteY3" fmla="*/ 668354 h 668354"/>
                <a:gd name="connsiteX4" fmla="*/ 1360942 w 2780249"/>
                <a:gd name="connsiteY4" fmla="*/ 363380 h 668354"/>
                <a:gd name="connsiteX5" fmla="*/ 275792 w 2780249"/>
                <a:gd name="connsiteY5" fmla="*/ 639171 h 668354"/>
                <a:gd name="connsiteX6" fmla="*/ 0 w 2780249"/>
                <a:gd name="connsiteY6" fmla="*/ 590533 h 668354"/>
                <a:gd name="connsiteX0" fmla="*/ 0 w 2780249"/>
                <a:gd name="connsiteY0" fmla="*/ 590533 h 668354"/>
                <a:gd name="connsiteX1" fmla="*/ 1360942 w 2780249"/>
                <a:gd name="connsiteY1" fmla="*/ 41 h 668354"/>
                <a:gd name="connsiteX2" fmla="*/ 2780249 w 2780249"/>
                <a:gd name="connsiteY2" fmla="*/ 609988 h 668354"/>
                <a:gd name="connsiteX3" fmla="*/ 2416909 w 2780249"/>
                <a:gd name="connsiteY3" fmla="*/ 668354 h 668354"/>
                <a:gd name="connsiteX4" fmla="*/ 1351215 w 2780249"/>
                <a:gd name="connsiteY4" fmla="*/ 480112 h 668354"/>
                <a:gd name="connsiteX5" fmla="*/ 275792 w 2780249"/>
                <a:gd name="connsiteY5" fmla="*/ 639171 h 668354"/>
                <a:gd name="connsiteX6" fmla="*/ 0 w 2780249"/>
                <a:gd name="connsiteY6" fmla="*/ 590533 h 668354"/>
                <a:gd name="connsiteX0" fmla="*/ 0 w 2780249"/>
                <a:gd name="connsiteY0" fmla="*/ 590533 h 775358"/>
                <a:gd name="connsiteX1" fmla="*/ 1360942 w 2780249"/>
                <a:gd name="connsiteY1" fmla="*/ 41 h 775358"/>
                <a:gd name="connsiteX2" fmla="*/ 2780249 w 2780249"/>
                <a:gd name="connsiteY2" fmla="*/ 609988 h 775358"/>
                <a:gd name="connsiteX3" fmla="*/ 2329360 w 2780249"/>
                <a:gd name="connsiteY3" fmla="*/ 775358 h 775358"/>
                <a:gd name="connsiteX4" fmla="*/ 1351215 w 2780249"/>
                <a:gd name="connsiteY4" fmla="*/ 480112 h 775358"/>
                <a:gd name="connsiteX5" fmla="*/ 275792 w 2780249"/>
                <a:gd name="connsiteY5" fmla="*/ 639171 h 775358"/>
                <a:gd name="connsiteX6" fmla="*/ 0 w 2780249"/>
                <a:gd name="connsiteY6" fmla="*/ 590533 h 775358"/>
                <a:gd name="connsiteX0" fmla="*/ 0 w 2673245"/>
                <a:gd name="connsiteY0" fmla="*/ 600391 h 785216"/>
                <a:gd name="connsiteX1" fmla="*/ 1360942 w 2673245"/>
                <a:gd name="connsiteY1" fmla="*/ 9899 h 785216"/>
                <a:gd name="connsiteX2" fmla="*/ 2673245 w 2673245"/>
                <a:gd name="connsiteY2" fmla="*/ 405837 h 785216"/>
                <a:gd name="connsiteX3" fmla="*/ 2329360 w 2673245"/>
                <a:gd name="connsiteY3" fmla="*/ 785216 h 785216"/>
                <a:gd name="connsiteX4" fmla="*/ 1351215 w 2673245"/>
                <a:gd name="connsiteY4" fmla="*/ 489970 h 785216"/>
                <a:gd name="connsiteX5" fmla="*/ 275792 w 2673245"/>
                <a:gd name="connsiteY5" fmla="*/ 649029 h 785216"/>
                <a:gd name="connsiteX6" fmla="*/ 0 w 2673245"/>
                <a:gd name="connsiteY6" fmla="*/ 600391 h 785216"/>
                <a:gd name="connsiteX0" fmla="*/ 0 w 2673245"/>
                <a:gd name="connsiteY0" fmla="*/ 593348 h 778173"/>
                <a:gd name="connsiteX1" fmla="*/ 1360942 w 2673245"/>
                <a:gd name="connsiteY1" fmla="*/ 2856 h 778173"/>
                <a:gd name="connsiteX2" fmla="*/ 2673245 w 2673245"/>
                <a:gd name="connsiteY2" fmla="*/ 398794 h 778173"/>
                <a:gd name="connsiteX3" fmla="*/ 2329360 w 2673245"/>
                <a:gd name="connsiteY3" fmla="*/ 778173 h 778173"/>
                <a:gd name="connsiteX4" fmla="*/ 1351215 w 2673245"/>
                <a:gd name="connsiteY4" fmla="*/ 482927 h 778173"/>
                <a:gd name="connsiteX5" fmla="*/ 275792 w 2673245"/>
                <a:gd name="connsiteY5" fmla="*/ 641986 h 778173"/>
                <a:gd name="connsiteX6" fmla="*/ 0 w 2673245"/>
                <a:gd name="connsiteY6" fmla="*/ 593348 h 778173"/>
                <a:gd name="connsiteX0" fmla="*/ 0 w 2478691"/>
                <a:gd name="connsiteY0" fmla="*/ 293714 h 809279"/>
                <a:gd name="connsiteX1" fmla="*/ 1166388 w 2478691"/>
                <a:gd name="connsiteY1" fmla="*/ 33962 h 809279"/>
                <a:gd name="connsiteX2" fmla="*/ 2478691 w 2478691"/>
                <a:gd name="connsiteY2" fmla="*/ 429900 h 809279"/>
                <a:gd name="connsiteX3" fmla="*/ 2134806 w 2478691"/>
                <a:gd name="connsiteY3" fmla="*/ 809279 h 809279"/>
                <a:gd name="connsiteX4" fmla="*/ 1156661 w 2478691"/>
                <a:gd name="connsiteY4" fmla="*/ 514033 h 809279"/>
                <a:gd name="connsiteX5" fmla="*/ 81238 w 2478691"/>
                <a:gd name="connsiteY5" fmla="*/ 673092 h 809279"/>
                <a:gd name="connsiteX6" fmla="*/ 0 w 2478691"/>
                <a:gd name="connsiteY6" fmla="*/ 293714 h 809279"/>
                <a:gd name="connsiteX0" fmla="*/ 0 w 2478691"/>
                <a:gd name="connsiteY0" fmla="*/ 262275 h 777840"/>
                <a:gd name="connsiteX1" fmla="*/ 1166388 w 2478691"/>
                <a:gd name="connsiteY1" fmla="*/ 2523 h 777840"/>
                <a:gd name="connsiteX2" fmla="*/ 2478691 w 2478691"/>
                <a:gd name="connsiteY2" fmla="*/ 398461 h 777840"/>
                <a:gd name="connsiteX3" fmla="*/ 2134806 w 2478691"/>
                <a:gd name="connsiteY3" fmla="*/ 777840 h 777840"/>
                <a:gd name="connsiteX4" fmla="*/ 1156661 w 2478691"/>
                <a:gd name="connsiteY4" fmla="*/ 482594 h 777840"/>
                <a:gd name="connsiteX5" fmla="*/ 81238 w 2478691"/>
                <a:gd name="connsiteY5" fmla="*/ 641653 h 777840"/>
                <a:gd name="connsiteX6" fmla="*/ 0 w 2478691"/>
                <a:gd name="connsiteY6" fmla="*/ 262275 h 777840"/>
                <a:gd name="connsiteX0" fmla="*/ 0 w 2478691"/>
                <a:gd name="connsiteY0" fmla="*/ 262275 h 777841"/>
                <a:gd name="connsiteX1" fmla="*/ 1166388 w 2478691"/>
                <a:gd name="connsiteY1" fmla="*/ 2523 h 777841"/>
                <a:gd name="connsiteX2" fmla="*/ 2478691 w 2478691"/>
                <a:gd name="connsiteY2" fmla="*/ 398461 h 777841"/>
                <a:gd name="connsiteX3" fmla="*/ 2134806 w 2478691"/>
                <a:gd name="connsiteY3" fmla="*/ 777840 h 777841"/>
                <a:gd name="connsiteX4" fmla="*/ 1156661 w 2478691"/>
                <a:gd name="connsiteY4" fmla="*/ 482594 h 777841"/>
                <a:gd name="connsiteX5" fmla="*/ 178515 w 2478691"/>
                <a:gd name="connsiteY5" fmla="*/ 777841 h 777841"/>
                <a:gd name="connsiteX6" fmla="*/ 0 w 2478691"/>
                <a:gd name="connsiteY6" fmla="*/ 262275 h 777841"/>
                <a:gd name="connsiteX0" fmla="*/ 0 w 2478691"/>
                <a:gd name="connsiteY0" fmla="*/ 262275 h 777840"/>
                <a:gd name="connsiteX1" fmla="*/ 1166388 w 2478691"/>
                <a:gd name="connsiteY1" fmla="*/ 2523 h 777840"/>
                <a:gd name="connsiteX2" fmla="*/ 2478691 w 2478691"/>
                <a:gd name="connsiteY2" fmla="*/ 398461 h 777840"/>
                <a:gd name="connsiteX3" fmla="*/ 2134806 w 2478691"/>
                <a:gd name="connsiteY3" fmla="*/ 777840 h 777840"/>
                <a:gd name="connsiteX4" fmla="*/ 1156661 w 2478691"/>
                <a:gd name="connsiteY4" fmla="*/ 482594 h 777840"/>
                <a:gd name="connsiteX5" fmla="*/ 139604 w 2478691"/>
                <a:gd name="connsiteY5" fmla="*/ 748658 h 777840"/>
                <a:gd name="connsiteX6" fmla="*/ 0 w 2478691"/>
                <a:gd name="connsiteY6" fmla="*/ 262275 h 777840"/>
                <a:gd name="connsiteX0" fmla="*/ 0 w 2478691"/>
                <a:gd name="connsiteY0" fmla="*/ 262275 h 777840"/>
                <a:gd name="connsiteX1" fmla="*/ 1166388 w 2478691"/>
                <a:gd name="connsiteY1" fmla="*/ 2523 h 777840"/>
                <a:gd name="connsiteX2" fmla="*/ 2478691 w 2478691"/>
                <a:gd name="connsiteY2" fmla="*/ 398461 h 777840"/>
                <a:gd name="connsiteX3" fmla="*/ 2134806 w 2478691"/>
                <a:gd name="connsiteY3" fmla="*/ 777840 h 777840"/>
                <a:gd name="connsiteX4" fmla="*/ 1156661 w 2478691"/>
                <a:gd name="connsiteY4" fmla="*/ 482594 h 777840"/>
                <a:gd name="connsiteX5" fmla="*/ 139604 w 2478691"/>
                <a:gd name="connsiteY5" fmla="*/ 748658 h 777840"/>
                <a:gd name="connsiteX6" fmla="*/ 0 w 2478691"/>
                <a:gd name="connsiteY6" fmla="*/ 262275 h 777840"/>
                <a:gd name="connsiteX0" fmla="*/ 0 w 2478691"/>
                <a:gd name="connsiteY0" fmla="*/ 262275 h 797295"/>
                <a:gd name="connsiteX1" fmla="*/ 1166388 w 2478691"/>
                <a:gd name="connsiteY1" fmla="*/ 2523 h 797295"/>
                <a:gd name="connsiteX2" fmla="*/ 2478691 w 2478691"/>
                <a:gd name="connsiteY2" fmla="*/ 398461 h 797295"/>
                <a:gd name="connsiteX3" fmla="*/ 2144534 w 2478691"/>
                <a:gd name="connsiteY3" fmla="*/ 797295 h 797295"/>
                <a:gd name="connsiteX4" fmla="*/ 1156661 w 2478691"/>
                <a:gd name="connsiteY4" fmla="*/ 482594 h 797295"/>
                <a:gd name="connsiteX5" fmla="*/ 139604 w 2478691"/>
                <a:gd name="connsiteY5" fmla="*/ 748658 h 797295"/>
                <a:gd name="connsiteX6" fmla="*/ 0 w 2478691"/>
                <a:gd name="connsiteY6" fmla="*/ 262275 h 797295"/>
                <a:gd name="connsiteX0" fmla="*/ 0 w 2478691"/>
                <a:gd name="connsiteY0" fmla="*/ 262275 h 797295"/>
                <a:gd name="connsiteX1" fmla="*/ 1166388 w 2478691"/>
                <a:gd name="connsiteY1" fmla="*/ 2523 h 797295"/>
                <a:gd name="connsiteX2" fmla="*/ 2478691 w 2478691"/>
                <a:gd name="connsiteY2" fmla="*/ 398461 h 797295"/>
                <a:gd name="connsiteX3" fmla="*/ 2144534 w 2478691"/>
                <a:gd name="connsiteY3" fmla="*/ 797295 h 797295"/>
                <a:gd name="connsiteX4" fmla="*/ 1156661 w 2478691"/>
                <a:gd name="connsiteY4" fmla="*/ 482594 h 797295"/>
                <a:gd name="connsiteX5" fmla="*/ 139604 w 2478691"/>
                <a:gd name="connsiteY5" fmla="*/ 748658 h 797295"/>
                <a:gd name="connsiteX6" fmla="*/ 0 w 2478691"/>
                <a:gd name="connsiteY6" fmla="*/ 262275 h 797295"/>
                <a:gd name="connsiteX0" fmla="*/ 0 w 2309168"/>
                <a:gd name="connsiteY0" fmla="*/ 259772 h 794792"/>
                <a:gd name="connsiteX1" fmla="*/ 1166388 w 2309168"/>
                <a:gd name="connsiteY1" fmla="*/ 20 h 794792"/>
                <a:gd name="connsiteX2" fmla="*/ 2309168 w 2309168"/>
                <a:gd name="connsiteY2" fmla="*/ 270099 h 794792"/>
                <a:gd name="connsiteX3" fmla="*/ 2144534 w 2309168"/>
                <a:gd name="connsiteY3" fmla="*/ 794792 h 794792"/>
                <a:gd name="connsiteX4" fmla="*/ 1156661 w 2309168"/>
                <a:gd name="connsiteY4" fmla="*/ 480091 h 794792"/>
                <a:gd name="connsiteX5" fmla="*/ 139604 w 2309168"/>
                <a:gd name="connsiteY5" fmla="*/ 746155 h 794792"/>
                <a:gd name="connsiteX6" fmla="*/ 0 w 2309168"/>
                <a:gd name="connsiteY6" fmla="*/ 259772 h 794792"/>
                <a:gd name="connsiteX0" fmla="*/ 0 w 2309168"/>
                <a:gd name="connsiteY0" fmla="*/ 259772 h 794792"/>
                <a:gd name="connsiteX1" fmla="*/ 1166388 w 2309168"/>
                <a:gd name="connsiteY1" fmla="*/ 20 h 794792"/>
                <a:gd name="connsiteX2" fmla="*/ 2309168 w 2309168"/>
                <a:gd name="connsiteY2" fmla="*/ 270099 h 794792"/>
                <a:gd name="connsiteX3" fmla="*/ 2144534 w 2309168"/>
                <a:gd name="connsiteY3" fmla="*/ 794792 h 794792"/>
                <a:gd name="connsiteX4" fmla="*/ 1156661 w 2309168"/>
                <a:gd name="connsiteY4" fmla="*/ 480091 h 794792"/>
                <a:gd name="connsiteX5" fmla="*/ 139604 w 2309168"/>
                <a:gd name="connsiteY5" fmla="*/ 746155 h 794792"/>
                <a:gd name="connsiteX6" fmla="*/ 0 w 2309168"/>
                <a:gd name="connsiteY6" fmla="*/ 259772 h 794792"/>
                <a:gd name="connsiteX0" fmla="*/ 0 w 2309168"/>
                <a:gd name="connsiteY0" fmla="*/ 259772 h 746155"/>
                <a:gd name="connsiteX1" fmla="*/ 1166388 w 2309168"/>
                <a:gd name="connsiteY1" fmla="*/ 20 h 746155"/>
                <a:gd name="connsiteX2" fmla="*/ 2309168 w 2309168"/>
                <a:gd name="connsiteY2" fmla="*/ 270099 h 746155"/>
                <a:gd name="connsiteX3" fmla="*/ 2121417 w 2309168"/>
                <a:gd name="connsiteY3" fmla="*/ 707462 h 746155"/>
                <a:gd name="connsiteX4" fmla="*/ 1156661 w 2309168"/>
                <a:gd name="connsiteY4" fmla="*/ 480091 h 746155"/>
                <a:gd name="connsiteX5" fmla="*/ 139604 w 2309168"/>
                <a:gd name="connsiteY5" fmla="*/ 746155 h 746155"/>
                <a:gd name="connsiteX6" fmla="*/ 0 w 2309168"/>
                <a:gd name="connsiteY6" fmla="*/ 259772 h 746155"/>
                <a:gd name="connsiteX0" fmla="*/ 0 w 2309168"/>
                <a:gd name="connsiteY0" fmla="*/ 259772 h 746155"/>
                <a:gd name="connsiteX1" fmla="*/ 1166388 w 2309168"/>
                <a:gd name="connsiteY1" fmla="*/ 20 h 746155"/>
                <a:gd name="connsiteX2" fmla="*/ 2309168 w 2309168"/>
                <a:gd name="connsiteY2" fmla="*/ 270099 h 746155"/>
                <a:gd name="connsiteX3" fmla="*/ 2121417 w 2309168"/>
                <a:gd name="connsiteY3" fmla="*/ 707462 h 746155"/>
                <a:gd name="connsiteX4" fmla="*/ 1156661 w 2309168"/>
                <a:gd name="connsiteY4" fmla="*/ 480091 h 746155"/>
                <a:gd name="connsiteX5" fmla="*/ 139604 w 2309168"/>
                <a:gd name="connsiteY5" fmla="*/ 746155 h 746155"/>
                <a:gd name="connsiteX6" fmla="*/ 0 w 2309168"/>
                <a:gd name="connsiteY6" fmla="*/ 259772 h 746155"/>
                <a:gd name="connsiteX0" fmla="*/ 0 w 2309168"/>
                <a:gd name="connsiteY0" fmla="*/ 226793 h 746567"/>
                <a:gd name="connsiteX1" fmla="*/ 1166388 w 2309168"/>
                <a:gd name="connsiteY1" fmla="*/ 432 h 746567"/>
                <a:gd name="connsiteX2" fmla="*/ 2309168 w 2309168"/>
                <a:gd name="connsiteY2" fmla="*/ 270511 h 746567"/>
                <a:gd name="connsiteX3" fmla="*/ 2121417 w 2309168"/>
                <a:gd name="connsiteY3" fmla="*/ 707874 h 746567"/>
                <a:gd name="connsiteX4" fmla="*/ 1156661 w 2309168"/>
                <a:gd name="connsiteY4" fmla="*/ 480503 h 746567"/>
                <a:gd name="connsiteX5" fmla="*/ 139604 w 2309168"/>
                <a:gd name="connsiteY5" fmla="*/ 746567 h 746567"/>
                <a:gd name="connsiteX6" fmla="*/ 0 w 2309168"/>
                <a:gd name="connsiteY6" fmla="*/ 226793 h 746567"/>
                <a:gd name="connsiteX0" fmla="*/ 0 w 2309168"/>
                <a:gd name="connsiteY0" fmla="*/ 226663 h 746437"/>
                <a:gd name="connsiteX1" fmla="*/ 1166388 w 2309168"/>
                <a:gd name="connsiteY1" fmla="*/ 302 h 746437"/>
                <a:gd name="connsiteX2" fmla="*/ 2309168 w 2309168"/>
                <a:gd name="connsiteY2" fmla="*/ 270381 h 746437"/>
                <a:gd name="connsiteX3" fmla="*/ 2121417 w 2309168"/>
                <a:gd name="connsiteY3" fmla="*/ 707744 h 746437"/>
                <a:gd name="connsiteX4" fmla="*/ 1156661 w 2309168"/>
                <a:gd name="connsiteY4" fmla="*/ 480373 h 746437"/>
                <a:gd name="connsiteX5" fmla="*/ 139604 w 2309168"/>
                <a:gd name="connsiteY5" fmla="*/ 746437 h 746437"/>
                <a:gd name="connsiteX6" fmla="*/ 0 w 2309168"/>
                <a:gd name="connsiteY6" fmla="*/ 226663 h 746437"/>
                <a:gd name="connsiteX0" fmla="*/ 0 w 2309168"/>
                <a:gd name="connsiteY0" fmla="*/ 226614 h 746388"/>
                <a:gd name="connsiteX1" fmla="*/ 1166388 w 2309168"/>
                <a:gd name="connsiteY1" fmla="*/ 253 h 746388"/>
                <a:gd name="connsiteX2" fmla="*/ 2309168 w 2309168"/>
                <a:gd name="connsiteY2" fmla="*/ 270332 h 746388"/>
                <a:gd name="connsiteX3" fmla="*/ 2121417 w 2309168"/>
                <a:gd name="connsiteY3" fmla="*/ 707695 h 746388"/>
                <a:gd name="connsiteX4" fmla="*/ 1156661 w 2309168"/>
                <a:gd name="connsiteY4" fmla="*/ 480324 h 746388"/>
                <a:gd name="connsiteX5" fmla="*/ 139604 w 2309168"/>
                <a:gd name="connsiteY5" fmla="*/ 746388 h 746388"/>
                <a:gd name="connsiteX6" fmla="*/ 0 w 2309168"/>
                <a:gd name="connsiteY6" fmla="*/ 226614 h 746388"/>
                <a:gd name="connsiteX0" fmla="*/ 0 w 2309168"/>
                <a:gd name="connsiteY0" fmla="*/ 231692 h 746328"/>
                <a:gd name="connsiteX1" fmla="*/ 1166388 w 2309168"/>
                <a:gd name="connsiteY1" fmla="*/ 193 h 746328"/>
                <a:gd name="connsiteX2" fmla="*/ 2309168 w 2309168"/>
                <a:gd name="connsiteY2" fmla="*/ 270272 h 746328"/>
                <a:gd name="connsiteX3" fmla="*/ 2121417 w 2309168"/>
                <a:gd name="connsiteY3" fmla="*/ 707635 h 746328"/>
                <a:gd name="connsiteX4" fmla="*/ 1156661 w 2309168"/>
                <a:gd name="connsiteY4" fmla="*/ 480264 h 746328"/>
                <a:gd name="connsiteX5" fmla="*/ 139604 w 2309168"/>
                <a:gd name="connsiteY5" fmla="*/ 746328 h 746328"/>
                <a:gd name="connsiteX6" fmla="*/ 0 w 2309168"/>
                <a:gd name="connsiteY6" fmla="*/ 231692 h 746328"/>
                <a:gd name="connsiteX0" fmla="*/ 0 w 2309168"/>
                <a:gd name="connsiteY0" fmla="*/ 231692 h 707635"/>
                <a:gd name="connsiteX1" fmla="*/ 1166388 w 2309168"/>
                <a:gd name="connsiteY1" fmla="*/ 193 h 707635"/>
                <a:gd name="connsiteX2" fmla="*/ 2309168 w 2309168"/>
                <a:gd name="connsiteY2" fmla="*/ 270272 h 707635"/>
                <a:gd name="connsiteX3" fmla="*/ 2121417 w 2309168"/>
                <a:gd name="connsiteY3" fmla="*/ 707635 h 707635"/>
                <a:gd name="connsiteX4" fmla="*/ 1156661 w 2309168"/>
                <a:gd name="connsiteY4" fmla="*/ 480264 h 707635"/>
                <a:gd name="connsiteX5" fmla="*/ 172995 w 2309168"/>
                <a:gd name="connsiteY5" fmla="*/ 684683 h 707635"/>
                <a:gd name="connsiteX6" fmla="*/ 0 w 2309168"/>
                <a:gd name="connsiteY6" fmla="*/ 231692 h 707635"/>
                <a:gd name="connsiteX0" fmla="*/ 0 w 2309168"/>
                <a:gd name="connsiteY0" fmla="*/ 231692 h 707635"/>
                <a:gd name="connsiteX1" fmla="*/ 1166388 w 2309168"/>
                <a:gd name="connsiteY1" fmla="*/ 193 h 707635"/>
                <a:gd name="connsiteX2" fmla="*/ 2309168 w 2309168"/>
                <a:gd name="connsiteY2" fmla="*/ 270272 h 707635"/>
                <a:gd name="connsiteX3" fmla="*/ 2121417 w 2309168"/>
                <a:gd name="connsiteY3" fmla="*/ 707635 h 707635"/>
                <a:gd name="connsiteX4" fmla="*/ 1156661 w 2309168"/>
                <a:gd name="connsiteY4" fmla="*/ 480264 h 707635"/>
                <a:gd name="connsiteX5" fmla="*/ 172995 w 2309168"/>
                <a:gd name="connsiteY5" fmla="*/ 684683 h 707635"/>
                <a:gd name="connsiteX6" fmla="*/ 0 w 2309168"/>
                <a:gd name="connsiteY6" fmla="*/ 231692 h 707635"/>
                <a:gd name="connsiteX0" fmla="*/ 0 w 2309168"/>
                <a:gd name="connsiteY0" fmla="*/ 231692 h 715340"/>
                <a:gd name="connsiteX1" fmla="*/ 1166388 w 2309168"/>
                <a:gd name="connsiteY1" fmla="*/ 193 h 715340"/>
                <a:gd name="connsiteX2" fmla="*/ 2309168 w 2309168"/>
                <a:gd name="connsiteY2" fmla="*/ 270272 h 715340"/>
                <a:gd name="connsiteX3" fmla="*/ 2123986 w 2309168"/>
                <a:gd name="connsiteY3" fmla="*/ 715340 h 715340"/>
                <a:gd name="connsiteX4" fmla="*/ 1156661 w 2309168"/>
                <a:gd name="connsiteY4" fmla="*/ 480264 h 715340"/>
                <a:gd name="connsiteX5" fmla="*/ 172995 w 2309168"/>
                <a:gd name="connsiteY5" fmla="*/ 684683 h 715340"/>
                <a:gd name="connsiteX6" fmla="*/ 0 w 2309168"/>
                <a:gd name="connsiteY6" fmla="*/ 231692 h 715340"/>
                <a:gd name="connsiteX0" fmla="*/ 0 w 2309168"/>
                <a:gd name="connsiteY0" fmla="*/ 231692 h 715340"/>
                <a:gd name="connsiteX1" fmla="*/ 1166388 w 2309168"/>
                <a:gd name="connsiteY1" fmla="*/ 193 h 715340"/>
                <a:gd name="connsiteX2" fmla="*/ 2309168 w 2309168"/>
                <a:gd name="connsiteY2" fmla="*/ 270272 h 715340"/>
                <a:gd name="connsiteX3" fmla="*/ 2123986 w 2309168"/>
                <a:gd name="connsiteY3" fmla="*/ 715340 h 715340"/>
                <a:gd name="connsiteX4" fmla="*/ 1156661 w 2309168"/>
                <a:gd name="connsiteY4" fmla="*/ 480264 h 715340"/>
                <a:gd name="connsiteX5" fmla="*/ 172995 w 2309168"/>
                <a:gd name="connsiteY5" fmla="*/ 684683 h 715340"/>
                <a:gd name="connsiteX6" fmla="*/ 0 w 2309168"/>
                <a:gd name="connsiteY6" fmla="*/ 231692 h 715340"/>
                <a:gd name="connsiteX0" fmla="*/ 0 w 2309168"/>
                <a:gd name="connsiteY0" fmla="*/ 231692 h 715340"/>
                <a:gd name="connsiteX1" fmla="*/ 1166388 w 2309168"/>
                <a:gd name="connsiteY1" fmla="*/ 193 h 715340"/>
                <a:gd name="connsiteX2" fmla="*/ 2309168 w 2309168"/>
                <a:gd name="connsiteY2" fmla="*/ 270272 h 715340"/>
                <a:gd name="connsiteX3" fmla="*/ 2123986 w 2309168"/>
                <a:gd name="connsiteY3" fmla="*/ 715340 h 715340"/>
                <a:gd name="connsiteX4" fmla="*/ 1156661 w 2309168"/>
                <a:gd name="connsiteY4" fmla="*/ 480264 h 715340"/>
                <a:gd name="connsiteX5" fmla="*/ 172995 w 2309168"/>
                <a:gd name="connsiteY5" fmla="*/ 684683 h 715340"/>
                <a:gd name="connsiteX6" fmla="*/ 0 w 2309168"/>
                <a:gd name="connsiteY6" fmla="*/ 231692 h 715340"/>
                <a:gd name="connsiteX0" fmla="*/ 0 w 2314305"/>
                <a:gd name="connsiteY0" fmla="*/ 231543 h 715191"/>
                <a:gd name="connsiteX1" fmla="*/ 1166388 w 2314305"/>
                <a:gd name="connsiteY1" fmla="*/ 44 h 715191"/>
                <a:gd name="connsiteX2" fmla="*/ 2314305 w 2314305"/>
                <a:gd name="connsiteY2" fmla="*/ 249575 h 715191"/>
                <a:gd name="connsiteX3" fmla="*/ 2123986 w 2314305"/>
                <a:gd name="connsiteY3" fmla="*/ 715191 h 715191"/>
                <a:gd name="connsiteX4" fmla="*/ 1156661 w 2314305"/>
                <a:gd name="connsiteY4" fmla="*/ 480115 h 715191"/>
                <a:gd name="connsiteX5" fmla="*/ 172995 w 2314305"/>
                <a:gd name="connsiteY5" fmla="*/ 684534 h 715191"/>
                <a:gd name="connsiteX6" fmla="*/ 0 w 2314305"/>
                <a:gd name="connsiteY6" fmla="*/ 231543 h 715191"/>
                <a:gd name="connsiteX0" fmla="*/ 0 w 2314305"/>
                <a:gd name="connsiteY0" fmla="*/ 231543 h 715191"/>
                <a:gd name="connsiteX1" fmla="*/ 1166388 w 2314305"/>
                <a:gd name="connsiteY1" fmla="*/ 44 h 715191"/>
                <a:gd name="connsiteX2" fmla="*/ 2314305 w 2314305"/>
                <a:gd name="connsiteY2" fmla="*/ 249575 h 715191"/>
                <a:gd name="connsiteX3" fmla="*/ 2123986 w 2314305"/>
                <a:gd name="connsiteY3" fmla="*/ 715191 h 715191"/>
                <a:gd name="connsiteX4" fmla="*/ 1156661 w 2314305"/>
                <a:gd name="connsiteY4" fmla="*/ 480115 h 715191"/>
                <a:gd name="connsiteX5" fmla="*/ 172995 w 2314305"/>
                <a:gd name="connsiteY5" fmla="*/ 684534 h 715191"/>
                <a:gd name="connsiteX6" fmla="*/ 0 w 2314305"/>
                <a:gd name="connsiteY6" fmla="*/ 231543 h 715191"/>
                <a:gd name="connsiteX0" fmla="*/ 0 w 2314305"/>
                <a:gd name="connsiteY0" fmla="*/ 231550 h 715198"/>
                <a:gd name="connsiteX1" fmla="*/ 1166388 w 2314305"/>
                <a:gd name="connsiteY1" fmla="*/ 51 h 715198"/>
                <a:gd name="connsiteX2" fmla="*/ 2314305 w 2314305"/>
                <a:gd name="connsiteY2" fmla="*/ 249582 h 715198"/>
                <a:gd name="connsiteX3" fmla="*/ 2123986 w 2314305"/>
                <a:gd name="connsiteY3" fmla="*/ 715198 h 715198"/>
                <a:gd name="connsiteX4" fmla="*/ 1156661 w 2314305"/>
                <a:gd name="connsiteY4" fmla="*/ 480122 h 715198"/>
                <a:gd name="connsiteX5" fmla="*/ 172995 w 2314305"/>
                <a:gd name="connsiteY5" fmla="*/ 684541 h 715198"/>
                <a:gd name="connsiteX6" fmla="*/ 0 w 2314305"/>
                <a:gd name="connsiteY6" fmla="*/ 231550 h 715198"/>
                <a:gd name="connsiteX0" fmla="*/ 0 w 2314305"/>
                <a:gd name="connsiteY0" fmla="*/ 233092 h 716740"/>
                <a:gd name="connsiteX1" fmla="*/ 1166388 w 2314305"/>
                <a:gd name="connsiteY1" fmla="*/ 1593 h 716740"/>
                <a:gd name="connsiteX2" fmla="*/ 2314305 w 2314305"/>
                <a:gd name="connsiteY2" fmla="*/ 251124 h 716740"/>
                <a:gd name="connsiteX3" fmla="*/ 2123986 w 2314305"/>
                <a:gd name="connsiteY3" fmla="*/ 716740 h 716740"/>
                <a:gd name="connsiteX4" fmla="*/ 1156661 w 2314305"/>
                <a:gd name="connsiteY4" fmla="*/ 481664 h 716740"/>
                <a:gd name="connsiteX5" fmla="*/ 172995 w 2314305"/>
                <a:gd name="connsiteY5" fmla="*/ 686083 h 716740"/>
                <a:gd name="connsiteX6" fmla="*/ 0 w 2314305"/>
                <a:gd name="connsiteY6" fmla="*/ 233092 h 716740"/>
                <a:gd name="connsiteX0" fmla="*/ 0 w 2314305"/>
                <a:gd name="connsiteY0" fmla="*/ 231523 h 715171"/>
                <a:gd name="connsiteX1" fmla="*/ 1166388 w 2314305"/>
                <a:gd name="connsiteY1" fmla="*/ 24 h 715171"/>
                <a:gd name="connsiteX2" fmla="*/ 2314305 w 2314305"/>
                <a:gd name="connsiteY2" fmla="*/ 249555 h 715171"/>
                <a:gd name="connsiteX3" fmla="*/ 2123986 w 2314305"/>
                <a:gd name="connsiteY3" fmla="*/ 715171 h 715171"/>
                <a:gd name="connsiteX4" fmla="*/ 1156661 w 2314305"/>
                <a:gd name="connsiteY4" fmla="*/ 480095 h 715171"/>
                <a:gd name="connsiteX5" fmla="*/ 172995 w 2314305"/>
                <a:gd name="connsiteY5" fmla="*/ 684514 h 715171"/>
                <a:gd name="connsiteX6" fmla="*/ 0 w 2314305"/>
                <a:gd name="connsiteY6" fmla="*/ 231523 h 715171"/>
                <a:gd name="connsiteX0" fmla="*/ 0 w 2314305"/>
                <a:gd name="connsiteY0" fmla="*/ 231550 h 715198"/>
                <a:gd name="connsiteX1" fmla="*/ 1166388 w 2314305"/>
                <a:gd name="connsiteY1" fmla="*/ 51 h 715198"/>
                <a:gd name="connsiteX2" fmla="*/ 2314305 w 2314305"/>
                <a:gd name="connsiteY2" fmla="*/ 249582 h 715198"/>
                <a:gd name="connsiteX3" fmla="*/ 2123986 w 2314305"/>
                <a:gd name="connsiteY3" fmla="*/ 715198 h 715198"/>
                <a:gd name="connsiteX4" fmla="*/ 1156661 w 2314305"/>
                <a:gd name="connsiteY4" fmla="*/ 480122 h 715198"/>
                <a:gd name="connsiteX5" fmla="*/ 172995 w 2314305"/>
                <a:gd name="connsiteY5" fmla="*/ 684541 h 715198"/>
                <a:gd name="connsiteX6" fmla="*/ 0 w 2314305"/>
                <a:gd name="connsiteY6" fmla="*/ 231550 h 715198"/>
                <a:gd name="connsiteX0" fmla="*/ 0 w 2314305"/>
                <a:gd name="connsiteY0" fmla="*/ 232088 h 715736"/>
                <a:gd name="connsiteX1" fmla="*/ 1166388 w 2314305"/>
                <a:gd name="connsiteY1" fmla="*/ 589 h 715736"/>
                <a:gd name="connsiteX2" fmla="*/ 2314305 w 2314305"/>
                <a:gd name="connsiteY2" fmla="*/ 250120 h 715736"/>
                <a:gd name="connsiteX3" fmla="*/ 2123986 w 2314305"/>
                <a:gd name="connsiteY3" fmla="*/ 715736 h 715736"/>
                <a:gd name="connsiteX4" fmla="*/ 1156661 w 2314305"/>
                <a:gd name="connsiteY4" fmla="*/ 480660 h 715736"/>
                <a:gd name="connsiteX5" fmla="*/ 172995 w 2314305"/>
                <a:gd name="connsiteY5" fmla="*/ 685079 h 715736"/>
                <a:gd name="connsiteX6" fmla="*/ 0 w 2314305"/>
                <a:gd name="connsiteY6" fmla="*/ 232088 h 715736"/>
                <a:gd name="connsiteX0" fmla="*/ 0 w 2314305"/>
                <a:gd name="connsiteY0" fmla="*/ 232088 h 715736"/>
                <a:gd name="connsiteX1" fmla="*/ 1166388 w 2314305"/>
                <a:gd name="connsiteY1" fmla="*/ 589 h 715736"/>
                <a:gd name="connsiteX2" fmla="*/ 2314305 w 2314305"/>
                <a:gd name="connsiteY2" fmla="*/ 250120 h 715736"/>
                <a:gd name="connsiteX3" fmla="*/ 2123986 w 2314305"/>
                <a:gd name="connsiteY3" fmla="*/ 715736 h 715736"/>
                <a:gd name="connsiteX4" fmla="*/ 1156661 w 2314305"/>
                <a:gd name="connsiteY4" fmla="*/ 480660 h 715736"/>
                <a:gd name="connsiteX5" fmla="*/ 172995 w 2314305"/>
                <a:gd name="connsiteY5" fmla="*/ 685079 h 715736"/>
                <a:gd name="connsiteX6" fmla="*/ 0 w 2314305"/>
                <a:gd name="connsiteY6" fmla="*/ 232088 h 715736"/>
                <a:gd name="connsiteX0" fmla="*/ 0 w 2314305"/>
                <a:gd name="connsiteY0" fmla="*/ 232088 h 715736"/>
                <a:gd name="connsiteX1" fmla="*/ 1166388 w 2314305"/>
                <a:gd name="connsiteY1" fmla="*/ 589 h 715736"/>
                <a:gd name="connsiteX2" fmla="*/ 2314305 w 2314305"/>
                <a:gd name="connsiteY2" fmla="*/ 250120 h 715736"/>
                <a:gd name="connsiteX3" fmla="*/ 2123986 w 2314305"/>
                <a:gd name="connsiteY3" fmla="*/ 715736 h 715736"/>
                <a:gd name="connsiteX4" fmla="*/ 1156661 w 2314305"/>
                <a:gd name="connsiteY4" fmla="*/ 480660 h 715736"/>
                <a:gd name="connsiteX5" fmla="*/ 172995 w 2314305"/>
                <a:gd name="connsiteY5" fmla="*/ 685079 h 715736"/>
                <a:gd name="connsiteX6" fmla="*/ 0 w 2314305"/>
                <a:gd name="connsiteY6" fmla="*/ 232088 h 715736"/>
                <a:gd name="connsiteX0" fmla="*/ 0 w 2314305"/>
                <a:gd name="connsiteY0" fmla="*/ 232060 h 715708"/>
                <a:gd name="connsiteX1" fmla="*/ 1166388 w 2314305"/>
                <a:gd name="connsiteY1" fmla="*/ 561 h 715708"/>
                <a:gd name="connsiteX2" fmla="*/ 2314305 w 2314305"/>
                <a:gd name="connsiteY2" fmla="*/ 250092 h 715708"/>
                <a:gd name="connsiteX3" fmla="*/ 2123986 w 2314305"/>
                <a:gd name="connsiteY3" fmla="*/ 715708 h 715708"/>
                <a:gd name="connsiteX4" fmla="*/ 1156661 w 2314305"/>
                <a:gd name="connsiteY4" fmla="*/ 480632 h 715708"/>
                <a:gd name="connsiteX5" fmla="*/ 172995 w 2314305"/>
                <a:gd name="connsiteY5" fmla="*/ 685051 h 715708"/>
                <a:gd name="connsiteX6" fmla="*/ 0 w 2314305"/>
                <a:gd name="connsiteY6" fmla="*/ 232060 h 7157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314305" h="715708">
                  <a:moveTo>
                    <a:pt x="0" y="232060"/>
                  </a:moveTo>
                  <a:cubicBezTo>
                    <a:pt x="116349" y="135016"/>
                    <a:pt x="772966" y="-10150"/>
                    <a:pt x="1166388" y="561"/>
                  </a:cubicBezTo>
                  <a:cubicBezTo>
                    <a:pt x="1559810" y="11272"/>
                    <a:pt x="1962415" y="54514"/>
                    <a:pt x="2314305" y="250092"/>
                  </a:cubicBezTo>
                  <a:cubicBezTo>
                    <a:pt x="2236857" y="411910"/>
                    <a:pt x="2305049" y="284904"/>
                    <a:pt x="2123986" y="715708"/>
                  </a:cubicBezTo>
                  <a:cubicBezTo>
                    <a:pt x="2077752" y="646036"/>
                    <a:pt x="1616289" y="480632"/>
                    <a:pt x="1156661" y="480632"/>
                  </a:cubicBezTo>
                  <a:cubicBezTo>
                    <a:pt x="697033" y="480632"/>
                    <a:pt x="257593" y="589531"/>
                    <a:pt x="172995" y="685051"/>
                  </a:cubicBezTo>
                  <a:lnTo>
                    <a:pt x="0" y="232060"/>
                  </a:lnTo>
                  <a:close/>
                </a:path>
              </a:pathLst>
            </a:cu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7" name="Block Arc 1">
              <a:extLst>
                <a:ext uri="{FF2B5EF4-FFF2-40B4-BE49-F238E27FC236}">
                  <a16:creationId xmlns:a16="http://schemas.microsoft.com/office/drawing/2014/main" id="{6B34A44E-4DEB-6EDA-544F-227DCA97D88F}"/>
                </a:ext>
              </a:extLst>
            </p:cNvPr>
            <p:cNvSpPr/>
            <p:nvPr/>
          </p:nvSpPr>
          <p:spPr>
            <a:xfrm rot="12383279">
              <a:off x="6255443" y="5432031"/>
              <a:ext cx="2314305" cy="715708"/>
            </a:xfrm>
            <a:custGeom>
              <a:avLst/>
              <a:gdLst>
                <a:gd name="connsiteX0" fmla="*/ 0 w 2391141"/>
                <a:gd name="connsiteY0" fmla="*/ 726679 h 1453358"/>
                <a:gd name="connsiteX1" fmla="*/ 1195571 w 2391141"/>
                <a:gd name="connsiteY1" fmla="*/ 0 h 1453358"/>
                <a:gd name="connsiteX2" fmla="*/ 2391142 w 2391141"/>
                <a:gd name="connsiteY2" fmla="*/ 726679 h 1453358"/>
                <a:gd name="connsiteX3" fmla="*/ 2027802 w 2391141"/>
                <a:gd name="connsiteY3" fmla="*/ 726679 h 1453358"/>
                <a:gd name="connsiteX4" fmla="*/ 1195571 w 2391141"/>
                <a:gd name="connsiteY4" fmla="*/ 363339 h 1453358"/>
                <a:gd name="connsiteX5" fmla="*/ 363340 w 2391141"/>
                <a:gd name="connsiteY5" fmla="*/ 726679 h 1453358"/>
                <a:gd name="connsiteX6" fmla="*/ 0 w 2391141"/>
                <a:gd name="connsiteY6" fmla="*/ 726679 h 1453358"/>
                <a:gd name="connsiteX0" fmla="*/ 0 w 2614878"/>
                <a:gd name="connsiteY0" fmla="*/ 727830 h 727830"/>
                <a:gd name="connsiteX1" fmla="*/ 1195571 w 2614878"/>
                <a:gd name="connsiteY1" fmla="*/ 1151 h 727830"/>
                <a:gd name="connsiteX2" fmla="*/ 2614878 w 2614878"/>
                <a:gd name="connsiteY2" fmla="*/ 611098 h 727830"/>
                <a:gd name="connsiteX3" fmla="*/ 2027802 w 2614878"/>
                <a:gd name="connsiteY3" fmla="*/ 727830 h 727830"/>
                <a:gd name="connsiteX4" fmla="*/ 1195571 w 2614878"/>
                <a:gd name="connsiteY4" fmla="*/ 364490 h 727830"/>
                <a:gd name="connsiteX5" fmla="*/ 363340 w 2614878"/>
                <a:gd name="connsiteY5" fmla="*/ 727830 h 727830"/>
                <a:gd name="connsiteX6" fmla="*/ 0 w 2614878"/>
                <a:gd name="connsiteY6" fmla="*/ 727830 h 727830"/>
                <a:gd name="connsiteX0" fmla="*/ 0 w 2614878"/>
                <a:gd name="connsiteY0" fmla="*/ 727830 h 727830"/>
                <a:gd name="connsiteX1" fmla="*/ 1195571 w 2614878"/>
                <a:gd name="connsiteY1" fmla="*/ 1151 h 727830"/>
                <a:gd name="connsiteX2" fmla="*/ 2614878 w 2614878"/>
                <a:gd name="connsiteY2" fmla="*/ 611098 h 727830"/>
                <a:gd name="connsiteX3" fmla="*/ 2251538 w 2614878"/>
                <a:gd name="connsiteY3" fmla="*/ 669464 h 727830"/>
                <a:gd name="connsiteX4" fmla="*/ 1195571 w 2614878"/>
                <a:gd name="connsiteY4" fmla="*/ 364490 h 727830"/>
                <a:gd name="connsiteX5" fmla="*/ 363340 w 2614878"/>
                <a:gd name="connsiteY5" fmla="*/ 727830 h 727830"/>
                <a:gd name="connsiteX6" fmla="*/ 0 w 2614878"/>
                <a:gd name="connsiteY6" fmla="*/ 727830 h 727830"/>
                <a:gd name="connsiteX0" fmla="*/ 0 w 2780249"/>
                <a:gd name="connsiteY0" fmla="*/ 590533 h 726720"/>
                <a:gd name="connsiteX1" fmla="*/ 1360942 w 2780249"/>
                <a:gd name="connsiteY1" fmla="*/ 41 h 726720"/>
                <a:gd name="connsiteX2" fmla="*/ 2780249 w 2780249"/>
                <a:gd name="connsiteY2" fmla="*/ 609988 h 726720"/>
                <a:gd name="connsiteX3" fmla="*/ 2416909 w 2780249"/>
                <a:gd name="connsiteY3" fmla="*/ 668354 h 726720"/>
                <a:gd name="connsiteX4" fmla="*/ 1360942 w 2780249"/>
                <a:gd name="connsiteY4" fmla="*/ 363380 h 726720"/>
                <a:gd name="connsiteX5" fmla="*/ 528711 w 2780249"/>
                <a:gd name="connsiteY5" fmla="*/ 726720 h 726720"/>
                <a:gd name="connsiteX6" fmla="*/ 0 w 2780249"/>
                <a:gd name="connsiteY6" fmla="*/ 590533 h 726720"/>
                <a:gd name="connsiteX0" fmla="*/ 0 w 2780249"/>
                <a:gd name="connsiteY0" fmla="*/ 590533 h 668354"/>
                <a:gd name="connsiteX1" fmla="*/ 1360942 w 2780249"/>
                <a:gd name="connsiteY1" fmla="*/ 41 h 668354"/>
                <a:gd name="connsiteX2" fmla="*/ 2780249 w 2780249"/>
                <a:gd name="connsiteY2" fmla="*/ 609988 h 668354"/>
                <a:gd name="connsiteX3" fmla="*/ 2416909 w 2780249"/>
                <a:gd name="connsiteY3" fmla="*/ 668354 h 668354"/>
                <a:gd name="connsiteX4" fmla="*/ 1360942 w 2780249"/>
                <a:gd name="connsiteY4" fmla="*/ 363380 h 668354"/>
                <a:gd name="connsiteX5" fmla="*/ 275792 w 2780249"/>
                <a:gd name="connsiteY5" fmla="*/ 639171 h 668354"/>
                <a:gd name="connsiteX6" fmla="*/ 0 w 2780249"/>
                <a:gd name="connsiteY6" fmla="*/ 590533 h 668354"/>
                <a:gd name="connsiteX0" fmla="*/ 0 w 2780249"/>
                <a:gd name="connsiteY0" fmla="*/ 590533 h 668354"/>
                <a:gd name="connsiteX1" fmla="*/ 1360942 w 2780249"/>
                <a:gd name="connsiteY1" fmla="*/ 41 h 668354"/>
                <a:gd name="connsiteX2" fmla="*/ 2780249 w 2780249"/>
                <a:gd name="connsiteY2" fmla="*/ 609988 h 668354"/>
                <a:gd name="connsiteX3" fmla="*/ 2416909 w 2780249"/>
                <a:gd name="connsiteY3" fmla="*/ 668354 h 668354"/>
                <a:gd name="connsiteX4" fmla="*/ 1351215 w 2780249"/>
                <a:gd name="connsiteY4" fmla="*/ 480112 h 668354"/>
                <a:gd name="connsiteX5" fmla="*/ 275792 w 2780249"/>
                <a:gd name="connsiteY5" fmla="*/ 639171 h 668354"/>
                <a:gd name="connsiteX6" fmla="*/ 0 w 2780249"/>
                <a:gd name="connsiteY6" fmla="*/ 590533 h 668354"/>
                <a:gd name="connsiteX0" fmla="*/ 0 w 2780249"/>
                <a:gd name="connsiteY0" fmla="*/ 590533 h 775358"/>
                <a:gd name="connsiteX1" fmla="*/ 1360942 w 2780249"/>
                <a:gd name="connsiteY1" fmla="*/ 41 h 775358"/>
                <a:gd name="connsiteX2" fmla="*/ 2780249 w 2780249"/>
                <a:gd name="connsiteY2" fmla="*/ 609988 h 775358"/>
                <a:gd name="connsiteX3" fmla="*/ 2329360 w 2780249"/>
                <a:gd name="connsiteY3" fmla="*/ 775358 h 775358"/>
                <a:gd name="connsiteX4" fmla="*/ 1351215 w 2780249"/>
                <a:gd name="connsiteY4" fmla="*/ 480112 h 775358"/>
                <a:gd name="connsiteX5" fmla="*/ 275792 w 2780249"/>
                <a:gd name="connsiteY5" fmla="*/ 639171 h 775358"/>
                <a:gd name="connsiteX6" fmla="*/ 0 w 2780249"/>
                <a:gd name="connsiteY6" fmla="*/ 590533 h 775358"/>
                <a:gd name="connsiteX0" fmla="*/ 0 w 2673245"/>
                <a:gd name="connsiteY0" fmla="*/ 600391 h 785216"/>
                <a:gd name="connsiteX1" fmla="*/ 1360942 w 2673245"/>
                <a:gd name="connsiteY1" fmla="*/ 9899 h 785216"/>
                <a:gd name="connsiteX2" fmla="*/ 2673245 w 2673245"/>
                <a:gd name="connsiteY2" fmla="*/ 405837 h 785216"/>
                <a:gd name="connsiteX3" fmla="*/ 2329360 w 2673245"/>
                <a:gd name="connsiteY3" fmla="*/ 785216 h 785216"/>
                <a:gd name="connsiteX4" fmla="*/ 1351215 w 2673245"/>
                <a:gd name="connsiteY4" fmla="*/ 489970 h 785216"/>
                <a:gd name="connsiteX5" fmla="*/ 275792 w 2673245"/>
                <a:gd name="connsiteY5" fmla="*/ 649029 h 785216"/>
                <a:gd name="connsiteX6" fmla="*/ 0 w 2673245"/>
                <a:gd name="connsiteY6" fmla="*/ 600391 h 785216"/>
                <a:gd name="connsiteX0" fmla="*/ 0 w 2673245"/>
                <a:gd name="connsiteY0" fmla="*/ 593348 h 778173"/>
                <a:gd name="connsiteX1" fmla="*/ 1360942 w 2673245"/>
                <a:gd name="connsiteY1" fmla="*/ 2856 h 778173"/>
                <a:gd name="connsiteX2" fmla="*/ 2673245 w 2673245"/>
                <a:gd name="connsiteY2" fmla="*/ 398794 h 778173"/>
                <a:gd name="connsiteX3" fmla="*/ 2329360 w 2673245"/>
                <a:gd name="connsiteY3" fmla="*/ 778173 h 778173"/>
                <a:gd name="connsiteX4" fmla="*/ 1351215 w 2673245"/>
                <a:gd name="connsiteY4" fmla="*/ 482927 h 778173"/>
                <a:gd name="connsiteX5" fmla="*/ 275792 w 2673245"/>
                <a:gd name="connsiteY5" fmla="*/ 641986 h 778173"/>
                <a:gd name="connsiteX6" fmla="*/ 0 w 2673245"/>
                <a:gd name="connsiteY6" fmla="*/ 593348 h 778173"/>
                <a:gd name="connsiteX0" fmla="*/ 0 w 2478691"/>
                <a:gd name="connsiteY0" fmla="*/ 293714 h 809279"/>
                <a:gd name="connsiteX1" fmla="*/ 1166388 w 2478691"/>
                <a:gd name="connsiteY1" fmla="*/ 33962 h 809279"/>
                <a:gd name="connsiteX2" fmla="*/ 2478691 w 2478691"/>
                <a:gd name="connsiteY2" fmla="*/ 429900 h 809279"/>
                <a:gd name="connsiteX3" fmla="*/ 2134806 w 2478691"/>
                <a:gd name="connsiteY3" fmla="*/ 809279 h 809279"/>
                <a:gd name="connsiteX4" fmla="*/ 1156661 w 2478691"/>
                <a:gd name="connsiteY4" fmla="*/ 514033 h 809279"/>
                <a:gd name="connsiteX5" fmla="*/ 81238 w 2478691"/>
                <a:gd name="connsiteY5" fmla="*/ 673092 h 809279"/>
                <a:gd name="connsiteX6" fmla="*/ 0 w 2478691"/>
                <a:gd name="connsiteY6" fmla="*/ 293714 h 809279"/>
                <a:gd name="connsiteX0" fmla="*/ 0 w 2478691"/>
                <a:gd name="connsiteY0" fmla="*/ 262275 h 777840"/>
                <a:gd name="connsiteX1" fmla="*/ 1166388 w 2478691"/>
                <a:gd name="connsiteY1" fmla="*/ 2523 h 777840"/>
                <a:gd name="connsiteX2" fmla="*/ 2478691 w 2478691"/>
                <a:gd name="connsiteY2" fmla="*/ 398461 h 777840"/>
                <a:gd name="connsiteX3" fmla="*/ 2134806 w 2478691"/>
                <a:gd name="connsiteY3" fmla="*/ 777840 h 777840"/>
                <a:gd name="connsiteX4" fmla="*/ 1156661 w 2478691"/>
                <a:gd name="connsiteY4" fmla="*/ 482594 h 777840"/>
                <a:gd name="connsiteX5" fmla="*/ 81238 w 2478691"/>
                <a:gd name="connsiteY5" fmla="*/ 641653 h 777840"/>
                <a:gd name="connsiteX6" fmla="*/ 0 w 2478691"/>
                <a:gd name="connsiteY6" fmla="*/ 262275 h 777840"/>
                <a:gd name="connsiteX0" fmla="*/ 0 w 2478691"/>
                <a:gd name="connsiteY0" fmla="*/ 262275 h 777841"/>
                <a:gd name="connsiteX1" fmla="*/ 1166388 w 2478691"/>
                <a:gd name="connsiteY1" fmla="*/ 2523 h 777841"/>
                <a:gd name="connsiteX2" fmla="*/ 2478691 w 2478691"/>
                <a:gd name="connsiteY2" fmla="*/ 398461 h 777841"/>
                <a:gd name="connsiteX3" fmla="*/ 2134806 w 2478691"/>
                <a:gd name="connsiteY3" fmla="*/ 777840 h 777841"/>
                <a:gd name="connsiteX4" fmla="*/ 1156661 w 2478691"/>
                <a:gd name="connsiteY4" fmla="*/ 482594 h 777841"/>
                <a:gd name="connsiteX5" fmla="*/ 178515 w 2478691"/>
                <a:gd name="connsiteY5" fmla="*/ 777841 h 777841"/>
                <a:gd name="connsiteX6" fmla="*/ 0 w 2478691"/>
                <a:gd name="connsiteY6" fmla="*/ 262275 h 777841"/>
                <a:gd name="connsiteX0" fmla="*/ 0 w 2478691"/>
                <a:gd name="connsiteY0" fmla="*/ 262275 h 777840"/>
                <a:gd name="connsiteX1" fmla="*/ 1166388 w 2478691"/>
                <a:gd name="connsiteY1" fmla="*/ 2523 h 777840"/>
                <a:gd name="connsiteX2" fmla="*/ 2478691 w 2478691"/>
                <a:gd name="connsiteY2" fmla="*/ 398461 h 777840"/>
                <a:gd name="connsiteX3" fmla="*/ 2134806 w 2478691"/>
                <a:gd name="connsiteY3" fmla="*/ 777840 h 777840"/>
                <a:gd name="connsiteX4" fmla="*/ 1156661 w 2478691"/>
                <a:gd name="connsiteY4" fmla="*/ 482594 h 777840"/>
                <a:gd name="connsiteX5" fmla="*/ 139604 w 2478691"/>
                <a:gd name="connsiteY5" fmla="*/ 748658 h 777840"/>
                <a:gd name="connsiteX6" fmla="*/ 0 w 2478691"/>
                <a:gd name="connsiteY6" fmla="*/ 262275 h 777840"/>
                <a:gd name="connsiteX0" fmla="*/ 0 w 2478691"/>
                <a:gd name="connsiteY0" fmla="*/ 262275 h 777840"/>
                <a:gd name="connsiteX1" fmla="*/ 1166388 w 2478691"/>
                <a:gd name="connsiteY1" fmla="*/ 2523 h 777840"/>
                <a:gd name="connsiteX2" fmla="*/ 2478691 w 2478691"/>
                <a:gd name="connsiteY2" fmla="*/ 398461 h 777840"/>
                <a:gd name="connsiteX3" fmla="*/ 2134806 w 2478691"/>
                <a:gd name="connsiteY3" fmla="*/ 777840 h 777840"/>
                <a:gd name="connsiteX4" fmla="*/ 1156661 w 2478691"/>
                <a:gd name="connsiteY4" fmla="*/ 482594 h 777840"/>
                <a:gd name="connsiteX5" fmla="*/ 139604 w 2478691"/>
                <a:gd name="connsiteY5" fmla="*/ 748658 h 777840"/>
                <a:gd name="connsiteX6" fmla="*/ 0 w 2478691"/>
                <a:gd name="connsiteY6" fmla="*/ 262275 h 777840"/>
                <a:gd name="connsiteX0" fmla="*/ 0 w 2478691"/>
                <a:gd name="connsiteY0" fmla="*/ 262275 h 797295"/>
                <a:gd name="connsiteX1" fmla="*/ 1166388 w 2478691"/>
                <a:gd name="connsiteY1" fmla="*/ 2523 h 797295"/>
                <a:gd name="connsiteX2" fmla="*/ 2478691 w 2478691"/>
                <a:gd name="connsiteY2" fmla="*/ 398461 h 797295"/>
                <a:gd name="connsiteX3" fmla="*/ 2144534 w 2478691"/>
                <a:gd name="connsiteY3" fmla="*/ 797295 h 797295"/>
                <a:gd name="connsiteX4" fmla="*/ 1156661 w 2478691"/>
                <a:gd name="connsiteY4" fmla="*/ 482594 h 797295"/>
                <a:gd name="connsiteX5" fmla="*/ 139604 w 2478691"/>
                <a:gd name="connsiteY5" fmla="*/ 748658 h 797295"/>
                <a:gd name="connsiteX6" fmla="*/ 0 w 2478691"/>
                <a:gd name="connsiteY6" fmla="*/ 262275 h 797295"/>
                <a:gd name="connsiteX0" fmla="*/ 0 w 2478691"/>
                <a:gd name="connsiteY0" fmla="*/ 262275 h 797295"/>
                <a:gd name="connsiteX1" fmla="*/ 1166388 w 2478691"/>
                <a:gd name="connsiteY1" fmla="*/ 2523 h 797295"/>
                <a:gd name="connsiteX2" fmla="*/ 2478691 w 2478691"/>
                <a:gd name="connsiteY2" fmla="*/ 398461 h 797295"/>
                <a:gd name="connsiteX3" fmla="*/ 2144534 w 2478691"/>
                <a:gd name="connsiteY3" fmla="*/ 797295 h 797295"/>
                <a:gd name="connsiteX4" fmla="*/ 1156661 w 2478691"/>
                <a:gd name="connsiteY4" fmla="*/ 482594 h 797295"/>
                <a:gd name="connsiteX5" fmla="*/ 139604 w 2478691"/>
                <a:gd name="connsiteY5" fmla="*/ 748658 h 797295"/>
                <a:gd name="connsiteX6" fmla="*/ 0 w 2478691"/>
                <a:gd name="connsiteY6" fmla="*/ 262275 h 797295"/>
                <a:gd name="connsiteX0" fmla="*/ 0 w 2309168"/>
                <a:gd name="connsiteY0" fmla="*/ 259772 h 794792"/>
                <a:gd name="connsiteX1" fmla="*/ 1166388 w 2309168"/>
                <a:gd name="connsiteY1" fmla="*/ 20 h 794792"/>
                <a:gd name="connsiteX2" fmla="*/ 2309168 w 2309168"/>
                <a:gd name="connsiteY2" fmla="*/ 270099 h 794792"/>
                <a:gd name="connsiteX3" fmla="*/ 2144534 w 2309168"/>
                <a:gd name="connsiteY3" fmla="*/ 794792 h 794792"/>
                <a:gd name="connsiteX4" fmla="*/ 1156661 w 2309168"/>
                <a:gd name="connsiteY4" fmla="*/ 480091 h 794792"/>
                <a:gd name="connsiteX5" fmla="*/ 139604 w 2309168"/>
                <a:gd name="connsiteY5" fmla="*/ 746155 h 794792"/>
                <a:gd name="connsiteX6" fmla="*/ 0 w 2309168"/>
                <a:gd name="connsiteY6" fmla="*/ 259772 h 794792"/>
                <a:gd name="connsiteX0" fmla="*/ 0 w 2309168"/>
                <a:gd name="connsiteY0" fmla="*/ 259772 h 794792"/>
                <a:gd name="connsiteX1" fmla="*/ 1166388 w 2309168"/>
                <a:gd name="connsiteY1" fmla="*/ 20 h 794792"/>
                <a:gd name="connsiteX2" fmla="*/ 2309168 w 2309168"/>
                <a:gd name="connsiteY2" fmla="*/ 270099 h 794792"/>
                <a:gd name="connsiteX3" fmla="*/ 2144534 w 2309168"/>
                <a:gd name="connsiteY3" fmla="*/ 794792 h 794792"/>
                <a:gd name="connsiteX4" fmla="*/ 1156661 w 2309168"/>
                <a:gd name="connsiteY4" fmla="*/ 480091 h 794792"/>
                <a:gd name="connsiteX5" fmla="*/ 139604 w 2309168"/>
                <a:gd name="connsiteY5" fmla="*/ 746155 h 794792"/>
                <a:gd name="connsiteX6" fmla="*/ 0 w 2309168"/>
                <a:gd name="connsiteY6" fmla="*/ 259772 h 794792"/>
                <a:gd name="connsiteX0" fmla="*/ 0 w 2309168"/>
                <a:gd name="connsiteY0" fmla="*/ 259772 h 746155"/>
                <a:gd name="connsiteX1" fmla="*/ 1166388 w 2309168"/>
                <a:gd name="connsiteY1" fmla="*/ 20 h 746155"/>
                <a:gd name="connsiteX2" fmla="*/ 2309168 w 2309168"/>
                <a:gd name="connsiteY2" fmla="*/ 270099 h 746155"/>
                <a:gd name="connsiteX3" fmla="*/ 2121417 w 2309168"/>
                <a:gd name="connsiteY3" fmla="*/ 707462 h 746155"/>
                <a:gd name="connsiteX4" fmla="*/ 1156661 w 2309168"/>
                <a:gd name="connsiteY4" fmla="*/ 480091 h 746155"/>
                <a:gd name="connsiteX5" fmla="*/ 139604 w 2309168"/>
                <a:gd name="connsiteY5" fmla="*/ 746155 h 746155"/>
                <a:gd name="connsiteX6" fmla="*/ 0 w 2309168"/>
                <a:gd name="connsiteY6" fmla="*/ 259772 h 746155"/>
                <a:gd name="connsiteX0" fmla="*/ 0 w 2309168"/>
                <a:gd name="connsiteY0" fmla="*/ 259772 h 746155"/>
                <a:gd name="connsiteX1" fmla="*/ 1166388 w 2309168"/>
                <a:gd name="connsiteY1" fmla="*/ 20 h 746155"/>
                <a:gd name="connsiteX2" fmla="*/ 2309168 w 2309168"/>
                <a:gd name="connsiteY2" fmla="*/ 270099 h 746155"/>
                <a:gd name="connsiteX3" fmla="*/ 2121417 w 2309168"/>
                <a:gd name="connsiteY3" fmla="*/ 707462 h 746155"/>
                <a:gd name="connsiteX4" fmla="*/ 1156661 w 2309168"/>
                <a:gd name="connsiteY4" fmla="*/ 480091 h 746155"/>
                <a:gd name="connsiteX5" fmla="*/ 139604 w 2309168"/>
                <a:gd name="connsiteY5" fmla="*/ 746155 h 746155"/>
                <a:gd name="connsiteX6" fmla="*/ 0 w 2309168"/>
                <a:gd name="connsiteY6" fmla="*/ 259772 h 746155"/>
                <a:gd name="connsiteX0" fmla="*/ 0 w 2309168"/>
                <a:gd name="connsiteY0" fmla="*/ 226793 h 746567"/>
                <a:gd name="connsiteX1" fmla="*/ 1166388 w 2309168"/>
                <a:gd name="connsiteY1" fmla="*/ 432 h 746567"/>
                <a:gd name="connsiteX2" fmla="*/ 2309168 w 2309168"/>
                <a:gd name="connsiteY2" fmla="*/ 270511 h 746567"/>
                <a:gd name="connsiteX3" fmla="*/ 2121417 w 2309168"/>
                <a:gd name="connsiteY3" fmla="*/ 707874 h 746567"/>
                <a:gd name="connsiteX4" fmla="*/ 1156661 w 2309168"/>
                <a:gd name="connsiteY4" fmla="*/ 480503 h 746567"/>
                <a:gd name="connsiteX5" fmla="*/ 139604 w 2309168"/>
                <a:gd name="connsiteY5" fmla="*/ 746567 h 746567"/>
                <a:gd name="connsiteX6" fmla="*/ 0 w 2309168"/>
                <a:gd name="connsiteY6" fmla="*/ 226793 h 746567"/>
                <a:gd name="connsiteX0" fmla="*/ 0 w 2309168"/>
                <a:gd name="connsiteY0" fmla="*/ 226663 h 746437"/>
                <a:gd name="connsiteX1" fmla="*/ 1166388 w 2309168"/>
                <a:gd name="connsiteY1" fmla="*/ 302 h 746437"/>
                <a:gd name="connsiteX2" fmla="*/ 2309168 w 2309168"/>
                <a:gd name="connsiteY2" fmla="*/ 270381 h 746437"/>
                <a:gd name="connsiteX3" fmla="*/ 2121417 w 2309168"/>
                <a:gd name="connsiteY3" fmla="*/ 707744 h 746437"/>
                <a:gd name="connsiteX4" fmla="*/ 1156661 w 2309168"/>
                <a:gd name="connsiteY4" fmla="*/ 480373 h 746437"/>
                <a:gd name="connsiteX5" fmla="*/ 139604 w 2309168"/>
                <a:gd name="connsiteY5" fmla="*/ 746437 h 746437"/>
                <a:gd name="connsiteX6" fmla="*/ 0 w 2309168"/>
                <a:gd name="connsiteY6" fmla="*/ 226663 h 746437"/>
                <a:gd name="connsiteX0" fmla="*/ 0 w 2309168"/>
                <a:gd name="connsiteY0" fmla="*/ 226614 h 746388"/>
                <a:gd name="connsiteX1" fmla="*/ 1166388 w 2309168"/>
                <a:gd name="connsiteY1" fmla="*/ 253 h 746388"/>
                <a:gd name="connsiteX2" fmla="*/ 2309168 w 2309168"/>
                <a:gd name="connsiteY2" fmla="*/ 270332 h 746388"/>
                <a:gd name="connsiteX3" fmla="*/ 2121417 w 2309168"/>
                <a:gd name="connsiteY3" fmla="*/ 707695 h 746388"/>
                <a:gd name="connsiteX4" fmla="*/ 1156661 w 2309168"/>
                <a:gd name="connsiteY4" fmla="*/ 480324 h 746388"/>
                <a:gd name="connsiteX5" fmla="*/ 139604 w 2309168"/>
                <a:gd name="connsiteY5" fmla="*/ 746388 h 746388"/>
                <a:gd name="connsiteX6" fmla="*/ 0 w 2309168"/>
                <a:gd name="connsiteY6" fmla="*/ 226614 h 746388"/>
                <a:gd name="connsiteX0" fmla="*/ 0 w 2309168"/>
                <a:gd name="connsiteY0" fmla="*/ 231692 h 746328"/>
                <a:gd name="connsiteX1" fmla="*/ 1166388 w 2309168"/>
                <a:gd name="connsiteY1" fmla="*/ 193 h 746328"/>
                <a:gd name="connsiteX2" fmla="*/ 2309168 w 2309168"/>
                <a:gd name="connsiteY2" fmla="*/ 270272 h 746328"/>
                <a:gd name="connsiteX3" fmla="*/ 2121417 w 2309168"/>
                <a:gd name="connsiteY3" fmla="*/ 707635 h 746328"/>
                <a:gd name="connsiteX4" fmla="*/ 1156661 w 2309168"/>
                <a:gd name="connsiteY4" fmla="*/ 480264 h 746328"/>
                <a:gd name="connsiteX5" fmla="*/ 139604 w 2309168"/>
                <a:gd name="connsiteY5" fmla="*/ 746328 h 746328"/>
                <a:gd name="connsiteX6" fmla="*/ 0 w 2309168"/>
                <a:gd name="connsiteY6" fmla="*/ 231692 h 746328"/>
                <a:gd name="connsiteX0" fmla="*/ 0 w 2309168"/>
                <a:gd name="connsiteY0" fmla="*/ 231692 h 707635"/>
                <a:gd name="connsiteX1" fmla="*/ 1166388 w 2309168"/>
                <a:gd name="connsiteY1" fmla="*/ 193 h 707635"/>
                <a:gd name="connsiteX2" fmla="*/ 2309168 w 2309168"/>
                <a:gd name="connsiteY2" fmla="*/ 270272 h 707635"/>
                <a:gd name="connsiteX3" fmla="*/ 2121417 w 2309168"/>
                <a:gd name="connsiteY3" fmla="*/ 707635 h 707635"/>
                <a:gd name="connsiteX4" fmla="*/ 1156661 w 2309168"/>
                <a:gd name="connsiteY4" fmla="*/ 480264 h 707635"/>
                <a:gd name="connsiteX5" fmla="*/ 172995 w 2309168"/>
                <a:gd name="connsiteY5" fmla="*/ 684683 h 707635"/>
                <a:gd name="connsiteX6" fmla="*/ 0 w 2309168"/>
                <a:gd name="connsiteY6" fmla="*/ 231692 h 707635"/>
                <a:gd name="connsiteX0" fmla="*/ 0 w 2309168"/>
                <a:gd name="connsiteY0" fmla="*/ 231692 h 707635"/>
                <a:gd name="connsiteX1" fmla="*/ 1166388 w 2309168"/>
                <a:gd name="connsiteY1" fmla="*/ 193 h 707635"/>
                <a:gd name="connsiteX2" fmla="*/ 2309168 w 2309168"/>
                <a:gd name="connsiteY2" fmla="*/ 270272 h 707635"/>
                <a:gd name="connsiteX3" fmla="*/ 2121417 w 2309168"/>
                <a:gd name="connsiteY3" fmla="*/ 707635 h 707635"/>
                <a:gd name="connsiteX4" fmla="*/ 1156661 w 2309168"/>
                <a:gd name="connsiteY4" fmla="*/ 480264 h 707635"/>
                <a:gd name="connsiteX5" fmla="*/ 172995 w 2309168"/>
                <a:gd name="connsiteY5" fmla="*/ 684683 h 707635"/>
                <a:gd name="connsiteX6" fmla="*/ 0 w 2309168"/>
                <a:gd name="connsiteY6" fmla="*/ 231692 h 707635"/>
                <a:gd name="connsiteX0" fmla="*/ 0 w 2309168"/>
                <a:gd name="connsiteY0" fmla="*/ 231692 h 715340"/>
                <a:gd name="connsiteX1" fmla="*/ 1166388 w 2309168"/>
                <a:gd name="connsiteY1" fmla="*/ 193 h 715340"/>
                <a:gd name="connsiteX2" fmla="*/ 2309168 w 2309168"/>
                <a:gd name="connsiteY2" fmla="*/ 270272 h 715340"/>
                <a:gd name="connsiteX3" fmla="*/ 2123986 w 2309168"/>
                <a:gd name="connsiteY3" fmla="*/ 715340 h 715340"/>
                <a:gd name="connsiteX4" fmla="*/ 1156661 w 2309168"/>
                <a:gd name="connsiteY4" fmla="*/ 480264 h 715340"/>
                <a:gd name="connsiteX5" fmla="*/ 172995 w 2309168"/>
                <a:gd name="connsiteY5" fmla="*/ 684683 h 715340"/>
                <a:gd name="connsiteX6" fmla="*/ 0 w 2309168"/>
                <a:gd name="connsiteY6" fmla="*/ 231692 h 715340"/>
                <a:gd name="connsiteX0" fmla="*/ 0 w 2309168"/>
                <a:gd name="connsiteY0" fmla="*/ 231692 h 715340"/>
                <a:gd name="connsiteX1" fmla="*/ 1166388 w 2309168"/>
                <a:gd name="connsiteY1" fmla="*/ 193 h 715340"/>
                <a:gd name="connsiteX2" fmla="*/ 2309168 w 2309168"/>
                <a:gd name="connsiteY2" fmla="*/ 270272 h 715340"/>
                <a:gd name="connsiteX3" fmla="*/ 2123986 w 2309168"/>
                <a:gd name="connsiteY3" fmla="*/ 715340 h 715340"/>
                <a:gd name="connsiteX4" fmla="*/ 1156661 w 2309168"/>
                <a:gd name="connsiteY4" fmla="*/ 480264 h 715340"/>
                <a:gd name="connsiteX5" fmla="*/ 172995 w 2309168"/>
                <a:gd name="connsiteY5" fmla="*/ 684683 h 715340"/>
                <a:gd name="connsiteX6" fmla="*/ 0 w 2309168"/>
                <a:gd name="connsiteY6" fmla="*/ 231692 h 715340"/>
                <a:gd name="connsiteX0" fmla="*/ 0 w 2309168"/>
                <a:gd name="connsiteY0" fmla="*/ 231692 h 715340"/>
                <a:gd name="connsiteX1" fmla="*/ 1166388 w 2309168"/>
                <a:gd name="connsiteY1" fmla="*/ 193 h 715340"/>
                <a:gd name="connsiteX2" fmla="*/ 2309168 w 2309168"/>
                <a:gd name="connsiteY2" fmla="*/ 270272 h 715340"/>
                <a:gd name="connsiteX3" fmla="*/ 2123986 w 2309168"/>
                <a:gd name="connsiteY3" fmla="*/ 715340 h 715340"/>
                <a:gd name="connsiteX4" fmla="*/ 1156661 w 2309168"/>
                <a:gd name="connsiteY4" fmla="*/ 480264 h 715340"/>
                <a:gd name="connsiteX5" fmla="*/ 172995 w 2309168"/>
                <a:gd name="connsiteY5" fmla="*/ 684683 h 715340"/>
                <a:gd name="connsiteX6" fmla="*/ 0 w 2309168"/>
                <a:gd name="connsiteY6" fmla="*/ 231692 h 715340"/>
                <a:gd name="connsiteX0" fmla="*/ 0 w 2314305"/>
                <a:gd name="connsiteY0" fmla="*/ 231543 h 715191"/>
                <a:gd name="connsiteX1" fmla="*/ 1166388 w 2314305"/>
                <a:gd name="connsiteY1" fmla="*/ 44 h 715191"/>
                <a:gd name="connsiteX2" fmla="*/ 2314305 w 2314305"/>
                <a:gd name="connsiteY2" fmla="*/ 249575 h 715191"/>
                <a:gd name="connsiteX3" fmla="*/ 2123986 w 2314305"/>
                <a:gd name="connsiteY3" fmla="*/ 715191 h 715191"/>
                <a:gd name="connsiteX4" fmla="*/ 1156661 w 2314305"/>
                <a:gd name="connsiteY4" fmla="*/ 480115 h 715191"/>
                <a:gd name="connsiteX5" fmla="*/ 172995 w 2314305"/>
                <a:gd name="connsiteY5" fmla="*/ 684534 h 715191"/>
                <a:gd name="connsiteX6" fmla="*/ 0 w 2314305"/>
                <a:gd name="connsiteY6" fmla="*/ 231543 h 715191"/>
                <a:gd name="connsiteX0" fmla="*/ 0 w 2314305"/>
                <a:gd name="connsiteY0" fmla="*/ 231543 h 715191"/>
                <a:gd name="connsiteX1" fmla="*/ 1166388 w 2314305"/>
                <a:gd name="connsiteY1" fmla="*/ 44 h 715191"/>
                <a:gd name="connsiteX2" fmla="*/ 2314305 w 2314305"/>
                <a:gd name="connsiteY2" fmla="*/ 249575 h 715191"/>
                <a:gd name="connsiteX3" fmla="*/ 2123986 w 2314305"/>
                <a:gd name="connsiteY3" fmla="*/ 715191 h 715191"/>
                <a:gd name="connsiteX4" fmla="*/ 1156661 w 2314305"/>
                <a:gd name="connsiteY4" fmla="*/ 480115 h 715191"/>
                <a:gd name="connsiteX5" fmla="*/ 172995 w 2314305"/>
                <a:gd name="connsiteY5" fmla="*/ 684534 h 715191"/>
                <a:gd name="connsiteX6" fmla="*/ 0 w 2314305"/>
                <a:gd name="connsiteY6" fmla="*/ 231543 h 715191"/>
                <a:gd name="connsiteX0" fmla="*/ 0 w 2314305"/>
                <a:gd name="connsiteY0" fmla="*/ 231550 h 715198"/>
                <a:gd name="connsiteX1" fmla="*/ 1166388 w 2314305"/>
                <a:gd name="connsiteY1" fmla="*/ 51 h 715198"/>
                <a:gd name="connsiteX2" fmla="*/ 2314305 w 2314305"/>
                <a:gd name="connsiteY2" fmla="*/ 249582 h 715198"/>
                <a:gd name="connsiteX3" fmla="*/ 2123986 w 2314305"/>
                <a:gd name="connsiteY3" fmla="*/ 715198 h 715198"/>
                <a:gd name="connsiteX4" fmla="*/ 1156661 w 2314305"/>
                <a:gd name="connsiteY4" fmla="*/ 480122 h 715198"/>
                <a:gd name="connsiteX5" fmla="*/ 172995 w 2314305"/>
                <a:gd name="connsiteY5" fmla="*/ 684541 h 715198"/>
                <a:gd name="connsiteX6" fmla="*/ 0 w 2314305"/>
                <a:gd name="connsiteY6" fmla="*/ 231550 h 715198"/>
                <a:gd name="connsiteX0" fmla="*/ 0 w 2314305"/>
                <a:gd name="connsiteY0" fmla="*/ 233092 h 716740"/>
                <a:gd name="connsiteX1" fmla="*/ 1166388 w 2314305"/>
                <a:gd name="connsiteY1" fmla="*/ 1593 h 716740"/>
                <a:gd name="connsiteX2" fmla="*/ 2314305 w 2314305"/>
                <a:gd name="connsiteY2" fmla="*/ 251124 h 716740"/>
                <a:gd name="connsiteX3" fmla="*/ 2123986 w 2314305"/>
                <a:gd name="connsiteY3" fmla="*/ 716740 h 716740"/>
                <a:gd name="connsiteX4" fmla="*/ 1156661 w 2314305"/>
                <a:gd name="connsiteY4" fmla="*/ 481664 h 716740"/>
                <a:gd name="connsiteX5" fmla="*/ 172995 w 2314305"/>
                <a:gd name="connsiteY5" fmla="*/ 686083 h 716740"/>
                <a:gd name="connsiteX6" fmla="*/ 0 w 2314305"/>
                <a:gd name="connsiteY6" fmla="*/ 233092 h 716740"/>
                <a:gd name="connsiteX0" fmla="*/ 0 w 2314305"/>
                <a:gd name="connsiteY0" fmla="*/ 231523 h 715171"/>
                <a:gd name="connsiteX1" fmla="*/ 1166388 w 2314305"/>
                <a:gd name="connsiteY1" fmla="*/ 24 h 715171"/>
                <a:gd name="connsiteX2" fmla="*/ 2314305 w 2314305"/>
                <a:gd name="connsiteY2" fmla="*/ 249555 h 715171"/>
                <a:gd name="connsiteX3" fmla="*/ 2123986 w 2314305"/>
                <a:gd name="connsiteY3" fmla="*/ 715171 h 715171"/>
                <a:gd name="connsiteX4" fmla="*/ 1156661 w 2314305"/>
                <a:gd name="connsiteY4" fmla="*/ 480095 h 715171"/>
                <a:gd name="connsiteX5" fmla="*/ 172995 w 2314305"/>
                <a:gd name="connsiteY5" fmla="*/ 684514 h 715171"/>
                <a:gd name="connsiteX6" fmla="*/ 0 w 2314305"/>
                <a:gd name="connsiteY6" fmla="*/ 231523 h 715171"/>
                <a:gd name="connsiteX0" fmla="*/ 0 w 2314305"/>
                <a:gd name="connsiteY0" fmla="*/ 231550 h 715198"/>
                <a:gd name="connsiteX1" fmla="*/ 1166388 w 2314305"/>
                <a:gd name="connsiteY1" fmla="*/ 51 h 715198"/>
                <a:gd name="connsiteX2" fmla="*/ 2314305 w 2314305"/>
                <a:gd name="connsiteY2" fmla="*/ 249582 h 715198"/>
                <a:gd name="connsiteX3" fmla="*/ 2123986 w 2314305"/>
                <a:gd name="connsiteY3" fmla="*/ 715198 h 715198"/>
                <a:gd name="connsiteX4" fmla="*/ 1156661 w 2314305"/>
                <a:gd name="connsiteY4" fmla="*/ 480122 h 715198"/>
                <a:gd name="connsiteX5" fmla="*/ 172995 w 2314305"/>
                <a:gd name="connsiteY5" fmla="*/ 684541 h 715198"/>
                <a:gd name="connsiteX6" fmla="*/ 0 w 2314305"/>
                <a:gd name="connsiteY6" fmla="*/ 231550 h 715198"/>
                <a:gd name="connsiteX0" fmla="*/ 0 w 2314305"/>
                <a:gd name="connsiteY0" fmla="*/ 232088 h 715736"/>
                <a:gd name="connsiteX1" fmla="*/ 1166388 w 2314305"/>
                <a:gd name="connsiteY1" fmla="*/ 589 h 715736"/>
                <a:gd name="connsiteX2" fmla="*/ 2314305 w 2314305"/>
                <a:gd name="connsiteY2" fmla="*/ 250120 h 715736"/>
                <a:gd name="connsiteX3" fmla="*/ 2123986 w 2314305"/>
                <a:gd name="connsiteY3" fmla="*/ 715736 h 715736"/>
                <a:gd name="connsiteX4" fmla="*/ 1156661 w 2314305"/>
                <a:gd name="connsiteY4" fmla="*/ 480660 h 715736"/>
                <a:gd name="connsiteX5" fmla="*/ 172995 w 2314305"/>
                <a:gd name="connsiteY5" fmla="*/ 685079 h 715736"/>
                <a:gd name="connsiteX6" fmla="*/ 0 w 2314305"/>
                <a:gd name="connsiteY6" fmla="*/ 232088 h 715736"/>
                <a:gd name="connsiteX0" fmla="*/ 0 w 2314305"/>
                <a:gd name="connsiteY0" fmla="*/ 232088 h 715736"/>
                <a:gd name="connsiteX1" fmla="*/ 1166388 w 2314305"/>
                <a:gd name="connsiteY1" fmla="*/ 589 h 715736"/>
                <a:gd name="connsiteX2" fmla="*/ 2314305 w 2314305"/>
                <a:gd name="connsiteY2" fmla="*/ 250120 h 715736"/>
                <a:gd name="connsiteX3" fmla="*/ 2123986 w 2314305"/>
                <a:gd name="connsiteY3" fmla="*/ 715736 h 715736"/>
                <a:gd name="connsiteX4" fmla="*/ 1156661 w 2314305"/>
                <a:gd name="connsiteY4" fmla="*/ 480660 h 715736"/>
                <a:gd name="connsiteX5" fmla="*/ 172995 w 2314305"/>
                <a:gd name="connsiteY5" fmla="*/ 685079 h 715736"/>
                <a:gd name="connsiteX6" fmla="*/ 0 w 2314305"/>
                <a:gd name="connsiteY6" fmla="*/ 232088 h 715736"/>
                <a:gd name="connsiteX0" fmla="*/ 0 w 2314305"/>
                <a:gd name="connsiteY0" fmla="*/ 232088 h 715736"/>
                <a:gd name="connsiteX1" fmla="*/ 1166388 w 2314305"/>
                <a:gd name="connsiteY1" fmla="*/ 589 h 715736"/>
                <a:gd name="connsiteX2" fmla="*/ 2314305 w 2314305"/>
                <a:gd name="connsiteY2" fmla="*/ 250120 h 715736"/>
                <a:gd name="connsiteX3" fmla="*/ 2123986 w 2314305"/>
                <a:gd name="connsiteY3" fmla="*/ 715736 h 715736"/>
                <a:gd name="connsiteX4" fmla="*/ 1156661 w 2314305"/>
                <a:gd name="connsiteY4" fmla="*/ 480660 h 715736"/>
                <a:gd name="connsiteX5" fmla="*/ 172995 w 2314305"/>
                <a:gd name="connsiteY5" fmla="*/ 685079 h 715736"/>
                <a:gd name="connsiteX6" fmla="*/ 0 w 2314305"/>
                <a:gd name="connsiteY6" fmla="*/ 232088 h 715736"/>
                <a:gd name="connsiteX0" fmla="*/ 0 w 2314305"/>
                <a:gd name="connsiteY0" fmla="*/ 232060 h 715708"/>
                <a:gd name="connsiteX1" fmla="*/ 1166388 w 2314305"/>
                <a:gd name="connsiteY1" fmla="*/ 561 h 715708"/>
                <a:gd name="connsiteX2" fmla="*/ 2314305 w 2314305"/>
                <a:gd name="connsiteY2" fmla="*/ 250092 h 715708"/>
                <a:gd name="connsiteX3" fmla="*/ 2123986 w 2314305"/>
                <a:gd name="connsiteY3" fmla="*/ 715708 h 715708"/>
                <a:gd name="connsiteX4" fmla="*/ 1156661 w 2314305"/>
                <a:gd name="connsiteY4" fmla="*/ 480632 h 715708"/>
                <a:gd name="connsiteX5" fmla="*/ 172995 w 2314305"/>
                <a:gd name="connsiteY5" fmla="*/ 685051 h 715708"/>
                <a:gd name="connsiteX6" fmla="*/ 0 w 2314305"/>
                <a:gd name="connsiteY6" fmla="*/ 232060 h 7157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314305" h="715708">
                  <a:moveTo>
                    <a:pt x="0" y="232060"/>
                  </a:moveTo>
                  <a:cubicBezTo>
                    <a:pt x="116349" y="135016"/>
                    <a:pt x="772966" y="-10150"/>
                    <a:pt x="1166388" y="561"/>
                  </a:cubicBezTo>
                  <a:cubicBezTo>
                    <a:pt x="1559810" y="11272"/>
                    <a:pt x="1962415" y="54514"/>
                    <a:pt x="2314305" y="250092"/>
                  </a:cubicBezTo>
                  <a:cubicBezTo>
                    <a:pt x="2236857" y="411910"/>
                    <a:pt x="2305049" y="284904"/>
                    <a:pt x="2123986" y="715708"/>
                  </a:cubicBezTo>
                  <a:cubicBezTo>
                    <a:pt x="2077752" y="646036"/>
                    <a:pt x="1616289" y="480632"/>
                    <a:pt x="1156661" y="480632"/>
                  </a:cubicBezTo>
                  <a:cubicBezTo>
                    <a:pt x="697033" y="480632"/>
                    <a:pt x="257593" y="589531"/>
                    <a:pt x="172995" y="685051"/>
                  </a:cubicBezTo>
                  <a:lnTo>
                    <a:pt x="0" y="232060"/>
                  </a:lnTo>
                  <a:close/>
                </a:path>
              </a:pathLst>
            </a:custGeom>
            <a:solidFill>
              <a:srgbClr val="33CCCC"/>
            </a:solidFill>
            <a:ln>
              <a:solidFill>
                <a:srgbClr val="33CCC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8" name="Block Arc 1">
              <a:extLst>
                <a:ext uri="{FF2B5EF4-FFF2-40B4-BE49-F238E27FC236}">
                  <a16:creationId xmlns:a16="http://schemas.microsoft.com/office/drawing/2014/main" id="{AA32AB03-ABD1-EA41-ACC2-05087F227CCA}"/>
                </a:ext>
              </a:extLst>
            </p:cNvPr>
            <p:cNvSpPr/>
            <p:nvPr/>
          </p:nvSpPr>
          <p:spPr>
            <a:xfrm rot="15530126">
              <a:off x="4891919" y="3623815"/>
              <a:ext cx="2314305" cy="715708"/>
            </a:xfrm>
            <a:custGeom>
              <a:avLst/>
              <a:gdLst>
                <a:gd name="connsiteX0" fmla="*/ 0 w 2391141"/>
                <a:gd name="connsiteY0" fmla="*/ 726679 h 1453358"/>
                <a:gd name="connsiteX1" fmla="*/ 1195571 w 2391141"/>
                <a:gd name="connsiteY1" fmla="*/ 0 h 1453358"/>
                <a:gd name="connsiteX2" fmla="*/ 2391142 w 2391141"/>
                <a:gd name="connsiteY2" fmla="*/ 726679 h 1453358"/>
                <a:gd name="connsiteX3" fmla="*/ 2027802 w 2391141"/>
                <a:gd name="connsiteY3" fmla="*/ 726679 h 1453358"/>
                <a:gd name="connsiteX4" fmla="*/ 1195571 w 2391141"/>
                <a:gd name="connsiteY4" fmla="*/ 363339 h 1453358"/>
                <a:gd name="connsiteX5" fmla="*/ 363340 w 2391141"/>
                <a:gd name="connsiteY5" fmla="*/ 726679 h 1453358"/>
                <a:gd name="connsiteX6" fmla="*/ 0 w 2391141"/>
                <a:gd name="connsiteY6" fmla="*/ 726679 h 1453358"/>
                <a:gd name="connsiteX0" fmla="*/ 0 w 2614878"/>
                <a:gd name="connsiteY0" fmla="*/ 727830 h 727830"/>
                <a:gd name="connsiteX1" fmla="*/ 1195571 w 2614878"/>
                <a:gd name="connsiteY1" fmla="*/ 1151 h 727830"/>
                <a:gd name="connsiteX2" fmla="*/ 2614878 w 2614878"/>
                <a:gd name="connsiteY2" fmla="*/ 611098 h 727830"/>
                <a:gd name="connsiteX3" fmla="*/ 2027802 w 2614878"/>
                <a:gd name="connsiteY3" fmla="*/ 727830 h 727830"/>
                <a:gd name="connsiteX4" fmla="*/ 1195571 w 2614878"/>
                <a:gd name="connsiteY4" fmla="*/ 364490 h 727830"/>
                <a:gd name="connsiteX5" fmla="*/ 363340 w 2614878"/>
                <a:gd name="connsiteY5" fmla="*/ 727830 h 727830"/>
                <a:gd name="connsiteX6" fmla="*/ 0 w 2614878"/>
                <a:gd name="connsiteY6" fmla="*/ 727830 h 727830"/>
                <a:gd name="connsiteX0" fmla="*/ 0 w 2614878"/>
                <a:gd name="connsiteY0" fmla="*/ 727830 h 727830"/>
                <a:gd name="connsiteX1" fmla="*/ 1195571 w 2614878"/>
                <a:gd name="connsiteY1" fmla="*/ 1151 h 727830"/>
                <a:gd name="connsiteX2" fmla="*/ 2614878 w 2614878"/>
                <a:gd name="connsiteY2" fmla="*/ 611098 h 727830"/>
                <a:gd name="connsiteX3" fmla="*/ 2251538 w 2614878"/>
                <a:gd name="connsiteY3" fmla="*/ 669464 h 727830"/>
                <a:gd name="connsiteX4" fmla="*/ 1195571 w 2614878"/>
                <a:gd name="connsiteY4" fmla="*/ 364490 h 727830"/>
                <a:gd name="connsiteX5" fmla="*/ 363340 w 2614878"/>
                <a:gd name="connsiteY5" fmla="*/ 727830 h 727830"/>
                <a:gd name="connsiteX6" fmla="*/ 0 w 2614878"/>
                <a:gd name="connsiteY6" fmla="*/ 727830 h 727830"/>
                <a:gd name="connsiteX0" fmla="*/ 0 w 2780249"/>
                <a:gd name="connsiteY0" fmla="*/ 590533 h 726720"/>
                <a:gd name="connsiteX1" fmla="*/ 1360942 w 2780249"/>
                <a:gd name="connsiteY1" fmla="*/ 41 h 726720"/>
                <a:gd name="connsiteX2" fmla="*/ 2780249 w 2780249"/>
                <a:gd name="connsiteY2" fmla="*/ 609988 h 726720"/>
                <a:gd name="connsiteX3" fmla="*/ 2416909 w 2780249"/>
                <a:gd name="connsiteY3" fmla="*/ 668354 h 726720"/>
                <a:gd name="connsiteX4" fmla="*/ 1360942 w 2780249"/>
                <a:gd name="connsiteY4" fmla="*/ 363380 h 726720"/>
                <a:gd name="connsiteX5" fmla="*/ 528711 w 2780249"/>
                <a:gd name="connsiteY5" fmla="*/ 726720 h 726720"/>
                <a:gd name="connsiteX6" fmla="*/ 0 w 2780249"/>
                <a:gd name="connsiteY6" fmla="*/ 590533 h 726720"/>
                <a:gd name="connsiteX0" fmla="*/ 0 w 2780249"/>
                <a:gd name="connsiteY0" fmla="*/ 590533 h 668354"/>
                <a:gd name="connsiteX1" fmla="*/ 1360942 w 2780249"/>
                <a:gd name="connsiteY1" fmla="*/ 41 h 668354"/>
                <a:gd name="connsiteX2" fmla="*/ 2780249 w 2780249"/>
                <a:gd name="connsiteY2" fmla="*/ 609988 h 668354"/>
                <a:gd name="connsiteX3" fmla="*/ 2416909 w 2780249"/>
                <a:gd name="connsiteY3" fmla="*/ 668354 h 668354"/>
                <a:gd name="connsiteX4" fmla="*/ 1360942 w 2780249"/>
                <a:gd name="connsiteY4" fmla="*/ 363380 h 668354"/>
                <a:gd name="connsiteX5" fmla="*/ 275792 w 2780249"/>
                <a:gd name="connsiteY5" fmla="*/ 639171 h 668354"/>
                <a:gd name="connsiteX6" fmla="*/ 0 w 2780249"/>
                <a:gd name="connsiteY6" fmla="*/ 590533 h 668354"/>
                <a:gd name="connsiteX0" fmla="*/ 0 w 2780249"/>
                <a:gd name="connsiteY0" fmla="*/ 590533 h 668354"/>
                <a:gd name="connsiteX1" fmla="*/ 1360942 w 2780249"/>
                <a:gd name="connsiteY1" fmla="*/ 41 h 668354"/>
                <a:gd name="connsiteX2" fmla="*/ 2780249 w 2780249"/>
                <a:gd name="connsiteY2" fmla="*/ 609988 h 668354"/>
                <a:gd name="connsiteX3" fmla="*/ 2416909 w 2780249"/>
                <a:gd name="connsiteY3" fmla="*/ 668354 h 668354"/>
                <a:gd name="connsiteX4" fmla="*/ 1351215 w 2780249"/>
                <a:gd name="connsiteY4" fmla="*/ 480112 h 668354"/>
                <a:gd name="connsiteX5" fmla="*/ 275792 w 2780249"/>
                <a:gd name="connsiteY5" fmla="*/ 639171 h 668354"/>
                <a:gd name="connsiteX6" fmla="*/ 0 w 2780249"/>
                <a:gd name="connsiteY6" fmla="*/ 590533 h 668354"/>
                <a:gd name="connsiteX0" fmla="*/ 0 w 2780249"/>
                <a:gd name="connsiteY0" fmla="*/ 590533 h 775358"/>
                <a:gd name="connsiteX1" fmla="*/ 1360942 w 2780249"/>
                <a:gd name="connsiteY1" fmla="*/ 41 h 775358"/>
                <a:gd name="connsiteX2" fmla="*/ 2780249 w 2780249"/>
                <a:gd name="connsiteY2" fmla="*/ 609988 h 775358"/>
                <a:gd name="connsiteX3" fmla="*/ 2329360 w 2780249"/>
                <a:gd name="connsiteY3" fmla="*/ 775358 h 775358"/>
                <a:gd name="connsiteX4" fmla="*/ 1351215 w 2780249"/>
                <a:gd name="connsiteY4" fmla="*/ 480112 h 775358"/>
                <a:gd name="connsiteX5" fmla="*/ 275792 w 2780249"/>
                <a:gd name="connsiteY5" fmla="*/ 639171 h 775358"/>
                <a:gd name="connsiteX6" fmla="*/ 0 w 2780249"/>
                <a:gd name="connsiteY6" fmla="*/ 590533 h 775358"/>
                <a:gd name="connsiteX0" fmla="*/ 0 w 2673245"/>
                <a:gd name="connsiteY0" fmla="*/ 600391 h 785216"/>
                <a:gd name="connsiteX1" fmla="*/ 1360942 w 2673245"/>
                <a:gd name="connsiteY1" fmla="*/ 9899 h 785216"/>
                <a:gd name="connsiteX2" fmla="*/ 2673245 w 2673245"/>
                <a:gd name="connsiteY2" fmla="*/ 405837 h 785216"/>
                <a:gd name="connsiteX3" fmla="*/ 2329360 w 2673245"/>
                <a:gd name="connsiteY3" fmla="*/ 785216 h 785216"/>
                <a:gd name="connsiteX4" fmla="*/ 1351215 w 2673245"/>
                <a:gd name="connsiteY4" fmla="*/ 489970 h 785216"/>
                <a:gd name="connsiteX5" fmla="*/ 275792 w 2673245"/>
                <a:gd name="connsiteY5" fmla="*/ 649029 h 785216"/>
                <a:gd name="connsiteX6" fmla="*/ 0 w 2673245"/>
                <a:gd name="connsiteY6" fmla="*/ 600391 h 785216"/>
                <a:gd name="connsiteX0" fmla="*/ 0 w 2673245"/>
                <a:gd name="connsiteY0" fmla="*/ 593348 h 778173"/>
                <a:gd name="connsiteX1" fmla="*/ 1360942 w 2673245"/>
                <a:gd name="connsiteY1" fmla="*/ 2856 h 778173"/>
                <a:gd name="connsiteX2" fmla="*/ 2673245 w 2673245"/>
                <a:gd name="connsiteY2" fmla="*/ 398794 h 778173"/>
                <a:gd name="connsiteX3" fmla="*/ 2329360 w 2673245"/>
                <a:gd name="connsiteY3" fmla="*/ 778173 h 778173"/>
                <a:gd name="connsiteX4" fmla="*/ 1351215 w 2673245"/>
                <a:gd name="connsiteY4" fmla="*/ 482927 h 778173"/>
                <a:gd name="connsiteX5" fmla="*/ 275792 w 2673245"/>
                <a:gd name="connsiteY5" fmla="*/ 641986 h 778173"/>
                <a:gd name="connsiteX6" fmla="*/ 0 w 2673245"/>
                <a:gd name="connsiteY6" fmla="*/ 593348 h 778173"/>
                <a:gd name="connsiteX0" fmla="*/ 0 w 2478691"/>
                <a:gd name="connsiteY0" fmla="*/ 293714 h 809279"/>
                <a:gd name="connsiteX1" fmla="*/ 1166388 w 2478691"/>
                <a:gd name="connsiteY1" fmla="*/ 33962 h 809279"/>
                <a:gd name="connsiteX2" fmla="*/ 2478691 w 2478691"/>
                <a:gd name="connsiteY2" fmla="*/ 429900 h 809279"/>
                <a:gd name="connsiteX3" fmla="*/ 2134806 w 2478691"/>
                <a:gd name="connsiteY3" fmla="*/ 809279 h 809279"/>
                <a:gd name="connsiteX4" fmla="*/ 1156661 w 2478691"/>
                <a:gd name="connsiteY4" fmla="*/ 514033 h 809279"/>
                <a:gd name="connsiteX5" fmla="*/ 81238 w 2478691"/>
                <a:gd name="connsiteY5" fmla="*/ 673092 h 809279"/>
                <a:gd name="connsiteX6" fmla="*/ 0 w 2478691"/>
                <a:gd name="connsiteY6" fmla="*/ 293714 h 809279"/>
                <a:gd name="connsiteX0" fmla="*/ 0 w 2478691"/>
                <a:gd name="connsiteY0" fmla="*/ 262275 h 777840"/>
                <a:gd name="connsiteX1" fmla="*/ 1166388 w 2478691"/>
                <a:gd name="connsiteY1" fmla="*/ 2523 h 777840"/>
                <a:gd name="connsiteX2" fmla="*/ 2478691 w 2478691"/>
                <a:gd name="connsiteY2" fmla="*/ 398461 h 777840"/>
                <a:gd name="connsiteX3" fmla="*/ 2134806 w 2478691"/>
                <a:gd name="connsiteY3" fmla="*/ 777840 h 777840"/>
                <a:gd name="connsiteX4" fmla="*/ 1156661 w 2478691"/>
                <a:gd name="connsiteY4" fmla="*/ 482594 h 777840"/>
                <a:gd name="connsiteX5" fmla="*/ 81238 w 2478691"/>
                <a:gd name="connsiteY5" fmla="*/ 641653 h 777840"/>
                <a:gd name="connsiteX6" fmla="*/ 0 w 2478691"/>
                <a:gd name="connsiteY6" fmla="*/ 262275 h 777840"/>
                <a:gd name="connsiteX0" fmla="*/ 0 w 2478691"/>
                <a:gd name="connsiteY0" fmla="*/ 262275 h 777841"/>
                <a:gd name="connsiteX1" fmla="*/ 1166388 w 2478691"/>
                <a:gd name="connsiteY1" fmla="*/ 2523 h 777841"/>
                <a:gd name="connsiteX2" fmla="*/ 2478691 w 2478691"/>
                <a:gd name="connsiteY2" fmla="*/ 398461 h 777841"/>
                <a:gd name="connsiteX3" fmla="*/ 2134806 w 2478691"/>
                <a:gd name="connsiteY3" fmla="*/ 777840 h 777841"/>
                <a:gd name="connsiteX4" fmla="*/ 1156661 w 2478691"/>
                <a:gd name="connsiteY4" fmla="*/ 482594 h 777841"/>
                <a:gd name="connsiteX5" fmla="*/ 178515 w 2478691"/>
                <a:gd name="connsiteY5" fmla="*/ 777841 h 777841"/>
                <a:gd name="connsiteX6" fmla="*/ 0 w 2478691"/>
                <a:gd name="connsiteY6" fmla="*/ 262275 h 777841"/>
                <a:gd name="connsiteX0" fmla="*/ 0 w 2478691"/>
                <a:gd name="connsiteY0" fmla="*/ 262275 h 777840"/>
                <a:gd name="connsiteX1" fmla="*/ 1166388 w 2478691"/>
                <a:gd name="connsiteY1" fmla="*/ 2523 h 777840"/>
                <a:gd name="connsiteX2" fmla="*/ 2478691 w 2478691"/>
                <a:gd name="connsiteY2" fmla="*/ 398461 h 777840"/>
                <a:gd name="connsiteX3" fmla="*/ 2134806 w 2478691"/>
                <a:gd name="connsiteY3" fmla="*/ 777840 h 777840"/>
                <a:gd name="connsiteX4" fmla="*/ 1156661 w 2478691"/>
                <a:gd name="connsiteY4" fmla="*/ 482594 h 777840"/>
                <a:gd name="connsiteX5" fmla="*/ 139604 w 2478691"/>
                <a:gd name="connsiteY5" fmla="*/ 748658 h 777840"/>
                <a:gd name="connsiteX6" fmla="*/ 0 w 2478691"/>
                <a:gd name="connsiteY6" fmla="*/ 262275 h 777840"/>
                <a:gd name="connsiteX0" fmla="*/ 0 w 2478691"/>
                <a:gd name="connsiteY0" fmla="*/ 262275 h 777840"/>
                <a:gd name="connsiteX1" fmla="*/ 1166388 w 2478691"/>
                <a:gd name="connsiteY1" fmla="*/ 2523 h 777840"/>
                <a:gd name="connsiteX2" fmla="*/ 2478691 w 2478691"/>
                <a:gd name="connsiteY2" fmla="*/ 398461 h 777840"/>
                <a:gd name="connsiteX3" fmla="*/ 2134806 w 2478691"/>
                <a:gd name="connsiteY3" fmla="*/ 777840 h 777840"/>
                <a:gd name="connsiteX4" fmla="*/ 1156661 w 2478691"/>
                <a:gd name="connsiteY4" fmla="*/ 482594 h 777840"/>
                <a:gd name="connsiteX5" fmla="*/ 139604 w 2478691"/>
                <a:gd name="connsiteY5" fmla="*/ 748658 h 777840"/>
                <a:gd name="connsiteX6" fmla="*/ 0 w 2478691"/>
                <a:gd name="connsiteY6" fmla="*/ 262275 h 777840"/>
                <a:gd name="connsiteX0" fmla="*/ 0 w 2478691"/>
                <a:gd name="connsiteY0" fmla="*/ 262275 h 797295"/>
                <a:gd name="connsiteX1" fmla="*/ 1166388 w 2478691"/>
                <a:gd name="connsiteY1" fmla="*/ 2523 h 797295"/>
                <a:gd name="connsiteX2" fmla="*/ 2478691 w 2478691"/>
                <a:gd name="connsiteY2" fmla="*/ 398461 h 797295"/>
                <a:gd name="connsiteX3" fmla="*/ 2144534 w 2478691"/>
                <a:gd name="connsiteY3" fmla="*/ 797295 h 797295"/>
                <a:gd name="connsiteX4" fmla="*/ 1156661 w 2478691"/>
                <a:gd name="connsiteY4" fmla="*/ 482594 h 797295"/>
                <a:gd name="connsiteX5" fmla="*/ 139604 w 2478691"/>
                <a:gd name="connsiteY5" fmla="*/ 748658 h 797295"/>
                <a:gd name="connsiteX6" fmla="*/ 0 w 2478691"/>
                <a:gd name="connsiteY6" fmla="*/ 262275 h 797295"/>
                <a:gd name="connsiteX0" fmla="*/ 0 w 2478691"/>
                <a:gd name="connsiteY0" fmla="*/ 262275 h 797295"/>
                <a:gd name="connsiteX1" fmla="*/ 1166388 w 2478691"/>
                <a:gd name="connsiteY1" fmla="*/ 2523 h 797295"/>
                <a:gd name="connsiteX2" fmla="*/ 2478691 w 2478691"/>
                <a:gd name="connsiteY2" fmla="*/ 398461 h 797295"/>
                <a:gd name="connsiteX3" fmla="*/ 2144534 w 2478691"/>
                <a:gd name="connsiteY3" fmla="*/ 797295 h 797295"/>
                <a:gd name="connsiteX4" fmla="*/ 1156661 w 2478691"/>
                <a:gd name="connsiteY4" fmla="*/ 482594 h 797295"/>
                <a:gd name="connsiteX5" fmla="*/ 139604 w 2478691"/>
                <a:gd name="connsiteY5" fmla="*/ 748658 h 797295"/>
                <a:gd name="connsiteX6" fmla="*/ 0 w 2478691"/>
                <a:gd name="connsiteY6" fmla="*/ 262275 h 797295"/>
                <a:gd name="connsiteX0" fmla="*/ 0 w 2309168"/>
                <a:gd name="connsiteY0" fmla="*/ 259772 h 794792"/>
                <a:gd name="connsiteX1" fmla="*/ 1166388 w 2309168"/>
                <a:gd name="connsiteY1" fmla="*/ 20 h 794792"/>
                <a:gd name="connsiteX2" fmla="*/ 2309168 w 2309168"/>
                <a:gd name="connsiteY2" fmla="*/ 270099 h 794792"/>
                <a:gd name="connsiteX3" fmla="*/ 2144534 w 2309168"/>
                <a:gd name="connsiteY3" fmla="*/ 794792 h 794792"/>
                <a:gd name="connsiteX4" fmla="*/ 1156661 w 2309168"/>
                <a:gd name="connsiteY4" fmla="*/ 480091 h 794792"/>
                <a:gd name="connsiteX5" fmla="*/ 139604 w 2309168"/>
                <a:gd name="connsiteY5" fmla="*/ 746155 h 794792"/>
                <a:gd name="connsiteX6" fmla="*/ 0 w 2309168"/>
                <a:gd name="connsiteY6" fmla="*/ 259772 h 794792"/>
                <a:gd name="connsiteX0" fmla="*/ 0 w 2309168"/>
                <a:gd name="connsiteY0" fmla="*/ 259772 h 794792"/>
                <a:gd name="connsiteX1" fmla="*/ 1166388 w 2309168"/>
                <a:gd name="connsiteY1" fmla="*/ 20 h 794792"/>
                <a:gd name="connsiteX2" fmla="*/ 2309168 w 2309168"/>
                <a:gd name="connsiteY2" fmla="*/ 270099 h 794792"/>
                <a:gd name="connsiteX3" fmla="*/ 2144534 w 2309168"/>
                <a:gd name="connsiteY3" fmla="*/ 794792 h 794792"/>
                <a:gd name="connsiteX4" fmla="*/ 1156661 w 2309168"/>
                <a:gd name="connsiteY4" fmla="*/ 480091 h 794792"/>
                <a:gd name="connsiteX5" fmla="*/ 139604 w 2309168"/>
                <a:gd name="connsiteY5" fmla="*/ 746155 h 794792"/>
                <a:gd name="connsiteX6" fmla="*/ 0 w 2309168"/>
                <a:gd name="connsiteY6" fmla="*/ 259772 h 794792"/>
                <a:gd name="connsiteX0" fmla="*/ 0 w 2309168"/>
                <a:gd name="connsiteY0" fmla="*/ 259772 h 746155"/>
                <a:gd name="connsiteX1" fmla="*/ 1166388 w 2309168"/>
                <a:gd name="connsiteY1" fmla="*/ 20 h 746155"/>
                <a:gd name="connsiteX2" fmla="*/ 2309168 w 2309168"/>
                <a:gd name="connsiteY2" fmla="*/ 270099 h 746155"/>
                <a:gd name="connsiteX3" fmla="*/ 2121417 w 2309168"/>
                <a:gd name="connsiteY3" fmla="*/ 707462 h 746155"/>
                <a:gd name="connsiteX4" fmla="*/ 1156661 w 2309168"/>
                <a:gd name="connsiteY4" fmla="*/ 480091 h 746155"/>
                <a:gd name="connsiteX5" fmla="*/ 139604 w 2309168"/>
                <a:gd name="connsiteY5" fmla="*/ 746155 h 746155"/>
                <a:gd name="connsiteX6" fmla="*/ 0 w 2309168"/>
                <a:gd name="connsiteY6" fmla="*/ 259772 h 746155"/>
                <a:gd name="connsiteX0" fmla="*/ 0 w 2309168"/>
                <a:gd name="connsiteY0" fmla="*/ 259772 h 746155"/>
                <a:gd name="connsiteX1" fmla="*/ 1166388 w 2309168"/>
                <a:gd name="connsiteY1" fmla="*/ 20 h 746155"/>
                <a:gd name="connsiteX2" fmla="*/ 2309168 w 2309168"/>
                <a:gd name="connsiteY2" fmla="*/ 270099 h 746155"/>
                <a:gd name="connsiteX3" fmla="*/ 2121417 w 2309168"/>
                <a:gd name="connsiteY3" fmla="*/ 707462 h 746155"/>
                <a:gd name="connsiteX4" fmla="*/ 1156661 w 2309168"/>
                <a:gd name="connsiteY4" fmla="*/ 480091 h 746155"/>
                <a:gd name="connsiteX5" fmla="*/ 139604 w 2309168"/>
                <a:gd name="connsiteY5" fmla="*/ 746155 h 746155"/>
                <a:gd name="connsiteX6" fmla="*/ 0 w 2309168"/>
                <a:gd name="connsiteY6" fmla="*/ 259772 h 746155"/>
                <a:gd name="connsiteX0" fmla="*/ 0 w 2309168"/>
                <a:gd name="connsiteY0" fmla="*/ 226793 h 746567"/>
                <a:gd name="connsiteX1" fmla="*/ 1166388 w 2309168"/>
                <a:gd name="connsiteY1" fmla="*/ 432 h 746567"/>
                <a:gd name="connsiteX2" fmla="*/ 2309168 w 2309168"/>
                <a:gd name="connsiteY2" fmla="*/ 270511 h 746567"/>
                <a:gd name="connsiteX3" fmla="*/ 2121417 w 2309168"/>
                <a:gd name="connsiteY3" fmla="*/ 707874 h 746567"/>
                <a:gd name="connsiteX4" fmla="*/ 1156661 w 2309168"/>
                <a:gd name="connsiteY4" fmla="*/ 480503 h 746567"/>
                <a:gd name="connsiteX5" fmla="*/ 139604 w 2309168"/>
                <a:gd name="connsiteY5" fmla="*/ 746567 h 746567"/>
                <a:gd name="connsiteX6" fmla="*/ 0 w 2309168"/>
                <a:gd name="connsiteY6" fmla="*/ 226793 h 746567"/>
                <a:gd name="connsiteX0" fmla="*/ 0 w 2309168"/>
                <a:gd name="connsiteY0" fmla="*/ 226663 h 746437"/>
                <a:gd name="connsiteX1" fmla="*/ 1166388 w 2309168"/>
                <a:gd name="connsiteY1" fmla="*/ 302 h 746437"/>
                <a:gd name="connsiteX2" fmla="*/ 2309168 w 2309168"/>
                <a:gd name="connsiteY2" fmla="*/ 270381 h 746437"/>
                <a:gd name="connsiteX3" fmla="*/ 2121417 w 2309168"/>
                <a:gd name="connsiteY3" fmla="*/ 707744 h 746437"/>
                <a:gd name="connsiteX4" fmla="*/ 1156661 w 2309168"/>
                <a:gd name="connsiteY4" fmla="*/ 480373 h 746437"/>
                <a:gd name="connsiteX5" fmla="*/ 139604 w 2309168"/>
                <a:gd name="connsiteY5" fmla="*/ 746437 h 746437"/>
                <a:gd name="connsiteX6" fmla="*/ 0 w 2309168"/>
                <a:gd name="connsiteY6" fmla="*/ 226663 h 746437"/>
                <a:gd name="connsiteX0" fmla="*/ 0 w 2309168"/>
                <a:gd name="connsiteY0" fmla="*/ 226614 h 746388"/>
                <a:gd name="connsiteX1" fmla="*/ 1166388 w 2309168"/>
                <a:gd name="connsiteY1" fmla="*/ 253 h 746388"/>
                <a:gd name="connsiteX2" fmla="*/ 2309168 w 2309168"/>
                <a:gd name="connsiteY2" fmla="*/ 270332 h 746388"/>
                <a:gd name="connsiteX3" fmla="*/ 2121417 w 2309168"/>
                <a:gd name="connsiteY3" fmla="*/ 707695 h 746388"/>
                <a:gd name="connsiteX4" fmla="*/ 1156661 w 2309168"/>
                <a:gd name="connsiteY4" fmla="*/ 480324 h 746388"/>
                <a:gd name="connsiteX5" fmla="*/ 139604 w 2309168"/>
                <a:gd name="connsiteY5" fmla="*/ 746388 h 746388"/>
                <a:gd name="connsiteX6" fmla="*/ 0 w 2309168"/>
                <a:gd name="connsiteY6" fmla="*/ 226614 h 746388"/>
                <a:gd name="connsiteX0" fmla="*/ 0 w 2309168"/>
                <a:gd name="connsiteY0" fmla="*/ 231692 h 746328"/>
                <a:gd name="connsiteX1" fmla="*/ 1166388 w 2309168"/>
                <a:gd name="connsiteY1" fmla="*/ 193 h 746328"/>
                <a:gd name="connsiteX2" fmla="*/ 2309168 w 2309168"/>
                <a:gd name="connsiteY2" fmla="*/ 270272 h 746328"/>
                <a:gd name="connsiteX3" fmla="*/ 2121417 w 2309168"/>
                <a:gd name="connsiteY3" fmla="*/ 707635 h 746328"/>
                <a:gd name="connsiteX4" fmla="*/ 1156661 w 2309168"/>
                <a:gd name="connsiteY4" fmla="*/ 480264 h 746328"/>
                <a:gd name="connsiteX5" fmla="*/ 139604 w 2309168"/>
                <a:gd name="connsiteY5" fmla="*/ 746328 h 746328"/>
                <a:gd name="connsiteX6" fmla="*/ 0 w 2309168"/>
                <a:gd name="connsiteY6" fmla="*/ 231692 h 746328"/>
                <a:gd name="connsiteX0" fmla="*/ 0 w 2309168"/>
                <a:gd name="connsiteY0" fmla="*/ 231692 h 707635"/>
                <a:gd name="connsiteX1" fmla="*/ 1166388 w 2309168"/>
                <a:gd name="connsiteY1" fmla="*/ 193 h 707635"/>
                <a:gd name="connsiteX2" fmla="*/ 2309168 w 2309168"/>
                <a:gd name="connsiteY2" fmla="*/ 270272 h 707635"/>
                <a:gd name="connsiteX3" fmla="*/ 2121417 w 2309168"/>
                <a:gd name="connsiteY3" fmla="*/ 707635 h 707635"/>
                <a:gd name="connsiteX4" fmla="*/ 1156661 w 2309168"/>
                <a:gd name="connsiteY4" fmla="*/ 480264 h 707635"/>
                <a:gd name="connsiteX5" fmla="*/ 172995 w 2309168"/>
                <a:gd name="connsiteY5" fmla="*/ 684683 h 707635"/>
                <a:gd name="connsiteX6" fmla="*/ 0 w 2309168"/>
                <a:gd name="connsiteY6" fmla="*/ 231692 h 707635"/>
                <a:gd name="connsiteX0" fmla="*/ 0 w 2309168"/>
                <a:gd name="connsiteY0" fmla="*/ 231692 h 707635"/>
                <a:gd name="connsiteX1" fmla="*/ 1166388 w 2309168"/>
                <a:gd name="connsiteY1" fmla="*/ 193 h 707635"/>
                <a:gd name="connsiteX2" fmla="*/ 2309168 w 2309168"/>
                <a:gd name="connsiteY2" fmla="*/ 270272 h 707635"/>
                <a:gd name="connsiteX3" fmla="*/ 2121417 w 2309168"/>
                <a:gd name="connsiteY3" fmla="*/ 707635 h 707635"/>
                <a:gd name="connsiteX4" fmla="*/ 1156661 w 2309168"/>
                <a:gd name="connsiteY4" fmla="*/ 480264 h 707635"/>
                <a:gd name="connsiteX5" fmla="*/ 172995 w 2309168"/>
                <a:gd name="connsiteY5" fmla="*/ 684683 h 707635"/>
                <a:gd name="connsiteX6" fmla="*/ 0 w 2309168"/>
                <a:gd name="connsiteY6" fmla="*/ 231692 h 707635"/>
                <a:gd name="connsiteX0" fmla="*/ 0 w 2309168"/>
                <a:gd name="connsiteY0" fmla="*/ 231692 h 715340"/>
                <a:gd name="connsiteX1" fmla="*/ 1166388 w 2309168"/>
                <a:gd name="connsiteY1" fmla="*/ 193 h 715340"/>
                <a:gd name="connsiteX2" fmla="*/ 2309168 w 2309168"/>
                <a:gd name="connsiteY2" fmla="*/ 270272 h 715340"/>
                <a:gd name="connsiteX3" fmla="*/ 2123986 w 2309168"/>
                <a:gd name="connsiteY3" fmla="*/ 715340 h 715340"/>
                <a:gd name="connsiteX4" fmla="*/ 1156661 w 2309168"/>
                <a:gd name="connsiteY4" fmla="*/ 480264 h 715340"/>
                <a:gd name="connsiteX5" fmla="*/ 172995 w 2309168"/>
                <a:gd name="connsiteY5" fmla="*/ 684683 h 715340"/>
                <a:gd name="connsiteX6" fmla="*/ 0 w 2309168"/>
                <a:gd name="connsiteY6" fmla="*/ 231692 h 715340"/>
                <a:gd name="connsiteX0" fmla="*/ 0 w 2309168"/>
                <a:gd name="connsiteY0" fmla="*/ 231692 h 715340"/>
                <a:gd name="connsiteX1" fmla="*/ 1166388 w 2309168"/>
                <a:gd name="connsiteY1" fmla="*/ 193 h 715340"/>
                <a:gd name="connsiteX2" fmla="*/ 2309168 w 2309168"/>
                <a:gd name="connsiteY2" fmla="*/ 270272 h 715340"/>
                <a:gd name="connsiteX3" fmla="*/ 2123986 w 2309168"/>
                <a:gd name="connsiteY3" fmla="*/ 715340 h 715340"/>
                <a:gd name="connsiteX4" fmla="*/ 1156661 w 2309168"/>
                <a:gd name="connsiteY4" fmla="*/ 480264 h 715340"/>
                <a:gd name="connsiteX5" fmla="*/ 172995 w 2309168"/>
                <a:gd name="connsiteY5" fmla="*/ 684683 h 715340"/>
                <a:gd name="connsiteX6" fmla="*/ 0 w 2309168"/>
                <a:gd name="connsiteY6" fmla="*/ 231692 h 715340"/>
                <a:gd name="connsiteX0" fmla="*/ 0 w 2309168"/>
                <a:gd name="connsiteY0" fmla="*/ 231692 h 715340"/>
                <a:gd name="connsiteX1" fmla="*/ 1166388 w 2309168"/>
                <a:gd name="connsiteY1" fmla="*/ 193 h 715340"/>
                <a:gd name="connsiteX2" fmla="*/ 2309168 w 2309168"/>
                <a:gd name="connsiteY2" fmla="*/ 270272 h 715340"/>
                <a:gd name="connsiteX3" fmla="*/ 2123986 w 2309168"/>
                <a:gd name="connsiteY3" fmla="*/ 715340 h 715340"/>
                <a:gd name="connsiteX4" fmla="*/ 1156661 w 2309168"/>
                <a:gd name="connsiteY4" fmla="*/ 480264 h 715340"/>
                <a:gd name="connsiteX5" fmla="*/ 172995 w 2309168"/>
                <a:gd name="connsiteY5" fmla="*/ 684683 h 715340"/>
                <a:gd name="connsiteX6" fmla="*/ 0 w 2309168"/>
                <a:gd name="connsiteY6" fmla="*/ 231692 h 715340"/>
                <a:gd name="connsiteX0" fmla="*/ 0 w 2314305"/>
                <a:gd name="connsiteY0" fmla="*/ 231543 h 715191"/>
                <a:gd name="connsiteX1" fmla="*/ 1166388 w 2314305"/>
                <a:gd name="connsiteY1" fmla="*/ 44 h 715191"/>
                <a:gd name="connsiteX2" fmla="*/ 2314305 w 2314305"/>
                <a:gd name="connsiteY2" fmla="*/ 249575 h 715191"/>
                <a:gd name="connsiteX3" fmla="*/ 2123986 w 2314305"/>
                <a:gd name="connsiteY3" fmla="*/ 715191 h 715191"/>
                <a:gd name="connsiteX4" fmla="*/ 1156661 w 2314305"/>
                <a:gd name="connsiteY4" fmla="*/ 480115 h 715191"/>
                <a:gd name="connsiteX5" fmla="*/ 172995 w 2314305"/>
                <a:gd name="connsiteY5" fmla="*/ 684534 h 715191"/>
                <a:gd name="connsiteX6" fmla="*/ 0 w 2314305"/>
                <a:gd name="connsiteY6" fmla="*/ 231543 h 715191"/>
                <a:gd name="connsiteX0" fmla="*/ 0 w 2314305"/>
                <a:gd name="connsiteY0" fmla="*/ 231543 h 715191"/>
                <a:gd name="connsiteX1" fmla="*/ 1166388 w 2314305"/>
                <a:gd name="connsiteY1" fmla="*/ 44 h 715191"/>
                <a:gd name="connsiteX2" fmla="*/ 2314305 w 2314305"/>
                <a:gd name="connsiteY2" fmla="*/ 249575 h 715191"/>
                <a:gd name="connsiteX3" fmla="*/ 2123986 w 2314305"/>
                <a:gd name="connsiteY3" fmla="*/ 715191 h 715191"/>
                <a:gd name="connsiteX4" fmla="*/ 1156661 w 2314305"/>
                <a:gd name="connsiteY4" fmla="*/ 480115 h 715191"/>
                <a:gd name="connsiteX5" fmla="*/ 172995 w 2314305"/>
                <a:gd name="connsiteY5" fmla="*/ 684534 h 715191"/>
                <a:gd name="connsiteX6" fmla="*/ 0 w 2314305"/>
                <a:gd name="connsiteY6" fmla="*/ 231543 h 715191"/>
                <a:gd name="connsiteX0" fmla="*/ 0 w 2314305"/>
                <a:gd name="connsiteY0" fmla="*/ 231550 h 715198"/>
                <a:gd name="connsiteX1" fmla="*/ 1166388 w 2314305"/>
                <a:gd name="connsiteY1" fmla="*/ 51 h 715198"/>
                <a:gd name="connsiteX2" fmla="*/ 2314305 w 2314305"/>
                <a:gd name="connsiteY2" fmla="*/ 249582 h 715198"/>
                <a:gd name="connsiteX3" fmla="*/ 2123986 w 2314305"/>
                <a:gd name="connsiteY3" fmla="*/ 715198 h 715198"/>
                <a:gd name="connsiteX4" fmla="*/ 1156661 w 2314305"/>
                <a:gd name="connsiteY4" fmla="*/ 480122 h 715198"/>
                <a:gd name="connsiteX5" fmla="*/ 172995 w 2314305"/>
                <a:gd name="connsiteY5" fmla="*/ 684541 h 715198"/>
                <a:gd name="connsiteX6" fmla="*/ 0 w 2314305"/>
                <a:gd name="connsiteY6" fmla="*/ 231550 h 715198"/>
                <a:gd name="connsiteX0" fmla="*/ 0 w 2314305"/>
                <a:gd name="connsiteY0" fmla="*/ 233092 h 716740"/>
                <a:gd name="connsiteX1" fmla="*/ 1166388 w 2314305"/>
                <a:gd name="connsiteY1" fmla="*/ 1593 h 716740"/>
                <a:gd name="connsiteX2" fmla="*/ 2314305 w 2314305"/>
                <a:gd name="connsiteY2" fmla="*/ 251124 h 716740"/>
                <a:gd name="connsiteX3" fmla="*/ 2123986 w 2314305"/>
                <a:gd name="connsiteY3" fmla="*/ 716740 h 716740"/>
                <a:gd name="connsiteX4" fmla="*/ 1156661 w 2314305"/>
                <a:gd name="connsiteY4" fmla="*/ 481664 h 716740"/>
                <a:gd name="connsiteX5" fmla="*/ 172995 w 2314305"/>
                <a:gd name="connsiteY5" fmla="*/ 686083 h 716740"/>
                <a:gd name="connsiteX6" fmla="*/ 0 w 2314305"/>
                <a:gd name="connsiteY6" fmla="*/ 233092 h 716740"/>
                <a:gd name="connsiteX0" fmla="*/ 0 w 2314305"/>
                <a:gd name="connsiteY0" fmla="*/ 231523 h 715171"/>
                <a:gd name="connsiteX1" fmla="*/ 1166388 w 2314305"/>
                <a:gd name="connsiteY1" fmla="*/ 24 h 715171"/>
                <a:gd name="connsiteX2" fmla="*/ 2314305 w 2314305"/>
                <a:gd name="connsiteY2" fmla="*/ 249555 h 715171"/>
                <a:gd name="connsiteX3" fmla="*/ 2123986 w 2314305"/>
                <a:gd name="connsiteY3" fmla="*/ 715171 h 715171"/>
                <a:gd name="connsiteX4" fmla="*/ 1156661 w 2314305"/>
                <a:gd name="connsiteY4" fmla="*/ 480095 h 715171"/>
                <a:gd name="connsiteX5" fmla="*/ 172995 w 2314305"/>
                <a:gd name="connsiteY5" fmla="*/ 684514 h 715171"/>
                <a:gd name="connsiteX6" fmla="*/ 0 w 2314305"/>
                <a:gd name="connsiteY6" fmla="*/ 231523 h 715171"/>
                <a:gd name="connsiteX0" fmla="*/ 0 w 2314305"/>
                <a:gd name="connsiteY0" fmla="*/ 231550 h 715198"/>
                <a:gd name="connsiteX1" fmla="*/ 1166388 w 2314305"/>
                <a:gd name="connsiteY1" fmla="*/ 51 h 715198"/>
                <a:gd name="connsiteX2" fmla="*/ 2314305 w 2314305"/>
                <a:gd name="connsiteY2" fmla="*/ 249582 h 715198"/>
                <a:gd name="connsiteX3" fmla="*/ 2123986 w 2314305"/>
                <a:gd name="connsiteY3" fmla="*/ 715198 h 715198"/>
                <a:gd name="connsiteX4" fmla="*/ 1156661 w 2314305"/>
                <a:gd name="connsiteY4" fmla="*/ 480122 h 715198"/>
                <a:gd name="connsiteX5" fmla="*/ 172995 w 2314305"/>
                <a:gd name="connsiteY5" fmla="*/ 684541 h 715198"/>
                <a:gd name="connsiteX6" fmla="*/ 0 w 2314305"/>
                <a:gd name="connsiteY6" fmla="*/ 231550 h 715198"/>
                <a:gd name="connsiteX0" fmla="*/ 0 w 2314305"/>
                <a:gd name="connsiteY0" fmla="*/ 232088 h 715736"/>
                <a:gd name="connsiteX1" fmla="*/ 1166388 w 2314305"/>
                <a:gd name="connsiteY1" fmla="*/ 589 h 715736"/>
                <a:gd name="connsiteX2" fmla="*/ 2314305 w 2314305"/>
                <a:gd name="connsiteY2" fmla="*/ 250120 h 715736"/>
                <a:gd name="connsiteX3" fmla="*/ 2123986 w 2314305"/>
                <a:gd name="connsiteY3" fmla="*/ 715736 h 715736"/>
                <a:gd name="connsiteX4" fmla="*/ 1156661 w 2314305"/>
                <a:gd name="connsiteY4" fmla="*/ 480660 h 715736"/>
                <a:gd name="connsiteX5" fmla="*/ 172995 w 2314305"/>
                <a:gd name="connsiteY5" fmla="*/ 685079 h 715736"/>
                <a:gd name="connsiteX6" fmla="*/ 0 w 2314305"/>
                <a:gd name="connsiteY6" fmla="*/ 232088 h 715736"/>
                <a:gd name="connsiteX0" fmla="*/ 0 w 2314305"/>
                <a:gd name="connsiteY0" fmla="*/ 232088 h 715736"/>
                <a:gd name="connsiteX1" fmla="*/ 1166388 w 2314305"/>
                <a:gd name="connsiteY1" fmla="*/ 589 h 715736"/>
                <a:gd name="connsiteX2" fmla="*/ 2314305 w 2314305"/>
                <a:gd name="connsiteY2" fmla="*/ 250120 h 715736"/>
                <a:gd name="connsiteX3" fmla="*/ 2123986 w 2314305"/>
                <a:gd name="connsiteY3" fmla="*/ 715736 h 715736"/>
                <a:gd name="connsiteX4" fmla="*/ 1156661 w 2314305"/>
                <a:gd name="connsiteY4" fmla="*/ 480660 h 715736"/>
                <a:gd name="connsiteX5" fmla="*/ 172995 w 2314305"/>
                <a:gd name="connsiteY5" fmla="*/ 685079 h 715736"/>
                <a:gd name="connsiteX6" fmla="*/ 0 w 2314305"/>
                <a:gd name="connsiteY6" fmla="*/ 232088 h 715736"/>
                <a:gd name="connsiteX0" fmla="*/ 0 w 2314305"/>
                <a:gd name="connsiteY0" fmla="*/ 232088 h 715736"/>
                <a:gd name="connsiteX1" fmla="*/ 1166388 w 2314305"/>
                <a:gd name="connsiteY1" fmla="*/ 589 h 715736"/>
                <a:gd name="connsiteX2" fmla="*/ 2314305 w 2314305"/>
                <a:gd name="connsiteY2" fmla="*/ 250120 h 715736"/>
                <a:gd name="connsiteX3" fmla="*/ 2123986 w 2314305"/>
                <a:gd name="connsiteY3" fmla="*/ 715736 h 715736"/>
                <a:gd name="connsiteX4" fmla="*/ 1156661 w 2314305"/>
                <a:gd name="connsiteY4" fmla="*/ 480660 h 715736"/>
                <a:gd name="connsiteX5" fmla="*/ 172995 w 2314305"/>
                <a:gd name="connsiteY5" fmla="*/ 685079 h 715736"/>
                <a:gd name="connsiteX6" fmla="*/ 0 w 2314305"/>
                <a:gd name="connsiteY6" fmla="*/ 232088 h 715736"/>
                <a:gd name="connsiteX0" fmla="*/ 0 w 2314305"/>
                <a:gd name="connsiteY0" fmla="*/ 232060 h 715708"/>
                <a:gd name="connsiteX1" fmla="*/ 1166388 w 2314305"/>
                <a:gd name="connsiteY1" fmla="*/ 561 h 715708"/>
                <a:gd name="connsiteX2" fmla="*/ 2314305 w 2314305"/>
                <a:gd name="connsiteY2" fmla="*/ 250092 h 715708"/>
                <a:gd name="connsiteX3" fmla="*/ 2123986 w 2314305"/>
                <a:gd name="connsiteY3" fmla="*/ 715708 h 715708"/>
                <a:gd name="connsiteX4" fmla="*/ 1156661 w 2314305"/>
                <a:gd name="connsiteY4" fmla="*/ 480632 h 715708"/>
                <a:gd name="connsiteX5" fmla="*/ 172995 w 2314305"/>
                <a:gd name="connsiteY5" fmla="*/ 685051 h 715708"/>
                <a:gd name="connsiteX6" fmla="*/ 0 w 2314305"/>
                <a:gd name="connsiteY6" fmla="*/ 232060 h 7157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314305" h="715708">
                  <a:moveTo>
                    <a:pt x="0" y="232060"/>
                  </a:moveTo>
                  <a:cubicBezTo>
                    <a:pt x="116349" y="135016"/>
                    <a:pt x="772966" y="-10150"/>
                    <a:pt x="1166388" y="561"/>
                  </a:cubicBezTo>
                  <a:cubicBezTo>
                    <a:pt x="1559810" y="11272"/>
                    <a:pt x="1962415" y="54514"/>
                    <a:pt x="2314305" y="250092"/>
                  </a:cubicBezTo>
                  <a:cubicBezTo>
                    <a:pt x="2236857" y="411910"/>
                    <a:pt x="2305049" y="284904"/>
                    <a:pt x="2123986" y="715708"/>
                  </a:cubicBezTo>
                  <a:cubicBezTo>
                    <a:pt x="2077752" y="646036"/>
                    <a:pt x="1616289" y="480632"/>
                    <a:pt x="1156661" y="480632"/>
                  </a:cubicBezTo>
                  <a:cubicBezTo>
                    <a:pt x="697033" y="480632"/>
                    <a:pt x="257593" y="589531"/>
                    <a:pt x="172995" y="685051"/>
                  </a:cubicBezTo>
                  <a:lnTo>
                    <a:pt x="0" y="232060"/>
                  </a:lnTo>
                  <a:close/>
                </a:path>
              </a:pathLst>
            </a:custGeom>
            <a:solidFill>
              <a:srgbClr val="0070C0"/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60A35A71-AD7F-2773-210C-70D0C1064C54}"/>
                </a:ext>
              </a:extLst>
            </p:cNvPr>
            <p:cNvSpPr txBox="1"/>
            <p:nvPr/>
          </p:nvSpPr>
          <p:spPr>
            <a:xfrm rot="2976467">
              <a:off x="9461974" y="1744448"/>
              <a:ext cx="1841899" cy="638175"/>
            </a:xfrm>
            <a:prstGeom prst="rect">
              <a:avLst/>
            </a:prstGeom>
            <a:noFill/>
          </p:spPr>
          <p:txBody>
            <a:bodyPr wrap="square" rtlCol="0">
              <a:prstTxWarp prst="textArchUp">
                <a:avLst>
                  <a:gd name="adj" fmla="val 11053946"/>
                </a:avLst>
              </a:prstTxWarp>
              <a:spAutoFit/>
            </a:bodyPr>
            <a:lstStyle/>
            <a:p>
              <a:pPr algn="ctr"/>
              <a:r>
                <a:rPr lang="en-US" sz="2400" dirty="0">
                  <a:solidFill>
                    <a:schemeClr val="bg1"/>
                  </a:solidFill>
                </a:rPr>
                <a:t>Connect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5B60CAB7-94DD-6759-3D0C-BA7D3AD77D22}"/>
                </a:ext>
              </a:extLst>
            </p:cNvPr>
            <p:cNvSpPr txBox="1"/>
            <p:nvPr/>
          </p:nvSpPr>
          <p:spPr>
            <a:xfrm rot="6218390">
              <a:off x="9925946" y="3694976"/>
              <a:ext cx="1841899" cy="638175"/>
            </a:xfrm>
            <a:prstGeom prst="rect">
              <a:avLst/>
            </a:prstGeom>
            <a:noFill/>
          </p:spPr>
          <p:txBody>
            <a:bodyPr wrap="square" rtlCol="0">
              <a:prstTxWarp prst="textArchUp">
                <a:avLst/>
              </a:prstTxWarp>
              <a:spAutoFit/>
            </a:bodyPr>
            <a:lstStyle/>
            <a:p>
              <a:pPr algn="ctr"/>
              <a:r>
                <a:rPr lang="en-US" sz="2400" dirty="0">
                  <a:solidFill>
                    <a:schemeClr val="bg1"/>
                  </a:solidFill>
                </a:rPr>
                <a:t>Learn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8A36CCCB-8CB2-5C0A-E92B-5365C8817F44}"/>
                </a:ext>
              </a:extLst>
            </p:cNvPr>
            <p:cNvSpPr txBox="1"/>
            <p:nvPr/>
          </p:nvSpPr>
          <p:spPr>
            <a:xfrm rot="9167093">
              <a:off x="8638078" y="5306238"/>
              <a:ext cx="1841899" cy="638175"/>
            </a:xfrm>
            <a:prstGeom prst="rect">
              <a:avLst/>
            </a:prstGeom>
            <a:noFill/>
          </p:spPr>
          <p:txBody>
            <a:bodyPr wrap="square" rtlCol="0">
              <a:prstTxWarp prst="textArchUp">
                <a:avLst/>
              </a:prstTxWarp>
              <a:spAutoFit/>
            </a:bodyPr>
            <a:lstStyle/>
            <a:p>
              <a:pPr algn="ctr"/>
              <a:r>
                <a:rPr lang="en-US" sz="2400" dirty="0">
                  <a:solidFill>
                    <a:schemeClr val="bg1"/>
                  </a:solidFill>
                </a:rPr>
                <a:t>Engage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092D22A5-05C8-D181-81F6-1BBFC5577D75}"/>
                </a:ext>
              </a:extLst>
            </p:cNvPr>
            <p:cNvSpPr txBox="1"/>
            <p:nvPr/>
          </p:nvSpPr>
          <p:spPr>
            <a:xfrm rot="12622647">
              <a:off x="6593675" y="5243488"/>
              <a:ext cx="1841899" cy="638175"/>
            </a:xfrm>
            <a:prstGeom prst="rect">
              <a:avLst/>
            </a:prstGeom>
            <a:noFill/>
          </p:spPr>
          <p:txBody>
            <a:bodyPr wrap="square" rtlCol="0">
              <a:prstTxWarp prst="textArchUp">
                <a:avLst/>
              </a:prstTxWarp>
              <a:spAutoFit/>
            </a:bodyPr>
            <a:lstStyle/>
            <a:p>
              <a:pPr algn="ctr"/>
              <a:r>
                <a:rPr lang="en-US" sz="2400" dirty="0">
                  <a:solidFill>
                    <a:schemeClr val="bg1"/>
                  </a:solidFill>
                </a:rPr>
                <a:t>Invite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B8D10961-798C-3E82-DBE7-392638BA61E2}"/>
                </a:ext>
              </a:extLst>
            </p:cNvPr>
            <p:cNvSpPr txBox="1"/>
            <p:nvPr/>
          </p:nvSpPr>
          <p:spPr>
            <a:xfrm rot="15697400">
              <a:off x="5263361" y="3507272"/>
              <a:ext cx="2027125" cy="638175"/>
            </a:xfrm>
            <a:prstGeom prst="rect">
              <a:avLst/>
            </a:prstGeom>
            <a:noFill/>
          </p:spPr>
          <p:txBody>
            <a:bodyPr wrap="square" rtlCol="0">
              <a:prstTxWarp prst="textArchUp">
                <a:avLst>
                  <a:gd name="adj" fmla="val 10820778"/>
                </a:avLst>
              </a:prstTxWarp>
              <a:spAutoFit/>
            </a:bodyPr>
            <a:lstStyle/>
            <a:p>
              <a:pPr algn="ctr"/>
              <a:r>
                <a:rPr lang="en-US" sz="2400" dirty="0">
                  <a:solidFill>
                    <a:schemeClr val="bg1"/>
                  </a:solidFill>
                </a:rPr>
                <a:t>Appreciate</a:t>
              </a:r>
            </a:p>
          </p:txBody>
        </p:sp>
        <p:sp>
          <p:nvSpPr>
            <p:cNvPr id="17" name="Isosceles Triangle 16">
              <a:extLst>
                <a:ext uri="{FF2B5EF4-FFF2-40B4-BE49-F238E27FC236}">
                  <a16:creationId xmlns:a16="http://schemas.microsoft.com/office/drawing/2014/main" id="{66BAF7AA-9886-8CAB-1EBD-20A3721ED1C2}"/>
                </a:ext>
              </a:extLst>
            </p:cNvPr>
            <p:cNvSpPr/>
            <p:nvPr/>
          </p:nvSpPr>
          <p:spPr>
            <a:xfrm rot="6649031">
              <a:off x="9283774" y="854270"/>
              <a:ext cx="1097280" cy="457200"/>
            </a:xfrm>
            <a:prstGeom prst="triangle">
              <a:avLst>
                <a:gd name="adj" fmla="val 49630"/>
              </a:avLst>
            </a:prstGeom>
            <a:solidFill>
              <a:srgbClr val="EE4238"/>
            </a:solidFill>
            <a:ln>
              <a:solidFill>
                <a:srgbClr val="EE423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" name="Isosceles Triangle 17">
              <a:extLst>
                <a:ext uri="{FF2B5EF4-FFF2-40B4-BE49-F238E27FC236}">
                  <a16:creationId xmlns:a16="http://schemas.microsoft.com/office/drawing/2014/main" id="{36E1D5FB-05B9-4303-195D-3FA0304492A8}"/>
                </a:ext>
              </a:extLst>
            </p:cNvPr>
            <p:cNvSpPr/>
            <p:nvPr/>
          </p:nvSpPr>
          <p:spPr>
            <a:xfrm rot="10033193">
              <a:off x="10653102" y="2772840"/>
              <a:ext cx="1097280" cy="457200"/>
            </a:xfrm>
            <a:prstGeom prst="triangle">
              <a:avLst>
                <a:gd name="adj" fmla="val 49630"/>
              </a:avLst>
            </a:prstGeom>
            <a:solidFill>
              <a:srgbClr val="F18120"/>
            </a:solidFill>
            <a:ln>
              <a:solidFill>
                <a:srgbClr val="F1812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9" name="Block Arc 1">
              <a:extLst>
                <a:ext uri="{FF2B5EF4-FFF2-40B4-BE49-F238E27FC236}">
                  <a16:creationId xmlns:a16="http://schemas.microsoft.com/office/drawing/2014/main" id="{FB12AED3-376C-EC6D-51F0-AEEB90A2B8F0}"/>
                </a:ext>
              </a:extLst>
            </p:cNvPr>
            <p:cNvSpPr/>
            <p:nvPr/>
          </p:nvSpPr>
          <p:spPr>
            <a:xfrm>
              <a:off x="7436948" y="567120"/>
              <a:ext cx="2314305" cy="715708"/>
            </a:xfrm>
            <a:custGeom>
              <a:avLst/>
              <a:gdLst>
                <a:gd name="connsiteX0" fmla="*/ 0 w 2391141"/>
                <a:gd name="connsiteY0" fmla="*/ 726679 h 1453358"/>
                <a:gd name="connsiteX1" fmla="*/ 1195571 w 2391141"/>
                <a:gd name="connsiteY1" fmla="*/ 0 h 1453358"/>
                <a:gd name="connsiteX2" fmla="*/ 2391142 w 2391141"/>
                <a:gd name="connsiteY2" fmla="*/ 726679 h 1453358"/>
                <a:gd name="connsiteX3" fmla="*/ 2027802 w 2391141"/>
                <a:gd name="connsiteY3" fmla="*/ 726679 h 1453358"/>
                <a:gd name="connsiteX4" fmla="*/ 1195571 w 2391141"/>
                <a:gd name="connsiteY4" fmla="*/ 363339 h 1453358"/>
                <a:gd name="connsiteX5" fmla="*/ 363340 w 2391141"/>
                <a:gd name="connsiteY5" fmla="*/ 726679 h 1453358"/>
                <a:gd name="connsiteX6" fmla="*/ 0 w 2391141"/>
                <a:gd name="connsiteY6" fmla="*/ 726679 h 1453358"/>
                <a:gd name="connsiteX0" fmla="*/ 0 w 2614878"/>
                <a:gd name="connsiteY0" fmla="*/ 727830 h 727830"/>
                <a:gd name="connsiteX1" fmla="*/ 1195571 w 2614878"/>
                <a:gd name="connsiteY1" fmla="*/ 1151 h 727830"/>
                <a:gd name="connsiteX2" fmla="*/ 2614878 w 2614878"/>
                <a:gd name="connsiteY2" fmla="*/ 611098 h 727830"/>
                <a:gd name="connsiteX3" fmla="*/ 2027802 w 2614878"/>
                <a:gd name="connsiteY3" fmla="*/ 727830 h 727830"/>
                <a:gd name="connsiteX4" fmla="*/ 1195571 w 2614878"/>
                <a:gd name="connsiteY4" fmla="*/ 364490 h 727830"/>
                <a:gd name="connsiteX5" fmla="*/ 363340 w 2614878"/>
                <a:gd name="connsiteY5" fmla="*/ 727830 h 727830"/>
                <a:gd name="connsiteX6" fmla="*/ 0 w 2614878"/>
                <a:gd name="connsiteY6" fmla="*/ 727830 h 727830"/>
                <a:gd name="connsiteX0" fmla="*/ 0 w 2614878"/>
                <a:gd name="connsiteY0" fmla="*/ 727830 h 727830"/>
                <a:gd name="connsiteX1" fmla="*/ 1195571 w 2614878"/>
                <a:gd name="connsiteY1" fmla="*/ 1151 h 727830"/>
                <a:gd name="connsiteX2" fmla="*/ 2614878 w 2614878"/>
                <a:gd name="connsiteY2" fmla="*/ 611098 h 727830"/>
                <a:gd name="connsiteX3" fmla="*/ 2251538 w 2614878"/>
                <a:gd name="connsiteY3" fmla="*/ 669464 h 727830"/>
                <a:gd name="connsiteX4" fmla="*/ 1195571 w 2614878"/>
                <a:gd name="connsiteY4" fmla="*/ 364490 h 727830"/>
                <a:gd name="connsiteX5" fmla="*/ 363340 w 2614878"/>
                <a:gd name="connsiteY5" fmla="*/ 727830 h 727830"/>
                <a:gd name="connsiteX6" fmla="*/ 0 w 2614878"/>
                <a:gd name="connsiteY6" fmla="*/ 727830 h 727830"/>
                <a:gd name="connsiteX0" fmla="*/ 0 w 2780249"/>
                <a:gd name="connsiteY0" fmla="*/ 590533 h 726720"/>
                <a:gd name="connsiteX1" fmla="*/ 1360942 w 2780249"/>
                <a:gd name="connsiteY1" fmla="*/ 41 h 726720"/>
                <a:gd name="connsiteX2" fmla="*/ 2780249 w 2780249"/>
                <a:gd name="connsiteY2" fmla="*/ 609988 h 726720"/>
                <a:gd name="connsiteX3" fmla="*/ 2416909 w 2780249"/>
                <a:gd name="connsiteY3" fmla="*/ 668354 h 726720"/>
                <a:gd name="connsiteX4" fmla="*/ 1360942 w 2780249"/>
                <a:gd name="connsiteY4" fmla="*/ 363380 h 726720"/>
                <a:gd name="connsiteX5" fmla="*/ 528711 w 2780249"/>
                <a:gd name="connsiteY5" fmla="*/ 726720 h 726720"/>
                <a:gd name="connsiteX6" fmla="*/ 0 w 2780249"/>
                <a:gd name="connsiteY6" fmla="*/ 590533 h 726720"/>
                <a:gd name="connsiteX0" fmla="*/ 0 w 2780249"/>
                <a:gd name="connsiteY0" fmla="*/ 590533 h 668354"/>
                <a:gd name="connsiteX1" fmla="*/ 1360942 w 2780249"/>
                <a:gd name="connsiteY1" fmla="*/ 41 h 668354"/>
                <a:gd name="connsiteX2" fmla="*/ 2780249 w 2780249"/>
                <a:gd name="connsiteY2" fmla="*/ 609988 h 668354"/>
                <a:gd name="connsiteX3" fmla="*/ 2416909 w 2780249"/>
                <a:gd name="connsiteY3" fmla="*/ 668354 h 668354"/>
                <a:gd name="connsiteX4" fmla="*/ 1360942 w 2780249"/>
                <a:gd name="connsiteY4" fmla="*/ 363380 h 668354"/>
                <a:gd name="connsiteX5" fmla="*/ 275792 w 2780249"/>
                <a:gd name="connsiteY5" fmla="*/ 639171 h 668354"/>
                <a:gd name="connsiteX6" fmla="*/ 0 w 2780249"/>
                <a:gd name="connsiteY6" fmla="*/ 590533 h 668354"/>
                <a:gd name="connsiteX0" fmla="*/ 0 w 2780249"/>
                <a:gd name="connsiteY0" fmla="*/ 590533 h 668354"/>
                <a:gd name="connsiteX1" fmla="*/ 1360942 w 2780249"/>
                <a:gd name="connsiteY1" fmla="*/ 41 h 668354"/>
                <a:gd name="connsiteX2" fmla="*/ 2780249 w 2780249"/>
                <a:gd name="connsiteY2" fmla="*/ 609988 h 668354"/>
                <a:gd name="connsiteX3" fmla="*/ 2416909 w 2780249"/>
                <a:gd name="connsiteY3" fmla="*/ 668354 h 668354"/>
                <a:gd name="connsiteX4" fmla="*/ 1351215 w 2780249"/>
                <a:gd name="connsiteY4" fmla="*/ 480112 h 668354"/>
                <a:gd name="connsiteX5" fmla="*/ 275792 w 2780249"/>
                <a:gd name="connsiteY5" fmla="*/ 639171 h 668354"/>
                <a:gd name="connsiteX6" fmla="*/ 0 w 2780249"/>
                <a:gd name="connsiteY6" fmla="*/ 590533 h 668354"/>
                <a:gd name="connsiteX0" fmla="*/ 0 w 2780249"/>
                <a:gd name="connsiteY0" fmla="*/ 590533 h 775358"/>
                <a:gd name="connsiteX1" fmla="*/ 1360942 w 2780249"/>
                <a:gd name="connsiteY1" fmla="*/ 41 h 775358"/>
                <a:gd name="connsiteX2" fmla="*/ 2780249 w 2780249"/>
                <a:gd name="connsiteY2" fmla="*/ 609988 h 775358"/>
                <a:gd name="connsiteX3" fmla="*/ 2329360 w 2780249"/>
                <a:gd name="connsiteY3" fmla="*/ 775358 h 775358"/>
                <a:gd name="connsiteX4" fmla="*/ 1351215 w 2780249"/>
                <a:gd name="connsiteY4" fmla="*/ 480112 h 775358"/>
                <a:gd name="connsiteX5" fmla="*/ 275792 w 2780249"/>
                <a:gd name="connsiteY5" fmla="*/ 639171 h 775358"/>
                <a:gd name="connsiteX6" fmla="*/ 0 w 2780249"/>
                <a:gd name="connsiteY6" fmla="*/ 590533 h 775358"/>
                <a:gd name="connsiteX0" fmla="*/ 0 w 2673245"/>
                <a:gd name="connsiteY0" fmla="*/ 600391 h 785216"/>
                <a:gd name="connsiteX1" fmla="*/ 1360942 w 2673245"/>
                <a:gd name="connsiteY1" fmla="*/ 9899 h 785216"/>
                <a:gd name="connsiteX2" fmla="*/ 2673245 w 2673245"/>
                <a:gd name="connsiteY2" fmla="*/ 405837 h 785216"/>
                <a:gd name="connsiteX3" fmla="*/ 2329360 w 2673245"/>
                <a:gd name="connsiteY3" fmla="*/ 785216 h 785216"/>
                <a:gd name="connsiteX4" fmla="*/ 1351215 w 2673245"/>
                <a:gd name="connsiteY4" fmla="*/ 489970 h 785216"/>
                <a:gd name="connsiteX5" fmla="*/ 275792 w 2673245"/>
                <a:gd name="connsiteY5" fmla="*/ 649029 h 785216"/>
                <a:gd name="connsiteX6" fmla="*/ 0 w 2673245"/>
                <a:gd name="connsiteY6" fmla="*/ 600391 h 785216"/>
                <a:gd name="connsiteX0" fmla="*/ 0 w 2673245"/>
                <a:gd name="connsiteY0" fmla="*/ 593348 h 778173"/>
                <a:gd name="connsiteX1" fmla="*/ 1360942 w 2673245"/>
                <a:gd name="connsiteY1" fmla="*/ 2856 h 778173"/>
                <a:gd name="connsiteX2" fmla="*/ 2673245 w 2673245"/>
                <a:gd name="connsiteY2" fmla="*/ 398794 h 778173"/>
                <a:gd name="connsiteX3" fmla="*/ 2329360 w 2673245"/>
                <a:gd name="connsiteY3" fmla="*/ 778173 h 778173"/>
                <a:gd name="connsiteX4" fmla="*/ 1351215 w 2673245"/>
                <a:gd name="connsiteY4" fmla="*/ 482927 h 778173"/>
                <a:gd name="connsiteX5" fmla="*/ 275792 w 2673245"/>
                <a:gd name="connsiteY5" fmla="*/ 641986 h 778173"/>
                <a:gd name="connsiteX6" fmla="*/ 0 w 2673245"/>
                <a:gd name="connsiteY6" fmla="*/ 593348 h 778173"/>
                <a:gd name="connsiteX0" fmla="*/ 0 w 2478691"/>
                <a:gd name="connsiteY0" fmla="*/ 293714 h 809279"/>
                <a:gd name="connsiteX1" fmla="*/ 1166388 w 2478691"/>
                <a:gd name="connsiteY1" fmla="*/ 33962 h 809279"/>
                <a:gd name="connsiteX2" fmla="*/ 2478691 w 2478691"/>
                <a:gd name="connsiteY2" fmla="*/ 429900 h 809279"/>
                <a:gd name="connsiteX3" fmla="*/ 2134806 w 2478691"/>
                <a:gd name="connsiteY3" fmla="*/ 809279 h 809279"/>
                <a:gd name="connsiteX4" fmla="*/ 1156661 w 2478691"/>
                <a:gd name="connsiteY4" fmla="*/ 514033 h 809279"/>
                <a:gd name="connsiteX5" fmla="*/ 81238 w 2478691"/>
                <a:gd name="connsiteY5" fmla="*/ 673092 h 809279"/>
                <a:gd name="connsiteX6" fmla="*/ 0 w 2478691"/>
                <a:gd name="connsiteY6" fmla="*/ 293714 h 809279"/>
                <a:gd name="connsiteX0" fmla="*/ 0 w 2478691"/>
                <a:gd name="connsiteY0" fmla="*/ 262275 h 777840"/>
                <a:gd name="connsiteX1" fmla="*/ 1166388 w 2478691"/>
                <a:gd name="connsiteY1" fmla="*/ 2523 h 777840"/>
                <a:gd name="connsiteX2" fmla="*/ 2478691 w 2478691"/>
                <a:gd name="connsiteY2" fmla="*/ 398461 h 777840"/>
                <a:gd name="connsiteX3" fmla="*/ 2134806 w 2478691"/>
                <a:gd name="connsiteY3" fmla="*/ 777840 h 777840"/>
                <a:gd name="connsiteX4" fmla="*/ 1156661 w 2478691"/>
                <a:gd name="connsiteY4" fmla="*/ 482594 h 777840"/>
                <a:gd name="connsiteX5" fmla="*/ 81238 w 2478691"/>
                <a:gd name="connsiteY5" fmla="*/ 641653 h 777840"/>
                <a:gd name="connsiteX6" fmla="*/ 0 w 2478691"/>
                <a:gd name="connsiteY6" fmla="*/ 262275 h 777840"/>
                <a:gd name="connsiteX0" fmla="*/ 0 w 2478691"/>
                <a:gd name="connsiteY0" fmla="*/ 262275 h 777841"/>
                <a:gd name="connsiteX1" fmla="*/ 1166388 w 2478691"/>
                <a:gd name="connsiteY1" fmla="*/ 2523 h 777841"/>
                <a:gd name="connsiteX2" fmla="*/ 2478691 w 2478691"/>
                <a:gd name="connsiteY2" fmla="*/ 398461 h 777841"/>
                <a:gd name="connsiteX3" fmla="*/ 2134806 w 2478691"/>
                <a:gd name="connsiteY3" fmla="*/ 777840 h 777841"/>
                <a:gd name="connsiteX4" fmla="*/ 1156661 w 2478691"/>
                <a:gd name="connsiteY4" fmla="*/ 482594 h 777841"/>
                <a:gd name="connsiteX5" fmla="*/ 178515 w 2478691"/>
                <a:gd name="connsiteY5" fmla="*/ 777841 h 777841"/>
                <a:gd name="connsiteX6" fmla="*/ 0 w 2478691"/>
                <a:gd name="connsiteY6" fmla="*/ 262275 h 777841"/>
                <a:gd name="connsiteX0" fmla="*/ 0 w 2478691"/>
                <a:gd name="connsiteY0" fmla="*/ 262275 h 777840"/>
                <a:gd name="connsiteX1" fmla="*/ 1166388 w 2478691"/>
                <a:gd name="connsiteY1" fmla="*/ 2523 h 777840"/>
                <a:gd name="connsiteX2" fmla="*/ 2478691 w 2478691"/>
                <a:gd name="connsiteY2" fmla="*/ 398461 h 777840"/>
                <a:gd name="connsiteX3" fmla="*/ 2134806 w 2478691"/>
                <a:gd name="connsiteY3" fmla="*/ 777840 h 777840"/>
                <a:gd name="connsiteX4" fmla="*/ 1156661 w 2478691"/>
                <a:gd name="connsiteY4" fmla="*/ 482594 h 777840"/>
                <a:gd name="connsiteX5" fmla="*/ 139604 w 2478691"/>
                <a:gd name="connsiteY5" fmla="*/ 748658 h 777840"/>
                <a:gd name="connsiteX6" fmla="*/ 0 w 2478691"/>
                <a:gd name="connsiteY6" fmla="*/ 262275 h 777840"/>
                <a:gd name="connsiteX0" fmla="*/ 0 w 2478691"/>
                <a:gd name="connsiteY0" fmla="*/ 262275 h 777840"/>
                <a:gd name="connsiteX1" fmla="*/ 1166388 w 2478691"/>
                <a:gd name="connsiteY1" fmla="*/ 2523 h 777840"/>
                <a:gd name="connsiteX2" fmla="*/ 2478691 w 2478691"/>
                <a:gd name="connsiteY2" fmla="*/ 398461 h 777840"/>
                <a:gd name="connsiteX3" fmla="*/ 2134806 w 2478691"/>
                <a:gd name="connsiteY3" fmla="*/ 777840 h 777840"/>
                <a:gd name="connsiteX4" fmla="*/ 1156661 w 2478691"/>
                <a:gd name="connsiteY4" fmla="*/ 482594 h 777840"/>
                <a:gd name="connsiteX5" fmla="*/ 139604 w 2478691"/>
                <a:gd name="connsiteY5" fmla="*/ 748658 h 777840"/>
                <a:gd name="connsiteX6" fmla="*/ 0 w 2478691"/>
                <a:gd name="connsiteY6" fmla="*/ 262275 h 777840"/>
                <a:gd name="connsiteX0" fmla="*/ 0 w 2478691"/>
                <a:gd name="connsiteY0" fmla="*/ 262275 h 797295"/>
                <a:gd name="connsiteX1" fmla="*/ 1166388 w 2478691"/>
                <a:gd name="connsiteY1" fmla="*/ 2523 h 797295"/>
                <a:gd name="connsiteX2" fmla="*/ 2478691 w 2478691"/>
                <a:gd name="connsiteY2" fmla="*/ 398461 h 797295"/>
                <a:gd name="connsiteX3" fmla="*/ 2144534 w 2478691"/>
                <a:gd name="connsiteY3" fmla="*/ 797295 h 797295"/>
                <a:gd name="connsiteX4" fmla="*/ 1156661 w 2478691"/>
                <a:gd name="connsiteY4" fmla="*/ 482594 h 797295"/>
                <a:gd name="connsiteX5" fmla="*/ 139604 w 2478691"/>
                <a:gd name="connsiteY5" fmla="*/ 748658 h 797295"/>
                <a:gd name="connsiteX6" fmla="*/ 0 w 2478691"/>
                <a:gd name="connsiteY6" fmla="*/ 262275 h 797295"/>
                <a:gd name="connsiteX0" fmla="*/ 0 w 2478691"/>
                <a:gd name="connsiteY0" fmla="*/ 262275 h 797295"/>
                <a:gd name="connsiteX1" fmla="*/ 1166388 w 2478691"/>
                <a:gd name="connsiteY1" fmla="*/ 2523 h 797295"/>
                <a:gd name="connsiteX2" fmla="*/ 2478691 w 2478691"/>
                <a:gd name="connsiteY2" fmla="*/ 398461 h 797295"/>
                <a:gd name="connsiteX3" fmla="*/ 2144534 w 2478691"/>
                <a:gd name="connsiteY3" fmla="*/ 797295 h 797295"/>
                <a:gd name="connsiteX4" fmla="*/ 1156661 w 2478691"/>
                <a:gd name="connsiteY4" fmla="*/ 482594 h 797295"/>
                <a:gd name="connsiteX5" fmla="*/ 139604 w 2478691"/>
                <a:gd name="connsiteY5" fmla="*/ 748658 h 797295"/>
                <a:gd name="connsiteX6" fmla="*/ 0 w 2478691"/>
                <a:gd name="connsiteY6" fmla="*/ 262275 h 797295"/>
                <a:gd name="connsiteX0" fmla="*/ 0 w 2309168"/>
                <a:gd name="connsiteY0" fmla="*/ 259772 h 794792"/>
                <a:gd name="connsiteX1" fmla="*/ 1166388 w 2309168"/>
                <a:gd name="connsiteY1" fmla="*/ 20 h 794792"/>
                <a:gd name="connsiteX2" fmla="*/ 2309168 w 2309168"/>
                <a:gd name="connsiteY2" fmla="*/ 270099 h 794792"/>
                <a:gd name="connsiteX3" fmla="*/ 2144534 w 2309168"/>
                <a:gd name="connsiteY3" fmla="*/ 794792 h 794792"/>
                <a:gd name="connsiteX4" fmla="*/ 1156661 w 2309168"/>
                <a:gd name="connsiteY4" fmla="*/ 480091 h 794792"/>
                <a:gd name="connsiteX5" fmla="*/ 139604 w 2309168"/>
                <a:gd name="connsiteY5" fmla="*/ 746155 h 794792"/>
                <a:gd name="connsiteX6" fmla="*/ 0 w 2309168"/>
                <a:gd name="connsiteY6" fmla="*/ 259772 h 794792"/>
                <a:gd name="connsiteX0" fmla="*/ 0 w 2309168"/>
                <a:gd name="connsiteY0" fmla="*/ 259772 h 794792"/>
                <a:gd name="connsiteX1" fmla="*/ 1166388 w 2309168"/>
                <a:gd name="connsiteY1" fmla="*/ 20 h 794792"/>
                <a:gd name="connsiteX2" fmla="*/ 2309168 w 2309168"/>
                <a:gd name="connsiteY2" fmla="*/ 270099 h 794792"/>
                <a:gd name="connsiteX3" fmla="*/ 2144534 w 2309168"/>
                <a:gd name="connsiteY3" fmla="*/ 794792 h 794792"/>
                <a:gd name="connsiteX4" fmla="*/ 1156661 w 2309168"/>
                <a:gd name="connsiteY4" fmla="*/ 480091 h 794792"/>
                <a:gd name="connsiteX5" fmla="*/ 139604 w 2309168"/>
                <a:gd name="connsiteY5" fmla="*/ 746155 h 794792"/>
                <a:gd name="connsiteX6" fmla="*/ 0 w 2309168"/>
                <a:gd name="connsiteY6" fmla="*/ 259772 h 794792"/>
                <a:gd name="connsiteX0" fmla="*/ 0 w 2309168"/>
                <a:gd name="connsiteY0" fmla="*/ 259772 h 746155"/>
                <a:gd name="connsiteX1" fmla="*/ 1166388 w 2309168"/>
                <a:gd name="connsiteY1" fmla="*/ 20 h 746155"/>
                <a:gd name="connsiteX2" fmla="*/ 2309168 w 2309168"/>
                <a:gd name="connsiteY2" fmla="*/ 270099 h 746155"/>
                <a:gd name="connsiteX3" fmla="*/ 2121417 w 2309168"/>
                <a:gd name="connsiteY3" fmla="*/ 707462 h 746155"/>
                <a:gd name="connsiteX4" fmla="*/ 1156661 w 2309168"/>
                <a:gd name="connsiteY4" fmla="*/ 480091 h 746155"/>
                <a:gd name="connsiteX5" fmla="*/ 139604 w 2309168"/>
                <a:gd name="connsiteY5" fmla="*/ 746155 h 746155"/>
                <a:gd name="connsiteX6" fmla="*/ 0 w 2309168"/>
                <a:gd name="connsiteY6" fmla="*/ 259772 h 746155"/>
                <a:gd name="connsiteX0" fmla="*/ 0 w 2309168"/>
                <a:gd name="connsiteY0" fmla="*/ 259772 h 746155"/>
                <a:gd name="connsiteX1" fmla="*/ 1166388 w 2309168"/>
                <a:gd name="connsiteY1" fmla="*/ 20 h 746155"/>
                <a:gd name="connsiteX2" fmla="*/ 2309168 w 2309168"/>
                <a:gd name="connsiteY2" fmla="*/ 270099 h 746155"/>
                <a:gd name="connsiteX3" fmla="*/ 2121417 w 2309168"/>
                <a:gd name="connsiteY3" fmla="*/ 707462 h 746155"/>
                <a:gd name="connsiteX4" fmla="*/ 1156661 w 2309168"/>
                <a:gd name="connsiteY4" fmla="*/ 480091 h 746155"/>
                <a:gd name="connsiteX5" fmla="*/ 139604 w 2309168"/>
                <a:gd name="connsiteY5" fmla="*/ 746155 h 746155"/>
                <a:gd name="connsiteX6" fmla="*/ 0 w 2309168"/>
                <a:gd name="connsiteY6" fmla="*/ 259772 h 746155"/>
                <a:gd name="connsiteX0" fmla="*/ 0 w 2309168"/>
                <a:gd name="connsiteY0" fmla="*/ 226793 h 746567"/>
                <a:gd name="connsiteX1" fmla="*/ 1166388 w 2309168"/>
                <a:gd name="connsiteY1" fmla="*/ 432 h 746567"/>
                <a:gd name="connsiteX2" fmla="*/ 2309168 w 2309168"/>
                <a:gd name="connsiteY2" fmla="*/ 270511 h 746567"/>
                <a:gd name="connsiteX3" fmla="*/ 2121417 w 2309168"/>
                <a:gd name="connsiteY3" fmla="*/ 707874 h 746567"/>
                <a:gd name="connsiteX4" fmla="*/ 1156661 w 2309168"/>
                <a:gd name="connsiteY4" fmla="*/ 480503 h 746567"/>
                <a:gd name="connsiteX5" fmla="*/ 139604 w 2309168"/>
                <a:gd name="connsiteY5" fmla="*/ 746567 h 746567"/>
                <a:gd name="connsiteX6" fmla="*/ 0 w 2309168"/>
                <a:gd name="connsiteY6" fmla="*/ 226793 h 746567"/>
                <a:gd name="connsiteX0" fmla="*/ 0 w 2309168"/>
                <a:gd name="connsiteY0" fmla="*/ 226663 h 746437"/>
                <a:gd name="connsiteX1" fmla="*/ 1166388 w 2309168"/>
                <a:gd name="connsiteY1" fmla="*/ 302 h 746437"/>
                <a:gd name="connsiteX2" fmla="*/ 2309168 w 2309168"/>
                <a:gd name="connsiteY2" fmla="*/ 270381 h 746437"/>
                <a:gd name="connsiteX3" fmla="*/ 2121417 w 2309168"/>
                <a:gd name="connsiteY3" fmla="*/ 707744 h 746437"/>
                <a:gd name="connsiteX4" fmla="*/ 1156661 w 2309168"/>
                <a:gd name="connsiteY4" fmla="*/ 480373 h 746437"/>
                <a:gd name="connsiteX5" fmla="*/ 139604 w 2309168"/>
                <a:gd name="connsiteY5" fmla="*/ 746437 h 746437"/>
                <a:gd name="connsiteX6" fmla="*/ 0 w 2309168"/>
                <a:gd name="connsiteY6" fmla="*/ 226663 h 746437"/>
                <a:gd name="connsiteX0" fmla="*/ 0 w 2309168"/>
                <a:gd name="connsiteY0" fmla="*/ 226614 h 746388"/>
                <a:gd name="connsiteX1" fmla="*/ 1166388 w 2309168"/>
                <a:gd name="connsiteY1" fmla="*/ 253 h 746388"/>
                <a:gd name="connsiteX2" fmla="*/ 2309168 w 2309168"/>
                <a:gd name="connsiteY2" fmla="*/ 270332 h 746388"/>
                <a:gd name="connsiteX3" fmla="*/ 2121417 w 2309168"/>
                <a:gd name="connsiteY3" fmla="*/ 707695 h 746388"/>
                <a:gd name="connsiteX4" fmla="*/ 1156661 w 2309168"/>
                <a:gd name="connsiteY4" fmla="*/ 480324 h 746388"/>
                <a:gd name="connsiteX5" fmla="*/ 139604 w 2309168"/>
                <a:gd name="connsiteY5" fmla="*/ 746388 h 746388"/>
                <a:gd name="connsiteX6" fmla="*/ 0 w 2309168"/>
                <a:gd name="connsiteY6" fmla="*/ 226614 h 746388"/>
                <a:gd name="connsiteX0" fmla="*/ 0 w 2309168"/>
                <a:gd name="connsiteY0" fmla="*/ 231692 h 746328"/>
                <a:gd name="connsiteX1" fmla="*/ 1166388 w 2309168"/>
                <a:gd name="connsiteY1" fmla="*/ 193 h 746328"/>
                <a:gd name="connsiteX2" fmla="*/ 2309168 w 2309168"/>
                <a:gd name="connsiteY2" fmla="*/ 270272 h 746328"/>
                <a:gd name="connsiteX3" fmla="*/ 2121417 w 2309168"/>
                <a:gd name="connsiteY3" fmla="*/ 707635 h 746328"/>
                <a:gd name="connsiteX4" fmla="*/ 1156661 w 2309168"/>
                <a:gd name="connsiteY4" fmla="*/ 480264 h 746328"/>
                <a:gd name="connsiteX5" fmla="*/ 139604 w 2309168"/>
                <a:gd name="connsiteY5" fmla="*/ 746328 h 746328"/>
                <a:gd name="connsiteX6" fmla="*/ 0 w 2309168"/>
                <a:gd name="connsiteY6" fmla="*/ 231692 h 746328"/>
                <a:gd name="connsiteX0" fmla="*/ 0 w 2309168"/>
                <a:gd name="connsiteY0" fmla="*/ 231692 h 707635"/>
                <a:gd name="connsiteX1" fmla="*/ 1166388 w 2309168"/>
                <a:gd name="connsiteY1" fmla="*/ 193 h 707635"/>
                <a:gd name="connsiteX2" fmla="*/ 2309168 w 2309168"/>
                <a:gd name="connsiteY2" fmla="*/ 270272 h 707635"/>
                <a:gd name="connsiteX3" fmla="*/ 2121417 w 2309168"/>
                <a:gd name="connsiteY3" fmla="*/ 707635 h 707635"/>
                <a:gd name="connsiteX4" fmla="*/ 1156661 w 2309168"/>
                <a:gd name="connsiteY4" fmla="*/ 480264 h 707635"/>
                <a:gd name="connsiteX5" fmla="*/ 172995 w 2309168"/>
                <a:gd name="connsiteY5" fmla="*/ 684683 h 707635"/>
                <a:gd name="connsiteX6" fmla="*/ 0 w 2309168"/>
                <a:gd name="connsiteY6" fmla="*/ 231692 h 707635"/>
                <a:gd name="connsiteX0" fmla="*/ 0 w 2309168"/>
                <a:gd name="connsiteY0" fmla="*/ 231692 h 707635"/>
                <a:gd name="connsiteX1" fmla="*/ 1166388 w 2309168"/>
                <a:gd name="connsiteY1" fmla="*/ 193 h 707635"/>
                <a:gd name="connsiteX2" fmla="*/ 2309168 w 2309168"/>
                <a:gd name="connsiteY2" fmla="*/ 270272 h 707635"/>
                <a:gd name="connsiteX3" fmla="*/ 2121417 w 2309168"/>
                <a:gd name="connsiteY3" fmla="*/ 707635 h 707635"/>
                <a:gd name="connsiteX4" fmla="*/ 1156661 w 2309168"/>
                <a:gd name="connsiteY4" fmla="*/ 480264 h 707635"/>
                <a:gd name="connsiteX5" fmla="*/ 172995 w 2309168"/>
                <a:gd name="connsiteY5" fmla="*/ 684683 h 707635"/>
                <a:gd name="connsiteX6" fmla="*/ 0 w 2309168"/>
                <a:gd name="connsiteY6" fmla="*/ 231692 h 707635"/>
                <a:gd name="connsiteX0" fmla="*/ 0 w 2309168"/>
                <a:gd name="connsiteY0" fmla="*/ 231692 h 715340"/>
                <a:gd name="connsiteX1" fmla="*/ 1166388 w 2309168"/>
                <a:gd name="connsiteY1" fmla="*/ 193 h 715340"/>
                <a:gd name="connsiteX2" fmla="*/ 2309168 w 2309168"/>
                <a:gd name="connsiteY2" fmla="*/ 270272 h 715340"/>
                <a:gd name="connsiteX3" fmla="*/ 2123986 w 2309168"/>
                <a:gd name="connsiteY3" fmla="*/ 715340 h 715340"/>
                <a:gd name="connsiteX4" fmla="*/ 1156661 w 2309168"/>
                <a:gd name="connsiteY4" fmla="*/ 480264 h 715340"/>
                <a:gd name="connsiteX5" fmla="*/ 172995 w 2309168"/>
                <a:gd name="connsiteY5" fmla="*/ 684683 h 715340"/>
                <a:gd name="connsiteX6" fmla="*/ 0 w 2309168"/>
                <a:gd name="connsiteY6" fmla="*/ 231692 h 715340"/>
                <a:gd name="connsiteX0" fmla="*/ 0 w 2309168"/>
                <a:gd name="connsiteY0" fmla="*/ 231692 h 715340"/>
                <a:gd name="connsiteX1" fmla="*/ 1166388 w 2309168"/>
                <a:gd name="connsiteY1" fmla="*/ 193 h 715340"/>
                <a:gd name="connsiteX2" fmla="*/ 2309168 w 2309168"/>
                <a:gd name="connsiteY2" fmla="*/ 270272 h 715340"/>
                <a:gd name="connsiteX3" fmla="*/ 2123986 w 2309168"/>
                <a:gd name="connsiteY3" fmla="*/ 715340 h 715340"/>
                <a:gd name="connsiteX4" fmla="*/ 1156661 w 2309168"/>
                <a:gd name="connsiteY4" fmla="*/ 480264 h 715340"/>
                <a:gd name="connsiteX5" fmla="*/ 172995 w 2309168"/>
                <a:gd name="connsiteY5" fmla="*/ 684683 h 715340"/>
                <a:gd name="connsiteX6" fmla="*/ 0 w 2309168"/>
                <a:gd name="connsiteY6" fmla="*/ 231692 h 715340"/>
                <a:gd name="connsiteX0" fmla="*/ 0 w 2309168"/>
                <a:gd name="connsiteY0" fmla="*/ 231692 h 715340"/>
                <a:gd name="connsiteX1" fmla="*/ 1166388 w 2309168"/>
                <a:gd name="connsiteY1" fmla="*/ 193 h 715340"/>
                <a:gd name="connsiteX2" fmla="*/ 2309168 w 2309168"/>
                <a:gd name="connsiteY2" fmla="*/ 270272 h 715340"/>
                <a:gd name="connsiteX3" fmla="*/ 2123986 w 2309168"/>
                <a:gd name="connsiteY3" fmla="*/ 715340 h 715340"/>
                <a:gd name="connsiteX4" fmla="*/ 1156661 w 2309168"/>
                <a:gd name="connsiteY4" fmla="*/ 480264 h 715340"/>
                <a:gd name="connsiteX5" fmla="*/ 172995 w 2309168"/>
                <a:gd name="connsiteY5" fmla="*/ 684683 h 715340"/>
                <a:gd name="connsiteX6" fmla="*/ 0 w 2309168"/>
                <a:gd name="connsiteY6" fmla="*/ 231692 h 715340"/>
                <a:gd name="connsiteX0" fmla="*/ 0 w 2314305"/>
                <a:gd name="connsiteY0" fmla="*/ 231543 h 715191"/>
                <a:gd name="connsiteX1" fmla="*/ 1166388 w 2314305"/>
                <a:gd name="connsiteY1" fmla="*/ 44 h 715191"/>
                <a:gd name="connsiteX2" fmla="*/ 2314305 w 2314305"/>
                <a:gd name="connsiteY2" fmla="*/ 249575 h 715191"/>
                <a:gd name="connsiteX3" fmla="*/ 2123986 w 2314305"/>
                <a:gd name="connsiteY3" fmla="*/ 715191 h 715191"/>
                <a:gd name="connsiteX4" fmla="*/ 1156661 w 2314305"/>
                <a:gd name="connsiteY4" fmla="*/ 480115 h 715191"/>
                <a:gd name="connsiteX5" fmla="*/ 172995 w 2314305"/>
                <a:gd name="connsiteY5" fmla="*/ 684534 h 715191"/>
                <a:gd name="connsiteX6" fmla="*/ 0 w 2314305"/>
                <a:gd name="connsiteY6" fmla="*/ 231543 h 715191"/>
                <a:gd name="connsiteX0" fmla="*/ 0 w 2314305"/>
                <a:gd name="connsiteY0" fmla="*/ 231543 h 715191"/>
                <a:gd name="connsiteX1" fmla="*/ 1166388 w 2314305"/>
                <a:gd name="connsiteY1" fmla="*/ 44 h 715191"/>
                <a:gd name="connsiteX2" fmla="*/ 2314305 w 2314305"/>
                <a:gd name="connsiteY2" fmla="*/ 249575 h 715191"/>
                <a:gd name="connsiteX3" fmla="*/ 2123986 w 2314305"/>
                <a:gd name="connsiteY3" fmla="*/ 715191 h 715191"/>
                <a:gd name="connsiteX4" fmla="*/ 1156661 w 2314305"/>
                <a:gd name="connsiteY4" fmla="*/ 480115 h 715191"/>
                <a:gd name="connsiteX5" fmla="*/ 172995 w 2314305"/>
                <a:gd name="connsiteY5" fmla="*/ 684534 h 715191"/>
                <a:gd name="connsiteX6" fmla="*/ 0 w 2314305"/>
                <a:gd name="connsiteY6" fmla="*/ 231543 h 715191"/>
                <a:gd name="connsiteX0" fmla="*/ 0 w 2314305"/>
                <a:gd name="connsiteY0" fmla="*/ 231550 h 715198"/>
                <a:gd name="connsiteX1" fmla="*/ 1166388 w 2314305"/>
                <a:gd name="connsiteY1" fmla="*/ 51 h 715198"/>
                <a:gd name="connsiteX2" fmla="*/ 2314305 w 2314305"/>
                <a:gd name="connsiteY2" fmla="*/ 249582 h 715198"/>
                <a:gd name="connsiteX3" fmla="*/ 2123986 w 2314305"/>
                <a:gd name="connsiteY3" fmla="*/ 715198 h 715198"/>
                <a:gd name="connsiteX4" fmla="*/ 1156661 w 2314305"/>
                <a:gd name="connsiteY4" fmla="*/ 480122 h 715198"/>
                <a:gd name="connsiteX5" fmla="*/ 172995 w 2314305"/>
                <a:gd name="connsiteY5" fmla="*/ 684541 h 715198"/>
                <a:gd name="connsiteX6" fmla="*/ 0 w 2314305"/>
                <a:gd name="connsiteY6" fmla="*/ 231550 h 715198"/>
                <a:gd name="connsiteX0" fmla="*/ 0 w 2314305"/>
                <a:gd name="connsiteY0" fmla="*/ 233092 h 716740"/>
                <a:gd name="connsiteX1" fmla="*/ 1166388 w 2314305"/>
                <a:gd name="connsiteY1" fmla="*/ 1593 h 716740"/>
                <a:gd name="connsiteX2" fmla="*/ 2314305 w 2314305"/>
                <a:gd name="connsiteY2" fmla="*/ 251124 h 716740"/>
                <a:gd name="connsiteX3" fmla="*/ 2123986 w 2314305"/>
                <a:gd name="connsiteY3" fmla="*/ 716740 h 716740"/>
                <a:gd name="connsiteX4" fmla="*/ 1156661 w 2314305"/>
                <a:gd name="connsiteY4" fmla="*/ 481664 h 716740"/>
                <a:gd name="connsiteX5" fmla="*/ 172995 w 2314305"/>
                <a:gd name="connsiteY5" fmla="*/ 686083 h 716740"/>
                <a:gd name="connsiteX6" fmla="*/ 0 w 2314305"/>
                <a:gd name="connsiteY6" fmla="*/ 233092 h 716740"/>
                <a:gd name="connsiteX0" fmla="*/ 0 w 2314305"/>
                <a:gd name="connsiteY0" fmla="*/ 231523 h 715171"/>
                <a:gd name="connsiteX1" fmla="*/ 1166388 w 2314305"/>
                <a:gd name="connsiteY1" fmla="*/ 24 h 715171"/>
                <a:gd name="connsiteX2" fmla="*/ 2314305 w 2314305"/>
                <a:gd name="connsiteY2" fmla="*/ 249555 h 715171"/>
                <a:gd name="connsiteX3" fmla="*/ 2123986 w 2314305"/>
                <a:gd name="connsiteY3" fmla="*/ 715171 h 715171"/>
                <a:gd name="connsiteX4" fmla="*/ 1156661 w 2314305"/>
                <a:gd name="connsiteY4" fmla="*/ 480095 h 715171"/>
                <a:gd name="connsiteX5" fmla="*/ 172995 w 2314305"/>
                <a:gd name="connsiteY5" fmla="*/ 684514 h 715171"/>
                <a:gd name="connsiteX6" fmla="*/ 0 w 2314305"/>
                <a:gd name="connsiteY6" fmla="*/ 231523 h 715171"/>
                <a:gd name="connsiteX0" fmla="*/ 0 w 2314305"/>
                <a:gd name="connsiteY0" fmla="*/ 231550 h 715198"/>
                <a:gd name="connsiteX1" fmla="*/ 1166388 w 2314305"/>
                <a:gd name="connsiteY1" fmla="*/ 51 h 715198"/>
                <a:gd name="connsiteX2" fmla="*/ 2314305 w 2314305"/>
                <a:gd name="connsiteY2" fmla="*/ 249582 h 715198"/>
                <a:gd name="connsiteX3" fmla="*/ 2123986 w 2314305"/>
                <a:gd name="connsiteY3" fmla="*/ 715198 h 715198"/>
                <a:gd name="connsiteX4" fmla="*/ 1156661 w 2314305"/>
                <a:gd name="connsiteY4" fmla="*/ 480122 h 715198"/>
                <a:gd name="connsiteX5" fmla="*/ 172995 w 2314305"/>
                <a:gd name="connsiteY5" fmla="*/ 684541 h 715198"/>
                <a:gd name="connsiteX6" fmla="*/ 0 w 2314305"/>
                <a:gd name="connsiteY6" fmla="*/ 231550 h 715198"/>
                <a:gd name="connsiteX0" fmla="*/ 0 w 2314305"/>
                <a:gd name="connsiteY0" fmla="*/ 232088 h 715736"/>
                <a:gd name="connsiteX1" fmla="*/ 1166388 w 2314305"/>
                <a:gd name="connsiteY1" fmla="*/ 589 h 715736"/>
                <a:gd name="connsiteX2" fmla="*/ 2314305 w 2314305"/>
                <a:gd name="connsiteY2" fmla="*/ 250120 h 715736"/>
                <a:gd name="connsiteX3" fmla="*/ 2123986 w 2314305"/>
                <a:gd name="connsiteY3" fmla="*/ 715736 h 715736"/>
                <a:gd name="connsiteX4" fmla="*/ 1156661 w 2314305"/>
                <a:gd name="connsiteY4" fmla="*/ 480660 h 715736"/>
                <a:gd name="connsiteX5" fmla="*/ 172995 w 2314305"/>
                <a:gd name="connsiteY5" fmla="*/ 685079 h 715736"/>
                <a:gd name="connsiteX6" fmla="*/ 0 w 2314305"/>
                <a:gd name="connsiteY6" fmla="*/ 232088 h 715736"/>
                <a:gd name="connsiteX0" fmla="*/ 0 w 2314305"/>
                <a:gd name="connsiteY0" fmla="*/ 232088 h 715736"/>
                <a:gd name="connsiteX1" fmla="*/ 1166388 w 2314305"/>
                <a:gd name="connsiteY1" fmla="*/ 589 h 715736"/>
                <a:gd name="connsiteX2" fmla="*/ 2314305 w 2314305"/>
                <a:gd name="connsiteY2" fmla="*/ 250120 h 715736"/>
                <a:gd name="connsiteX3" fmla="*/ 2123986 w 2314305"/>
                <a:gd name="connsiteY3" fmla="*/ 715736 h 715736"/>
                <a:gd name="connsiteX4" fmla="*/ 1156661 w 2314305"/>
                <a:gd name="connsiteY4" fmla="*/ 480660 h 715736"/>
                <a:gd name="connsiteX5" fmla="*/ 172995 w 2314305"/>
                <a:gd name="connsiteY5" fmla="*/ 685079 h 715736"/>
                <a:gd name="connsiteX6" fmla="*/ 0 w 2314305"/>
                <a:gd name="connsiteY6" fmla="*/ 232088 h 715736"/>
                <a:gd name="connsiteX0" fmla="*/ 0 w 2314305"/>
                <a:gd name="connsiteY0" fmla="*/ 232088 h 715736"/>
                <a:gd name="connsiteX1" fmla="*/ 1166388 w 2314305"/>
                <a:gd name="connsiteY1" fmla="*/ 589 h 715736"/>
                <a:gd name="connsiteX2" fmla="*/ 2314305 w 2314305"/>
                <a:gd name="connsiteY2" fmla="*/ 250120 h 715736"/>
                <a:gd name="connsiteX3" fmla="*/ 2123986 w 2314305"/>
                <a:gd name="connsiteY3" fmla="*/ 715736 h 715736"/>
                <a:gd name="connsiteX4" fmla="*/ 1156661 w 2314305"/>
                <a:gd name="connsiteY4" fmla="*/ 480660 h 715736"/>
                <a:gd name="connsiteX5" fmla="*/ 172995 w 2314305"/>
                <a:gd name="connsiteY5" fmla="*/ 685079 h 715736"/>
                <a:gd name="connsiteX6" fmla="*/ 0 w 2314305"/>
                <a:gd name="connsiteY6" fmla="*/ 232088 h 715736"/>
                <a:gd name="connsiteX0" fmla="*/ 0 w 2314305"/>
                <a:gd name="connsiteY0" fmla="*/ 232060 h 715708"/>
                <a:gd name="connsiteX1" fmla="*/ 1166388 w 2314305"/>
                <a:gd name="connsiteY1" fmla="*/ 561 h 715708"/>
                <a:gd name="connsiteX2" fmla="*/ 2314305 w 2314305"/>
                <a:gd name="connsiteY2" fmla="*/ 250092 h 715708"/>
                <a:gd name="connsiteX3" fmla="*/ 2123986 w 2314305"/>
                <a:gd name="connsiteY3" fmla="*/ 715708 h 715708"/>
                <a:gd name="connsiteX4" fmla="*/ 1156661 w 2314305"/>
                <a:gd name="connsiteY4" fmla="*/ 480632 h 715708"/>
                <a:gd name="connsiteX5" fmla="*/ 172995 w 2314305"/>
                <a:gd name="connsiteY5" fmla="*/ 685051 h 715708"/>
                <a:gd name="connsiteX6" fmla="*/ 0 w 2314305"/>
                <a:gd name="connsiteY6" fmla="*/ 232060 h 7157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314305" h="715708">
                  <a:moveTo>
                    <a:pt x="0" y="232060"/>
                  </a:moveTo>
                  <a:cubicBezTo>
                    <a:pt x="116349" y="135016"/>
                    <a:pt x="772966" y="-10150"/>
                    <a:pt x="1166388" y="561"/>
                  </a:cubicBezTo>
                  <a:cubicBezTo>
                    <a:pt x="1559810" y="11272"/>
                    <a:pt x="1962415" y="54514"/>
                    <a:pt x="2314305" y="250092"/>
                  </a:cubicBezTo>
                  <a:cubicBezTo>
                    <a:pt x="2236857" y="411910"/>
                    <a:pt x="2305049" y="284904"/>
                    <a:pt x="2123986" y="715708"/>
                  </a:cubicBezTo>
                  <a:cubicBezTo>
                    <a:pt x="2077752" y="646036"/>
                    <a:pt x="1616289" y="480632"/>
                    <a:pt x="1156661" y="480632"/>
                  </a:cubicBezTo>
                  <a:cubicBezTo>
                    <a:pt x="697033" y="480632"/>
                    <a:pt x="257593" y="589531"/>
                    <a:pt x="172995" y="685051"/>
                  </a:cubicBezTo>
                  <a:lnTo>
                    <a:pt x="0" y="232060"/>
                  </a:lnTo>
                  <a:close/>
                </a:path>
              </a:pathLst>
            </a:custGeom>
            <a:solidFill>
              <a:srgbClr val="EE4238"/>
            </a:solidFill>
            <a:ln>
              <a:solidFill>
                <a:srgbClr val="EE423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0" name="Isosceles Triangle 19">
              <a:extLst>
                <a:ext uri="{FF2B5EF4-FFF2-40B4-BE49-F238E27FC236}">
                  <a16:creationId xmlns:a16="http://schemas.microsoft.com/office/drawing/2014/main" id="{184515E6-B851-C754-274F-499CEAE57E02}"/>
                </a:ext>
              </a:extLst>
            </p:cNvPr>
            <p:cNvSpPr/>
            <p:nvPr/>
          </p:nvSpPr>
          <p:spPr>
            <a:xfrm rot="12756092">
              <a:off x="10065502" y="5009385"/>
              <a:ext cx="1097280" cy="457200"/>
            </a:xfrm>
            <a:prstGeom prst="triangle">
              <a:avLst>
                <a:gd name="adj" fmla="val 49630"/>
              </a:avLst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1" name="Isosceles Triangle 20">
              <a:extLst>
                <a:ext uri="{FF2B5EF4-FFF2-40B4-BE49-F238E27FC236}">
                  <a16:creationId xmlns:a16="http://schemas.microsoft.com/office/drawing/2014/main" id="{991A81CC-752D-816A-536E-316C6F192065}"/>
                </a:ext>
              </a:extLst>
            </p:cNvPr>
            <p:cNvSpPr/>
            <p:nvPr/>
          </p:nvSpPr>
          <p:spPr>
            <a:xfrm rot="16200000">
              <a:off x="7901543" y="5966381"/>
              <a:ext cx="1097280" cy="457201"/>
            </a:xfrm>
            <a:prstGeom prst="triangle">
              <a:avLst>
                <a:gd name="adj" fmla="val 49630"/>
              </a:avLst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2" name="Isosceles Triangle 21">
              <a:extLst>
                <a:ext uri="{FF2B5EF4-FFF2-40B4-BE49-F238E27FC236}">
                  <a16:creationId xmlns:a16="http://schemas.microsoft.com/office/drawing/2014/main" id="{BDA07C0D-84DB-4B8C-D609-0FC60C1D1E2C}"/>
                </a:ext>
              </a:extLst>
            </p:cNvPr>
            <p:cNvSpPr/>
            <p:nvPr/>
          </p:nvSpPr>
          <p:spPr>
            <a:xfrm rot="19068017">
              <a:off x="5803319" y="4833342"/>
              <a:ext cx="1097280" cy="457200"/>
            </a:xfrm>
            <a:prstGeom prst="triangle">
              <a:avLst>
                <a:gd name="adj" fmla="val 49630"/>
              </a:avLst>
            </a:prstGeom>
            <a:solidFill>
              <a:srgbClr val="33CCCC"/>
            </a:solidFill>
            <a:ln>
              <a:solidFill>
                <a:srgbClr val="33CCC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3" name="Isosceles Triangle 22">
              <a:extLst>
                <a:ext uri="{FF2B5EF4-FFF2-40B4-BE49-F238E27FC236}">
                  <a16:creationId xmlns:a16="http://schemas.microsoft.com/office/drawing/2014/main" id="{90D9A080-DDEE-6E5A-71E0-0B59E29652F1}"/>
                </a:ext>
              </a:extLst>
            </p:cNvPr>
            <p:cNvSpPr/>
            <p:nvPr/>
          </p:nvSpPr>
          <p:spPr>
            <a:xfrm rot="722318">
              <a:off x="5436198" y="2460377"/>
              <a:ext cx="1097280" cy="457200"/>
            </a:xfrm>
            <a:prstGeom prst="triangle">
              <a:avLst>
                <a:gd name="adj" fmla="val 49630"/>
              </a:avLst>
            </a:prstGeom>
            <a:solidFill>
              <a:srgbClr val="0070C0"/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F6354306-6CCB-13D7-FBCF-0131E8E0524F}"/>
                </a:ext>
              </a:extLst>
            </p:cNvPr>
            <p:cNvSpPr txBox="1"/>
            <p:nvPr/>
          </p:nvSpPr>
          <p:spPr>
            <a:xfrm>
              <a:off x="7612778" y="888506"/>
              <a:ext cx="1841899" cy="638175"/>
            </a:xfrm>
            <a:prstGeom prst="rect">
              <a:avLst/>
            </a:prstGeom>
            <a:noFill/>
          </p:spPr>
          <p:txBody>
            <a:bodyPr wrap="square" rtlCol="0">
              <a:prstTxWarp prst="textArchUp">
                <a:avLst/>
              </a:prstTxWarp>
              <a:spAutoFit/>
            </a:bodyPr>
            <a:lstStyle/>
            <a:p>
              <a:pPr algn="ctr"/>
              <a:r>
                <a:rPr lang="en-US" sz="2400" dirty="0">
                  <a:solidFill>
                    <a:schemeClr val="bg1"/>
                  </a:solidFill>
                </a:rPr>
                <a:t>Inspire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14825B25-72E2-5DA6-9FFA-9F7980FC4324}"/>
                </a:ext>
              </a:extLst>
            </p:cNvPr>
            <p:cNvSpPr txBox="1"/>
            <p:nvPr/>
          </p:nvSpPr>
          <p:spPr>
            <a:xfrm rot="15543733">
              <a:off x="6432172" y="2357799"/>
              <a:ext cx="3973684" cy="212365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400" dirty="0">
                  <a:solidFill>
                    <a:srgbClr val="252260"/>
                  </a:solidFill>
                </a:rPr>
                <a:t>Donor </a:t>
              </a:r>
            </a:p>
            <a:p>
              <a:pPr algn="ctr"/>
              <a:r>
                <a:rPr lang="en-US" sz="4400" dirty="0">
                  <a:solidFill>
                    <a:srgbClr val="252260"/>
                  </a:solidFill>
                </a:rPr>
                <a:t>Engagement </a:t>
              </a:r>
            </a:p>
            <a:p>
              <a:pPr algn="ctr"/>
              <a:r>
                <a:rPr lang="en-US" sz="4400" dirty="0">
                  <a:solidFill>
                    <a:srgbClr val="252260"/>
                  </a:solidFill>
                </a:rPr>
                <a:t>Cycle</a:t>
              </a: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9A0BB62A-233F-0090-2B96-CEA03E200F03}"/>
              </a:ext>
            </a:extLst>
          </p:cNvPr>
          <p:cNvGrpSpPr/>
          <p:nvPr/>
        </p:nvGrpSpPr>
        <p:grpSpPr>
          <a:xfrm>
            <a:off x="0" y="6078071"/>
            <a:ext cx="12192000" cy="779929"/>
            <a:chOff x="0" y="6078071"/>
            <a:chExt cx="12192000" cy="779929"/>
          </a:xfrm>
        </p:grpSpPr>
        <p:sp>
          <p:nvSpPr>
            <p:cNvPr id="15" name="Rectangle 24">
              <a:extLst>
                <a:ext uri="{FF2B5EF4-FFF2-40B4-BE49-F238E27FC236}">
                  <a16:creationId xmlns:a16="http://schemas.microsoft.com/office/drawing/2014/main" id="{8106794F-A6A8-0DE2-5F54-5D5F64173A53}"/>
                </a:ext>
              </a:extLst>
            </p:cNvPr>
            <p:cNvSpPr/>
            <p:nvPr/>
          </p:nvSpPr>
          <p:spPr>
            <a:xfrm>
              <a:off x="0" y="6078071"/>
              <a:ext cx="12192000" cy="779929"/>
            </a:xfrm>
            <a:custGeom>
              <a:avLst/>
              <a:gdLst>
                <a:gd name="connsiteX0" fmla="*/ 0 w 12876028"/>
                <a:gd name="connsiteY0" fmla="*/ 0 h 1662721"/>
                <a:gd name="connsiteX1" fmla="*/ 12876028 w 12876028"/>
                <a:gd name="connsiteY1" fmla="*/ 0 h 1662721"/>
                <a:gd name="connsiteX2" fmla="*/ 12876028 w 12876028"/>
                <a:gd name="connsiteY2" fmla="*/ 1662721 h 1662721"/>
                <a:gd name="connsiteX3" fmla="*/ 0 w 12876028"/>
                <a:gd name="connsiteY3" fmla="*/ 1662721 h 1662721"/>
                <a:gd name="connsiteX4" fmla="*/ 0 w 12876028"/>
                <a:gd name="connsiteY4" fmla="*/ 0 h 1662721"/>
                <a:gd name="connsiteX0" fmla="*/ 0 w 12876028"/>
                <a:gd name="connsiteY0" fmla="*/ 893135 h 1662721"/>
                <a:gd name="connsiteX1" fmla="*/ 12876028 w 12876028"/>
                <a:gd name="connsiteY1" fmla="*/ 0 h 1662721"/>
                <a:gd name="connsiteX2" fmla="*/ 12876028 w 12876028"/>
                <a:gd name="connsiteY2" fmla="*/ 1662721 h 1662721"/>
                <a:gd name="connsiteX3" fmla="*/ 0 w 12876028"/>
                <a:gd name="connsiteY3" fmla="*/ 1662721 h 1662721"/>
                <a:gd name="connsiteX4" fmla="*/ 0 w 12876028"/>
                <a:gd name="connsiteY4" fmla="*/ 893135 h 16627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876028" h="1662721">
                  <a:moveTo>
                    <a:pt x="0" y="893135"/>
                  </a:moveTo>
                  <a:lnTo>
                    <a:pt x="12876028" y="0"/>
                  </a:lnTo>
                  <a:lnTo>
                    <a:pt x="12876028" y="1662721"/>
                  </a:lnTo>
                  <a:lnTo>
                    <a:pt x="0" y="1662721"/>
                  </a:lnTo>
                  <a:lnTo>
                    <a:pt x="0" y="893135"/>
                  </a:lnTo>
                  <a:close/>
                </a:path>
              </a:pathLst>
            </a:custGeom>
            <a:solidFill>
              <a:srgbClr val="DD403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03353991-3A68-92B2-AD97-996C2767BF7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4486" b="24288"/>
            <a:stretch/>
          </p:blipFill>
          <p:spPr>
            <a:xfrm>
              <a:off x="9825318" y="6236638"/>
              <a:ext cx="2079811" cy="559334"/>
            </a:xfrm>
            <a:prstGeom prst="rect">
              <a:avLst/>
            </a:prstGeom>
          </p:spPr>
        </p:pic>
      </p:grpSp>
      <p:sp>
        <p:nvSpPr>
          <p:cNvPr id="24" name="Slide Number Placeholder 5">
            <a:extLst>
              <a:ext uri="{FF2B5EF4-FFF2-40B4-BE49-F238E27FC236}">
                <a16:creationId xmlns:a16="http://schemas.microsoft.com/office/drawing/2014/main" id="{6157C58C-6A43-ACA0-E644-1D4D8A0072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-1" y="6492875"/>
            <a:ext cx="528919" cy="365125"/>
          </a:xfrm>
        </p:spPr>
        <p:txBody>
          <a:bodyPr/>
          <a:lstStyle/>
          <a:p>
            <a:fld id="{0F897CD2-57D8-4610-8E64-C03C1E4E4E05}" type="slidenum">
              <a:rPr lang="en-US" sz="1600" b="1" smtClean="0">
                <a:solidFill>
                  <a:schemeClr val="bg1"/>
                </a:solidFill>
              </a:rPr>
              <a:t>15</a:t>
            </a:fld>
            <a:endParaRPr lang="en-US" sz="16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128464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9CBED602-B9AA-4E30-811B-082728B0E948}"/>
              </a:ext>
            </a:extLst>
          </p:cNvPr>
          <p:cNvGrpSpPr/>
          <p:nvPr/>
        </p:nvGrpSpPr>
        <p:grpSpPr>
          <a:xfrm>
            <a:off x="0" y="6078071"/>
            <a:ext cx="12192000" cy="779929"/>
            <a:chOff x="0" y="6078071"/>
            <a:chExt cx="12192000" cy="779929"/>
          </a:xfrm>
        </p:grpSpPr>
        <p:sp>
          <p:nvSpPr>
            <p:cNvPr id="3" name="Rectangle 24">
              <a:extLst>
                <a:ext uri="{FF2B5EF4-FFF2-40B4-BE49-F238E27FC236}">
                  <a16:creationId xmlns:a16="http://schemas.microsoft.com/office/drawing/2014/main" id="{C367CC84-698C-26A1-9D0F-CDAA043943DB}"/>
                </a:ext>
              </a:extLst>
            </p:cNvPr>
            <p:cNvSpPr/>
            <p:nvPr/>
          </p:nvSpPr>
          <p:spPr>
            <a:xfrm>
              <a:off x="0" y="6078071"/>
              <a:ext cx="12192000" cy="779929"/>
            </a:xfrm>
            <a:custGeom>
              <a:avLst/>
              <a:gdLst>
                <a:gd name="connsiteX0" fmla="*/ 0 w 12876028"/>
                <a:gd name="connsiteY0" fmla="*/ 0 h 1662721"/>
                <a:gd name="connsiteX1" fmla="*/ 12876028 w 12876028"/>
                <a:gd name="connsiteY1" fmla="*/ 0 h 1662721"/>
                <a:gd name="connsiteX2" fmla="*/ 12876028 w 12876028"/>
                <a:gd name="connsiteY2" fmla="*/ 1662721 h 1662721"/>
                <a:gd name="connsiteX3" fmla="*/ 0 w 12876028"/>
                <a:gd name="connsiteY3" fmla="*/ 1662721 h 1662721"/>
                <a:gd name="connsiteX4" fmla="*/ 0 w 12876028"/>
                <a:gd name="connsiteY4" fmla="*/ 0 h 1662721"/>
                <a:gd name="connsiteX0" fmla="*/ 0 w 12876028"/>
                <a:gd name="connsiteY0" fmla="*/ 893135 h 1662721"/>
                <a:gd name="connsiteX1" fmla="*/ 12876028 w 12876028"/>
                <a:gd name="connsiteY1" fmla="*/ 0 h 1662721"/>
                <a:gd name="connsiteX2" fmla="*/ 12876028 w 12876028"/>
                <a:gd name="connsiteY2" fmla="*/ 1662721 h 1662721"/>
                <a:gd name="connsiteX3" fmla="*/ 0 w 12876028"/>
                <a:gd name="connsiteY3" fmla="*/ 1662721 h 1662721"/>
                <a:gd name="connsiteX4" fmla="*/ 0 w 12876028"/>
                <a:gd name="connsiteY4" fmla="*/ 893135 h 16627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876028" h="1662721">
                  <a:moveTo>
                    <a:pt x="0" y="893135"/>
                  </a:moveTo>
                  <a:lnTo>
                    <a:pt x="12876028" y="0"/>
                  </a:lnTo>
                  <a:lnTo>
                    <a:pt x="12876028" y="1662721"/>
                  </a:lnTo>
                  <a:lnTo>
                    <a:pt x="0" y="1662721"/>
                  </a:lnTo>
                  <a:lnTo>
                    <a:pt x="0" y="893135"/>
                  </a:lnTo>
                  <a:close/>
                </a:path>
              </a:pathLst>
            </a:custGeom>
            <a:solidFill>
              <a:srgbClr val="DD403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706977B5-0C6C-A11B-E6C8-969AC985CA5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4486" b="24288"/>
            <a:stretch/>
          </p:blipFill>
          <p:spPr>
            <a:xfrm>
              <a:off x="9825318" y="6236638"/>
              <a:ext cx="2079811" cy="559334"/>
            </a:xfrm>
            <a:prstGeom prst="rect">
              <a:avLst/>
            </a:prstGeom>
          </p:spPr>
        </p:pic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30DC32F0-A8FD-C99B-74CF-6A5288C369CA}"/>
              </a:ext>
            </a:extLst>
          </p:cNvPr>
          <p:cNvGrpSpPr/>
          <p:nvPr/>
        </p:nvGrpSpPr>
        <p:grpSpPr>
          <a:xfrm>
            <a:off x="392591" y="320822"/>
            <a:ext cx="11643831" cy="5495928"/>
            <a:chOff x="349728" y="835172"/>
            <a:chExt cx="11643831" cy="5495928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AD0C56F7-F2A2-1315-9184-C2AD2F2265B1}"/>
                </a:ext>
              </a:extLst>
            </p:cNvPr>
            <p:cNvSpPr/>
            <p:nvPr/>
          </p:nvSpPr>
          <p:spPr>
            <a:xfrm>
              <a:off x="9953621" y="1949600"/>
              <a:ext cx="1605358" cy="4381500"/>
            </a:xfrm>
            <a:prstGeom prst="rect">
              <a:avLst/>
            </a:prstGeom>
            <a:solidFill>
              <a:srgbClr val="D0CEEE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4793EBCC-D268-D29D-F64C-EA07DB62C7D2}"/>
                </a:ext>
              </a:extLst>
            </p:cNvPr>
            <p:cNvSpPr/>
            <p:nvPr/>
          </p:nvSpPr>
          <p:spPr>
            <a:xfrm>
              <a:off x="8348263" y="1949600"/>
              <a:ext cx="1605358" cy="4381500"/>
            </a:xfrm>
            <a:prstGeom prst="rect">
              <a:avLst/>
            </a:prstGeom>
            <a:solidFill>
              <a:srgbClr val="CDF2FF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09E050A3-79B0-9A6B-60EB-F858557DC750}"/>
                </a:ext>
              </a:extLst>
            </p:cNvPr>
            <p:cNvSpPr/>
            <p:nvPr/>
          </p:nvSpPr>
          <p:spPr>
            <a:xfrm>
              <a:off x="6757033" y="1949600"/>
              <a:ext cx="1605358" cy="4381500"/>
            </a:xfrm>
            <a:prstGeom prst="rect">
              <a:avLst/>
            </a:prstGeom>
            <a:solidFill>
              <a:srgbClr val="D1F4F3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F1D3F0B-8D25-3C0A-AE5F-4BBF6AB94230}"/>
                </a:ext>
              </a:extLst>
            </p:cNvPr>
            <p:cNvSpPr/>
            <p:nvPr/>
          </p:nvSpPr>
          <p:spPr>
            <a:xfrm>
              <a:off x="5151675" y="1949600"/>
              <a:ext cx="1605358" cy="4381500"/>
            </a:xfrm>
            <a:prstGeom prst="rect">
              <a:avLst/>
            </a:prstGeom>
            <a:solidFill>
              <a:srgbClr val="DAF6DA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6B864CF1-AC9A-4C0F-4740-93935444C18F}"/>
                </a:ext>
              </a:extLst>
            </p:cNvPr>
            <p:cNvSpPr/>
            <p:nvPr/>
          </p:nvSpPr>
          <p:spPr>
            <a:xfrm>
              <a:off x="3560445" y="1949600"/>
              <a:ext cx="1605358" cy="438150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16358736-5A41-B3B7-489B-AF41FCF3F229}"/>
                </a:ext>
              </a:extLst>
            </p:cNvPr>
            <p:cNvSpPr/>
            <p:nvPr/>
          </p:nvSpPr>
          <p:spPr>
            <a:xfrm>
              <a:off x="1955086" y="1949600"/>
              <a:ext cx="1605358" cy="4381500"/>
            </a:xfrm>
            <a:prstGeom prst="rect">
              <a:avLst/>
            </a:prstGeom>
            <a:solidFill>
              <a:srgbClr val="FAD1B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AD90AA11-FC94-C50D-4FB9-9EF49CC89A9D}"/>
                </a:ext>
              </a:extLst>
            </p:cNvPr>
            <p:cNvSpPr/>
            <p:nvPr/>
          </p:nvSpPr>
          <p:spPr>
            <a:xfrm>
              <a:off x="349728" y="1949600"/>
              <a:ext cx="1605358" cy="4381500"/>
            </a:xfrm>
            <a:prstGeom prst="rect">
              <a:avLst/>
            </a:prstGeom>
            <a:solidFill>
              <a:srgbClr val="F8B2AE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Arrow: Right 14">
              <a:extLst>
                <a:ext uri="{FF2B5EF4-FFF2-40B4-BE49-F238E27FC236}">
                  <a16:creationId xmlns:a16="http://schemas.microsoft.com/office/drawing/2014/main" id="{FB697A6E-45DA-A22B-2981-076BB9816A98}"/>
                </a:ext>
              </a:extLst>
            </p:cNvPr>
            <p:cNvSpPr/>
            <p:nvPr/>
          </p:nvSpPr>
          <p:spPr>
            <a:xfrm>
              <a:off x="9981879" y="835172"/>
              <a:ext cx="2011680" cy="1495428"/>
            </a:xfrm>
            <a:prstGeom prst="rightArrow">
              <a:avLst/>
            </a:prstGeom>
            <a:solidFill>
              <a:srgbClr val="25226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Arrow: Right 15">
              <a:extLst>
                <a:ext uri="{FF2B5EF4-FFF2-40B4-BE49-F238E27FC236}">
                  <a16:creationId xmlns:a16="http://schemas.microsoft.com/office/drawing/2014/main" id="{8F32EFC2-AA02-5F85-FB3C-E0A726219A91}"/>
                </a:ext>
              </a:extLst>
            </p:cNvPr>
            <p:cNvSpPr/>
            <p:nvPr/>
          </p:nvSpPr>
          <p:spPr>
            <a:xfrm>
              <a:off x="8376521" y="835172"/>
              <a:ext cx="2011680" cy="1495428"/>
            </a:xfrm>
            <a:prstGeom prst="rightArrow">
              <a:avLst/>
            </a:prstGeom>
            <a:solidFill>
              <a:srgbClr val="007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Arrow: Right 16">
              <a:extLst>
                <a:ext uri="{FF2B5EF4-FFF2-40B4-BE49-F238E27FC236}">
                  <a16:creationId xmlns:a16="http://schemas.microsoft.com/office/drawing/2014/main" id="{F4367CD4-42BD-FD76-B865-850C56FAA75F}"/>
                </a:ext>
              </a:extLst>
            </p:cNvPr>
            <p:cNvSpPr/>
            <p:nvPr/>
          </p:nvSpPr>
          <p:spPr>
            <a:xfrm>
              <a:off x="6771162" y="835172"/>
              <a:ext cx="2011680" cy="1495428"/>
            </a:xfrm>
            <a:prstGeom prst="rightArrow">
              <a:avLst/>
            </a:prstGeom>
            <a:solidFill>
              <a:srgbClr val="33CCCC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" name="Arrow: Right 17">
              <a:extLst>
                <a:ext uri="{FF2B5EF4-FFF2-40B4-BE49-F238E27FC236}">
                  <a16:creationId xmlns:a16="http://schemas.microsoft.com/office/drawing/2014/main" id="{16AB4A87-86A7-BFFD-1B19-0B58CA6A85BC}"/>
                </a:ext>
              </a:extLst>
            </p:cNvPr>
            <p:cNvSpPr/>
            <p:nvPr/>
          </p:nvSpPr>
          <p:spPr>
            <a:xfrm>
              <a:off x="5165803" y="835172"/>
              <a:ext cx="2011680" cy="1495428"/>
            </a:xfrm>
            <a:prstGeom prst="rightArrow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9" name="Arrow: Right 18">
              <a:extLst>
                <a:ext uri="{FF2B5EF4-FFF2-40B4-BE49-F238E27FC236}">
                  <a16:creationId xmlns:a16="http://schemas.microsoft.com/office/drawing/2014/main" id="{4024B069-F4E0-EEF4-CBF8-5A4289C6D157}"/>
                </a:ext>
              </a:extLst>
            </p:cNvPr>
            <p:cNvSpPr/>
            <p:nvPr/>
          </p:nvSpPr>
          <p:spPr>
            <a:xfrm>
              <a:off x="3560444" y="835172"/>
              <a:ext cx="2011680" cy="1495428"/>
            </a:xfrm>
            <a:prstGeom prst="rightArrow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0" name="Arrow: Right 19">
              <a:extLst>
                <a:ext uri="{FF2B5EF4-FFF2-40B4-BE49-F238E27FC236}">
                  <a16:creationId xmlns:a16="http://schemas.microsoft.com/office/drawing/2014/main" id="{23BCF02F-B0C2-D1E8-8045-8DE8919952E1}"/>
                </a:ext>
              </a:extLst>
            </p:cNvPr>
            <p:cNvSpPr/>
            <p:nvPr/>
          </p:nvSpPr>
          <p:spPr>
            <a:xfrm>
              <a:off x="1955086" y="835176"/>
              <a:ext cx="2011680" cy="1495428"/>
            </a:xfrm>
            <a:prstGeom prst="rightArrow">
              <a:avLst/>
            </a:prstGeom>
            <a:solidFill>
              <a:srgbClr val="F1812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1" name="Arrow: Right 20">
              <a:extLst>
                <a:ext uri="{FF2B5EF4-FFF2-40B4-BE49-F238E27FC236}">
                  <a16:creationId xmlns:a16="http://schemas.microsoft.com/office/drawing/2014/main" id="{227EDB70-129D-A8DA-B59C-6D974A374AA7}"/>
                </a:ext>
              </a:extLst>
            </p:cNvPr>
            <p:cNvSpPr/>
            <p:nvPr/>
          </p:nvSpPr>
          <p:spPr>
            <a:xfrm>
              <a:off x="349728" y="835172"/>
              <a:ext cx="2011680" cy="1495428"/>
            </a:xfrm>
            <a:prstGeom prst="rightArrow">
              <a:avLst/>
            </a:prstGeom>
            <a:solidFill>
              <a:srgbClr val="EE4238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001DEE14-C8F2-746F-B880-41428624481C}"/>
                </a:ext>
              </a:extLst>
            </p:cNvPr>
            <p:cNvSpPr txBox="1"/>
            <p:nvPr/>
          </p:nvSpPr>
          <p:spPr>
            <a:xfrm>
              <a:off x="447674" y="1398220"/>
              <a:ext cx="119062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Inspire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A1E9A84B-8CA9-01B4-A369-42B254F959FE}"/>
                </a:ext>
              </a:extLst>
            </p:cNvPr>
            <p:cNvSpPr txBox="1"/>
            <p:nvPr/>
          </p:nvSpPr>
          <p:spPr>
            <a:xfrm>
              <a:off x="2242022" y="1395600"/>
              <a:ext cx="119062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Connect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AC8AB8B6-3F9A-759F-093B-AB2872C10F58}"/>
                </a:ext>
              </a:extLst>
            </p:cNvPr>
            <p:cNvSpPr txBox="1"/>
            <p:nvPr/>
          </p:nvSpPr>
          <p:spPr>
            <a:xfrm>
              <a:off x="3956843" y="1395600"/>
              <a:ext cx="119062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Learn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AF4ABE33-9E41-A071-2CEC-DEAC182B6F81}"/>
                </a:ext>
              </a:extLst>
            </p:cNvPr>
            <p:cNvSpPr txBox="1"/>
            <p:nvPr/>
          </p:nvSpPr>
          <p:spPr>
            <a:xfrm>
              <a:off x="5457824" y="1395600"/>
              <a:ext cx="119062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Engage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0E8B7DF7-A9AE-2CDA-9CC9-733D0064E559}"/>
                </a:ext>
              </a:extLst>
            </p:cNvPr>
            <p:cNvSpPr txBox="1"/>
            <p:nvPr/>
          </p:nvSpPr>
          <p:spPr>
            <a:xfrm>
              <a:off x="7157638" y="1395600"/>
              <a:ext cx="119062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Invite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DA2915FF-7F8E-717C-0796-203D21925273}"/>
                </a:ext>
              </a:extLst>
            </p:cNvPr>
            <p:cNvSpPr txBox="1"/>
            <p:nvPr/>
          </p:nvSpPr>
          <p:spPr>
            <a:xfrm>
              <a:off x="8646030" y="1394050"/>
              <a:ext cx="169656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Appreciate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8ECA55DD-4894-5C9B-C39E-047AE0B27116}"/>
                </a:ext>
              </a:extLst>
            </p:cNvPr>
            <p:cNvSpPr txBox="1"/>
            <p:nvPr/>
          </p:nvSpPr>
          <p:spPr>
            <a:xfrm>
              <a:off x="10416459" y="1394050"/>
              <a:ext cx="119062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Motivate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E81A5896-D389-15DE-1ACB-F0A14D5189FE}"/>
                </a:ext>
              </a:extLst>
            </p:cNvPr>
            <p:cNvSpPr txBox="1"/>
            <p:nvPr/>
          </p:nvSpPr>
          <p:spPr>
            <a:xfrm>
              <a:off x="447673" y="2325356"/>
              <a:ext cx="1356125" cy="31854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14300" indent="-114300"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US" sz="1400" dirty="0">
                  <a:solidFill>
                    <a:srgbClr val="002060"/>
                  </a:solidFill>
                </a:rPr>
                <a:t>Marketing</a:t>
              </a:r>
            </a:p>
            <a:p>
              <a:pPr marL="114300" indent="-114300"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US" sz="1400" dirty="0">
                  <a:solidFill>
                    <a:srgbClr val="002060"/>
                  </a:solidFill>
                </a:rPr>
                <a:t>Social Media</a:t>
              </a:r>
            </a:p>
            <a:p>
              <a:pPr marL="114300" indent="-114300"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US" sz="1400" dirty="0">
                  <a:solidFill>
                    <a:srgbClr val="002060"/>
                  </a:solidFill>
                </a:rPr>
                <a:t>Articles</a:t>
              </a:r>
            </a:p>
            <a:p>
              <a:pPr marL="114300" indent="-114300"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US" sz="1400" dirty="0">
                  <a:solidFill>
                    <a:srgbClr val="002060"/>
                  </a:solidFill>
                </a:rPr>
                <a:t>Press</a:t>
              </a:r>
            </a:p>
            <a:p>
              <a:pPr marL="114300" indent="-114300"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US" sz="1400" dirty="0">
                  <a:solidFill>
                    <a:srgbClr val="002060"/>
                  </a:solidFill>
                </a:rPr>
                <a:t>Website</a:t>
              </a:r>
            </a:p>
            <a:p>
              <a:pPr marL="114300" indent="-114300"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US" sz="1400" dirty="0">
                  <a:solidFill>
                    <a:srgbClr val="002060"/>
                  </a:solidFill>
                </a:rPr>
                <a:t>Outreach</a:t>
              </a:r>
            </a:p>
            <a:p>
              <a:pPr marL="114300" indent="-114300"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US" sz="1400" dirty="0">
                  <a:solidFill>
                    <a:srgbClr val="002060"/>
                  </a:solidFill>
                </a:rPr>
                <a:t>Videos</a:t>
              </a:r>
            </a:p>
            <a:p>
              <a:pPr marL="114300" indent="-114300"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US" sz="1400" dirty="0">
                  <a:solidFill>
                    <a:srgbClr val="002060"/>
                  </a:solidFill>
                </a:rPr>
                <a:t>Referrals</a:t>
              </a:r>
            </a:p>
            <a:p>
              <a:pPr marL="114300" indent="-114300"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US" sz="1400" dirty="0">
                  <a:solidFill>
                    <a:srgbClr val="002060"/>
                  </a:solidFill>
                </a:rPr>
                <a:t>Partnerships</a:t>
              </a:r>
            </a:p>
            <a:p>
              <a:pPr marL="114300" indent="-114300">
                <a:buFont typeface="Arial" panose="020B0604020202020204" pitchFamily="34" charset="0"/>
                <a:buChar char="•"/>
              </a:pPr>
              <a:endParaRPr lang="en-US" sz="1400" dirty="0">
                <a:solidFill>
                  <a:srgbClr val="002060"/>
                </a:solidFill>
              </a:endParaRPr>
            </a:p>
            <a:p>
              <a:endParaRPr lang="en-US" sz="1600" dirty="0">
                <a:solidFill>
                  <a:srgbClr val="002060"/>
                </a:solidFill>
              </a:endParaRP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26069F8D-6FD7-323E-8300-1F0DFF19E50B}"/>
                </a:ext>
              </a:extLst>
            </p:cNvPr>
            <p:cNvSpPr txBox="1"/>
            <p:nvPr/>
          </p:nvSpPr>
          <p:spPr>
            <a:xfrm>
              <a:off x="2072637" y="2325356"/>
              <a:ext cx="1356125" cy="37240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14300" indent="-114300"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US" sz="1400" dirty="0">
                  <a:solidFill>
                    <a:srgbClr val="002060"/>
                  </a:solidFill>
                </a:rPr>
                <a:t>Join newsletter</a:t>
              </a:r>
            </a:p>
            <a:p>
              <a:pPr marL="114300" indent="-114300"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US" sz="1400" dirty="0">
                  <a:solidFill>
                    <a:srgbClr val="002060"/>
                  </a:solidFill>
                </a:rPr>
                <a:t>Event Pages</a:t>
              </a:r>
            </a:p>
            <a:p>
              <a:pPr marL="114300" indent="-114300"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US" sz="1400" dirty="0">
                  <a:solidFill>
                    <a:srgbClr val="002060"/>
                  </a:solidFill>
                </a:rPr>
                <a:t>Donation Pages</a:t>
              </a:r>
            </a:p>
            <a:p>
              <a:pPr marL="114300" indent="-114300"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US" sz="1400" dirty="0">
                  <a:solidFill>
                    <a:srgbClr val="002060"/>
                  </a:solidFill>
                </a:rPr>
                <a:t>Volunteer</a:t>
              </a:r>
            </a:p>
            <a:p>
              <a:pPr marL="114300" indent="-114300"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US" sz="1400" dirty="0">
                  <a:solidFill>
                    <a:srgbClr val="002060"/>
                  </a:solidFill>
                </a:rPr>
                <a:t>P2P</a:t>
              </a:r>
            </a:p>
            <a:p>
              <a:pPr marL="114300" indent="-114300"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US" sz="1400" dirty="0">
                  <a:solidFill>
                    <a:srgbClr val="002060"/>
                  </a:solidFill>
                </a:rPr>
                <a:t>Welcome packages (first timers)</a:t>
              </a:r>
            </a:p>
            <a:p>
              <a:pPr marL="114300" indent="-114300"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US" sz="1400" dirty="0">
                  <a:solidFill>
                    <a:srgbClr val="002060"/>
                  </a:solidFill>
                </a:rPr>
                <a:t>Virtual events</a:t>
              </a:r>
            </a:p>
            <a:p>
              <a:pPr marL="114300" indent="-114300"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US" sz="1400" dirty="0">
                  <a:solidFill>
                    <a:srgbClr val="002060"/>
                  </a:solidFill>
                </a:rPr>
                <a:t>Text 2 Give</a:t>
              </a:r>
            </a:p>
            <a:p>
              <a:pPr marL="114300" indent="-114300"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US" sz="1400" dirty="0">
                  <a:solidFill>
                    <a:srgbClr val="002060"/>
                  </a:solidFill>
                </a:rPr>
                <a:t>Auctions</a:t>
              </a:r>
              <a:endParaRPr lang="en-US" sz="1600" dirty="0">
                <a:solidFill>
                  <a:srgbClr val="002060"/>
                </a:solidFill>
              </a:endParaRP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20B18294-5451-6393-6E71-7D84A8A0C6A6}"/>
                </a:ext>
              </a:extLst>
            </p:cNvPr>
            <p:cNvSpPr txBox="1"/>
            <p:nvPr/>
          </p:nvSpPr>
          <p:spPr>
            <a:xfrm>
              <a:off x="3678057" y="2325356"/>
              <a:ext cx="1416530" cy="29238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14300" indent="-114300"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US" sz="1400" dirty="0">
                  <a:solidFill>
                    <a:srgbClr val="002060"/>
                  </a:solidFill>
                </a:rPr>
                <a:t>Surveys</a:t>
              </a:r>
            </a:p>
            <a:p>
              <a:pPr marL="114300" indent="-114300"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US" sz="1400" dirty="0">
                  <a:solidFill>
                    <a:srgbClr val="002060"/>
                  </a:solidFill>
                </a:rPr>
                <a:t>Link Clicks</a:t>
              </a:r>
            </a:p>
            <a:p>
              <a:pPr marL="114300" indent="-114300"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US" sz="1400" dirty="0">
                  <a:solidFill>
                    <a:srgbClr val="002060"/>
                  </a:solidFill>
                </a:rPr>
                <a:t>Categories &amp; Multi-select fields</a:t>
              </a:r>
            </a:p>
            <a:p>
              <a:pPr marL="114300" indent="-114300"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US" sz="1400" dirty="0">
                  <a:solidFill>
                    <a:srgbClr val="002060"/>
                  </a:solidFill>
                </a:rPr>
                <a:t>Interactions</a:t>
              </a:r>
            </a:p>
            <a:p>
              <a:pPr marL="114300" indent="-114300"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US" sz="1400" dirty="0">
                  <a:solidFill>
                    <a:srgbClr val="002060"/>
                  </a:solidFill>
                </a:rPr>
                <a:t>Relationships</a:t>
              </a:r>
            </a:p>
            <a:p>
              <a:pPr marL="114300" indent="-114300"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US" sz="1400" dirty="0">
                  <a:solidFill>
                    <a:srgbClr val="002060"/>
                  </a:solidFill>
                </a:rPr>
                <a:t>Time tracking</a:t>
              </a:r>
            </a:p>
            <a:p>
              <a:pPr marL="114300" indent="-114300"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US" sz="1400" dirty="0">
                  <a:solidFill>
                    <a:srgbClr val="002060"/>
                  </a:solidFill>
                </a:rPr>
                <a:t>Portal updates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3BC348E7-9101-1F39-1347-A1089CCA8BB5}"/>
                </a:ext>
              </a:extLst>
            </p:cNvPr>
            <p:cNvSpPr txBox="1"/>
            <p:nvPr/>
          </p:nvSpPr>
          <p:spPr>
            <a:xfrm>
              <a:off x="5222951" y="2325356"/>
              <a:ext cx="1356125" cy="320087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14300" indent="-114300"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US" sz="1400" dirty="0">
                  <a:solidFill>
                    <a:srgbClr val="002060"/>
                  </a:solidFill>
                </a:rPr>
                <a:t>Newsletter guest writer</a:t>
              </a:r>
            </a:p>
            <a:p>
              <a:pPr marL="114300" indent="-114300"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US" sz="1400" dirty="0">
                  <a:solidFill>
                    <a:srgbClr val="002060"/>
                  </a:solidFill>
                </a:rPr>
                <a:t>Volunteer trainers, P2P Team Leaders</a:t>
              </a:r>
            </a:p>
            <a:p>
              <a:pPr marL="114300" indent="-114300"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US" sz="1400" dirty="0">
                  <a:solidFill>
                    <a:srgbClr val="002060"/>
                  </a:solidFill>
                </a:rPr>
                <a:t>Share experience (private events)</a:t>
              </a:r>
            </a:p>
            <a:p>
              <a:pPr marL="114300" indent="-114300"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US" sz="1400" dirty="0">
                  <a:solidFill>
                    <a:srgbClr val="002060"/>
                  </a:solidFill>
                </a:rPr>
                <a:t>Insider info (email lists)</a:t>
              </a:r>
            </a:p>
            <a:p>
              <a:pPr marL="114300" indent="-114300"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US" sz="1400" dirty="0">
                  <a:solidFill>
                    <a:srgbClr val="002060"/>
                  </a:solidFill>
                </a:rPr>
                <a:t>Clubs (categories)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9C36EE52-4839-601B-9A68-5AC9F174E20C}"/>
                </a:ext>
              </a:extLst>
            </p:cNvPr>
            <p:cNvSpPr txBox="1"/>
            <p:nvPr/>
          </p:nvSpPr>
          <p:spPr>
            <a:xfrm>
              <a:off x="6888714" y="2325356"/>
              <a:ext cx="1356125" cy="27084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14300" indent="-114300"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US" sz="1400" dirty="0">
                  <a:solidFill>
                    <a:srgbClr val="002060"/>
                  </a:solidFill>
                </a:rPr>
                <a:t>Recurring gifts</a:t>
              </a:r>
            </a:p>
            <a:p>
              <a:pPr marL="114300" indent="-114300"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US" sz="1400" dirty="0">
                  <a:solidFill>
                    <a:srgbClr val="002060"/>
                  </a:solidFill>
                </a:rPr>
                <a:t>Pledges</a:t>
              </a:r>
            </a:p>
            <a:p>
              <a:pPr marL="114300" indent="-114300"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US" sz="1400" dirty="0">
                  <a:solidFill>
                    <a:srgbClr val="002060"/>
                  </a:solidFill>
                </a:rPr>
                <a:t>Custom proposals</a:t>
              </a:r>
            </a:p>
            <a:p>
              <a:pPr marL="114300" indent="-114300"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US" sz="1400" dirty="0">
                  <a:solidFill>
                    <a:srgbClr val="002060"/>
                  </a:solidFill>
                </a:rPr>
                <a:t>Planned interactions</a:t>
              </a:r>
            </a:p>
            <a:p>
              <a:pPr marL="114300" indent="-114300"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endParaRPr lang="en-US" sz="1400" dirty="0">
                <a:solidFill>
                  <a:srgbClr val="002060"/>
                </a:solidFill>
              </a:endParaRPr>
            </a:p>
            <a:p>
              <a:pPr marL="114300" indent="-114300"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endParaRPr lang="en-US" sz="1400" dirty="0">
                <a:solidFill>
                  <a:srgbClr val="002060"/>
                </a:solidFill>
              </a:endParaRPr>
            </a:p>
            <a:p>
              <a:pPr marL="114300" indent="-114300"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endParaRPr lang="en-US" sz="1400" dirty="0">
                <a:solidFill>
                  <a:srgbClr val="002060"/>
                </a:solidFill>
              </a:endParaRP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1A447C0C-A4B4-34C2-BE38-CB17439CB8C4}"/>
                </a:ext>
              </a:extLst>
            </p:cNvPr>
            <p:cNvSpPr txBox="1"/>
            <p:nvPr/>
          </p:nvSpPr>
          <p:spPr>
            <a:xfrm>
              <a:off x="8427774" y="2325356"/>
              <a:ext cx="1470299" cy="36625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14300" indent="-114300"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US" sz="1400" dirty="0">
                  <a:solidFill>
                    <a:srgbClr val="002060"/>
                  </a:solidFill>
                </a:rPr>
                <a:t>Prompt acknow-ledgments (mail merge)</a:t>
              </a:r>
            </a:p>
            <a:p>
              <a:pPr marL="114300" indent="-114300"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US" sz="1400" dirty="0">
                  <a:solidFill>
                    <a:srgbClr val="002060"/>
                  </a:solidFill>
                </a:rPr>
                <a:t>Newsletters &amp; Annual Reports (reports)</a:t>
              </a:r>
            </a:p>
            <a:p>
              <a:pPr marL="114300" indent="-114300"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US" sz="1400" dirty="0">
                  <a:solidFill>
                    <a:srgbClr val="002060"/>
                  </a:solidFill>
                </a:rPr>
                <a:t>Physical recognition –Naming</a:t>
              </a:r>
            </a:p>
            <a:p>
              <a:pPr marL="114300" indent="-114300"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US" sz="1400" dirty="0">
                  <a:solidFill>
                    <a:srgbClr val="002060"/>
                  </a:solidFill>
                </a:rPr>
                <a:t>Special appreciation events</a:t>
              </a:r>
            </a:p>
            <a:p>
              <a:pPr marL="114300" indent="-114300"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endParaRPr lang="en-US" sz="1600" dirty="0">
                <a:solidFill>
                  <a:srgbClr val="002060"/>
                </a:solidFill>
              </a:endParaRP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B9DFAC7D-7D92-C5D6-C83B-FECA20AE1EBE}"/>
                </a:ext>
              </a:extLst>
            </p:cNvPr>
            <p:cNvSpPr txBox="1"/>
            <p:nvPr/>
          </p:nvSpPr>
          <p:spPr>
            <a:xfrm>
              <a:off x="10019005" y="2325356"/>
              <a:ext cx="1470298" cy="35548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14300" indent="-114300"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US" sz="1400" dirty="0">
                  <a:solidFill>
                    <a:srgbClr val="002060"/>
                  </a:solidFill>
                </a:rPr>
                <a:t>Leadership – Board of Directors, Event Hosts, Campaign Chairs </a:t>
              </a:r>
            </a:p>
            <a:p>
              <a:pPr marL="114300" indent="-114300"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US" sz="1400" dirty="0">
                  <a:solidFill>
                    <a:srgbClr val="002060"/>
                  </a:solidFill>
                </a:rPr>
                <a:t>Advocacy  societies (automatic actions)</a:t>
              </a:r>
            </a:p>
            <a:p>
              <a:pPr marL="114300" indent="-114300"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US" sz="1400" dirty="0">
                  <a:solidFill>
                    <a:srgbClr val="002060"/>
                  </a:solidFill>
                </a:rPr>
                <a:t>Legacy gifts (pledges, categories, &amp; interactions)</a:t>
              </a:r>
            </a:p>
            <a:p>
              <a:pPr marL="114300" indent="-114300"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endParaRPr lang="en-US" sz="1400" dirty="0">
                <a:solidFill>
                  <a:srgbClr val="002060"/>
                </a:solidFill>
              </a:endParaRPr>
            </a:p>
          </p:txBody>
        </p:sp>
      </p:grp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C3CBC8DC-F70D-C4AC-C4C3-DB31B8C67E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-1" y="6492875"/>
            <a:ext cx="528919" cy="365125"/>
          </a:xfrm>
        </p:spPr>
        <p:txBody>
          <a:bodyPr/>
          <a:lstStyle/>
          <a:p>
            <a:fld id="{0F897CD2-57D8-4610-8E64-C03C1E4E4E05}" type="slidenum">
              <a:rPr lang="en-US" sz="1600" b="1" smtClean="0">
                <a:solidFill>
                  <a:schemeClr val="bg1"/>
                </a:solidFill>
              </a:rPr>
              <a:t>16</a:t>
            </a:fld>
            <a:endParaRPr lang="en-US" sz="16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8640800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821A60A2-ECC3-4BAF-BA42-D0928AD46BE0}"/>
              </a:ext>
            </a:extLst>
          </p:cNvPr>
          <p:cNvGrpSpPr/>
          <p:nvPr/>
        </p:nvGrpSpPr>
        <p:grpSpPr>
          <a:xfrm rot="2764726">
            <a:off x="195138" y="135897"/>
            <a:ext cx="6314184" cy="6224630"/>
            <a:chOff x="5436198" y="511241"/>
            <a:chExt cx="6314184" cy="6224630"/>
          </a:xfrm>
        </p:grpSpPr>
        <p:sp>
          <p:nvSpPr>
            <p:cNvPr id="4" name="Block Arc 1">
              <a:extLst>
                <a:ext uri="{FF2B5EF4-FFF2-40B4-BE49-F238E27FC236}">
                  <a16:creationId xmlns:a16="http://schemas.microsoft.com/office/drawing/2014/main" id="{5EC638A5-7DC7-6AC0-C409-466E1BCE61FD}"/>
                </a:ext>
              </a:extLst>
            </p:cNvPr>
            <p:cNvSpPr/>
            <p:nvPr/>
          </p:nvSpPr>
          <p:spPr>
            <a:xfrm rot="3037373">
              <a:off x="9392654" y="1530696"/>
              <a:ext cx="2314305" cy="715708"/>
            </a:xfrm>
            <a:custGeom>
              <a:avLst/>
              <a:gdLst>
                <a:gd name="connsiteX0" fmla="*/ 0 w 2391141"/>
                <a:gd name="connsiteY0" fmla="*/ 726679 h 1453358"/>
                <a:gd name="connsiteX1" fmla="*/ 1195571 w 2391141"/>
                <a:gd name="connsiteY1" fmla="*/ 0 h 1453358"/>
                <a:gd name="connsiteX2" fmla="*/ 2391142 w 2391141"/>
                <a:gd name="connsiteY2" fmla="*/ 726679 h 1453358"/>
                <a:gd name="connsiteX3" fmla="*/ 2027802 w 2391141"/>
                <a:gd name="connsiteY3" fmla="*/ 726679 h 1453358"/>
                <a:gd name="connsiteX4" fmla="*/ 1195571 w 2391141"/>
                <a:gd name="connsiteY4" fmla="*/ 363339 h 1453358"/>
                <a:gd name="connsiteX5" fmla="*/ 363340 w 2391141"/>
                <a:gd name="connsiteY5" fmla="*/ 726679 h 1453358"/>
                <a:gd name="connsiteX6" fmla="*/ 0 w 2391141"/>
                <a:gd name="connsiteY6" fmla="*/ 726679 h 1453358"/>
                <a:gd name="connsiteX0" fmla="*/ 0 w 2614878"/>
                <a:gd name="connsiteY0" fmla="*/ 727830 h 727830"/>
                <a:gd name="connsiteX1" fmla="*/ 1195571 w 2614878"/>
                <a:gd name="connsiteY1" fmla="*/ 1151 h 727830"/>
                <a:gd name="connsiteX2" fmla="*/ 2614878 w 2614878"/>
                <a:gd name="connsiteY2" fmla="*/ 611098 h 727830"/>
                <a:gd name="connsiteX3" fmla="*/ 2027802 w 2614878"/>
                <a:gd name="connsiteY3" fmla="*/ 727830 h 727830"/>
                <a:gd name="connsiteX4" fmla="*/ 1195571 w 2614878"/>
                <a:gd name="connsiteY4" fmla="*/ 364490 h 727830"/>
                <a:gd name="connsiteX5" fmla="*/ 363340 w 2614878"/>
                <a:gd name="connsiteY5" fmla="*/ 727830 h 727830"/>
                <a:gd name="connsiteX6" fmla="*/ 0 w 2614878"/>
                <a:gd name="connsiteY6" fmla="*/ 727830 h 727830"/>
                <a:gd name="connsiteX0" fmla="*/ 0 w 2614878"/>
                <a:gd name="connsiteY0" fmla="*/ 727830 h 727830"/>
                <a:gd name="connsiteX1" fmla="*/ 1195571 w 2614878"/>
                <a:gd name="connsiteY1" fmla="*/ 1151 h 727830"/>
                <a:gd name="connsiteX2" fmla="*/ 2614878 w 2614878"/>
                <a:gd name="connsiteY2" fmla="*/ 611098 h 727830"/>
                <a:gd name="connsiteX3" fmla="*/ 2251538 w 2614878"/>
                <a:gd name="connsiteY3" fmla="*/ 669464 h 727830"/>
                <a:gd name="connsiteX4" fmla="*/ 1195571 w 2614878"/>
                <a:gd name="connsiteY4" fmla="*/ 364490 h 727830"/>
                <a:gd name="connsiteX5" fmla="*/ 363340 w 2614878"/>
                <a:gd name="connsiteY5" fmla="*/ 727830 h 727830"/>
                <a:gd name="connsiteX6" fmla="*/ 0 w 2614878"/>
                <a:gd name="connsiteY6" fmla="*/ 727830 h 727830"/>
                <a:gd name="connsiteX0" fmla="*/ 0 w 2780249"/>
                <a:gd name="connsiteY0" fmla="*/ 590533 h 726720"/>
                <a:gd name="connsiteX1" fmla="*/ 1360942 w 2780249"/>
                <a:gd name="connsiteY1" fmla="*/ 41 h 726720"/>
                <a:gd name="connsiteX2" fmla="*/ 2780249 w 2780249"/>
                <a:gd name="connsiteY2" fmla="*/ 609988 h 726720"/>
                <a:gd name="connsiteX3" fmla="*/ 2416909 w 2780249"/>
                <a:gd name="connsiteY3" fmla="*/ 668354 h 726720"/>
                <a:gd name="connsiteX4" fmla="*/ 1360942 w 2780249"/>
                <a:gd name="connsiteY4" fmla="*/ 363380 h 726720"/>
                <a:gd name="connsiteX5" fmla="*/ 528711 w 2780249"/>
                <a:gd name="connsiteY5" fmla="*/ 726720 h 726720"/>
                <a:gd name="connsiteX6" fmla="*/ 0 w 2780249"/>
                <a:gd name="connsiteY6" fmla="*/ 590533 h 726720"/>
                <a:gd name="connsiteX0" fmla="*/ 0 w 2780249"/>
                <a:gd name="connsiteY0" fmla="*/ 590533 h 668354"/>
                <a:gd name="connsiteX1" fmla="*/ 1360942 w 2780249"/>
                <a:gd name="connsiteY1" fmla="*/ 41 h 668354"/>
                <a:gd name="connsiteX2" fmla="*/ 2780249 w 2780249"/>
                <a:gd name="connsiteY2" fmla="*/ 609988 h 668354"/>
                <a:gd name="connsiteX3" fmla="*/ 2416909 w 2780249"/>
                <a:gd name="connsiteY3" fmla="*/ 668354 h 668354"/>
                <a:gd name="connsiteX4" fmla="*/ 1360942 w 2780249"/>
                <a:gd name="connsiteY4" fmla="*/ 363380 h 668354"/>
                <a:gd name="connsiteX5" fmla="*/ 275792 w 2780249"/>
                <a:gd name="connsiteY5" fmla="*/ 639171 h 668354"/>
                <a:gd name="connsiteX6" fmla="*/ 0 w 2780249"/>
                <a:gd name="connsiteY6" fmla="*/ 590533 h 668354"/>
                <a:gd name="connsiteX0" fmla="*/ 0 w 2780249"/>
                <a:gd name="connsiteY0" fmla="*/ 590533 h 668354"/>
                <a:gd name="connsiteX1" fmla="*/ 1360942 w 2780249"/>
                <a:gd name="connsiteY1" fmla="*/ 41 h 668354"/>
                <a:gd name="connsiteX2" fmla="*/ 2780249 w 2780249"/>
                <a:gd name="connsiteY2" fmla="*/ 609988 h 668354"/>
                <a:gd name="connsiteX3" fmla="*/ 2416909 w 2780249"/>
                <a:gd name="connsiteY3" fmla="*/ 668354 h 668354"/>
                <a:gd name="connsiteX4" fmla="*/ 1351215 w 2780249"/>
                <a:gd name="connsiteY4" fmla="*/ 480112 h 668354"/>
                <a:gd name="connsiteX5" fmla="*/ 275792 w 2780249"/>
                <a:gd name="connsiteY5" fmla="*/ 639171 h 668354"/>
                <a:gd name="connsiteX6" fmla="*/ 0 w 2780249"/>
                <a:gd name="connsiteY6" fmla="*/ 590533 h 668354"/>
                <a:gd name="connsiteX0" fmla="*/ 0 w 2780249"/>
                <a:gd name="connsiteY0" fmla="*/ 590533 h 775358"/>
                <a:gd name="connsiteX1" fmla="*/ 1360942 w 2780249"/>
                <a:gd name="connsiteY1" fmla="*/ 41 h 775358"/>
                <a:gd name="connsiteX2" fmla="*/ 2780249 w 2780249"/>
                <a:gd name="connsiteY2" fmla="*/ 609988 h 775358"/>
                <a:gd name="connsiteX3" fmla="*/ 2329360 w 2780249"/>
                <a:gd name="connsiteY3" fmla="*/ 775358 h 775358"/>
                <a:gd name="connsiteX4" fmla="*/ 1351215 w 2780249"/>
                <a:gd name="connsiteY4" fmla="*/ 480112 h 775358"/>
                <a:gd name="connsiteX5" fmla="*/ 275792 w 2780249"/>
                <a:gd name="connsiteY5" fmla="*/ 639171 h 775358"/>
                <a:gd name="connsiteX6" fmla="*/ 0 w 2780249"/>
                <a:gd name="connsiteY6" fmla="*/ 590533 h 775358"/>
                <a:gd name="connsiteX0" fmla="*/ 0 w 2673245"/>
                <a:gd name="connsiteY0" fmla="*/ 600391 h 785216"/>
                <a:gd name="connsiteX1" fmla="*/ 1360942 w 2673245"/>
                <a:gd name="connsiteY1" fmla="*/ 9899 h 785216"/>
                <a:gd name="connsiteX2" fmla="*/ 2673245 w 2673245"/>
                <a:gd name="connsiteY2" fmla="*/ 405837 h 785216"/>
                <a:gd name="connsiteX3" fmla="*/ 2329360 w 2673245"/>
                <a:gd name="connsiteY3" fmla="*/ 785216 h 785216"/>
                <a:gd name="connsiteX4" fmla="*/ 1351215 w 2673245"/>
                <a:gd name="connsiteY4" fmla="*/ 489970 h 785216"/>
                <a:gd name="connsiteX5" fmla="*/ 275792 w 2673245"/>
                <a:gd name="connsiteY5" fmla="*/ 649029 h 785216"/>
                <a:gd name="connsiteX6" fmla="*/ 0 w 2673245"/>
                <a:gd name="connsiteY6" fmla="*/ 600391 h 785216"/>
                <a:gd name="connsiteX0" fmla="*/ 0 w 2673245"/>
                <a:gd name="connsiteY0" fmla="*/ 593348 h 778173"/>
                <a:gd name="connsiteX1" fmla="*/ 1360942 w 2673245"/>
                <a:gd name="connsiteY1" fmla="*/ 2856 h 778173"/>
                <a:gd name="connsiteX2" fmla="*/ 2673245 w 2673245"/>
                <a:gd name="connsiteY2" fmla="*/ 398794 h 778173"/>
                <a:gd name="connsiteX3" fmla="*/ 2329360 w 2673245"/>
                <a:gd name="connsiteY3" fmla="*/ 778173 h 778173"/>
                <a:gd name="connsiteX4" fmla="*/ 1351215 w 2673245"/>
                <a:gd name="connsiteY4" fmla="*/ 482927 h 778173"/>
                <a:gd name="connsiteX5" fmla="*/ 275792 w 2673245"/>
                <a:gd name="connsiteY5" fmla="*/ 641986 h 778173"/>
                <a:gd name="connsiteX6" fmla="*/ 0 w 2673245"/>
                <a:gd name="connsiteY6" fmla="*/ 593348 h 778173"/>
                <a:gd name="connsiteX0" fmla="*/ 0 w 2478691"/>
                <a:gd name="connsiteY0" fmla="*/ 293714 h 809279"/>
                <a:gd name="connsiteX1" fmla="*/ 1166388 w 2478691"/>
                <a:gd name="connsiteY1" fmla="*/ 33962 h 809279"/>
                <a:gd name="connsiteX2" fmla="*/ 2478691 w 2478691"/>
                <a:gd name="connsiteY2" fmla="*/ 429900 h 809279"/>
                <a:gd name="connsiteX3" fmla="*/ 2134806 w 2478691"/>
                <a:gd name="connsiteY3" fmla="*/ 809279 h 809279"/>
                <a:gd name="connsiteX4" fmla="*/ 1156661 w 2478691"/>
                <a:gd name="connsiteY4" fmla="*/ 514033 h 809279"/>
                <a:gd name="connsiteX5" fmla="*/ 81238 w 2478691"/>
                <a:gd name="connsiteY5" fmla="*/ 673092 h 809279"/>
                <a:gd name="connsiteX6" fmla="*/ 0 w 2478691"/>
                <a:gd name="connsiteY6" fmla="*/ 293714 h 809279"/>
                <a:gd name="connsiteX0" fmla="*/ 0 w 2478691"/>
                <a:gd name="connsiteY0" fmla="*/ 262275 h 777840"/>
                <a:gd name="connsiteX1" fmla="*/ 1166388 w 2478691"/>
                <a:gd name="connsiteY1" fmla="*/ 2523 h 777840"/>
                <a:gd name="connsiteX2" fmla="*/ 2478691 w 2478691"/>
                <a:gd name="connsiteY2" fmla="*/ 398461 h 777840"/>
                <a:gd name="connsiteX3" fmla="*/ 2134806 w 2478691"/>
                <a:gd name="connsiteY3" fmla="*/ 777840 h 777840"/>
                <a:gd name="connsiteX4" fmla="*/ 1156661 w 2478691"/>
                <a:gd name="connsiteY4" fmla="*/ 482594 h 777840"/>
                <a:gd name="connsiteX5" fmla="*/ 81238 w 2478691"/>
                <a:gd name="connsiteY5" fmla="*/ 641653 h 777840"/>
                <a:gd name="connsiteX6" fmla="*/ 0 w 2478691"/>
                <a:gd name="connsiteY6" fmla="*/ 262275 h 777840"/>
                <a:gd name="connsiteX0" fmla="*/ 0 w 2478691"/>
                <a:gd name="connsiteY0" fmla="*/ 262275 h 777841"/>
                <a:gd name="connsiteX1" fmla="*/ 1166388 w 2478691"/>
                <a:gd name="connsiteY1" fmla="*/ 2523 h 777841"/>
                <a:gd name="connsiteX2" fmla="*/ 2478691 w 2478691"/>
                <a:gd name="connsiteY2" fmla="*/ 398461 h 777841"/>
                <a:gd name="connsiteX3" fmla="*/ 2134806 w 2478691"/>
                <a:gd name="connsiteY3" fmla="*/ 777840 h 777841"/>
                <a:gd name="connsiteX4" fmla="*/ 1156661 w 2478691"/>
                <a:gd name="connsiteY4" fmla="*/ 482594 h 777841"/>
                <a:gd name="connsiteX5" fmla="*/ 178515 w 2478691"/>
                <a:gd name="connsiteY5" fmla="*/ 777841 h 777841"/>
                <a:gd name="connsiteX6" fmla="*/ 0 w 2478691"/>
                <a:gd name="connsiteY6" fmla="*/ 262275 h 777841"/>
                <a:gd name="connsiteX0" fmla="*/ 0 w 2478691"/>
                <a:gd name="connsiteY0" fmla="*/ 262275 h 777840"/>
                <a:gd name="connsiteX1" fmla="*/ 1166388 w 2478691"/>
                <a:gd name="connsiteY1" fmla="*/ 2523 h 777840"/>
                <a:gd name="connsiteX2" fmla="*/ 2478691 w 2478691"/>
                <a:gd name="connsiteY2" fmla="*/ 398461 h 777840"/>
                <a:gd name="connsiteX3" fmla="*/ 2134806 w 2478691"/>
                <a:gd name="connsiteY3" fmla="*/ 777840 h 777840"/>
                <a:gd name="connsiteX4" fmla="*/ 1156661 w 2478691"/>
                <a:gd name="connsiteY4" fmla="*/ 482594 h 777840"/>
                <a:gd name="connsiteX5" fmla="*/ 139604 w 2478691"/>
                <a:gd name="connsiteY5" fmla="*/ 748658 h 777840"/>
                <a:gd name="connsiteX6" fmla="*/ 0 w 2478691"/>
                <a:gd name="connsiteY6" fmla="*/ 262275 h 777840"/>
                <a:gd name="connsiteX0" fmla="*/ 0 w 2478691"/>
                <a:gd name="connsiteY0" fmla="*/ 262275 h 777840"/>
                <a:gd name="connsiteX1" fmla="*/ 1166388 w 2478691"/>
                <a:gd name="connsiteY1" fmla="*/ 2523 h 777840"/>
                <a:gd name="connsiteX2" fmla="*/ 2478691 w 2478691"/>
                <a:gd name="connsiteY2" fmla="*/ 398461 h 777840"/>
                <a:gd name="connsiteX3" fmla="*/ 2134806 w 2478691"/>
                <a:gd name="connsiteY3" fmla="*/ 777840 h 777840"/>
                <a:gd name="connsiteX4" fmla="*/ 1156661 w 2478691"/>
                <a:gd name="connsiteY4" fmla="*/ 482594 h 777840"/>
                <a:gd name="connsiteX5" fmla="*/ 139604 w 2478691"/>
                <a:gd name="connsiteY5" fmla="*/ 748658 h 777840"/>
                <a:gd name="connsiteX6" fmla="*/ 0 w 2478691"/>
                <a:gd name="connsiteY6" fmla="*/ 262275 h 777840"/>
                <a:gd name="connsiteX0" fmla="*/ 0 w 2478691"/>
                <a:gd name="connsiteY0" fmla="*/ 262275 h 797295"/>
                <a:gd name="connsiteX1" fmla="*/ 1166388 w 2478691"/>
                <a:gd name="connsiteY1" fmla="*/ 2523 h 797295"/>
                <a:gd name="connsiteX2" fmla="*/ 2478691 w 2478691"/>
                <a:gd name="connsiteY2" fmla="*/ 398461 h 797295"/>
                <a:gd name="connsiteX3" fmla="*/ 2144534 w 2478691"/>
                <a:gd name="connsiteY3" fmla="*/ 797295 h 797295"/>
                <a:gd name="connsiteX4" fmla="*/ 1156661 w 2478691"/>
                <a:gd name="connsiteY4" fmla="*/ 482594 h 797295"/>
                <a:gd name="connsiteX5" fmla="*/ 139604 w 2478691"/>
                <a:gd name="connsiteY5" fmla="*/ 748658 h 797295"/>
                <a:gd name="connsiteX6" fmla="*/ 0 w 2478691"/>
                <a:gd name="connsiteY6" fmla="*/ 262275 h 797295"/>
                <a:gd name="connsiteX0" fmla="*/ 0 w 2478691"/>
                <a:gd name="connsiteY0" fmla="*/ 262275 h 797295"/>
                <a:gd name="connsiteX1" fmla="*/ 1166388 w 2478691"/>
                <a:gd name="connsiteY1" fmla="*/ 2523 h 797295"/>
                <a:gd name="connsiteX2" fmla="*/ 2478691 w 2478691"/>
                <a:gd name="connsiteY2" fmla="*/ 398461 h 797295"/>
                <a:gd name="connsiteX3" fmla="*/ 2144534 w 2478691"/>
                <a:gd name="connsiteY3" fmla="*/ 797295 h 797295"/>
                <a:gd name="connsiteX4" fmla="*/ 1156661 w 2478691"/>
                <a:gd name="connsiteY4" fmla="*/ 482594 h 797295"/>
                <a:gd name="connsiteX5" fmla="*/ 139604 w 2478691"/>
                <a:gd name="connsiteY5" fmla="*/ 748658 h 797295"/>
                <a:gd name="connsiteX6" fmla="*/ 0 w 2478691"/>
                <a:gd name="connsiteY6" fmla="*/ 262275 h 797295"/>
                <a:gd name="connsiteX0" fmla="*/ 0 w 2309168"/>
                <a:gd name="connsiteY0" fmla="*/ 259772 h 794792"/>
                <a:gd name="connsiteX1" fmla="*/ 1166388 w 2309168"/>
                <a:gd name="connsiteY1" fmla="*/ 20 h 794792"/>
                <a:gd name="connsiteX2" fmla="*/ 2309168 w 2309168"/>
                <a:gd name="connsiteY2" fmla="*/ 270099 h 794792"/>
                <a:gd name="connsiteX3" fmla="*/ 2144534 w 2309168"/>
                <a:gd name="connsiteY3" fmla="*/ 794792 h 794792"/>
                <a:gd name="connsiteX4" fmla="*/ 1156661 w 2309168"/>
                <a:gd name="connsiteY4" fmla="*/ 480091 h 794792"/>
                <a:gd name="connsiteX5" fmla="*/ 139604 w 2309168"/>
                <a:gd name="connsiteY5" fmla="*/ 746155 h 794792"/>
                <a:gd name="connsiteX6" fmla="*/ 0 w 2309168"/>
                <a:gd name="connsiteY6" fmla="*/ 259772 h 794792"/>
                <a:gd name="connsiteX0" fmla="*/ 0 w 2309168"/>
                <a:gd name="connsiteY0" fmla="*/ 259772 h 794792"/>
                <a:gd name="connsiteX1" fmla="*/ 1166388 w 2309168"/>
                <a:gd name="connsiteY1" fmla="*/ 20 h 794792"/>
                <a:gd name="connsiteX2" fmla="*/ 2309168 w 2309168"/>
                <a:gd name="connsiteY2" fmla="*/ 270099 h 794792"/>
                <a:gd name="connsiteX3" fmla="*/ 2144534 w 2309168"/>
                <a:gd name="connsiteY3" fmla="*/ 794792 h 794792"/>
                <a:gd name="connsiteX4" fmla="*/ 1156661 w 2309168"/>
                <a:gd name="connsiteY4" fmla="*/ 480091 h 794792"/>
                <a:gd name="connsiteX5" fmla="*/ 139604 w 2309168"/>
                <a:gd name="connsiteY5" fmla="*/ 746155 h 794792"/>
                <a:gd name="connsiteX6" fmla="*/ 0 w 2309168"/>
                <a:gd name="connsiteY6" fmla="*/ 259772 h 794792"/>
                <a:gd name="connsiteX0" fmla="*/ 0 w 2309168"/>
                <a:gd name="connsiteY0" fmla="*/ 259772 h 746155"/>
                <a:gd name="connsiteX1" fmla="*/ 1166388 w 2309168"/>
                <a:gd name="connsiteY1" fmla="*/ 20 h 746155"/>
                <a:gd name="connsiteX2" fmla="*/ 2309168 w 2309168"/>
                <a:gd name="connsiteY2" fmla="*/ 270099 h 746155"/>
                <a:gd name="connsiteX3" fmla="*/ 2121417 w 2309168"/>
                <a:gd name="connsiteY3" fmla="*/ 707462 h 746155"/>
                <a:gd name="connsiteX4" fmla="*/ 1156661 w 2309168"/>
                <a:gd name="connsiteY4" fmla="*/ 480091 h 746155"/>
                <a:gd name="connsiteX5" fmla="*/ 139604 w 2309168"/>
                <a:gd name="connsiteY5" fmla="*/ 746155 h 746155"/>
                <a:gd name="connsiteX6" fmla="*/ 0 w 2309168"/>
                <a:gd name="connsiteY6" fmla="*/ 259772 h 746155"/>
                <a:gd name="connsiteX0" fmla="*/ 0 w 2309168"/>
                <a:gd name="connsiteY0" fmla="*/ 259772 h 746155"/>
                <a:gd name="connsiteX1" fmla="*/ 1166388 w 2309168"/>
                <a:gd name="connsiteY1" fmla="*/ 20 h 746155"/>
                <a:gd name="connsiteX2" fmla="*/ 2309168 w 2309168"/>
                <a:gd name="connsiteY2" fmla="*/ 270099 h 746155"/>
                <a:gd name="connsiteX3" fmla="*/ 2121417 w 2309168"/>
                <a:gd name="connsiteY3" fmla="*/ 707462 h 746155"/>
                <a:gd name="connsiteX4" fmla="*/ 1156661 w 2309168"/>
                <a:gd name="connsiteY4" fmla="*/ 480091 h 746155"/>
                <a:gd name="connsiteX5" fmla="*/ 139604 w 2309168"/>
                <a:gd name="connsiteY5" fmla="*/ 746155 h 746155"/>
                <a:gd name="connsiteX6" fmla="*/ 0 w 2309168"/>
                <a:gd name="connsiteY6" fmla="*/ 259772 h 746155"/>
                <a:gd name="connsiteX0" fmla="*/ 0 w 2309168"/>
                <a:gd name="connsiteY0" fmla="*/ 226793 h 746567"/>
                <a:gd name="connsiteX1" fmla="*/ 1166388 w 2309168"/>
                <a:gd name="connsiteY1" fmla="*/ 432 h 746567"/>
                <a:gd name="connsiteX2" fmla="*/ 2309168 w 2309168"/>
                <a:gd name="connsiteY2" fmla="*/ 270511 h 746567"/>
                <a:gd name="connsiteX3" fmla="*/ 2121417 w 2309168"/>
                <a:gd name="connsiteY3" fmla="*/ 707874 h 746567"/>
                <a:gd name="connsiteX4" fmla="*/ 1156661 w 2309168"/>
                <a:gd name="connsiteY4" fmla="*/ 480503 h 746567"/>
                <a:gd name="connsiteX5" fmla="*/ 139604 w 2309168"/>
                <a:gd name="connsiteY5" fmla="*/ 746567 h 746567"/>
                <a:gd name="connsiteX6" fmla="*/ 0 w 2309168"/>
                <a:gd name="connsiteY6" fmla="*/ 226793 h 746567"/>
                <a:gd name="connsiteX0" fmla="*/ 0 w 2309168"/>
                <a:gd name="connsiteY0" fmla="*/ 226663 h 746437"/>
                <a:gd name="connsiteX1" fmla="*/ 1166388 w 2309168"/>
                <a:gd name="connsiteY1" fmla="*/ 302 h 746437"/>
                <a:gd name="connsiteX2" fmla="*/ 2309168 w 2309168"/>
                <a:gd name="connsiteY2" fmla="*/ 270381 h 746437"/>
                <a:gd name="connsiteX3" fmla="*/ 2121417 w 2309168"/>
                <a:gd name="connsiteY3" fmla="*/ 707744 h 746437"/>
                <a:gd name="connsiteX4" fmla="*/ 1156661 w 2309168"/>
                <a:gd name="connsiteY4" fmla="*/ 480373 h 746437"/>
                <a:gd name="connsiteX5" fmla="*/ 139604 w 2309168"/>
                <a:gd name="connsiteY5" fmla="*/ 746437 h 746437"/>
                <a:gd name="connsiteX6" fmla="*/ 0 w 2309168"/>
                <a:gd name="connsiteY6" fmla="*/ 226663 h 746437"/>
                <a:gd name="connsiteX0" fmla="*/ 0 w 2309168"/>
                <a:gd name="connsiteY0" fmla="*/ 226614 h 746388"/>
                <a:gd name="connsiteX1" fmla="*/ 1166388 w 2309168"/>
                <a:gd name="connsiteY1" fmla="*/ 253 h 746388"/>
                <a:gd name="connsiteX2" fmla="*/ 2309168 w 2309168"/>
                <a:gd name="connsiteY2" fmla="*/ 270332 h 746388"/>
                <a:gd name="connsiteX3" fmla="*/ 2121417 w 2309168"/>
                <a:gd name="connsiteY3" fmla="*/ 707695 h 746388"/>
                <a:gd name="connsiteX4" fmla="*/ 1156661 w 2309168"/>
                <a:gd name="connsiteY4" fmla="*/ 480324 h 746388"/>
                <a:gd name="connsiteX5" fmla="*/ 139604 w 2309168"/>
                <a:gd name="connsiteY5" fmla="*/ 746388 h 746388"/>
                <a:gd name="connsiteX6" fmla="*/ 0 w 2309168"/>
                <a:gd name="connsiteY6" fmla="*/ 226614 h 746388"/>
                <a:gd name="connsiteX0" fmla="*/ 0 w 2309168"/>
                <a:gd name="connsiteY0" fmla="*/ 231692 h 746328"/>
                <a:gd name="connsiteX1" fmla="*/ 1166388 w 2309168"/>
                <a:gd name="connsiteY1" fmla="*/ 193 h 746328"/>
                <a:gd name="connsiteX2" fmla="*/ 2309168 w 2309168"/>
                <a:gd name="connsiteY2" fmla="*/ 270272 h 746328"/>
                <a:gd name="connsiteX3" fmla="*/ 2121417 w 2309168"/>
                <a:gd name="connsiteY3" fmla="*/ 707635 h 746328"/>
                <a:gd name="connsiteX4" fmla="*/ 1156661 w 2309168"/>
                <a:gd name="connsiteY4" fmla="*/ 480264 h 746328"/>
                <a:gd name="connsiteX5" fmla="*/ 139604 w 2309168"/>
                <a:gd name="connsiteY5" fmla="*/ 746328 h 746328"/>
                <a:gd name="connsiteX6" fmla="*/ 0 w 2309168"/>
                <a:gd name="connsiteY6" fmla="*/ 231692 h 746328"/>
                <a:gd name="connsiteX0" fmla="*/ 0 w 2309168"/>
                <a:gd name="connsiteY0" fmla="*/ 231692 h 707635"/>
                <a:gd name="connsiteX1" fmla="*/ 1166388 w 2309168"/>
                <a:gd name="connsiteY1" fmla="*/ 193 h 707635"/>
                <a:gd name="connsiteX2" fmla="*/ 2309168 w 2309168"/>
                <a:gd name="connsiteY2" fmla="*/ 270272 h 707635"/>
                <a:gd name="connsiteX3" fmla="*/ 2121417 w 2309168"/>
                <a:gd name="connsiteY3" fmla="*/ 707635 h 707635"/>
                <a:gd name="connsiteX4" fmla="*/ 1156661 w 2309168"/>
                <a:gd name="connsiteY4" fmla="*/ 480264 h 707635"/>
                <a:gd name="connsiteX5" fmla="*/ 172995 w 2309168"/>
                <a:gd name="connsiteY5" fmla="*/ 684683 h 707635"/>
                <a:gd name="connsiteX6" fmla="*/ 0 w 2309168"/>
                <a:gd name="connsiteY6" fmla="*/ 231692 h 707635"/>
                <a:gd name="connsiteX0" fmla="*/ 0 w 2309168"/>
                <a:gd name="connsiteY0" fmla="*/ 231692 h 707635"/>
                <a:gd name="connsiteX1" fmla="*/ 1166388 w 2309168"/>
                <a:gd name="connsiteY1" fmla="*/ 193 h 707635"/>
                <a:gd name="connsiteX2" fmla="*/ 2309168 w 2309168"/>
                <a:gd name="connsiteY2" fmla="*/ 270272 h 707635"/>
                <a:gd name="connsiteX3" fmla="*/ 2121417 w 2309168"/>
                <a:gd name="connsiteY3" fmla="*/ 707635 h 707635"/>
                <a:gd name="connsiteX4" fmla="*/ 1156661 w 2309168"/>
                <a:gd name="connsiteY4" fmla="*/ 480264 h 707635"/>
                <a:gd name="connsiteX5" fmla="*/ 172995 w 2309168"/>
                <a:gd name="connsiteY5" fmla="*/ 684683 h 707635"/>
                <a:gd name="connsiteX6" fmla="*/ 0 w 2309168"/>
                <a:gd name="connsiteY6" fmla="*/ 231692 h 707635"/>
                <a:gd name="connsiteX0" fmla="*/ 0 w 2309168"/>
                <a:gd name="connsiteY0" fmla="*/ 231692 h 715340"/>
                <a:gd name="connsiteX1" fmla="*/ 1166388 w 2309168"/>
                <a:gd name="connsiteY1" fmla="*/ 193 h 715340"/>
                <a:gd name="connsiteX2" fmla="*/ 2309168 w 2309168"/>
                <a:gd name="connsiteY2" fmla="*/ 270272 h 715340"/>
                <a:gd name="connsiteX3" fmla="*/ 2123986 w 2309168"/>
                <a:gd name="connsiteY3" fmla="*/ 715340 h 715340"/>
                <a:gd name="connsiteX4" fmla="*/ 1156661 w 2309168"/>
                <a:gd name="connsiteY4" fmla="*/ 480264 h 715340"/>
                <a:gd name="connsiteX5" fmla="*/ 172995 w 2309168"/>
                <a:gd name="connsiteY5" fmla="*/ 684683 h 715340"/>
                <a:gd name="connsiteX6" fmla="*/ 0 w 2309168"/>
                <a:gd name="connsiteY6" fmla="*/ 231692 h 715340"/>
                <a:gd name="connsiteX0" fmla="*/ 0 w 2309168"/>
                <a:gd name="connsiteY0" fmla="*/ 231692 h 715340"/>
                <a:gd name="connsiteX1" fmla="*/ 1166388 w 2309168"/>
                <a:gd name="connsiteY1" fmla="*/ 193 h 715340"/>
                <a:gd name="connsiteX2" fmla="*/ 2309168 w 2309168"/>
                <a:gd name="connsiteY2" fmla="*/ 270272 h 715340"/>
                <a:gd name="connsiteX3" fmla="*/ 2123986 w 2309168"/>
                <a:gd name="connsiteY3" fmla="*/ 715340 h 715340"/>
                <a:gd name="connsiteX4" fmla="*/ 1156661 w 2309168"/>
                <a:gd name="connsiteY4" fmla="*/ 480264 h 715340"/>
                <a:gd name="connsiteX5" fmla="*/ 172995 w 2309168"/>
                <a:gd name="connsiteY5" fmla="*/ 684683 h 715340"/>
                <a:gd name="connsiteX6" fmla="*/ 0 w 2309168"/>
                <a:gd name="connsiteY6" fmla="*/ 231692 h 715340"/>
                <a:gd name="connsiteX0" fmla="*/ 0 w 2309168"/>
                <a:gd name="connsiteY0" fmla="*/ 231692 h 715340"/>
                <a:gd name="connsiteX1" fmla="*/ 1166388 w 2309168"/>
                <a:gd name="connsiteY1" fmla="*/ 193 h 715340"/>
                <a:gd name="connsiteX2" fmla="*/ 2309168 w 2309168"/>
                <a:gd name="connsiteY2" fmla="*/ 270272 h 715340"/>
                <a:gd name="connsiteX3" fmla="*/ 2123986 w 2309168"/>
                <a:gd name="connsiteY3" fmla="*/ 715340 h 715340"/>
                <a:gd name="connsiteX4" fmla="*/ 1156661 w 2309168"/>
                <a:gd name="connsiteY4" fmla="*/ 480264 h 715340"/>
                <a:gd name="connsiteX5" fmla="*/ 172995 w 2309168"/>
                <a:gd name="connsiteY5" fmla="*/ 684683 h 715340"/>
                <a:gd name="connsiteX6" fmla="*/ 0 w 2309168"/>
                <a:gd name="connsiteY6" fmla="*/ 231692 h 715340"/>
                <a:gd name="connsiteX0" fmla="*/ 0 w 2314305"/>
                <a:gd name="connsiteY0" fmla="*/ 231543 h 715191"/>
                <a:gd name="connsiteX1" fmla="*/ 1166388 w 2314305"/>
                <a:gd name="connsiteY1" fmla="*/ 44 h 715191"/>
                <a:gd name="connsiteX2" fmla="*/ 2314305 w 2314305"/>
                <a:gd name="connsiteY2" fmla="*/ 249575 h 715191"/>
                <a:gd name="connsiteX3" fmla="*/ 2123986 w 2314305"/>
                <a:gd name="connsiteY3" fmla="*/ 715191 h 715191"/>
                <a:gd name="connsiteX4" fmla="*/ 1156661 w 2314305"/>
                <a:gd name="connsiteY4" fmla="*/ 480115 h 715191"/>
                <a:gd name="connsiteX5" fmla="*/ 172995 w 2314305"/>
                <a:gd name="connsiteY5" fmla="*/ 684534 h 715191"/>
                <a:gd name="connsiteX6" fmla="*/ 0 w 2314305"/>
                <a:gd name="connsiteY6" fmla="*/ 231543 h 715191"/>
                <a:gd name="connsiteX0" fmla="*/ 0 w 2314305"/>
                <a:gd name="connsiteY0" fmla="*/ 231543 h 715191"/>
                <a:gd name="connsiteX1" fmla="*/ 1166388 w 2314305"/>
                <a:gd name="connsiteY1" fmla="*/ 44 h 715191"/>
                <a:gd name="connsiteX2" fmla="*/ 2314305 w 2314305"/>
                <a:gd name="connsiteY2" fmla="*/ 249575 h 715191"/>
                <a:gd name="connsiteX3" fmla="*/ 2123986 w 2314305"/>
                <a:gd name="connsiteY3" fmla="*/ 715191 h 715191"/>
                <a:gd name="connsiteX4" fmla="*/ 1156661 w 2314305"/>
                <a:gd name="connsiteY4" fmla="*/ 480115 h 715191"/>
                <a:gd name="connsiteX5" fmla="*/ 172995 w 2314305"/>
                <a:gd name="connsiteY5" fmla="*/ 684534 h 715191"/>
                <a:gd name="connsiteX6" fmla="*/ 0 w 2314305"/>
                <a:gd name="connsiteY6" fmla="*/ 231543 h 715191"/>
                <a:gd name="connsiteX0" fmla="*/ 0 w 2314305"/>
                <a:gd name="connsiteY0" fmla="*/ 231550 h 715198"/>
                <a:gd name="connsiteX1" fmla="*/ 1166388 w 2314305"/>
                <a:gd name="connsiteY1" fmla="*/ 51 h 715198"/>
                <a:gd name="connsiteX2" fmla="*/ 2314305 w 2314305"/>
                <a:gd name="connsiteY2" fmla="*/ 249582 h 715198"/>
                <a:gd name="connsiteX3" fmla="*/ 2123986 w 2314305"/>
                <a:gd name="connsiteY3" fmla="*/ 715198 h 715198"/>
                <a:gd name="connsiteX4" fmla="*/ 1156661 w 2314305"/>
                <a:gd name="connsiteY4" fmla="*/ 480122 h 715198"/>
                <a:gd name="connsiteX5" fmla="*/ 172995 w 2314305"/>
                <a:gd name="connsiteY5" fmla="*/ 684541 h 715198"/>
                <a:gd name="connsiteX6" fmla="*/ 0 w 2314305"/>
                <a:gd name="connsiteY6" fmla="*/ 231550 h 715198"/>
                <a:gd name="connsiteX0" fmla="*/ 0 w 2314305"/>
                <a:gd name="connsiteY0" fmla="*/ 233092 h 716740"/>
                <a:gd name="connsiteX1" fmla="*/ 1166388 w 2314305"/>
                <a:gd name="connsiteY1" fmla="*/ 1593 h 716740"/>
                <a:gd name="connsiteX2" fmla="*/ 2314305 w 2314305"/>
                <a:gd name="connsiteY2" fmla="*/ 251124 h 716740"/>
                <a:gd name="connsiteX3" fmla="*/ 2123986 w 2314305"/>
                <a:gd name="connsiteY3" fmla="*/ 716740 h 716740"/>
                <a:gd name="connsiteX4" fmla="*/ 1156661 w 2314305"/>
                <a:gd name="connsiteY4" fmla="*/ 481664 h 716740"/>
                <a:gd name="connsiteX5" fmla="*/ 172995 w 2314305"/>
                <a:gd name="connsiteY5" fmla="*/ 686083 h 716740"/>
                <a:gd name="connsiteX6" fmla="*/ 0 w 2314305"/>
                <a:gd name="connsiteY6" fmla="*/ 233092 h 716740"/>
                <a:gd name="connsiteX0" fmla="*/ 0 w 2314305"/>
                <a:gd name="connsiteY0" fmla="*/ 231523 h 715171"/>
                <a:gd name="connsiteX1" fmla="*/ 1166388 w 2314305"/>
                <a:gd name="connsiteY1" fmla="*/ 24 h 715171"/>
                <a:gd name="connsiteX2" fmla="*/ 2314305 w 2314305"/>
                <a:gd name="connsiteY2" fmla="*/ 249555 h 715171"/>
                <a:gd name="connsiteX3" fmla="*/ 2123986 w 2314305"/>
                <a:gd name="connsiteY3" fmla="*/ 715171 h 715171"/>
                <a:gd name="connsiteX4" fmla="*/ 1156661 w 2314305"/>
                <a:gd name="connsiteY4" fmla="*/ 480095 h 715171"/>
                <a:gd name="connsiteX5" fmla="*/ 172995 w 2314305"/>
                <a:gd name="connsiteY5" fmla="*/ 684514 h 715171"/>
                <a:gd name="connsiteX6" fmla="*/ 0 w 2314305"/>
                <a:gd name="connsiteY6" fmla="*/ 231523 h 715171"/>
                <a:gd name="connsiteX0" fmla="*/ 0 w 2314305"/>
                <a:gd name="connsiteY0" fmla="*/ 231550 h 715198"/>
                <a:gd name="connsiteX1" fmla="*/ 1166388 w 2314305"/>
                <a:gd name="connsiteY1" fmla="*/ 51 h 715198"/>
                <a:gd name="connsiteX2" fmla="*/ 2314305 w 2314305"/>
                <a:gd name="connsiteY2" fmla="*/ 249582 h 715198"/>
                <a:gd name="connsiteX3" fmla="*/ 2123986 w 2314305"/>
                <a:gd name="connsiteY3" fmla="*/ 715198 h 715198"/>
                <a:gd name="connsiteX4" fmla="*/ 1156661 w 2314305"/>
                <a:gd name="connsiteY4" fmla="*/ 480122 h 715198"/>
                <a:gd name="connsiteX5" fmla="*/ 172995 w 2314305"/>
                <a:gd name="connsiteY5" fmla="*/ 684541 h 715198"/>
                <a:gd name="connsiteX6" fmla="*/ 0 w 2314305"/>
                <a:gd name="connsiteY6" fmla="*/ 231550 h 715198"/>
                <a:gd name="connsiteX0" fmla="*/ 0 w 2314305"/>
                <a:gd name="connsiteY0" fmla="*/ 232088 h 715736"/>
                <a:gd name="connsiteX1" fmla="*/ 1166388 w 2314305"/>
                <a:gd name="connsiteY1" fmla="*/ 589 h 715736"/>
                <a:gd name="connsiteX2" fmla="*/ 2314305 w 2314305"/>
                <a:gd name="connsiteY2" fmla="*/ 250120 h 715736"/>
                <a:gd name="connsiteX3" fmla="*/ 2123986 w 2314305"/>
                <a:gd name="connsiteY3" fmla="*/ 715736 h 715736"/>
                <a:gd name="connsiteX4" fmla="*/ 1156661 w 2314305"/>
                <a:gd name="connsiteY4" fmla="*/ 480660 h 715736"/>
                <a:gd name="connsiteX5" fmla="*/ 172995 w 2314305"/>
                <a:gd name="connsiteY5" fmla="*/ 685079 h 715736"/>
                <a:gd name="connsiteX6" fmla="*/ 0 w 2314305"/>
                <a:gd name="connsiteY6" fmla="*/ 232088 h 715736"/>
                <a:gd name="connsiteX0" fmla="*/ 0 w 2314305"/>
                <a:gd name="connsiteY0" fmla="*/ 232088 h 715736"/>
                <a:gd name="connsiteX1" fmla="*/ 1166388 w 2314305"/>
                <a:gd name="connsiteY1" fmla="*/ 589 h 715736"/>
                <a:gd name="connsiteX2" fmla="*/ 2314305 w 2314305"/>
                <a:gd name="connsiteY2" fmla="*/ 250120 h 715736"/>
                <a:gd name="connsiteX3" fmla="*/ 2123986 w 2314305"/>
                <a:gd name="connsiteY3" fmla="*/ 715736 h 715736"/>
                <a:gd name="connsiteX4" fmla="*/ 1156661 w 2314305"/>
                <a:gd name="connsiteY4" fmla="*/ 480660 h 715736"/>
                <a:gd name="connsiteX5" fmla="*/ 172995 w 2314305"/>
                <a:gd name="connsiteY5" fmla="*/ 685079 h 715736"/>
                <a:gd name="connsiteX6" fmla="*/ 0 w 2314305"/>
                <a:gd name="connsiteY6" fmla="*/ 232088 h 715736"/>
                <a:gd name="connsiteX0" fmla="*/ 0 w 2314305"/>
                <a:gd name="connsiteY0" fmla="*/ 232088 h 715736"/>
                <a:gd name="connsiteX1" fmla="*/ 1166388 w 2314305"/>
                <a:gd name="connsiteY1" fmla="*/ 589 h 715736"/>
                <a:gd name="connsiteX2" fmla="*/ 2314305 w 2314305"/>
                <a:gd name="connsiteY2" fmla="*/ 250120 h 715736"/>
                <a:gd name="connsiteX3" fmla="*/ 2123986 w 2314305"/>
                <a:gd name="connsiteY3" fmla="*/ 715736 h 715736"/>
                <a:gd name="connsiteX4" fmla="*/ 1156661 w 2314305"/>
                <a:gd name="connsiteY4" fmla="*/ 480660 h 715736"/>
                <a:gd name="connsiteX5" fmla="*/ 172995 w 2314305"/>
                <a:gd name="connsiteY5" fmla="*/ 685079 h 715736"/>
                <a:gd name="connsiteX6" fmla="*/ 0 w 2314305"/>
                <a:gd name="connsiteY6" fmla="*/ 232088 h 715736"/>
                <a:gd name="connsiteX0" fmla="*/ 0 w 2314305"/>
                <a:gd name="connsiteY0" fmla="*/ 232060 h 715708"/>
                <a:gd name="connsiteX1" fmla="*/ 1166388 w 2314305"/>
                <a:gd name="connsiteY1" fmla="*/ 561 h 715708"/>
                <a:gd name="connsiteX2" fmla="*/ 2314305 w 2314305"/>
                <a:gd name="connsiteY2" fmla="*/ 250092 h 715708"/>
                <a:gd name="connsiteX3" fmla="*/ 2123986 w 2314305"/>
                <a:gd name="connsiteY3" fmla="*/ 715708 h 715708"/>
                <a:gd name="connsiteX4" fmla="*/ 1156661 w 2314305"/>
                <a:gd name="connsiteY4" fmla="*/ 480632 h 715708"/>
                <a:gd name="connsiteX5" fmla="*/ 172995 w 2314305"/>
                <a:gd name="connsiteY5" fmla="*/ 685051 h 715708"/>
                <a:gd name="connsiteX6" fmla="*/ 0 w 2314305"/>
                <a:gd name="connsiteY6" fmla="*/ 232060 h 7157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314305" h="715708">
                  <a:moveTo>
                    <a:pt x="0" y="232060"/>
                  </a:moveTo>
                  <a:cubicBezTo>
                    <a:pt x="116349" y="135016"/>
                    <a:pt x="772966" y="-10150"/>
                    <a:pt x="1166388" y="561"/>
                  </a:cubicBezTo>
                  <a:cubicBezTo>
                    <a:pt x="1559810" y="11272"/>
                    <a:pt x="1962415" y="54514"/>
                    <a:pt x="2314305" y="250092"/>
                  </a:cubicBezTo>
                  <a:cubicBezTo>
                    <a:pt x="2236857" y="411910"/>
                    <a:pt x="2305049" y="284904"/>
                    <a:pt x="2123986" y="715708"/>
                  </a:cubicBezTo>
                  <a:cubicBezTo>
                    <a:pt x="2077752" y="646036"/>
                    <a:pt x="1616289" y="480632"/>
                    <a:pt x="1156661" y="480632"/>
                  </a:cubicBezTo>
                  <a:cubicBezTo>
                    <a:pt x="697033" y="480632"/>
                    <a:pt x="257593" y="589531"/>
                    <a:pt x="172995" y="685051"/>
                  </a:cubicBezTo>
                  <a:lnTo>
                    <a:pt x="0" y="232060"/>
                  </a:lnTo>
                  <a:close/>
                </a:path>
              </a:pathLst>
            </a:custGeom>
            <a:solidFill>
              <a:srgbClr val="F18120"/>
            </a:solidFill>
            <a:ln>
              <a:solidFill>
                <a:srgbClr val="F1812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5" name="Block Arc 1">
              <a:extLst>
                <a:ext uri="{FF2B5EF4-FFF2-40B4-BE49-F238E27FC236}">
                  <a16:creationId xmlns:a16="http://schemas.microsoft.com/office/drawing/2014/main" id="{FFF153D4-DA88-4C87-C4F9-72A5F5D4A93B}"/>
                </a:ext>
              </a:extLst>
            </p:cNvPr>
            <p:cNvSpPr/>
            <p:nvPr/>
          </p:nvSpPr>
          <p:spPr>
            <a:xfrm rot="6099059">
              <a:off x="9940336" y="3713264"/>
              <a:ext cx="2314305" cy="715708"/>
            </a:xfrm>
            <a:custGeom>
              <a:avLst/>
              <a:gdLst>
                <a:gd name="connsiteX0" fmla="*/ 0 w 2391141"/>
                <a:gd name="connsiteY0" fmla="*/ 726679 h 1453358"/>
                <a:gd name="connsiteX1" fmla="*/ 1195571 w 2391141"/>
                <a:gd name="connsiteY1" fmla="*/ 0 h 1453358"/>
                <a:gd name="connsiteX2" fmla="*/ 2391142 w 2391141"/>
                <a:gd name="connsiteY2" fmla="*/ 726679 h 1453358"/>
                <a:gd name="connsiteX3" fmla="*/ 2027802 w 2391141"/>
                <a:gd name="connsiteY3" fmla="*/ 726679 h 1453358"/>
                <a:gd name="connsiteX4" fmla="*/ 1195571 w 2391141"/>
                <a:gd name="connsiteY4" fmla="*/ 363339 h 1453358"/>
                <a:gd name="connsiteX5" fmla="*/ 363340 w 2391141"/>
                <a:gd name="connsiteY5" fmla="*/ 726679 h 1453358"/>
                <a:gd name="connsiteX6" fmla="*/ 0 w 2391141"/>
                <a:gd name="connsiteY6" fmla="*/ 726679 h 1453358"/>
                <a:gd name="connsiteX0" fmla="*/ 0 w 2614878"/>
                <a:gd name="connsiteY0" fmla="*/ 727830 h 727830"/>
                <a:gd name="connsiteX1" fmla="*/ 1195571 w 2614878"/>
                <a:gd name="connsiteY1" fmla="*/ 1151 h 727830"/>
                <a:gd name="connsiteX2" fmla="*/ 2614878 w 2614878"/>
                <a:gd name="connsiteY2" fmla="*/ 611098 h 727830"/>
                <a:gd name="connsiteX3" fmla="*/ 2027802 w 2614878"/>
                <a:gd name="connsiteY3" fmla="*/ 727830 h 727830"/>
                <a:gd name="connsiteX4" fmla="*/ 1195571 w 2614878"/>
                <a:gd name="connsiteY4" fmla="*/ 364490 h 727830"/>
                <a:gd name="connsiteX5" fmla="*/ 363340 w 2614878"/>
                <a:gd name="connsiteY5" fmla="*/ 727830 h 727830"/>
                <a:gd name="connsiteX6" fmla="*/ 0 w 2614878"/>
                <a:gd name="connsiteY6" fmla="*/ 727830 h 727830"/>
                <a:gd name="connsiteX0" fmla="*/ 0 w 2614878"/>
                <a:gd name="connsiteY0" fmla="*/ 727830 h 727830"/>
                <a:gd name="connsiteX1" fmla="*/ 1195571 w 2614878"/>
                <a:gd name="connsiteY1" fmla="*/ 1151 h 727830"/>
                <a:gd name="connsiteX2" fmla="*/ 2614878 w 2614878"/>
                <a:gd name="connsiteY2" fmla="*/ 611098 h 727830"/>
                <a:gd name="connsiteX3" fmla="*/ 2251538 w 2614878"/>
                <a:gd name="connsiteY3" fmla="*/ 669464 h 727830"/>
                <a:gd name="connsiteX4" fmla="*/ 1195571 w 2614878"/>
                <a:gd name="connsiteY4" fmla="*/ 364490 h 727830"/>
                <a:gd name="connsiteX5" fmla="*/ 363340 w 2614878"/>
                <a:gd name="connsiteY5" fmla="*/ 727830 h 727830"/>
                <a:gd name="connsiteX6" fmla="*/ 0 w 2614878"/>
                <a:gd name="connsiteY6" fmla="*/ 727830 h 727830"/>
                <a:gd name="connsiteX0" fmla="*/ 0 w 2780249"/>
                <a:gd name="connsiteY0" fmla="*/ 590533 h 726720"/>
                <a:gd name="connsiteX1" fmla="*/ 1360942 w 2780249"/>
                <a:gd name="connsiteY1" fmla="*/ 41 h 726720"/>
                <a:gd name="connsiteX2" fmla="*/ 2780249 w 2780249"/>
                <a:gd name="connsiteY2" fmla="*/ 609988 h 726720"/>
                <a:gd name="connsiteX3" fmla="*/ 2416909 w 2780249"/>
                <a:gd name="connsiteY3" fmla="*/ 668354 h 726720"/>
                <a:gd name="connsiteX4" fmla="*/ 1360942 w 2780249"/>
                <a:gd name="connsiteY4" fmla="*/ 363380 h 726720"/>
                <a:gd name="connsiteX5" fmla="*/ 528711 w 2780249"/>
                <a:gd name="connsiteY5" fmla="*/ 726720 h 726720"/>
                <a:gd name="connsiteX6" fmla="*/ 0 w 2780249"/>
                <a:gd name="connsiteY6" fmla="*/ 590533 h 726720"/>
                <a:gd name="connsiteX0" fmla="*/ 0 w 2780249"/>
                <a:gd name="connsiteY0" fmla="*/ 590533 h 668354"/>
                <a:gd name="connsiteX1" fmla="*/ 1360942 w 2780249"/>
                <a:gd name="connsiteY1" fmla="*/ 41 h 668354"/>
                <a:gd name="connsiteX2" fmla="*/ 2780249 w 2780249"/>
                <a:gd name="connsiteY2" fmla="*/ 609988 h 668354"/>
                <a:gd name="connsiteX3" fmla="*/ 2416909 w 2780249"/>
                <a:gd name="connsiteY3" fmla="*/ 668354 h 668354"/>
                <a:gd name="connsiteX4" fmla="*/ 1360942 w 2780249"/>
                <a:gd name="connsiteY4" fmla="*/ 363380 h 668354"/>
                <a:gd name="connsiteX5" fmla="*/ 275792 w 2780249"/>
                <a:gd name="connsiteY5" fmla="*/ 639171 h 668354"/>
                <a:gd name="connsiteX6" fmla="*/ 0 w 2780249"/>
                <a:gd name="connsiteY6" fmla="*/ 590533 h 668354"/>
                <a:gd name="connsiteX0" fmla="*/ 0 w 2780249"/>
                <a:gd name="connsiteY0" fmla="*/ 590533 h 668354"/>
                <a:gd name="connsiteX1" fmla="*/ 1360942 w 2780249"/>
                <a:gd name="connsiteY1" fmla="*/ 41 h 668354"/>
                <a:gd name="connsiteX2" fmla="*/ 2780249 w 2780249"/>
                <a:gd name="connsiteY2" fmla="*/ 609988 h 668354"/>
                <a:gd name="connsiteX3" fmla="*/ 2416909 w 2780249"/>
                <a:gd name="connsiteY3" fmla="*/ 668354 h 668354"/>
                <a:gd name="connsiteX4" fmla="*/ 1351215 w 2780249"/>
                <a:gd name="connsiteY4" fmla="*/ 480112 h 668354"/>
                <a:gd name="connsiteX5" fmla="*/ 275792 w 2780249"/>
                <a:gd name="connsiteY5" fmla="*/ 639171 h 668354"/>
                <a:gd name="connsiteX6" fmla="*/ 0 w 2780249"/>
                <a:gd name="connsiteY6" fmla="*/ 590533 h 668354"/>
                <a:gd name="connsiteX0" fmla="*/ 0 w 2780249"/>
                <a:gd name="connsiteY0" fmla="*/ 590533 h 775358"/>
                <a:gd name="connsiteX1" fmla="*/ 1360942 w 2780249"/>
                <a:gd name="connsiteY1" fmla="*/ 41 h 775358"/>
                <a:gd name="connsiteX2" fmla="*/ 2780249 w 2780249"/>
                <a:gd name="connsiteY2" fmla="*/ 609988 h 775358"/>
                <a:gd name="connsiteX3" fmla="*/ 2329360 w 2780249"/>
                <a:gd name="connsiteY3" fmla="*/ 775358 h 775358"/>
                <a:gd name="connsiteX4" fmla="*/ 1351215 w 2780249"/>
                <a:gd name="connsiteY4" fmla="*/ 480112 h 775358"/>
                <a:gd name="connsiteX5" fmla="*/ 275792 w 2780249"/>
                <a:gd name="connsiteY5" fmla="*/ 639171 h 775358"/>
                <a:gd name="connsiteX6" fmla="*/ 0 w 2780249"/>
                <a:gd name="connsiteY6" fmla="*/ 590533 h 775358"/>
                <a:gd name="connsiteX0" fmla="*/ 0 w 2673245"/>
                <a:gd name="connsiteY0" fmla="*/ 600391 h 785216"/>
                <a:gd name="connsiteX1" fmla="*/ 1360942 w 2673245"/>
                <a:gd name="connsiteY1" fmla="*/ 9899 h 785216"/>
                <a:gd name="connsiteX2" fmla="*/ 2673245 w 2673245"/>
                <a:gd name="connsiteY2" fmla="*/ 405837 h 785216"/>
                <a:gd name="connsiteX3" fmla="*/ 2329360 w 2673245"/>
                <a:gd name="connsiteY3" fmla="*/ 785216 h 785216"/>
                <a:gd name="connsiteX4" fmla="*/ 1351215 w 2673245"/>
                <a:gd name="connsiteY4" fmla="*/ 489970 h 785216"/>
                <a:gd name="connsiteX5" fmla="*/ 275792 w 2673245"/>
                <a:gd name="connsiteY5" fmla="*/ 649029 h 785216"/>
                <a:gd name="connsiteX6" fmla="*/ 0 w 2673245"/>
                <a:gd name="connsiteY6" fmla="*/ 600391 h 785216"/>
                <a:gd name="connsiteX0" fmla="*/ 0 w 2673245"/>
                <a:gd name="connsiteY0" fmla="*/ 593348 h 778173"/>
                <a:gd name="connsiteX1" fmla="*/ 1360942 w 2673245"/>
                <a:gd name="connsiteY1" fmla="*/ 2856 h 778173"/>
                <a:gd name="connsiteX2" fmla="*/ 2673245 w 2673245"/>
                <a:gd name="connsiteY2" fmla="*/ 398794 h 778173"/>
                <a:gd name="connsiteX3" fmla="*/ 2329360 w 2673245"/>
                <a:gd name="connsiteY3" fmla="*/ 778173 h 778173"/>
                <a:gd name="connsiteX4" fmla="*/ 1351215 w 2673245"/>
                <a:gd name="connsiteY4" fmla="*/ 482927 h 778173"/>
                <a:gd name="connsiteX5" fmla="*/ 275792 w 2673245"/>
                <a:gd name="connsiteY5" fmla="*/ 641986 h 778173"/>
                <a:gd name="connsiteX6" fmla="*/ 0 w 2673245"/>
                <a:gd name="connsiteY6" fmla="*/ 593348 h 778173"/>
                <a:gd name="connsiteX0" fmla="*/ 0 w 2478691"/>
                <a:gd name="connsiteY0" fmla="*/ 293714 h 809279"/>
                <a:gd name="connsiteX1" fmla="*/ 1166388 w 2478691"/>
                <a:gd name="connsiteY1" fmla="*/ 33962 h 809279"/>
                <a:gd name="connsiteX2" fmla="*/ 2478691 w 2478691"/>
                <a:gd name="connsiteY2" fmla="*/ 429900 h 809279"/>
                <a:gd name="connsiteX3" fmla="*/ 2134806 w 2478691"/>
                <a:gd name="connsiteY3" fmla="*/ 809279 h 809279"/>
                <a:gd name="connsiteX4" fmla="*/ 1156661 w 2478691"/>
                <a:gd name="connsiteY4" fmla="*/ 514033 h 809279"/>
                <a:gd name="connsiteX5" fmla="*/ 81238 w 2478691"/>
                <a:gd name="connsiteY5" fmla="*/ 673092 h 809279"/>
                <a:gd name="connsiteX6" fmla="*/ 0 w 2478691"/>
                <a:gd name="connsiteY6" fmla="*/ 293714 h 809279"/>
                <a:gd name="connsiteX0" fmla="*/ 0 w 2478691"/>
                <a:gd name="connsiteY0" fmla="*/ 262275 h 777840"/>
                <a:gd name="connsiteX1" fmla="*/ 1166388 w 2478691"/>
                <a:gd name="connsiteY1" fmla="*/ 2523 h 777840"/>
                <a:gd name="connsiteX2" fmla="*/ 2478691 w 2478691"/>
                <a:gd name="connsiteY2" fmla="*/ 398461 h 777840"/>
                <a:gd name="connsiteX3" fmla="*/ 2134806 w 2478691"/>
                <a:gd name="connsiteY3" fmla="*/ 777840 h 777840"/>
                <a:gd name="connsiteX4" fmla="*/ 1156661 w 2478691"/>
                <a:gd name="connsiteY4" fmla="*/ 482594 h 777840"/>
                <a:gd name="connsiteX5" fmla="*/ 81238 w 2478691"/>
                <a:gd name="connsiteY5" fmla="*/ 641653 h 777840"/>
                <a:gd name="connsiteX6" fmla="*/ 0 w 2478691"/>
                <a:gd name="connsiteY6" fmla="*/ 262275 h 777840"/>
                <a:gd name="connsiteX0" fmla="*/ 0 w 2478691"/>
                <a:gd name="connsiteY0" fmla="*/ 262275 h 777841"/>
                <a:gd name="connsiteX1" fmla="*/ 1166388 w 2478691"/>
                <a:gd name="connsiteY1" fmla="*/ 2523 h 777841"/>
                <a:gd name="connsiteX2" fmla="*/ 2478691 w 2478691"/>
                <a:gd name="connsiteY2" fmla="*/ 398461 h 777841"/>
                <a:gd name="connsiteX3" fmla="*/ 2134806 w 2478691"/>
                <a:gd name="connsiteY3" fmla="*/ 777840 h 777841"/>
                <a:gd name="connsiteX4" fmla="*/ 1156661 w 2478691"/>
                <a:gd name="connsiteY4" fmla="*/ 482594 h 777841"/>
                <a:gd name="connsiteX5" fmla="*/ 178515 w 2478691"/>
                <a:gd name="connsiteY5" fmla="*/ 777841 h 777841"/>
                <a:gd name="connsiteX6" fmla="*/ 0 w 2478691"/>
                <a:gd name="connsiteY6" fmla="*/ 262275 h 777841"/>
                <a:gd name="connsiteX0" fmla="*/ 0 w 2478691"/>
                <a:gd name="connsiteY0" fmla="*/ 262275 h 777840"/>
                <a:gd name="connsiteX1" fmla="*/ 1166388 w 2478691"/>
                <a:gd name="connsiteY1" fmla="*/ 2523 h 777840"/>
                <a:gd name="connsiteX2" fmla="*/ 2478691 w 2478691"/>
                <a:gd name="connsiteY2" fmla="*/ 398461 h 777840"/>
                <a:gd name="connsiteX3" fmla="*/ 2134806 w 2478691"/>
                <a:gd name="connsiteY3" fmla="*/ 777840 h 777840"/>
                <a:gd name="connsiteX4" fmla="*/ 1156661 w 2478691"/>
                <a:gd name="connsiteY4" fmla="*/ 482594 h 777840"/>
                <a:gd name="connsiteX5" fmla="*/ 139604 w 2478691"/>
                <a:gd name="connsiteY5" fmla="*/ 748658 h 777840"/>
                <a:gd name="connsiteX6" fmla="*/ 0 w 2478691"/>
                <a:gd name="connsiteY6" fmla="*/ 262275 h 777840"/>
                <a:gd name="connsiteX0" fmla="*/ 0 w 2478691"/>
                <a:gd name="connsiteY0" fmla="*/ 262275 h 777840"/>
                <a:gd name="connsiteX1" fmla="*/ 1166388 w 2478691"/>
                <a:gd name="connsiteY1" fmla="*/ 2523 h 777840"/>
                <a:gd name="connsiteX2" fmla="*/ 2478691 w 2478691"/>
                <a:gd name="connsiteY2" fmla="*/ 398461 h 777840"/>
                <a:gd name="connsiteX3" fmla="*/ 2134806 w 2478691"/>
                <a:gd name="connsiteY3" fmla="*/ 777840 h 777840"/>
                <a:gd name="connsiteX4" fmla="*/ 1156661 w 2478691"/>
                <a:gd name="connsiteY4" fmla="*/ 482594 h 777840"/>
                <a:gd name="connsiteX5" fmla="*/ 139604 w 2478691"/>
                <a:gd name="connsiteY5" fmla="*/ 748658 h 777840"/>
                <a:gd name="connsiteX6" fmla="*/ 0 w 2478691"/>
                <a:gd name="connsiteY6" fmla="*/ 262275 h 777840"/>
                <a:gd name="connsiteX0" fmla="*/ 0 w 2478691"/>
                <a:gd name="connsiteY0" fmla="*/ 262275 h 797295"/>
                <a:gd name="connsiteX1" fmla="*/ 1166388 w 2478691"/>
                <a:gd name="connsiteY1" fmla="*/ 2523 h 797295"/>
                <a:gd name="connsiteX2" fmla="*/ 2478691 w 2478691"/>
                <a:gd name="connsiteY2" fmla="*/ 398461 h 797295"/>
                <a:gd name="connsiteX3" fmla="*/ 2144534 w 2478691"/>
                <a:gd name="connsiteY3" fmla="*/ 797295 h 797295"/>
                <a:gd name="connsiteX4" fmla="*/ 1156661 w 2478691"/>
                <a:gd name="connsiteY4" fmla="*/ 482594 h 797295"/>
                <a:gd name="connsiteX5" fmla="*/ 139604 w 2478691"/>
                <a:gd name="connsiteY5" fmla="*/ 748658 h 797295"/>
                <a:gd name="connsiteX6" fmla="*/ 0 w 2478691"/>
                <a:gd name="connsiteY6" fmla="*/ 262275 h 797295"/>
                <a:gd name="connsiteX0" fmla="*/ 0 w 2478691"/>
                <a:gd name="connsiteY0" fmla="*/ 262275 h 797295"/>
                <a:gd name="connsiteX1" fmla="*/ 1166388 w 2478691"/>
                <a:gd name="connsiteY1" fmla="*/ 2523 h 797295"/>
                <a:gd name="connsiteX2" fmla="*/ 2478691 w 2478691"/>
                <a:gd name="connsiteY2" fmla="*/ 398461 h 797295"/>
                <a:gd name="connsiteX3" fmla="*/ 2144534 w 2478691"/>
                <a:gd name="connsiteY3" fmla="*/ 797295 h 797295"/>
                <a:gd name="connsiteX4" fmla="*/ 1156661 w 2478691"/>
                <a:gd name="connsiteY4" fmla="*/ 482594 h 797295"/>
                <a:gd name="connsiteX5" fmla="*/ 139604 w 2478691"/>
                <a:gd name="connsiteY5" fmla="*/ 748658 h 797295"/>
                <a:gd name="connsiteX6" fmla="*/ 0 w 2478691"/>
                <a:gd name="connsiteY6" fmla="*/ 262275 h 797295"/>
                <a:gd name="connsiteX0" fmla="*/ 0 w 2309168"/>
                <a:gd name="connsiteY0" fmla="*/ 259772 h 794792"/>
                <a:gd name="connsiteX1" fmla="*/ 1166388 w 2309168"/>
                <a:gd name="connsiteY1" fmla="*/ 20 h 794792"/>
                <a:gd name="connsiteX2" fmla="*/ 2309168 w 2309168"/>
                <a:gd name="connsiteY2" fmla="*/ 270099 h 794792"/>
                <a:gd name="connsiteX3" fmla="*/ 2144534 w 2309168"/>
                <a:gd name="connsiteY3" fmla="*/ 794792 h 794792"/>
                <a:gd name="connsiteX4" fmla="*/ 1156661 w 2309168"/>
                <a:gd name="connsiteY4" fmla="*/ 480091 h 794792"/>
                <a:gd name="connsiteX5" fmla="*/ 139604 w 2309168"/>
                <a:gd name="connsiteY5" fmla="*/ 746155 h 794792"/>
                <a:gd name="connsiteX6" fmla="*/ 0 w 2309168"/>
                <a:gd name="connsiteY6" fmla="*/ 259772 h 794792"/>
                <a:gd name="connsiteX0" fmla="*/ 0 w 2309168"/>
                <a:gd name="connsiteY0" fmla="*/ 259772 h 794792"/>
                <a:gd name="connsiteX1" fmla="*/ 1166388 w 2309168"/>
                <a:gd name="connsiteY1" fmla="*/ 20 h 794792"/>
                <a:gd name="connsiteX2" fmla="*/ 2309168 w 2309168"/>
                <a:gd name="connsiteY2" fmla="*/ 270099 h 794792"/>
                <a:gd name="connsiteX3" fmla="*/ 2144534 w 2309168"/>
                <a:gd name="connsiteY3" fmla="*/ 794792 h 794792"/>
                <a:gd name="connsiteX4" fmla="*/ 1156661 w 2309168"/>
                <a:gd name="connsiteY4" fmla="*/ 480091 h 794792"/>
                <a:gd name="connsiteX5" fmla="*/ 139604 w 2309168"/>
                <a:gd name="connsiteY5" fmla="*/ 746155 h 794792"/>
                <a:gd name="connsiteX6" fmla="*/ 0 w 2309168"/>
                <a:gd name="connsiteY6" fmla="*/ 259772 h 794792"/>
                <a:gd name="connsiteX0" fmla="*/ 0 w 2309168"/>
                <a:gd name="connsiteY0" fmla="*/ 259772 h 746155"/>
                <a:gd name="connsiteX1" fmla="*/ 1166388 w 2309168"/>
                <a:gd name="connsiteY1" fmla="*/ 20 h 746155"/>
                <a:gd name="connsiteX2" fmla="*/ 2309168 w 2309168"/>
                <a:gd name="connsiteY2" fmla="*/ 270099 h 746155"/>
                <a:gd name="connsiteX3" fmla="*/ 2121417 w 2309168"/>
                <a:gd name="connsiteY3" fmla="*/ 707462 h 746155"/>
                <a:gd name="connsiteX4" fmla="*/ 1156661 w 2309168"/>
                <a:gd name="connsiteY4" fmla="*/ 480091 h 746155"/>
                <a:gd name="connsiteX5" fmla="*/ 139604 w 2309168"/>
                <a:gd name="connsiteY5" fmla="*/ 746155 h 746155"/>
                <a:gd name="connsiteX6" fmla="*/ 0 w 2309168"/>
                <a:gd name="connsiteY6" fmla="*/ 259772 h 746155"/>
                <a:gd name="connsiteX0" fmla="*/ 0 w 2309168"/>
                <a:gd name="connsiteY0" fmla="*/ 259772 h 746155"/>
                <a:gd name="connsiteX1" fmla="*/ 1166388 w 2309168"/>
                <a:gd name="connsiteY1" fmla="*/ 20 h 746155"/>
                <a:gd name="connsiteX2" fmla="*/ 2309168 w 2309168"/>
                <a:gd name="connsiteY2" fmla="*/ 270099 h 746155"/>
                <a:gd name="connsiteX3" fmla="*/ 2121417 w 2309168"/>
                <a:gd name="connsiteY3" fmla="*/ 707462 h 746155"/>
                <a:gd name="connsiteX4" fmla="*/ 1156661 w 2309168"/>
                <a:gd name="connsiteY4" fmla="*/ 480091 h 746155"/>
                <a:gd name="connsiteX5" fmla="*/ 139604 w 2309168"/>
                <a:gd name="connsiteY5" fmla="*/ 746155 h 746155"/>
                <a:gd name="connsiteX6" fmla="*/ 0 w 2309168"/>
                <a:gd name="connsiteY6" fmla="*/ 259772 h 746155"/>
                <a:gd name="connsiteX0" fmla="*/ 0 w 2309168"/>
                <a:gd name="connsiteY0" fmla="*/ 226793 h 746567"/>
                <a:gd name="connsiteX1" fmla="*/ 1166388 w 2309168"/>
                <a:gd name="connsiteY1" fmla="*/ 432 h 746567"/>
                <a:gd name="connsiteX2" fmla="*/ 2309168 w 2309168"/>
                <a:gd name="connsiteY2" fmla="*/ 270511 h 746567"/>
                <a:gd name="connsiteX3" fmla="*/ 2121417 w 2309168"/>
                <a:gd name="connsiteY3" fmla="*/ 707874 h 746567"/>
                <a:gd name="connsiteX4" fmla="*/ 1156661 w 2309168"/>
                <a:gd name="connsiteY4" fmla="*/ 480503 h 746567"/>
                <a:gd name="connsiteX5" fmla="*/ 139604 w 2309168"/>
                <a:gd name="connsiteY5" fmla="*/ 746567 h 746567"/>
                <a:gd name="connsiteX6" fmla="*/ 0 w 2309168"/>
                <a:gd name="connsiteY6" fmla="*/ 226793 h 746567"/>
                <a:gd name="connsiteX0" fmla="*/ 0 w 2309168"/>
                <a:gd name="connsiteY0" fmla="*/ 226663 h 746437"/>
                <a:gd name="connsiteX1" fmla="*/ 1166388 w 2309168"/>
                <a:gd name="connsiteY1" fmla="*/ 302 h 746437"/>
                <a:gd name="connsiteX2" fmla="*/ 2309168 w 2309168"/>
                <a:gd name="connsiteY2" fmla="*/ 270381 h 746437"/>
                <a:gd name="connsiteX3" fmla="*/ 2121417 w 2309168"/>
                <a:gd name="connsiteY3" fmla="*/ 707744 h 746437"/>
                <a:gd name="connsiteX4" fmla="*/ 1156661 w 2309168"/>
                <a:gd name="connsiteY4" fmla="*/ 480373 h 746437"/>
                <a:gd name="connsiteX5" fmla="*/ 139604 w 2309168"/>
                <a:gd name="connsiteY5" fmla="*/ 746437 h 746437"/>
                <a:gd name="connsiteX6" fmla="*/ 0 w 2309168"/>
                <a:gd name="connsiteY6" fmla="*/ 226663 h 746437"/>
                <a:gd name="connsiteX0" fmla="*/ 0 w 2309168"/>
                <a:gd name="connsiteY0" fmla="*/ 226614 h 746388"/>
                <a:gd name="connsiteX1" fmla="*/ 1166388 w 2309168"/>
                <a:gd name="connsiteY1" fmla="*/ 253 h 746388"/>
                <a:gd name="connsiteX2" fmla="*/ 2309168 w 2309168"/>
                <a:gd name="connsiteY2" fmla="*/ 270332 h 746388"/>
                <a:gd name="connsiteX3" fmla="*/ 2121417 w 2309168"/>
                <a:gd name="connsiteY3" fmla="*/ 707695 h 746388"/>
                <a:gd name="connsiteX4" fmla="*/ 1156661 w 2309168"/>
                <a:gd name="connsiteY4" fmla="*/ 480324 h 746388"/>
                <a:gd name="connsiteX5" fmla="*/ 139604 w 2309168"/>
                <a:gd name="connsiteY5" fmla="*/ 746388 h 746388"/>
                <a:gd name="connsiteX6" fmla="*/ 0 w 2309168"/>
                <a:gd name="connsiteY6" fmla="*/ 226614 h 746388"/>
                <a:gd name="connsiteX0" fmla="*/ 0 w 2309168"/>
                <a:gd name="connsiteY0" fmla="*/ 231692 h 746328"/>
                <a:gd name="connsiteX1" fmla="*/ 1166388 w 2309168"/>
                <a:gd name="connsiteY1" fmla="*/ 193 h 746328"/>
                <a:gd name="connsiteX2" fmla="*/ 2309168 w 2309168"/>
                <a:gd name="connsiteY2" fmla="*/ 270272 h 746328"/>
                <a:gd name="connsiteX3" fmla="*/ 2121417 w 2309168"/>
                <a:gd name="connsiteY3" fmla="*/ 707635 h 746328"/>
                <a:gd name="connsiteX4" fmla="*/ 1156661 w 2309168"/>
                <a:gd name="connsiteY4" fmla="*/ 480264 h 746328"/>
                <a:gd name="connsiteX5" fmla="*/ 139604 w 2309168"/>
                <a:gd name="connsiteY5" fmla="*/ 746328 h 746328"/>
                <a:gd name="connsiteX6" fmla="*/ 0 w 2309168"/>
                <a:gd name="connsiteY6" fmla="*/ 231692 h 746328"/>
                <a:gd name="connsiteX0" fmla="*/ 0 w 2309168"/>
                <a:gd name="connsiteY0" fmla="*/ 231692 h 707635"/>
                <a:gd name="connsiteX1" fmla="*/ 1166388 w 2309168"/>
                <a:gd name="connsiteY1" fmla="*/ 193 h 707635"/>
                <a:gd name="connsiteX2" fmla="*/ 2309168 w 2309168"/>
                <a:gd name="connsiteY2" fmla="*/ 270272 h 707635"/>
                <a:gd name="connsiteX3" fmla="*/ 2121417 w 2309168"/>
                <a:gd name="connsiteY3" fmla="*/ 707635 h 707635"/>
                <a:gd name="connsiteX4" fmla="*/ 1156661 w 2309168"/>
                <a:gd name="connsiteY4" fmla="*/ 480264 h 707635"/>
                <a:gd name="connsiteX5" fmla="*/ 172995 w 2309168"/>
                <a:gd name="connsiteY5" fmla="*/ 684683 h 707635"/>
                <a:gd name="connsiteX6" fmla="*/ 0 w 2309168"/>
                <a:gd name="connsiteY6" fmla="*/ 231692 h 707635"/>
                <a:gd name="connsiteX0" fmla="*/ 0 w 2309168"/>
                <a:gd name="connsiteY0" fmla="*/ 231692 h 707635"/>
                <a:gd name="connsiteX1" fmla="*/ 1166388 w 2309168"/>
                <a:gd name="connsiteY1" fmla="*/ 193 h 707635"/>
                <a:gd name="connsiteX2" fmla="*/ 2309168 w 2309168"/>
                <a:gd name="connsiteY2" fmla="*/ 270272 h 707635"/>
                <a:gd name="connsiteX3" fmla="*/ 2121417 w 2309168"/>
                <a:gd name="connsiteY3" fmla="*/ 707635 h 707635"/>
                <a:gd name="connsiteX4" fmla="*/ 1156661 w 2309168"/>
                <a:gd name="connsiteY4" fmla="*/ 480264 h 707635"/>
                <a:gd name="connsiteX5" fmla="*/ 172995 w 2309168"/>
                <a:gd name="connsiteY5" fmla="*/ 684683 h 707635"/>
                <a:gd name="connsiteX6" fmla="*/ 0 w 2309168"/>
                <a:gd name="connsiteY6" fmla="*/ 231692 h 707635"/>
                <a:gd name="connsiteX0" fmla="*/ 0 w 2309168"/>
                <a:gd name="connsiteY0" fmla="*/ 231692 h 715340"/>
                <a:gd name="connsiteX1" fmla="*/ 1166388 w 2309168"/>
                <a:gd name="connsiteY1" fmla="*/ 193 h 715340"/>
                <a:gd name="connsiteX2" fmla="*/ 2309168 w 2309168"/>
                <a:gd name="connsiteY2" fmla="*/ 270272 h 715340"/>
                <a:gd name="connsiteX3" fmla="*/ 2123986 w 2309168"/>
                <a:gd name="connsiteY3" fmla="*/ 715340 h 715340"/>
                <a:gd name="connsiteX4" fmla="*/ 1156661 w 2309168"/>
                <a:gd name="connsiteY4" fmla="*/ 480264 h 715340"/>
                <a:gd name="connsiteX5" fmla="*/ 172995 w 2309168"/>
                <a:gd name="connsiteY5" fmla="*/ 684683 h 715340"/>
                <a:gd name="connsiteX6" fmla="*/ 0 w 2309168"/>
                <a:gd name="connsiteY6" fmla="*/ 231692 h 715340"/>
                <a:gd name="connsiteX0" fmla="*/ 0 w 2309168"/>
                <a:gd name="connsiteY0" fmla="*/ 231692 h 715340"/>
                <a:gd name="connsiteX1" fmla="*/ 1166388 w 2309168"/>
                <a:gd name="connsiteY1" fmla="*/ 193 h 715340"/>
                <a:gd name="connsiteX2" fmla="*/ 2309168 w 2309168"/>
                <a:gd name="connsiteY2" fmla="*/ 270272 h 715340"/>
                <a:gd name="connsiteX3" fmla="*/ 2123986 w 2309168"/>
                <a:gd name="connsiteY3" fmla="*/ 715340 h 715340"/>
                <a:gd name="connsiteX4" fmla="*/ 1156661 w 2309168"/>
                <a:gd name="connsiteY4" fmla="*/ 480264 h 715340"/>
                <a:gd name="connsiteX5" fmla="*/ 172995 w 2309168"/>
                <a:gd name="connsiteY5" fmla="*/ 684683 h 715340"/>
                <a:gd name="connsiteX6" fmla="*/ 0 w 2309168"/>
                <a:gd name="connsiteY6" fmla="*/ 231692 h 715340"/>
                <a:gd name="connsiteX0" fmla="*/ 0 w 2309168"/>
                <a:gd name="connsiteY0" fmla="*/ 231692 h 715340"/>
                <a:gd name="connsiteX1" fmla="*/ 1166388 w 2309168"/>
                <a:gd name="connsiteY1" fmla="*/ 193 h 715340"/>
                <a:gd name="connsiteX2" fmla="*/ 2309168 w 2309168"/>
                <a:gd name="connsiteY2" fmla="*/ 270272 h 715340"/>
                <a:gd name="connsiteX3" fmla="*/ 2123986 w 2309168"/>
                <a:gd name="connsiteY3" fmla="*/ 715340 h 715340"/>
                <a:gd name="connsiteX4" fmla="*/ 1156661 w 2309168"/>
                <a:gd name="connsiteY4" fmla="*/ 480264 h 715340"/>
                <a:gd name="connsiteX5" fmla="*/ 172995 w 2309168"/>
                <a:gd name="connsiteY5" fmla="*/ 684683 h 715340"/>
                <a:gd name="connsiteX6" fmla="*/ 0 w 2309168"/>
                <a:gd name="connsiteY6" fmla="*/ 231692 h 715340"/>
                <a:gd name="connsiteX0" fmla="*/ 0 w 2314305"/>
                <a:gd name="connsiteY0" fmla="*/ 231543 h 715191"/>
                <a:gd name="connsiteX1" fmla="*/ 1166388 w 2314305"/>
                <a:gd name="connsiteY1" fmla="*/ 44 h 715191"/>
                <a:gd name="connsiteX2" fmla="*/ 2314305 w 2314305"/>
                <a:gd name="connsiteY2" fmla="*/ 249575 h 715191"/>
                <a:gd name="connsiteX3" fmla="*/ 2123986 w 2314305"/>
                <a:gd name="connsiteY3" fmla="*/ 715191 h 715191"/>
                <a:gd name="connsiteX4" fmla="*/ 1156661 w 2314305"/>
                <a:gd name="connsiteY4" fmla="*/ 480115 h 715191"/>
                <a:gd name="connsiteX5" fmla="*/ 172995 w 2314305"/>
                <a:gd name="connsiteY5" fmla="*/ 684534 h 715191"/>
                <a:gd name="connsiteX6" fmla="*/ 0 w 2314305"/>
                <a:gd name="connsiteY6" fmla="*/ 231543 h 715191"/>
                <a:gd name="connsiteX0" fmla="*/ 0 w 2314305"/>
                <a:gd name="connsiteY0" fmla="*/ 231543 h 715191"/>
                <a:gd name="connsiteX1" fmla="*/ 1166388 w 2314305"/>
                <a:gd name="connsiteY1" fmla="*/ 44 h 715191"/>
                <a:gd name="connsiteX2" fmla="*/ 2314305 w 2314305"/>
                <a:gd name="connsiteY2" fmla="*/ 249575 h 715191"/>
                <a:gd name="connsiteX3" fmla="*/ 2123986 w 2314305"/>
                <a:gd name="connsiteY3" fmla="*/ 715191 h 715191"/>
                <a:gd name="connsiteX4" fmla="*/ 1156661 w 2314305"/>
                <a:gd name="connsiteY4" fmla="*/ 480115 h 715191"/>
                <a:gd name="connsiteX5" fmla="*/ 172995 w 2314305"/>
                <a:gd name="connsiteY5" fmla="*/ 684534 h 715191"/>
                <a:gd name="connsiteX6" fmla="*/ 0 w 2314305"/>
                <a:gd name="connsiteY6" fmla="*/ 231543 h 715191"/>
                <a:gd name="connsiteX0" fmla="*/ 0 w 2314305"/>
                <a:gd name="connsiteY0" fmla="*/ 231550 h 715198"/>
                <a:gd name="connsiteX1" fmla="*/ 1166388 w 2314305"/>
                <a:gd name="connsiteY1" fmla="*/ 51 h 715198"/>
                <a:gd name="connsiteX2" fmla="*/ 2314305 w 2314305"/>
                <a:gd name="connsiteY2" fmla="*/ 249582 h 715198"/>
                <a:gd name="connsiteX3" fmla="*/ 2123986 w 2314305"/>
                <a:gd name="connsiteY3" fmla="*/ 715198 h 715198"/>
                <a:gd name="connsiteX4" fmla="*/ 1156661 w 2314305"/>
                <a:gd name="connsiteY4" fmla="*/ 480122 h 715198"/>
                <a:gd name="connsiteX5" fmla="*/ 172995 w 2314305"/>
                <a:gd name="connsiteY5" fmla="*/ 684541 h 715198"/>
                <a:gd name="connsiteX6" fmla="*/ 0 w 2314305"/>
                <a:gd name="connsiteY6" fmla="*/ 231550 h 715198"/>
                <a:gd name="connsiteX0" fmla="*/ 0 w 2314305"/>
                <a:gd name="connsiteY0" fmla="*/ 233092 h 716740"/>
                <a:gd name="connsiteX1" fmla="*/ 1166388 w 2314305"/>
                <a:gd name="connsiteY1" fmla="*/ 1593 h 716740"/>
                <a:gd name="connsiteX2" fmla="*/ 2314305 w 2314305"/>
                <a:gd name="connsiteY2" fmla="*/ 251124 h 716740"/>
                <a:gd name="connsiteX3" fmla="*/ 2123986 w 2314305"/>
                <a:gd name="connsiteY3" fmla="*/ 716740 h 716740"/>
                <a:gd name="connsiteX4" fmla="*/ 1156661 w 2314305"/>
                <a:gd name="connsiteY4" fmla="*/ 481664 h 716740"/>
                <a:gd name="connsiteX5" fmla="*/ 172995 w 2314305"/>
                <a:gd name="connsiteY5" fmla="*/ 686083 h 716740"/>
                <a:gd name="connsiteX6" fmla="*/ 0 w 2314305"/>
                <a:gd name="connsiteY6" fmla="*/ 233092 h 716740"/>
                <a:gd name="connsiteX0" fmla="*/ 0 w 2314305"/>
                <a:gd name="connsiteY0" fmla="*/ 231523 h 715171"/>
                <a:gd name="connsiteX1" fmla="*/ 1166388 w 2314305"/>
                <a:gd name="connsiteY1" fmla="*/ 24 h 715171"/>
                <a:gd name="connsiteX2" fmla="*/ 2314305 w 2314305"/>
                <a:gd name="connsiteY2" fmla="*/ 249555 h 715171"/>
                <a:gd name="connsiteX3" fmla="*/ 2123986 w 2314305"/>
                <a:gd name="connsiteY3" fmla="*/ 715171 h 715171"/>
                <a:gd name="connsiteX4" fmla="*/ 1156661 w 2314305"/>
                <a:gd name="connsiteY4" fmla="*/ 480095 h 715171"/>
                <a:gd name="connsiteX5" fmla="*/ 172995 w 2314305"/>
                <a:gd name="connsiteY5" fmla="*/ 684514 h 715171"/>
                <a:gd name="connsiteX6" fmla="*/ 0 w 2314305"/>
                <a:gd name="connsiteY6" fmla="*/ 231523 h 715171"/>
                <a:gd name="connsiteX0" fmla="*/ 0 w 2314305"/>
                <a:gd name="connsiteY0" fmla="*/ 231550 h 715198"/>
                <a:gd name="connsiteX1" fmla="*/ 1166388 w 2314305"/>
                <a:gd name="connsiteY1" fmla="*/ 51 h 715198"/>
                <a:gd name="connsiteX2" fmla="*/ 2314305 w 2314305"/>
                <a:gd name="connsiteY2" fmla="*/ 249582 h 715198"/>
                <a:gd name="connsiteX3" fmla="*/ 2123986 w 2314305"/>
                <a:gd name="connsiteY3" fmla="*/ 715198 h 715198"/>
                <a:gd name="connsiteX4" fmla="*/ 1156661 w 2314305"/>
                <a:gd name="connsiteY4" fmla="*/ 480122 h 715198"/>
                <a:gd name="connsiteX5" fmla="*/ 172995 w 2314305"/>
                <a:gd name="connsiteY5" fmla="*/ 684541 h 715198"/>
                <a:gd name="connsiteX6" fmla="*/ 0 w 2314305"/>
                <a:gd name="connsiteY6" fmla="*/ 231550 h 715198"/>
                <a:gd name="connsiteX0" fmla="*/ 0 w 2314305"/>
                <a:gd name="connsiteY0" fmla="*/ 232088 h 715736"/>
                <a:gd name="connsiteX1" fmla="*/ 1166388 w 2314305"/>
                <a:gd name="connsiteY1" fmla="*/ 589 h 715736"/>
                <a:gd name="connsiteX2" fmla="*/ 2314305 w 2314305"/>
                <a:gd name="connsiteY2" fmla="*/ 250120 h 715736"/>
                <a:gd name="connsiteX3" fmla="*/ 2123986 w 2314305"/>
                <a:gd name="connsiteY3" fmla="*/ 715736 h 715736"/>
                <a:gd name="connsiteX4" fmla="*/ 1156661 w 2314305"/>
                <a:gd name="connsiteY4" fmla="*/ 480660 h 715736"/>
                <a:gd name="connsiteX5" fmla="*/ 172995 w 2314305"/>
                <a:gd name="connsiteY5" fmla="*/ 685079 h 715736"/>
                <a:gd name="connsiteX6" fmla="*/ 0 w 2314305"/>
                <a:gd name="connsiteY6" fmla="*/ 232088 h 715736"/>
                <a:gd name="connsiteX0" fmla="*/ 0 w 2314305"/>
                <a:gd name="connsiteY0" fmla="*/ 232088 h 715736"/>
                <a:gd name="connsiteX1" fmla="*/ 1166388 w 2314305"/>
                <a:gd name="connsiteY1" fmla="*/ 589 h 715736"/>
                <a:gd name="connsiteX2" fmla="*/ 2314305 w 2314305"/>
                <a:gd name="connsiteY2" fmla="*/ 250120 h 715736"/>
                <a:gd name="connsiteX3" fmla="*/ 2123986 w 2314305"/>
                <a:gd name="connsiteY3" fmla="*/ 715736 h 715736"/>
                <a:gd name="connsiteX4" fmla="*/ 1156661 w 2314305"/>
                <a:gd name="connsiteY4" fmla="*/ 480660 h 715736"/>
                <a:gd name="connsiteX5" fmla="*/ 172995 w 2314305"/>
                <a:gd name="connsiteY5" fmla="*/ 685079 h 715736"/>
                <a:gd name="connsiteX6" fmla="*/ 0 w 2314305"/>
                <a:gd name="connsiteY6" fmla="*/ 232088 h 715736"/>
                <a:gd name="connsiteX0" fmla="*/ 0 w 2314305"/>
                <a:gd name="connsiteY0" fmla="*/ 232088 h 715736"/>
                <a:gd name="connsiteX1" fmla="*/ 1166388 w 2314305"/>
                <a:gd name="connsiteY1" fmla="*/ 589 h 715736"/>
                <a:gd name="connsiteX2" fmla="*/ 2314305 w 2314305"/>
                <a:gd name="connsiteY2" fmla="*/ 250120 h 715736"/>
                <a:gd name="connsiteX3" fmla="*/ 2123986 w 2314305"/>
                <a:gd name="connsiteY3" fmla="*/ 715736 h 715736"/>
                <a:gd name="connsiteX4" fmla="*/ 1156661 w 2314305"/>
                <a:gd name="connsiteY4" fmla="*/ 480660 h 715736"/>
                <a:gd name="connsiteX5" fmla="*/ 172995 w 2314305"/>
                <a:gd name="connsiteY5" fmla="*/ 685079 h 715736"/>
                <a:gd name="connsiteX6" fmla="*/ 0 w 2314305"/>
                <a:gd name="connsiteY6" fmla="*/ 232088 h 715736"/>
                <a:gd name="connsiteX0" fmla="*/ 0 w 2314305"/>
                <a:gd name="connsiteY0" fmla="*/ 232060 h 715708"/>
                <a:gd name="connsiteX1" fmla="*/ 1166388 w 2314305"/>
                <a:gd name="connsiteY1" fmla="*/ 561 h 715708"/>
                <a:gd name="connsiteX2" fmla="*/ 2314305 w 2314305"/>
                <a:gd name="connsiteY2" fmla="*/ 250092 h 715708"/>
                <a:gd name="connsiteX3" fmla="*/ 2123986 w 2314305"/>
                <a:gd name="connsiteY3" fmla="*/ 715708 h 715708"/>
                <a:gd name="connsiteX4" fmla="*/ 1156661 w 2314305"/>
                <a:gd name="connsiteY4" fmla="*/ 480632 h 715708"/>
                <a:gd name="connsiteX5" fmla="*/ 172995 w 2314305"/>
                <a:gd name="connsiteY5" fmla="*/ 685051 h 715708"/>
                <a:gd name="connsiteX6" fmla="*/ 0 w 2314305"/>
                <a:gd name="connsiteY6" fmla="*/ 232060 h 7157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314305" h="715708">
                  <a:moveTo>
                    <a:pt x="0" y="232060"/>
                  </a:moveTo>
                  <a:cubicBezTo>
                    <a:pt x="116349" y="135016"/>
                    <a:pt x="772966" y="-10150"/>
                    <a:pt x="1166388" y="561"/>
                  </a:cubicBezTo>
                  <a:cubicBezTo>
                    <a:pt x="1559810" y="11272"/>
                    <a:pt x="1962415" y="54514"/>
                    <a:pt x="2314305" y="250092"/>
                  </a:cubicBezTo>
                  <a:cubicBezTo>
                    <a:pt x="2236857" y="411910"/>
                    <a:pt x="2305049" y="284904"/>
                    <a:pt x="2123986" y="715708"/>
                  </a:cubicBezTo>
                  <a:cubicBezTo>
                    <a:pt x="2077752" y="646036"/>
                    <a:pt x="1616289" y="480632"/>
                    <a:pt x="1156661" y="480632"/>
                  </a:cubicBezTo>
                  <a:cubicBezTo>
                    <a:pt x="697033" y="480632"/>
                    <a:pt x="257593" y="589531"/>
                    <a:pt x="172995" y="685051"/>
                  </a:cubicBezTo>
                  <a:lnTo>
                    <a:pt x="0" y="232060"/>
                  </a:lnTo>
                  <a:close/>
                </a:path>
              </a:pathLst>
            </a:cu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6" name="Block Arc 1">
              <a:extLst>
                <a:ext uri="{FF2B5EF4-FFF2-40B4-BE49-F238E27FC236}">
                  <a16:creationId xmlns:a16="http://schemas.microsoft.com/office/drawing/2014/main" id="{0A0F4D95-EA44-A9F9-C66D-327A3E88E2D3}"/>
                </a:ext>
              </a:extLst>
            </p:cNvPr>
            <p:cNvSpPr/>
            <p:nvPr/>
          </p:nvSpPr>
          <p:spPr>
            <a:xfrm rot="9231251">
              <a:off x="8493305" y="5452344"/>
              <a:ext cx="2314305" cy="715708"/>
            </a:xfrm>
            <a:custGeom>
              <a:avLst/>
              <a:gdLst>
                <a:gd name="connsiteX0" fmla="*/ 0 w 2391141"/>
                <a:gd name="connsiteY0" fmla="*/ 726679 h 1453358"/>
                <a:gd name="connsiteX1" fmla="*/ 1195571 w 2391141"/>
                <a:gd name="connsiteY1" fmla="*/ 0 h 1453358"/>
                <a:gd name="connsiteX2" fmla="*/ 2391142 w 2391141"/>
                <a:gd name="connsiteY2" fmla="*/ 726679 h 1453358"/>
                <a:gd name="connsiteX3" fmla="*/ 2027802 w 2391141"/>
                <a:gd name="connsiteY3" fmla="*/ 726679 h 1453358"/>
                <a:gd name="connsiteX4" fmla="*/ 1195571 w 2391141"/>
                <a:gd name="connsiteY4" fmla="*/ 363339 h 1453358"/>
                <a:gd name="connsiteX5" fmla="*/ 363340 w 2391141"/>
                <a:gd name="connsiteY5" fmla="*/ 726679 h 1453358"/>
                <a:gd name="connsiteX6" fmla="*/ 0 w 2391141"/>
                <a:gd name="connsiteY6" fmla="*/ 726679 h 1453358"/>
                <a:gd name="connsiteX0" fmla="*/ 0 w 2614878"/>
                <a:gd name="connsiteY0" fmla="*/ 727830 h 727830"/>
                <a:gd name="connsiteX1" fmla="*/ 1195571 w 2614878"/>
                <a:gd name="connsiteY1" fmla="*/ 1151 h 727830"/>
                <a:gd name="connsiteX2" fmla="*/ 2614878 w 2614878"/>
                <a:gd name="connsiteY2" fmla="*/ 611098 h 727830"/>
                <a:gd name="connsiteX3" fmla="*/ 2027802 w 2614878"/>
                <a:gd name="connsiteY3" fmla="*/ 727830 h 727830"/>
                <a:gd name="connsiteX4" fmla="*/ 1195571 w 2614878"/>
                <a:gd name="connsiteY4" fmla="*/ 364490 h 727830"/>
                <a:gd name="connsiteX5" fmla="*/ 363340 w 2614878"/>
                <a:gd name="connsiteY5" fmla="*/ 727830 h 727830"/>
                <a:gd name="connsiteX6" fmla="*/ 0 w 2614878"/>
                <a:gd name="connsiteY6" fmla="*/ 727830 h 727830"/>
                <a:gd name="connsiteX0" fmla="*/ 0 w 2614878"/>
                <a:gd name="connsiteY0" fmla="*/ 727830 h 727830"/>
                <a:gd name="connsiteX1" fmla="*/ 1195571 w 2614878"/>
                <a:gd name="connsiteY1" fmla="*/ 1151 h 727830"/>
                <a:gd name="connsiteX2" fmla="*/ 2614878 w 2614878"/>
                <a:gd name="connsiteY2" fmla="*/ 611098 h 727830"/>
                <a:gd name="connsiteX3" fmla="*/ 2251538 w 2614878"/>
                <a:gd name="connsiteY3" fmla="*/ 669464 h 727830"/>
                <a:gd name="connsiteX4" fmla="*/ 1195571 w 2614878"/>
                <a:gd name="connsiteY4" fmla="*/ 364490 h 727830"/>
                <a:gd name="connsiteX5" fmla="*/ 363340 w 2614878"/>
                <a:gd name="connsiteY5" fmla="*/ 727830 h 727830"/>
                <a:gd name="connsiteX6" fmla="*/ 0 w 2614878"/>
                <a:gd name="connsiteY6" fmla="*/ 727830 h 727830"/>
                <a:gd name="connsiteX0" fmla="*/ 0 w 2780249"/>
                <a:gd name="connsiteY0" fmla="*/ 590533 h 726720"/>
                <a:gd name="connsiteX1" fmla="*/ 1360942 w 2780249"/>
                <a:gd name="connsiteY1" fmla="*/ 41 h 726720"/>
                <a:gd name="connsiteX2" fmla="*/ 2780249 w 2780249"/>
                <a:gd name="connsiteY2" fmla="*/ 609988 h 726720"/>
                <a:gd name="connsiteX3" fmla="*/ 2416909 w 2780249"/>
                <a:gd name="connsiteY3" fmla="*/ 668354 h 726720"/>
                <a:gd name="connsiteX4" fmla="*/ 1360942 w 2780249"/>
                <a:gd name="connsiteY4" fmla="*/ 363380 h 726720"/>
                <a:gd name="connsiteX5" fmla="*/ 528711 w 2780249"/>
                <a:gd name="connsiteY5" fmla="*/ 726720 h 726720"/>
                <a:gd name="connsiteX6" fmla="*/ 0 w 2780249"/>
                <a:gd name="connsiteY6" fmla="*/ 590533 h 726720"/>
                <a:gd name="connsiteX0" fmla="*/ 0 w 2780249"/>
                <a:gd name="connsiteY0" fmla="*/ 590533 h 668354"/>
                <a:gd name="connsiteX1" fmla="*/ 1360942 w 2780249"/>
                <a:gd name="connsiteY1" fmla="*/ 41 h 668354"/>
                <a:gd name="connsiteX2" fmla="*/ 2780249 w 2780249"/>
                <a:gd name="connsiteY2" fmla="*/ 609988 h 668354"/>
                <a:gd name="connsiteX3" fmla="*/ 2416909 w 2780249"/>
                <a:gd name="connsiteY3" fmla="*/ 668354 h 668354"/>
                <a:gd name="connsiteX4" fmla="*/ 1360942 w 2780249"/>
                <a:gd name="connsiteY4" fmla="*/ 363380 h 668354"/>
                <a:gd name="connsiteX5" fmla="*/ 275792 w 2780249"/>
                <a:gd name="connsiteY5" fmla="*/ 639171 h 668354"/>
                <a:gd name="connsiteX6" fmla="*/ 0 w 2780249"/>
                <a:gd name="connsiteY6" fmla="*/ 590533 h 668354"/>
                <a:gd name="connsiteX0" fmla="*/ 0 w 2780249"/>
                <a:gd name="connsiteY0" fmla="*/ 590533 h 668354"/>
                <a:gd name="connsiteX1" fmla="*/ 1360942 w 2780249"/>
                <a:gd name="connsiteY1" fmla="*/ 41 h 668354"/>
                <a:gd name="connsiteX2" fmla="*/ 2780249 w 2780249"/>
                <a:gd name="connsiteY2" fmla="*/ 609988 h 668354"/>
                <a:gd name="connsiteX3" fmla="*/ 2416909 w 2780249"/>
                <a:gd name="connsiteY3" fmla="*/ 668354 h 668354"/>
                <a:gd name="connsiteX4" fmla="*/ 1351215 w 2780249"/>
                <a:gd name="connsiteY4" fmla="*/ 480112 h 668354"/>
                <a:gd name="connsiteX5" fmla="*/ 275792 w 2780249"/>
                <a:gd name="connsiteY5" fmla="*/ 639171 h 668354"/>
                <a:gd name="connsiteX6" fmla="*/ 0 w 2780249"/>
                <a:gd name="connsiteY6" fmla="*/ 590533 h 668354"/>
                <a:gd name="connsiteX0" fmla="*/ 0 w 2780249"/>
                <a:gd name="connsiteY0" fmla="*/ 590533 h 775358"/>
                <a:gd name="connsiteX1" fmla="*/ 1360942 w 2780249"/>
                <a:gd name="connsiteY1" fmla="*/ 41 h 775358"/>
                <a:gd name="connsiteX2" fmla="*/ 2780249 w 2780249"/>
                <a:gd name="connsiteY2" fmla="*/ 609988 h 775358"/>
                <a:gd name="connsiteX3" fmla="*/ 2329360 w 2780249"/>
                <a:gd name="connsiteY3" fmla="*/ 775358 h 775358"/>
                <a:gd name="connsiteX4" fmla="*/ 1351215 w 2780249"/>
                <a:gd name="connsiteY4" fmla="*/ 480112 h 775358"/>
                <a:gd name="connsiteX5" fmla="*/ 275792 w 2780249"/>
                <a:gd name="connsiteY5" fmla="*/ 639171 h 775358"/>
                <a:gd name="connsiteX6" fmla="*/ 0 w 2780249"/>
                <a:gd name="connsiteY6" fmla="*/ 590533 h 775358"/>
                <a:gd name="connsiteX0" fmla="*/ 0 w 2673245"/>
                <a:gd name="connsiteY0" fmla="*/ 600391 h 785216"/>
                <a:gd name="connsiteX1" fmla="*/ 1360942 w 2673245"/>
                <a:gd name="connsiteY1" fmla="*/ 9899 h 785216"/>
                <a:gd name="connsiteX2" fmla="*/ 2673245 w 2673245"/>
                <a:gd name="connsiteY2" fmla="*/ 405837 h 785216"/>
                <a:gd name="connsiteX3" fmla="*/ 2329360 w 2673245"/>
                <a:gd name="connsiteY3" fmla="*/ 785216 h 785216"/>
                <a:gd name="connsiteX4" fmla="*/ 1351215 w 2673245"/>
                <a:gd name="connsiteY4" fmla="*/ 489970 h 785216"/>
                <a:gd name="connsiteX5" fmla="*/ 275792 w 2673245"/>
                <a:gd name="connsiteY5" fmla="*/ 649029 h 785216"/>
                <a:gd name="connsiteX6" fmla="*/ 0 w 2673245"/>
                <a:gd name="connsiteY6" fmla="*/ 600391 h 785216"/>
                <a:gd name="connsiteX0" fmla="*/ 0 w 2673245"/>
                <a:gd name="connsiteY0" fmla="*/ 593348 h 778173"/>
                <a:gd name="connsiteX1" fmla="*/ 1360942 w 2673245"/>
                <a:gd name="connsiteY1" fmla="*/ 2856 h 778173"/>
                <a:gd name="connsiteX2" fmla="*/ 2673245 w 2673245"/>
                <a:gd name="connsiteY2" fmla="*/ 398794 h 778173"/>
                <a:gd name="connsiteX3" fmla="*/ 2329360 w 2673245"/>
                <a:gd name="connsiteY3" fmla="*/ 778173 h 778173"/>
                <a:gd name="connsiteX4" fmla="*/ 1351215 w 2673245"/>
                <a:gd name="connsiteY4" fmla="*/ 482927 h 778173"/>
                <a:gd name="connsiteX5" fmla="*/ 275792 w 2673245"/>
                <a:gd name="connsiteY5" fmla="*/ 641986 h 778173"/>
                <a:gd name="connsiteX6" fmla="*/ 0 w 2673245"/>
                <a:gd name="connsiteY6" fmla="*/ 593348 h 778173"/>
                <a:gd name="connsiteX0" fmla="*/ 0 w 2478691"/>
                <a:gd name="connsiteY0" fmla="*/ 293714 h 809279"/>
                <a:gd name="connsiteX1" fmla="*/ 1166388 w 2478691"/>
                <a:gd name="connsiteY1" fmla="*/ 33962 h 809279"/>
                <a:gd name="connsiteX2" fmla="*/ 2478691 w 2478691"/>
                <a:gd name="connsiteY2" fmla="*/ 429900 h 809279"/>
                <a:gd name="connsiteX3" fmla="*/ 2134806 w 2478691"/>
                <a:gd name="connsiteY3" fmla="*/ 809279 h 809279"/>
                <a:gd name="connsiteX4" fmla="*/ 1156661 w 2478691"/>
                <a:gd name="connsiteY4" fmla="*/ 514033 h 809279"/>
                <a:gd name="connsiteX5" fmla="*/ 81238 w 2478691"/>
                <a:gd name="connsiteY5" fmla="*/ 673092 h 809279"/>
                <a:gd name="connsiteX6" fmla="*/ 0 w 2478691"/>
                <a:gd name="connsiteY6" fmla="*/ 293714 h 809279"/>
                <a:gd name="connsiteX0" fmla="*/ 0 w 2478691"/>
                <a:gd name="connsiteY0" fmla="*/ 262275 h 777840"/>
                <a:gd name="connsiteX1" fmla="*/ 1166388 w 2478691"/>
                <a:gd name="connsiteY1" fmla="*/ 2523 h 777840"/>
                <a:gd name="connsiteX2" fmla="*/ 2478691 w 2478691"/>
                <a:gd name="connsiteY2" fmla="*/ 398461 h 777840"/>
                <a:gd name="connsiteX3" fmla="*/ 2134806 w 2478691"/>
                <a:gd name="connsiteY3" fmla="*/ 777840 h 777840"/>
                <a:gd name="connsiteX4" fmla="*/ 1156661 w 2478691"/>
                <a:gd name="connsiteY4" fmla="*/ 482594 h 777840"/>
                <a:gd name="connsiteX5" fmla="*/ 81238 w 2478691"/>
                <a:gd name="connsiteY5" fmla="*/ 641653 h 777840"/>
                <a:gd name="connsiteX6" fmla="*/ 0 w 2478691"/>
                <a:gd name="connsiteY6" fmla="*/ 262275 h 777840"/>
                <a:gd name="connsiteX0" fmla="*/ 0 w 2478691"/>
                <a:gd name="connsiteY0" fmla="*/ 262275 h 777841"/>
                <a:gd name="connsiteX1" fmla="*/ 1166388 w 2478691"/>
                <a:gd name="connsiteY1" fmla="*/ 2523 h 777841"/>
                <a:gd name="connsiteX2" fmla="*/ 2478691 w 2478691"/>
                <a:gd name="connsiteY2" fmla="*/ 398461 h 777841"/>
                <a:gd name="connsiteX3" fmla="*/ 2134806 w 2478691"/>
                <a:gd name="connsiteY3" fmla="*/ 777840 h 777841"/>
                <a:gd name="connsiteX4" fmla="*/ 1156661 w 2478691"/>
                <a:gd name="connsiteY4" fmla="*/ 482594 h 777841"/>
                <a:gd name="connsiteX5" fmla="*/ 178515 w 2478691"/>
                <a:gd name="connsiteY5" fmla="*/ 777841 h 777841"/>
                <a:gd name="connsiteX6" fmla="*/ 0 w 2478691"/>
                <a:gd name="connsiteY6" fmla="*/ 262275 h 777841"/>
                <a:gd name="connsiteX0" fmla="*/ 0 w 2478691"/>
                <a:gd name="connsiteY0" fmla="*/ 262275 h 777840"/>
                <a:gd name="connsiteX1" fmla="*/ 1166388 w 2478691"/>
                <a:gd name="connsiteY1" fmla="*/ 2523 h 777840"/>
                <a:gd name="connsiteX2" fmla="*/ 2478691 w 2478691"/>
                <a:gd name="connsiteY2" fmla="*/ 398461 h 777840"/>
                <a:gd name="connsiteX3" fmla="*/ 2134806 w 2478691"/>
                <a:gd name="connsiteY3" fmla="*/ 777840 h 777840"/>
                <a:gd name="connsiteX4" fmla="*/ 1156661 w 2478691"/>
                <a:gd name="connsiteY4" fmla="*/ 482594 h 777840"/>
                <a:gd name="connsiteX5" fmla="*/ 139604 w 2478691"/>
                <a:gd name="connsiteY5" fmla="*/ 748658 h 777840"/>
                <a:gd name="connsiteX6" fmla="*/ 0 w 2478691"/>
                <a:gd name="connsiteY6" fmla="*/ 262275 h 777840"/>
                <a:gd name="connsiteX0" fmla="*/ 0 w 2478691"/>
                <a:gd name="connsiteY0" fmla="*/ 262275 h 777840"/>
                <a:gd name="connsiteX1" fmla="*/ 1166388 w 2478691"/>
                <a:gd name="connsiteY1" fmla="*/ 2523 h 777840"/>
                <a:gd name="connsiteX2" fmla="*/ 2478691 w 2478691"/>
                <a:gd name="connsiteY2" fmla="*/ 398461 h 777840"/>
                <a:gd name="connsiteX3" fmla="*/ 2134806 w 2478691"/>
                <a:gd name="connsiteY3" fmla="*/ 777840 h 777840"/>
                <a:gd name="connsiteX4" fmla="*/ 1156661 w 2478691"/>
                <a:gd name="connsiteY4" fmla="*/ 482594 h 777840"/>
                <a:gd name="connsiteX5" fmla="*/ 139604 w 2478691"/>
                <a:gd name="connsiteY5" fmla="*/ 748658 h 777840"/>
                <a:gd name="connsiteX6" fmla="*/ 0 w 2478691"/>
                <a:gd name="connsiteY6" fmla="*/ 262275 h 777840"/>
                <a:gd name="connsiteX0" fmla="*/ 0 w 2478691"/>
                <a:gd name="connsiteY0" fmla="*/ 262275 h 797295"/>
                <a:gd name="connsiteX1" fmla="*/ 1166388 w 2478691"/>
                <a:gd name="connsiteY1" fmla="*/ 2523 h 797295"/>
                <a:gd name="connsiteX2" fmla="*/ 2478691 w 2478691"/>
                <a:gd name="connsiteY2" fmla="*/ 398461 h 797295"/>
                <a:gd name="connsiteX3" fmla="*/ 2144534 w 2478691"/>
                <a:gd name="connsiteY3" fmla="*/ 797295 h 797295"/>
                <a:gd name="connsiteX4" fmla="*/ 1156661 w 2478691"/>
                <a:gd name="connsiteY4" fmla="*/ 482594 h 797295"/>
                <a:gd name="connsiteX5" fmla="*/ 139604 w 2478691"/>
                <a:gd name="connsiteY5" fmla="*/ 748658 h 797295"/>
                <a:gd name="connsiteX6" fmla="*/ 0 w 2478691"/>
                <a:gd name="connsiteY6" fmla="*/ 262275 h 797295"/>
                <a:gd name="connsiteX0" fmla="*/ 0 w 2478691"/>
                <a:gd name="connsiteY0" fmla="*/ 262275 h 797295"/>
                <a:gd name="connsiteX1" fmla="*/ 1166388 w 2478691"/>
                <a:gd name="connsiteY1" fmla="*/ 2523 h 797295"/>
                <a:gd name="connsiteX2" fmla="*/ 2478691 w 2478691"/>
                <a:gd name="connsiteY2" fmla="*/ 398461 h 797295"/>
                <a:gd name="connsiteX3" fmla="*/ 2144534 w 2478691"/>
                <a:gd name="connsiteY3" fmla="*/ 797295 h 797295"/>
                <a:gd name="connsiteX4" fmla="*/ 1156661 w 2478691"/>
                <a:gd name="connsiteY4" fmla="*/ 482594 h 797295"/>
                <a:gd name="connsiteX5" fmla="*/ 139604 w 2478691"/>
                <a:gd name="connsiteY5" fmla="*/ 748658 h 797295"/>
                <a:gd name="connsiteX6" fmla="*/ 0 w 2478691"/>
                <a:gd name="connsiteY6" fmla="*/ 262275 h 797295"/>
                <a:gd name="connsiteX0" fmla="*/ 0 w 2309168"/>
                <a:gd name="connsiteY0" fmla="*/ 259772 h 794792"/>
                <a:gd name="connsiteX1" fmla="*/ 1166388 w 2309168"/>
                <a:gd name="connsiteY1" fmla="*/ 20 h 794792"/>
                <a:gd name="connsiteX2" fmla="*/ 2309168 w 2309168"/>
                <a:gd name="connsiteY2" fmla="*/ 270099 h 794792"/>
                <a:gd name="connsiteX3" fmla="*/ 2144534 w 2309168"/>
                <a:gd name="connsiteY3" fmla="*/ 794792 h 794792"/>
                <a:gd name="connsiteX4" fmla="*/ 1156661 w 2309168"/>
                <a:gd name="connsiteY4" fmla="*/ 480091 h 794792"/>
                <a:gd name="connsiteX5" fmla="*/ 139604 w 2309168"/>
                <a:gd name="connsiteY5" fmla="*/ 746155 h 794792"/>
                <a:gd name="connsiteX6" fmla="*/ 0 w 2309168"/>
                <a:gd name="connsiteY6" fmla="*/ 259772 h 794792"/>
                <a:gd name="connsiteX0" fmla="*/ 0 w 2309168"/>
                <a:gd name="connsiteY0" fmla="*/ 259772 h 794792"/>
                <a:gd name="connsiteX1" fmla="*/ 1166388 w 2309168"/>
                <a:gd name="connsiteY1" fmla="*/ 20 h 794792"/>
                <a:gd name="connsiteX2" fmla="*/ 2309168 w 2309168"/>
                <a:gd name="connsiteY2" fmla="*/ 270099 h 794792"/>
                <a:gd name="connsiteX3" fmla="*/ 2144534 w 2309168"/>
                <a:gd name="connsiteY3" fmla="*/ 794792 h 794792"/>
                <a:gd name="connsiteX4" fmla="*/ 1156661 w 2309168"/>
                <a:gd name="connsiteY4" fmla="*/ 480091 h 794792"/>
                <a:gd name="connsiteX5" fmla="*/ 139604 w 2309168"/>
                <a:gd name="connsiteY5" fmla="*/ 746155 h 794792"/>
                <a:gd name="connsiteX6" fmla="*/ 0 w 2309168"/>
                <a:gd name="connsiteY6" fmla="*/ 259772 h 794792"/>
                <a:gd name="connsiteX0" fmla="*/ 0 w 2309168"/>
                <a:gd name="connsiteY0" fmla="*/ 259772 h 746155"/>
                <a:gd name="connsiteX1" fmla="*/ 1166388 w 2309168"/>
                <a:gd name="connsiteY1" fmla="*/ 20 h 746155"/>
                <a:gd name="connsiteX2" fmla="*/ 2309168 w 2309168"/>
                <a:gd name="connsiteY2" fmla="*/ 270099 h 746155"/>
                <a:gd name="connsiteX3" fmla="*/ 2121417 w 2309168"/>
                <a:gd name="connsiteY3" fmla="*/ 707462 h 746155"/>
                <a:gd name="connsiteX4" fmla="*/ 1156661 w 2309168"/>
                <a:gd name="connsiteY4" fmla="*/ 480091 h 746155"/>
                <a:gd name="connsiteX5" fmla="*/ 139604 w 2309168"/>
                <a:gd name="connsiteY5" fmla="*/ 746155 h 746155"/>
                <a:gd name="connsiteX6" fmla="*/ 0 w 2309168"/>
                <a:gd name="connsiteY6" fmla="*/ 259772 h 746155"/>
                <a:gd name="connsiteX0" fmla="*/ 0 w 2309168"/>
                <a:gd name="connsiteY0" fmla="*/ 259772 h 746155"/>
                <a:gd name="connsiteX1" fmla="*/ 1166388 w 2309168"/>
                <a:gd name="connsiteY1" fmla="*/ 20 h 746155"/>
                <a:gd name="connsiteX2" fmla="*/ 2309168 w 2309168"/>
                <a:gd name="connsiteY2" fmla="*/ 270099 h 746155"/>
                <a:gd name="connsiteX3" fmla="*/ 2121417 w 2309168"/>
                <a:gd name="connsiteY3" fmla="*/ 707462 h 746155"/>
                <a:gd name="connsiteX4" fmla="*/ 1156661 w 2309168"/>
                <a:gd name="connsiteY4" fmla="*/ 480091 h 746155"/>
                <a:gd name="connsiteX5" fmla="*/ 139604 w 2309168"/>
                <a:gd name="connsiteY5" fmla="*/ 746155 h 746155"/>
                <a:gd name="connsiteX6" fmla="*/ 0 w 2309168"/>
                <a:gd name="connsiteY6" fmla="*/ 259772 h 746155"/>
                <a:gd name="connsiteX0" fmla="*/ 0 w 2309168"/>
                <a:gd name="connsiteY0" fmla="*/ 226793 h 746567"/>
                <a:gd name="connsiteX1" fmla="*/ 1166388 w 2309168"/>
                <a:gd name="connsiteY1" fmla="*/ 432 h 746567"/>
                <a:gd name="connsiteX2" fmla="*/ 2309168 w 2309168"/>
                <a:gd name="connsiteY2" fmla="*/ 270511 h 746567"/>
                <a:gd name="connsiteX3" fmla="*/ 2121417 w 2309168"/>
                <a:gd name="connsiteY3" fmla="*/ 707874 h 746567"/>
                <a:gd name="connsiteX4" fmla="*/ 1156661 w 2309168"/>
                <a:gd name="connsiteY4" fmla="*/ 480503 h 746567"/>
                <a:gd name="connsiteX5" fmla="*/ 139604 w 2309168"/>
                <a:gd name="connsiteY5" fmla="*/ 746567 h 746567"/>
                <a:gd name="connsiteX6" fmla="*/ 0 w 2309168"/>
                <a:gd name="connsiteY6" fmla="*/ 226793 h 746567"/>
                <a:gd name="connsiteX0" fmla="*/ 0 w 2309168"/>
                <a:gd name="connsiteY0" fmla="*/ 226663 h 746437"/>
                <a:gd name="connsiteX1" fmla="*/ 1166388 w 2309168"/>
                <a:gd name="connsiteY1" fmla="*/ 302 h 746437"/>
                <a:gd name="connsiteX2" fmla="*/ 2309168 w 2309168"/>
                <a:gd name="connsiteY2" fmla="*/ 270381 h 746437"/>
                <a:gd name="connsiteX3" fmla="*/ 2121417 w 2309168"/>
                <a:gd name="connsiteY3" fmla="*/ 707744 h 746437"/>
                <a:gd name="connsiteX4" fmla="*/ 1156661 w 2309168"/>
                <a:gd name="connsiteY4" fmla="*/ 480373 h 746437"/>
                <a:gd name="connsiteX5" fmla="*/ 139604 w 2309168"/>
                <a:gd name="connsiteY5" fmla="*/ 746437 h 746437"/>
                <a:gd name="connsiteX6" fmla="*/ 0 w 2309168"/>
                <a:gd name="connsiteY6" fmla="*/ 226663 h 746437"/>
                <a:gd name="connsiteX0" fmla="*/ 0 w 2309168"/>
                <a:gd name="connsiteY0" fmla="*/ 226614 h 746388"/>
                <a:gd name="connsiteX1" fmla="*/ 1166388 w 2309168"/>
                <a:gd name="connsiteY1" fmla="*/ 253 h 746388"/>
                <a:gd name="connsiteX2" fmla="*/ 2309168 w 2309168"/>
                <a:gd name="connsiteY2" fmla="*/ 270332 h 746388"/>
                <a:gd name="connsiteX3" fmla="*/ 2121417 w 2309168"/>
                <a:gd name="connsiteY3" fmla="*/ 707695 h 746388"/>
                <a:gd name="connsiteX4" fmla="*/ 1156661 w 2309168"/>
                <a:gd name="connsiteY4" fmla="*/ 480324 h 746388"/>
                <a:gd name="connsiteX5" fmla="*/ 139604 w 2309168"/>
                <a:gd name="connsiteY5" fmla="*/ 746388 h 746388"/>
                <a:gd name="connsiteX6" fmla="*/ 0 w 2309168"/>
                <a:gd name="connsiteY6" fmla="*/ 226614 h 746388"/>
                <a:gd name="connsiteX0" fmla="*/ 0 w 2309168"/>
                <a:gd name="connsiteY0" fmla="*/ 231692 h 746328"/>
                <a:gd name="connsiteX1" fmla="*/ 1166388 w 2309168"/>
                <a:gd name="connsiteY1" fmla="*/ 193 h 746328"/>
                <a:gd name="connsiteX2" fmla="*/ 2309168 w 2309168"/>
                <a:gd name="connsiteY2" fmla="*/ 270272 h 746328"/>
                <a:gd name="connsiteX3" fmla="*/ 2121417 w 2309168"/>
                <a:gd name="connsiteY3" fmla="*/ 707635 h 746328"/>
                <a:gd name="connsiteX4" fmla="*/ 1156661 w 2309168"/>
                <a:gd name="connsiteY4" fmla="*/ 480264 h 746328"/>
                <a:gd name="connsiteX5" fmla="*/ 139604 w 2309168"/>
                <a:gd name="connsiteY5" fmla="*/ 746328 h 746328"/>
                <a:gd name="connsiteX6" fmla="*/ 0 w 2309168"/>
                <a:gd name="connsiteY6" fmla="*/ 231692 h 746328"/>
                <a:gd name="connsiteX0" fmla="*/ 0 w 2309168"/>
                <a:gd name="connsiteY0" fmla="*/ 231692 h 707635"/>
                <a:gd name="connsiteX1" fmla="*/ 1166388 w 2309168"/>
                <a:gd name="connsiteY1" fmla="*/ 193 h 707635"/>
                <a:gd name="connsiteX2" fmla="*/ 2309168 w 2309168"/>
                <a:gd name="connsiteY2" fmla="*/ 270272 h 707635"/>
                <a:gd name="connsiteX3" fmla="*/ 2121417 w 2309168"/>
                <a:gd name="connsiteY3" fmla="*/ 707635 h 707635"/>
                <a:gd name="connsiteX4" fmla="*/ 1156661 w 2309168"/>
                <a:gd name="connsiteY4" fmla="*/ 480264 h 707635"/>
                <a:gd name="connsiteX5" fmla="*/ 172995 w 2309168"/>
                <a:gd name="connsiteY5" fmla="*/ 684683 h 707635"/>
                <a:gd name="connsiteX6" fmla="*/ 0 w 2309168"/>
                <a:gd name="connsiteY6" fmla="*/ 231692 h 707635"/>
                <a:gd name="connsiteX0" fmla="*/ 0 w 2309168"/>
                <a:gd name="connsiteY0" fmla="*/ 231692 h 707635"/>
                <a:gd name="connsiteX1" fmla="*/ 1166388 w 2309168"/>
                <a:gd name="connsiteY1" fmla="*/ 193 h 707635"/>
                <a:gd name="connsiteX2" fmla="*/ 2309168 w 2309168"/>
                <a:gd name="connsiteY2" fmla="*/ 270272 h 707635"/>
                <a:gd name="connsiteX3" fmla="*/ 2121417 w 2309168"/>
                <a:gd name="connsiteY3" fmla="*/ 707635 h 707635"/>
                <a:gd name="connsiteX4" fmla="*/ 1156661 w 2309168"/>
                <a:gd name="connsiteY4" fmla="*/ 480264 h 707635"/>
                <a:gd name="connsiteX5" fmla="*/ 172995 w 2309168"/>
                <a:gd name="connsiteY5" fmla="*/ 684683 h 707635"/>
                <a:gd name="connsiteX6" fmla="*/ 0 w 2309168"/>
                <a:gd name="connsiteY6" fmla="*/ 231692 h 707635"/>
                <a:gd name="connsiteX0" fmla="*/ 0 w 2309168"/>
                <a:gd name="connsiteY0" fmla="*/ 231692 h 715340"/>
                <a:gd name="connsiteX1" fmla="*/ 1166388 w 2309168"/>
                <a:gd name="connsiteY1" fmla="*/ 193 h 715340"/>
                <a:gd name="connsiteX2" fmla="*/ 2309168 w 2309168"/>
                <a:gd name="connsiteY2" fmla="*/ 270272 h 715340"/>
                <a:gd name="connsiteX3" fmla="*/ 2123986 w 2309168"/>
                <a:gd name="connsiteY3" fmla="*/ 715340 h 715340"/>
                <a:gd name="connsiteX4" fmla="*/ 1156661 w 2309168"/>
                <a:gd name="connsiteY4" fmla="*/ 480264 h 715340"/>
                <a:gd name="connsiteX5" fmla="*/ 172995 w 2309168"/>
                <a:gd name="connsiteY5" fmla="*/ 684683 h 715340"/>
                <a:gd name="connsiteX6" fmla="*/ 0 w 2309168"/>
                <a:gd name="connsiteY6" fmla="*/ 231692 h 715340"/>
                <a:gd name="connsiteX0" fmla="*/ 0 w 2309168"/>
                <a:gd name="connsiteY0" fmla="*/ 231692 h 715340"/>
                <a:gd name="connsiteX1" fmla="*/ 1166388 w 2309168"/>
                <a:gd name="connsiteY1" fmla="*/ 193 h 715340"/>
                <a:gd name="connsiteX2" fmla="*/ 2309168 w 2309168"/>
                <a:gd name="connsiteY2" fmla="*/ 270272 h 715340"/>
                <a:gd name="connsiteX3" fmla="*/ 2123986 w 2309168"/>
                <a:gd name="connsiteY3" fmla="*/ 715340 h 715340"/>
                <a:gd name="connsiteX4" fmla="*/ 1156661 w 2309168"/>
                <a:gd name="connsiteY4" fmla="*/ 480264 h 715340"/>
                <a:gd name="connsiteX5" fmla="*/ 172995 w 2309168"/>
                <a:gd name="connsiteY5" fmla="*/ 684683 h 715340"/>
                <a:gd name="connsiteX6" fmla="*/ 0 w 2309168"/>
                <a:gd name="connsiteY6" fmla="*/ 231692 h 715340"/>
                <a:gd name="connsiteX0" fmla="*/ 0 w 2309168"/>
                <a:gd name="connsiteY0" fmla="*/ 231692 h 715340"/>
                <a:gd name="connsiteX1" fmla="*/ 1166388 w 2309168"/>
                <a:gd name="connsiteY1" fmla="*/ 193 h 715340"/>
                <a:gd name="connsiteX2" fmla="*/ 2309168 w 2309168"/>
                <a:gd name="connsiteY2" fmla="*/ 270272 h 715340"/>
                <a:gd name="connsiteX3" fmla="*/ 2123986 w 2309168"/>
                <a:gd name="connsiteY3" fmla="*/ 715340 h 715340"/>
                <a:gd name="connsiteX4" fmla="*/ 1156661 w 2309168"/>
                <a:gd name="connsiteY4" fmla="*/ 480264 h 715340"/>
                <a:gd name="connsiteX5" fmla="*/ 172995 w 2309168"/>
                <a:gd name="connsiteY5" fmla="*/ 684683 h 715340"/>
                <a:gd name="connsiteX6" fmla="*/ 0 w 2309168"/>
                <a:gd name="connsiteY6" fmla="*/ 231692 h 715340"/>
                <a:gd name="connsiteX0" fmla="*/ 0 w 2314305"/>
                <a:gd name="connsiteY0" fmla="*/ 231543 h 715191"/>
                <a:gd name="connsiteX1" fmla="*/ 1166388 w 2314305"/>
                <a:gd name="connsiteY1" fmla="*/ 44 h 715191"/>
                <a:gd name="connsiteX2" fmla="*/ 2314305 w 2314305"/>
                <a:gd name="connsiteY2" fmla="*/ 249575 h 715191"/>
                <a:gd name="connsiteX3" fmla="*/ 2123986 w 2314305"/>
                <a:gd name="connsiteY3" fmla="*/ 715191 h 715191"/>
                <a:gd name="connsiteX4" fmla="*/ 1156661 w 2314305"/>
                <a:gd name="connsiteY4" fmla="*/ 480115 h 715191"/>
                <a:gd name="connsiteX5" fmla="*/ 172995 w 2314305"/>
                <a:gd name="connsiteY5" fmla="*/ 684534 h 715191"/>
                <a:gd name="connsiteX6" fmla="*/ 0 w 2314305"/>
                <a:gd name="connsiteY6" fmla="*/ 231543 h 715191"/>
                <a:gd name="connsiteX0" fmla="*/ 0 w 2314305"/>
                <a:gd name="connsiteY0" fmla="*/ 231543 h 715191"/>
                <a:gd name="connsiteX1" fmla="*/ 1166388 w 2314305"/>
                <a:gd name="connsiteY1" fmla="*/ 44 h 715191"/>
                <a:gd name="connsiteX2" fmla="*/ 2314305 w 2314305"/>
                <a:gd name="connsiteY2" fmla="*/ 249575 h 715191"/>
                <a:gd name="connsiteX3" fmla="*/ 2123986 w 2314305"/>
                <a:gd name="connsiteY3" fmla="*/ 715191 h 715191"/>
                <a:gd name="connsiteX4" fmla="*/ 1156661 w 2314305"/>
                <a:gd name="connsiteY4" fmla="*/ 480115 h 715191"/>
                <a:gd name="connsiteX5" fmla="*/ 172995 w 2314305"/>
                <a:gd name="connsiteY5" fmla="*/ 684534 h 715191"/>
                <a:gd name="connsiteX6" fmla="*/ 0 w 2314305"/>
                <a:gd name="connsiteY6" fmla="*/ 231543 h 715191"/>
                <a:gd name="connsiteX0" fmla="*/ 0 w 2314305"/>
                <a:gd name="connsiteY0" fmla="*/ 231550 h 715198"/>
                <a:gd name="connsiteX1" fmla="*/ 1166388 w 2314305"/>
                <a:gd name="connsiteY1" fmla="*/ 51 h 715198"/>
                <a:gd name="connsiteX2" fmla="*/ 2314305 w 2314305"/>
                <a:gd name="connsiteY2" fmla="*/ 249582 h 715198"/>
                <a:gd name="connsiteX3" fmla="*/ 2123986 w 2314305"/>
                <a:gd name="connsiteY3" fmla="*/ 715198 h 715198"/>
                <a:gd name="connsiteX4" fmla="*/ 1156661 w 2314305"/>
                <a:gd name="connsiteY4" fmla="*/ 480122 h 715198"/>
                <a:gd name="connsiteX5" fmla="*/ 172995 w 2314305"/>
                <a:gd name="connsiteY5" fmla="*/ 684541 h 715198"/>
                <a:gd name="connsiteX6" fmla="*/ 0 w 2314305"/>
                <a:gd name="connsiteY6" fmla="*/ 231550 h 715198"/>
                <a:gd name="connsiteX0" fmla="*/ 0 w 2314305"/>
                <a:gd name="connsiteY0" fmla="*/ 233092 h 716740"/>
                <a:gd name="connsiteX1" fmla="*/ 1166388 w 2314305"/>
                <a:gd name="connsiteY1" fmla="*/ 1593 h 716740"/>
                <a:gd name="connsiteX2" fmla="*/ 2314305 w 2314305"/>
                <a:gd name="connsiteY2" fmla="*/ 251124 h 716740"/>
                <a:gd name="connsiteX3" fmla="*/ 2123986 w 2314305"/>
                <a:gd name="connsiteY3" fmla="*/ 716740 h 716740"/>
                <a:gd name="connsiteX4" fmla="*/ 1156661 w 2314305"/>
                <a:gd name="connsiteY4" fmla="*/ 481664 h 716740"/>
                <a:gd name="connsiteX5" fmla="*/ 172995 w 2314305"/>
                <a:gd name="connsiteY5" fmla="*/ 686083 h 716740"/>
                <a:gd name="connsiteX6" fmla="*/ 0 w 2314305"/>
                <a:gd name="connsiteY6" fmla="*/ 233092 h 716740"/>
                <a:gd name="connsiteX0" fmla="*/ 0 w 2314305"/>
                <a:gd name="connsiteY0" fmla="*/ 231523 h 715171"/>
                <a:gd name="connsiteX1" fmla="*/ 1166388 w 2314305"/>
                <a:gd name="connsiteY1" fmla="*/ 24 h 715171"/>
                <a:gd name="connsiteX2" fmla="*/ 2314305 w 2314305"/>
                <a:gd name="connsiteY2" fmla="*/ 249555 h 715171"/>
                <a:gd name="connsiteX3" fmla="*/ 2123986 w 2314305"/>
                <a:gd name="connsiteY3" fmla="*/ 715171 h 715171"/>
                <a:gd name="connsiteX4" fmla="*/ 1156661 w 2314305"/>
                <a:gd name="connsiteY4" fmla="*/ 480095 h 715171"/>
                <a:gd name="connsiteX5" fmla="*/ 172995 w 2314305"/>
                <a:gd name="connsiteY5" fmla="*/ 684514 h 715171"/>
                <a:gd name="connsiteX6" fmla="*/ 0 w 2314305"/>
                <a:gd name="connsiteY6" fmla="*/ 231523 h 715171"/>
                <a:gd name="connsiteX0" fmla="*/ 0 w 2314305"/>
                <a:gd name="connsiteY0" fmla="*/ 231550 h 715198"/>
                <a:gd name="connsiteX1" fmla="*/ 1166388 w 2314305"/>
                <a:gd name="connsiteY1" fmla="*/ 51 h 715198"/>
                <a:gd name="connsiteX2" fmla="*/ 2314305 w 2314305"/>
                <a:gd name="connsiteY2" fmla="*/ 249582 h 715198"/>
                <a:gd name="connsiteX3" fmla="*/ 2123986 w 2314305"/>
                <a:gd name="connsiteY3" fmla="*/ 715198 h 715198"/>
                <a:gd name="connsiteX4" fmla="*/ 1156661 w 2314305"/>
                <a:gd name="connsiteY4" fmla="*/ 480122 h 715198"/>
                <a:gd name="connsiteX5" fmla="*/ 172995 w 2314305"/>
                <a:gd name="connsiteY5" fmla="*/ 684541 h 715198"/>
                <a:gd name="connsiteX6" fmla="*/ 0 w 2314305"/>
                <a:gd name="connsiteY6" fmla="*/ 231550 h 715198"/>
                <a:gd name="connsiteX0" fmla="*/ 0 w 2314305"/>
                <a:gd name="connsiteY0" fmla="*/ 232088 h 715736"/>
                <a:gd name="connsiteX1" fmla="*/ 1166388 w 2314305"/>
                <a:gd name="connsiteY1" fmla="*/ 589 h 715736"/>
                <a:gd name="connsiteX2" fmla="*/ 2314305 w 2314305"/>
                <a:gd name="connsiteY2" fmla="*/ 250120 h 715736"/>
                <a:gd name="connsiteX3" fmla="*/ 2123986 w 2314305"/>
                <a:gd name="connsiteY3" fmla="*/ 715736 h 715736"/>
                <a:gd name="connsiteX4" fmla="*/ 1156661 w 2314305"/>
                <a:gd name="connsiteY4" fmla="*/ 480660 h 715736"/>
                <a:gd name="connsiteX5" fmla="*/ 172995 w 2314305"/>
                <a:gd name="connsiteY5" fmla="*/ 685079 h 715736"/>
                <a:gd name="connsiteX6" fmla="*/ 0 w 2314305"/>
                <a:gd name="connsiteY6" fmla="*/ 232088 h 715736"/>
                <a:gd name="connsiteX0" fmla="*/ 0 w 2314305"/>
                <a:gd name="connsiteY0" fmla="*/ 232088 h 715736"/>
                <a:gd name="connsiteX1" fmla="*/ 1166388 w 2314305"/>
                <a:gd name="connsiteY1" fmla="*/ 589 h 715736"/>
                <a:gd name="connsiteX2" fmla="*/ 2314305 w 2314305"/>
                <a:gd name="connsiteY2" fmla="*/ 250120 h 715736"/>
                <a:gd name="connsiteX3" fmla="*/ 2123986 w 2314305"/>
                <a:gd name="connsiteY3" fmla="*/ 715736 h 715736"/>
                <a:gd name="connsiteX4" fmla="*/ 1156661 w 2314305"/>
                <a:gd name="connsiteY4" fmla="*/ 480660 h 715736"/>
                <a:gd name="connsiteX5" fmla="*/ 172995 w 2314305"/>
                <a:gd name="connsiteY5" fmla="*/ 685079 h 715736"/>
                <a:gd name="connsiteX6" fmla="*/ 0 w 2314305"/>
                <a:gd name="connsiteY6" fmla="*/ 232088 h 715736"/>
                <a:gd name="connsiteX0" fmla="*/ 0 w 2314305"/>
                <a:gd name="connsiteY0" fmla="*/ 232088 h 715736"/>
                <a:gd name="connsiteX1" fmla="*/ 1166388 w 2314305"/>
                <a:gd name="connsiteY1" fmla="*/ 589 h 715736"/>
                <a:gd name="connsiteX2" fmla="*/ 2314305 w 2314305"/>
                <a:gd name="connsiteY2" fmla="*/ 250120 h 715736"/>
                <a:gd name="connsiteX3" fmla="*/ 2123986 w 2314305"/>
                <a:gd name="connsiteY3" fmla="*/ 715736 h 715736"/>
                <a:gd name="connsiteX4" fmla="*/ 1156661 w 2314305"/>
                <a:gd name="connsiteY4" fmla="*/ 480660 h 715736"/>
                <a:gd name="connsiteX5" fmla="*/ 172995 w 2314305"/>
                <a:gd name="connsiteY5" fmla="*/ 685079 h 715736"/>
                <a:gd name="connsiteX6" fmla="*/ 0 w 2314305"/>
                <a:gd name="connsiteY6" fmla="*/ 232088 h 715736"/>
                <a:gd name="connsiteX0" fmla="*/ 0 w 2314305"/>
                <a:gd name="connsiteY0" fmla="*/ 232060 h 715708"/>
                <a:gd name="connsiteX1" fmla="*/ 1166388 w 2314305"/>
                <a:gd name="connsiteY1" fmla="*/ 561 h 715708"/>
                <a:gd name="connsiteX2" fmla="*/ 2314305 w 2314305"/>
                <a:gd name="connsiteY2" fmla="*/ 250092 h 715708"/>
                <a:gd name="connsiteX3" fmla="*/ 2123986 w 2314305"/>
                <a:gd name="connsiteY3" fmla="*/ 715708 h 715708"/>
                <a:gd name="connsiteX4" fmla="*/ 1156661 w 2314305"/>
                <a:gd name="connsiteY4" fmla="*/ 480632 h 715708"/>
                <a:gd name="connsiteX5" fmla="*/ 172995 w 2314305"/>
                <a:gd name="connsiteY5" fmla="*/ 685051 h 715708"/>
                <a:gd name="connsiteX6" fmla="*/ 0 w 2314305"/>
                <a:gd name="connsiteY6" fmla="*/ 232060 h 7157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314305" h="715708">
                  <a:moveTo>
                    <a:pt x="0" y="232060"/>
                  </a:moveTo>
                  <a:cubicBezTo>
                    <a:pt x="116349" y="135016"/>
                    <a:pt x="772966" y="-10150"/>
                    <a:pt x="1166388" y="561"/>
                  </a:cubicBezTo>
                  <a:cubicBezTo>
                    <a:pt x="1559810" y="11272"/>
                    <a:pt x="1962415" y="54514"/>
                    <a:pt x="2314305" y="250092"/>
                  </a:cubicBezTo>
                  <a:cubicBezTo>
                    <a:pt x="2236857" y="411910"/>
                    <a:pt x="2305049" y="284904"/>
                    <a:pt x="2123986" y="715708"/>
                  </a:cubicBezTo>
                  <a:cubicBezTo>
                    <a:pt x="2077752" y="646036"/>
                    <a:pt x="1616289" y="480632"/>
                    <a:pt x="1156661" y="480632"/>
                  </a:cubicBezTo>
                  <a:cubicBezTo>
                    <a:pt x="697033" y="480632"/>
                    <a:pt x="257593" y="589531"/>
                    <a:pt x="172995" y="685051"/>
                  </a:cubicBezTo>
                  <a:lnTo>
                    <a:pt x="0" y="232060"/>
                  </a:lnTo>
                  <a:close/>
                </a:path>
              </a:pathLst>
            </a:cu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7" name="Block Arc 1">
              <a:extLst>
                <a:ext uri="{FF2B5EF4-FFF2-40B4-BE49-F238E27FC236}">
                  <a16:creationId xmlns:a16="http://schemas.microsoft.com/office/drawing/2014/main" id="{BCB6E1F5-3E09-2B4A-6946-1A7BB92ACA07}"/>
                </a:ext>
              </a:extLst>
            </p:cNvPr>
            <p:cNvSpPr/>
            <p:nvPr/>
          </p:nvSpPr>
          <p:spPr>
            <a:xfrm rot="12383279">
              <a:off x="6255443" y="5432031"/>
              <a:ext cx="2314305" cy="715708"/>
            </a:xfrm>
            <a:custGeom>
              <a:avLst/>
              <a:gdLst>
                <a:gd name="connsiteX0" fmla="*/ 0 w 2391141"/>
                <a:gd name="connsiteY0" fmla="*/ 726679 h 1453358"/>
                <a:gd name="connsiteX1" fmla="*/ 1195571 w 2391141"/>
                <a:gd name="connsiteY1" fmla="*/ 0 h 1453358"/>
                <a:gd name="connsiteX2" fmla="*/ 2391142 w 2391141"/>
                <a:gd name="connsiteY2" fmla="*/ 726679 h 1453358"/>
                <a:gd name="connsiteX3" fmla="*/ 2027802 w 2391141"/>
                <a:gd name="connsiteY3" fmla="*/ 726679 h 1453358"/>
                <a:gd name="connsiteX4" fmla="*/ 1195571 w 2391141"/>
                <a:gd name="connsiteY4" fmla="*/ 363339 h 1453358"/>
                <a:gd name="connsiteX5" fmla="*/ 363340 w 2391141"/>
                <a:gd name="connsiteY5" fmla="*/ 726679 h 1453358"/>
                <a:gd name="connsiteX6" fmla="*/ 0 w 2391141"/>
                <a:gd name="connsiteY6" fmla="*/ 726679 h 1453358"/>
                <a:gd name="connsiteX0" fmla="*/ 0 w 2614878"/>
                <a:gd name="connsiteY0" fmla="*/ 727830 h 727830"/>
                <a:gd name="connsiteX1" fmla="*/ 1195571 w 2614878"/>
                <a:gd name="connsiteY1" fmla="*/ 1151 h 727830"/>
                <a:gd name="connsiteX2" fmla="*/ 2614878 w 2614878"/>
                <a:gd name="connsiteY2" fmla="*/ 611098 h 727830"/>
                <a:gd name="connsiteX3" fmla="*/ 2027802 w 2614878"/>
                <a:gd name="connsiteY3" fmla="*/ 727830 h 727830"/>
                <a:gd name="connsiteX4" fmla="*/ 1195571 w 2614878"/>
                <a:gd name="connsiteY4" fmla="*/ 364490 h 727830"/>
                <a:gd name="connsiteX5" fmla="*/ 363340 w 2614878"/>
                <a:gd name="connsiteY5" fmla="*/ 727830 h 727830"/>
                <a:gd name="connsiteX6" fmla="*/ 0 w 2614878"/>
                <a:gd name="connsiteY6" fmla="*/ 727830 h 727830"/>
                <a:gd name="connsiteX0" fmla="*/ 0 w 2614878"/>
                <a:gd name="connsiteY0" fmla="*/ 727830 h 727830"/>
                <a:gd name="connsiteX1" fmla="*/ 1195571 w 2614878"/>
                <a:gd name="connsiteY1" fmla="*/ 1151 h 727830"/>
                <a:gd name="connsiteX2" fmla="*/ 2614878 w 2614878"/>
                <a:gd name="connsiteY2" fmla="*/ 611098 h 727830"/>
                <a:gd name="connsiteX3" fmla="*/ 2251538 w 2614878"/>
                <a:gd name="connsiteY3" fmla="*/ 669464 h 727830"/>
                <a:gd name="connsiteX4" fmla="*/ 1195571 w 2614878"/>
                <a:gd name="connsiteY4" fmla="*/ 364490 h 727830"/>
                <a:gd name="connsiteX5" fmla="*/ 363340 w 2614878"/>
                <a:gd name="connsiteY5" fmla="*/ 727830 h 727830"/>
                <a:gd name="connsiteX6" fmla="*/ 0 w 2614878"/>
                <a:gd name="connsiteY6" fmla="*/ 727830 h 727830"/>
                <a:gd name="connsiteX0" fmla="*/ 0 w 2780249"/>
                <a:gd name="connsiteY0" fmla="*/ 590533 h 726720"/>
                <a:gd name="connsiteX1" fmla="*/ 1360942 w 2780249"/>
                <a:gd name="connsiteY1" fmla="*/ 41 h 726720"/>
                <a:gd name="connsiteX2" fmla="*/ 2780249 w 2780249"/>
                <a:gd name="connsiteY2" fmla="*/ 609988 h 726720"/>
                <a:gd name="connsiteX3" fmla="*/ 2416909 w 2780249"/>
                <a:gd name="connsiteY3" fmla="*/ 668354 h 726720"/>
                <a:gd name="connsiteX4" fmla="*/ 1360942 w 2780249"/>
                <a:gd name="connsiteY4" fmla="*/ 363380 h 726720"/>
                <a:gd name="connsiteX5" fmla="*/ 528711 w 2780249"/>
                <a:gd name="connsiteY5" fmla="*/ 726720 h 726720"/>
                <a:gd name="connsiteX6" fmla="*/ 0 w 2780249"/>
                <a:gd name="connsiteY6" fmla="*/ 590533 h 726720"/>
                <a:gd name="connsiteX0" fmla="*/ 0 w 2780249"/>
                <a:gd name="connsiteY0" fmla="*/ 590533 h 668354"/>
                <a:gd name="connsiteX1" fmla="*/ 1360942 w 2780249"/>
                <a:gd name="connsiteY1" fmla="*/ 41 h 668354"/>
                <a:gd name="connsiteX2" fmla="*/ 2780249 w 2780249"/>
                <a:gd name="connsiteY2" fmla="*/ 609988 h 668354"/>
                <a:gd name="connsiteX3" fmla="*/ 2416909 w 2780249"/>
                <a:gd name="connsiteY3" fmla="*/ 668354 h 668354"/>
                <a:gd name="connsiteX4" fmla="*/ 1360942 w 2780249"/>
                <a:gd name="connsiteY4" fmla="*/ 363380 h 668354"/>
                <a:gd name="connsiteX5" fmla="*/ 275792 w 2780249"/>
                <a:gd name="connsiteY5" fmla="*/ 639171 h 668354"/>
                <a:gd name="connsiteX6" fmla="*/ 0 w 2780249"/>
                <a:gd name="connsiteY6" fmla="*/ 590533 h 668354"/>
                <a:gd name="connsiteX0" fmla="*/ 0 w 2780249"/>
                <a:gd name="connsiteY0" fmla="*/ 590533 h 668354"/>
                <a:gd name="connsiteX1" fmla="*/ 1360942 w 2780249"/>
                <a:gd name="connsiteY1" fmla="*/ 41 h 668354"/>
                <a:gd name="connsiteX2" fmla="*/ 2780249 w 2780249"/>
                <a:gd name="connsiteY2" fmla="*/ 609988 h 668354"/>
                <a:gd name="connsiteX3" fmla="*/ 2416909 w 2780249"/>
                <a:gd name="connsiteY3" fmla="*/ 668354 h 668354"/>
                <a:gd name="connsiteX4" fmla="*/ 1351215 w 2780249"/>
                <a:gd name="connsiteY4" fmla="*/ 480112 h 668354"/>
                <a:gd name="connsiteX5" fmla="*/ 275792 w 2780249"/>
                <a:gd name="connsiteY5" fmla="*/ 639171 h 668354"/>
                <a:gd name="connsiteX6" fmla="*/ 0 w 2780249"/>
                <a:gd name="connsiteY6" fmla="*/ 590533 h 668354"/>
                <a:gd name="connsiteX0" fmla="*/ 0 w 2780249"/>
                <a:gd name="connsiteY0" fmla="*/ 590533 h 775358"/>
                <a:gd name="connsiteX1" fmla="*/ 1360942 w 2780249"/>
                <a:gd name="connsiteY1" fmla="*/ 41 h 775358"/>
                <a:gd name="connsiteX2" fmla="*/ 2780249 w 2780249"/>
                <a:gd name="connsiteY2" fmla="*/ 609988 h 775358"/>
                <a:gd name="connsiteX3" fmla="*/ 2329360 w 2780249"/>
                <a:gd name="connsiteY3" fmla="*/ 775358 h 775358"/>
                <a:gd name="connsiteX4" fmla="*/ 1351215 w 2780249"/>
                <a:gd name="connsiteY4" fmla="*/ 480112 h 775358"/>
                <a:gd name="connsiteX5" fmla="*/ 275792 w 2780249"/>
                <a:gd name="connsiteY5" fmla="*/ 639171 h 775358"/>
                <a:gd name="connsiteX6" fmla="*/ 0 w 2780249"/>
                <a:gd name="connsiteY6" fmla="*/ 590533 h 775358"/>
                <a:gd name="connsiteX0" fmla="*/ 0 w 2673245"/>
                <a:gd name="connsiteY0" fmla="*/ 600391 h 785216"/>
                <a:gd name="connsiteX1" fmla="*/ 1360942 w 2673245"/>
                <a:gd name="connsiteY1" fmla="*/ 9899 h 785216"/>
                <a:gd name="connsiteX2" fmla="*/ 2673245 w 2673245"/>
                <a:gd name="connsiteY2" fmla="*/ 405837 h 785216"/>
                <a:gd name="connsiteX3" fmla="*/ 2329360 w 2673245"/>
                <a:gd name="connsiteY3" fmla="*/ 785216 h 785216"/>
                <a:gd name="connsiteX4" fmla="*/ 1351215 w 2673245"/>
                <a:gd name="connsiteY4" fmla="*/ 489970 h 785216"/>
                <a:gd name="connsiteX5" fmla="*/ 275792 w 2673245"/>
                <a:gd name="connsiteY5" fmla="*/ 649029 h 785216"/>
                <a:gd name="connsiteX6" fmla="*/ 0 w 2673245"/>
                <a:gd name="connsiteY6" fmla="*/ 600391 h 785216"/>
                <a:gd name="connsiteX0" fmla="*/ 0 w 2673245"/>
                <a:gd name="connsiteY0" fmla="*/ 593348 h 778173"/>
                <a:gd name="connsiteX1" fmla="*/ 1360942 w 2673245"/>
                <a:gd name="connsiteY1" fmla="*/ 2856 h 778173"/>
                <a:gd name="connsiteX2" fmla="*/ 2673245 w 2673245"/>
                <a:gd name="connsiteY2" fmla="*/ 398794 h 778173"/>
                <a:gd name="connsiteX3" fmla="*/ 2329360 w 2673245"/>
                <a:gd name="connsiteY3" fmla="*/ 778173 h 778173"/>
                <a:gd name="connsiteX4" fmla="*/ 1351215 w 2673245"/>
                <a:gd name="connsiteY4" fmla="*/ 482927 h 778173"/>
                <a:gd name="connsiteX5" fmla="*/ 275792 w 2673245"/>
                <a:gd name="connsiteY5" fmla="*/ 641986 h 778173"/>
                <a:gd name="connsiteX6" fmla="*/ 0 w 2673245"/>
                <a:gd name="connsiteY6" fmla="*/ 593348 h 778173"/>
                <a:gd name="connsiteX0" fmla="*/ 0 w 2478691"/>
                <a:gd name="connsiteY0" fmla="*/ 293714 h 809279"/>
                <a:gd name="connsiteX1" fmla="*/ 1166388 w 2478691"/>
                <a:gd name="connsiteY1" fmla="*/ 33962 h 809279"/>
                <a:gd name="connsiteX2" fmla="*/ 2478691 w 2478691"/>
                <a:gd name="connsiteY2" fmla="*/ 429900 h 809279"/>
                <a:gd name="connsiteX3" fmla="*/ 2134806 w 2478691"/>
                <a:gd name="connsiteY3" fmla="*/ 809279 h 809279"/>
                <a:gd name="connsiteX4" fmla="*/ 1156661 w 2478691"/>
                <a:gd name="connsiteY4" fmla="*/ 514033 h 809279"/>
                <a:gd name="connsiteX5" fmla="*/ 81238 w 2478691"/>
                <a:gd name="connsiteY5" fmla="*/ 673092 h 809279"/>
                <a:gd name="connsiteX6" fmla="*/ 0 w 2478691"/>
                <a:gd name="connsiteY6" fmla="*/ 293714 h 809279"/>
                <a:gd name="connsiteX0" fmla="*/ 0 w 2478691"/>
                <a:gd name="connsiteY0" fmla="*/ 262275 h 777840"/>
                <a:gd name="connsiteX1" fmla="*/ 1166388 w 2478691"/>
                <a:gd name="connsiteY1" fmla="*/ 2523 h 777840"/>
                <a:gd name="connsiteX2" fmla="*/ 2478691 w 2478691"/>
                <a:gd name="connsiteY2" fmla="*/ 398461 h 777840"/>
                <a:gd name="connsiteX3" fmla="*/ 2134806 w 2478691"/>
                <a:gd name="connsiteY3" fmla="*/ 777840 h 777840"/>
                <a:gd name="connsiteX4" fmla="*/ 1156661 w 2478691"/>
                <a:gd name="connsiteY4" fmla="*/ 482594 h 777840"/>
                <a:gd name="connsiteX5" fmla="*/ 81238 w 2478691"/>
                <a:gd name="connsiteY5" fmla="*/ 641653 h 777840"/>
                <a:gd name="connsiteX6" fmla="*/ 0 w 2478691"/>
                <a:gd name="connsiteY6" fmla="*/ 262275 h 777840"/>
                <a:gd name="connsiteX0" fmla="*/ 0 w 2478691"/>
                <a:gd name="connsiteY0" fmla="*/ 262275 h 777841"/>
                <a:gd name="connsiteX1" fmla="*/ 1166388 w 2478691"/>
                <a:gd name="connsiteY1" fmla="*/ 2523 h 777841"/>
                <a:gd name="connsiteX2" fmla="*/ 2478691 w 2478691"/>
                <a:gd name="connsiteY2" fmla="*/ 398461 h 777841"/>
                <a:gd name="connsiteX3" fmla="*/ 2134806 w 2478691"/>
                <a:gd name="connsiteY3" fmla="*/ 777840 h 777841"/>
                <a:gd name="connsiteX4" fmla="*/ 1156661 w 2478691"/>
                <a:gd name="connsiteY4" fmla="*/ 482594 h 777841"/>
                <a:gd name="connsiteX5" fmla="*/ 178515 w 2478691"/>
                <a:gd name="connsiteY5" fmla="*/ 777841 h 777841"/>
                <a:gd name="connsiteX6" fmla="*/ 0 w 2478691"/>
                <a:gd name="connsiteY6" fmla="*/ 262275 h 777841"/>
                <a:gd name="connsiteX0" fmla="*/ 0 w 2478691"/>
                <a:gd name="connsiteY0" fmla="*/ 262275 h 777840"/>
                <a:gd name="connsiteX1" fmla="*/ 1166388 w 2478691"/>
                <a:gd name="connsiteY1" fmla="*/ 2523 h 777840"/>
                <a:gd name="connsiteX2" fmla="*/ 2478691 w 2478691"/>
                <a:gd name="connsiteY2" fmla="*/ 398461 h 777840"/>
                <a:gd name="connsiteX3" fmla="*/ 2134806 w 2478691"/>
                <a:gd name="connsiteY3" fmla="*/ 777840 h 777840"/>
                <a:gd name="connsiteX4" fmla="*/ 1156661 w 2478691"/>
                <a:gd name="connsiteY4" fmla="*/ 482594 h 777840"/>
                <a:gd name="connsiteX5" fmla="*/ 139604 w 2478691"/>
                <a:gd name="connsiteY5" fmla="*/ 748658 h 777840"/>
                <a:gd name="connsiteX6" fmla="*/ 0 w 2478691"/>
                <a:gd name="connsiteY6" fmla="*/ 262275 h 777840"/>
                <a:gd name="connsiteX0" fmla="*/ 0 w 2478691"/>
                <a:gd name="connsiteY0" fmla="*/ 262275 h 777840"/>
                <a:gd name="connsiteX1" fmla="*/ 1166388 w 2478691"/>
                <a:gd name="connsiteY1" fmla="*/ 2523 h 777840"/>
                <a:gd name="connsiteX2" fmla="*/ 2478691 w 2478691"/>
                <a:gd name="connsiteY2" fmla="*/ 398461 h 777840"/>
                <a:gd name="connsiteX3" fmla="*/ 2134806 w 2478691"/>
                <a:gd name="connsiteY3" fmla="*/ 777840 h 777840"/>
                <a:gd name="connsiteX4" fmla="*/ 1156661 w 2478691"/>
                <a:gd name="connsiteY4" fmla="*/ 482594 h 777840"/>
                <a:gd name="connsiteX5" fmla="*/ 139604 w 2478691"/>
                <a:gd name="connsiteY5" fmla="*/ 748658 h 777840"/>
                <a:gd name="connsiteX6" fmla="*/ 0 w 2478691"/>
                <a:gd name="connsiteY6" fmla="*/ 262275 h 777840"/>
                <a:gd name="connsiteX0" fmla="*/ 0 w 2478691"/>
                <a:gd name="connsiteY0" fmla="*/ 262275 h 797295"/>
                <a:gd name="connsiteX1" fmla="*/ 1166388 w 2478691"/>
                <a:gd name="connsiteY1" fmla="*/ 2523 h 797295"/>
                <a:gd name="connsiteX2" fmla="*/ 2478691 w 2478691"/>
                <a:gd name="connsiteY2" fmla="*/ 398461 h 797295"/>
                <a:gd name="connsiteX3" fmla="*/ 2144534 w 2478691"/>
                <a:gd name="connsiteY3" fmla="*/ 797295 h 797295"/>
                <a:gd name="connsiteX4" fmla="*/ 1156661 w 2478691"/>
                <a:gd name="connsiteY4" fmla="*/ 482594 h 797295"/>
                <a:gd name="connsiteX5" fmla="*/ 139604 w 2478691"/>
                <a:gd name="connsiteY5" fmla="*/ 748658 h 797295"/>
                <a:gd name="connsiteX6" fmla="*/ 0 w 2478691"/>
                <a:gd name="connsiteY6" fmla="*/ 262275 h 797295"/>
                <a:gd name="connsiteX0" fmla="*/ 0 w 2478691"/>
                <a:gd name="connsiteY0" fmla="*/ 262275 h 797295"/>
                <a:gd name="connsiteX1" fmla="*/ 1166388 w 2478691"/>
                <a:gd name="connsiteY1" fmla="*/ 2523 h 797295"/>
                <a:gd name="connsiteX2" fmla="*/ 2478691 w 2478691"/>
                <a:gd name="connsiteY2" fmla="*/ 398461 h 797295"/>
                <a:gd name="connsiteX3" fmla="*/ 2144534 w 2478691"/>
                <a:gd name="connsiteY3" fmla="*/ 797295 h 797295"/>
                <a:gd name="connsiteX4" fmla="*/ 1156661 w 2478691"/>
                <a:gd name="connsiteY4" fmla="*/ 482594 h 797295"/>
                <a:gd name="connsiteX5" fmla="*/ 139604 w 2478691"/>
                <a:gd name="connsiteY5" fmla="*/ 748658 h 797295"/>
                <a:gd name="connsiteX6" fmla="*/ 0 w 2478691"/>
                <a:gd name="connsiteY6" fmla="*/ 262275 h 797295"/>
                <a:gd name="connsiteX0" fmla="*/ 0 w 2309168"/>
                <a:gd name="connsiteY0" fmla="*/ 259772 h 794792"/>
                <a:gd name="connsiteX1" fmla="*/ 1166388 w 2309168"/>
                <a:gd name="connsiteY1" fmla="*/ 20 h 794792"/>
                <a:gd name="connsiteX2" fmla="*/ 2309168 w 2309168"/>
                <a:gd name="connsiteY2" fmla="*/ 270099 h 794792"/>
                <a:gd name="connsiteX3" fmla="*/ 2144534 w 2309168"/>
                <a:gd name="connsiteY3" fmla="*/ 794792 h 794792"/>
                <a:gd name="connsiteX4" fmla="*/ 1156661 w 2309168"/>
                <a:gd name="connsiteY4" fmla="*/ 480091 h 794792"/>
                <a:gd name="connsiteX5" fmla="*/ 139604 w 2309168"/>
                <a:gd name="connsiteY5" fmla="*/ 746155 h 794792"/>
                <a:gd name="connsiteX6" fmla="*/ 0 w 2309168"/>
                <a:gd name="connsiteY6" fmla="*/ 259772 h 794792"/>
                <a:gd name="connsiteX0" fmla="*/ 0 w 2309168"/>
                <a:gd name="connsiteY0" fmla="*/ 259772 h 794792"/>
                <a:gd name="connsiteX1" fmla="*/ 1166388 w 2309168"/>
                <a:gd name="connsiteY1" fmla="*/ 20 h 794792"/>
                <a:gd name="connsiteX2" fmla="*/ 2309168 w 2309168"/>
                <a:gd name="connsiteY2" fmla="*/ 270099 h 794792"/>
                <a:gd name="connsiteX3" fmla="*/ 2144534 w 2309168"/>
                <a:gd name="connsiteY3" fmla="*/ 794792 h 794792"/>
                <a:gd name="connsiteX4" fmla="*/ 1156661 w 2309168"/>
                <a:gd name="connsiteY4" fmla="*/ 480091 h 794792"/>
                <a:gd name="connsiteX5" fmla="*/ 139604 w 2309168"/>
                <a:gd name="connsiteY5" fmla="*/ 746155 h 794792"/>
                <a:gd name="connsiteX6" fmla="*/ 0 w 2309168"/>
                <a:gd name="connsiteY6" fmla="*/ 259772 h 794792"/>
                <a:gd name="connsiteX0" fmla="*/ 0 w 2309168"/>
                <a:gd name="connsiteY0" fmla="*/ 259772 h 746155"/>
                <a:gd name="connsiteX1" fmla="*/ 1166388 w 2309168"/>
                <a:gd name="connsiteY1" fmla="*/ 20 h 746155"/>
                <a:gd name="connsiteX2" fmla="*/ 2309168 w 2309168"/>
                <a:gd name="connsiteY2" fmla="*/ 270099 h 746155"/>
                <a:gd name="connsiteX3" fmla="*/ 2121417 w 2309168"/>
                <a:gd name="connsiteY3" fmla="*/ 707462 h 746155"/>
                <a:gd name="connsiteX4" fmla="*/ 1156661 w 2309168"/>
                <a:gd name="connsiteY4" fmla="*/ 480091 h 746155"/>
                <a:gd name="connsiteX5" fmla="*/ 139604 w 2309168"/>
                <a:gd name="connsiteY5" fmla="*/ 746155 h 746155"/>
                <a:gd name="connsiteX6" fmla="*/ 0 w 2309168"/>
                <a:gd name="connsiteY6" fmla="*/ 259772 h 746155"/>
                <a:gd name="connsiteX0" fmla="*/ 0 w 2309168"/>
                <a:gd name="connsiteY0" fmla="*/ 259772 h 746155"/>
                <a:gd name="connsiteX1" fmla="*/ 1166388 w 2309168"/>
                <a:gd name="connsiteY1" fmla="*/ 20 h 746155"/>
                <a:gd name="connsiteX2" fmla="*/ 2309168 w 2309168"/>
                <a:gd name="connsiteY2" fmla="*/ 270099 h 746155"/>
                <a:gd name="connsiteX3" fmla="*/ 2121417 w 2309168"/>
                <a:gd name="connsiteY3" fmla="*/ 707462 h 746155"/>
                <a:gd name="connsiteX4" fmla="*/ 1156661 w 2309168"/>
                <a:gd name="connsiteY4" fmla="*/ 480091 h 746155"/>
                <a:gd name="connsiteX5" fmla="*/ 139604 w 2309168"/>
                <a:gd name="connsiteY5" fmla="*/ 746155 h 746155"/>
                <a:gd name="connsiteX6" fmla="*/ 0 w 2309168"/>
                <a:gd name="connsiteY6" fmla="*/ 259772 h 746155"/>
                <a:gd name="connsiteX0" fmla="*/ 0 w 2309168"/>
                <a:gd name="connsiteY0" fmla="*/ 226793 h 746567"/>
                <a:gd name="connsiteX1" fmla="*/ 1166388 w 2309168"/>
                <a:gd name="connsiteY1" fmla="*/ 432 h 746567"/>
                <a:gd name="connsiteX2" fmla="*/ 2309168 w 2309168"/>
                <a:gd name="connsiteY2" fmla="*/ 270511 h 746567"/>
                <a:gd name="connsiteX3" fmla="*/ 2121417 w 2309168"/>
                <a:gd name="connsiteY3" fmla="*/ 707874 h 746567"/>
                <a:gd name="connsiteX4" fmla="*/ 1156661 w 2309168"/>
                <a:gd name="connsiteY4" fmla="*/ 480503 h 746567"/>
                <a:gd name="connsiteX5" fmla="*/ 139604 w 2309168"/>
                <a:gd name="connsiteY5" fmla="*/ 746567 h 746567"/>
                <a:gd name="connsiteX6" fmla="*/ 0 w 2309168"/>
                <a:gd name="connsiteY6" fmla="*/ 226793 h 746567"/>
                <a:gd name="connsiteX0" fmla="*/ 0 w 2309168"/>
                <a:gd name="connsiteY0" fmla="*/ 226663 h 746437"/>
                <a:gd name="connsiteX1" fmla="*/ 1166388 w 2309168"/>
                <a:gd name="connsiteY1" fmla="*/ 302 h 746437"/>
                <a:gd name="connsiteX2" fmla="*/ 2309168 w 2309168"/>
                <a:gd name="connsiteY2" fmla="*/ 270381 h 746437"/>
                <a:gd name="connsiteX3" fmla="*/ 2121417 w 2309168"/>
                <a:gd name="connsiteY3" fmla="*/ 707744 h 746437"/>
                <a:gd name="connsiteX4" fmla="*/ 1156661 w 2309168"/>
                <a:gd name="connsiteY4" fmla="*/ 480373 h 746437"/>
                <a:gd name="connsiteX5" fmla="*/ 139604 w 2309168"/>
                <a:gd name="connsiteY5" fmla="*/ 746437 h 746437"/>
                <a:gd name="connsiteX6" fmla="*/ 0 w 2309168"/>
                <a:gd name="connsiteY6" fmla="*/ 226663 h 746437"/>
                <a:gd name="connsiteX0" fmla="*/ 0 w 2309168"/>
                <a:gd name="connsiteY0" fmla="*/ 226614 h 746388"/>
                <a:gd name="connsiteX1" fmla="*/ 1166388 w 2309168"/>
                <a:gd name="connsiteY1" fmla="*/ 253 h 746388"/>
                <a:gd name="connsiteX2" fmla="*/ 2309168 w 2309168"/>
                <a:gd name="connsiteY2" fmla="*/ 270332 h 746388"/>
                <a:gd name="connsiteX3" fmla="*/ 2121417 w 2309168"/>
                <a:gd name="connsiteY3" fmla="*/ 707695 h 746388"/>
                <a:gd name="connsiteX4" fmla="*/ 1156661 w 2309168"/>
                <a:gd name="connsiteY4" fmla="*/ 480324 h 746388"/>
                <a:gd name="connsiteX5" fmla="*/ 139604 w 2309168"/>
                <a:gd name="connsiteY5" fmla="*/ 746388 h 746388"/>
                <a:gd name="connsiteX6" fmla="*/ 0 w 2309168"/>
                <a:gd name="connsiteY6" fmla="*/ 226614 h 746388"/>
                <a:gd name="connsiteX0" fmla="*/ 0 w 2309168"/>
                <a:gd name="connsiteY0" fmla="*/ 231692 h 746328"/>
                <a:gd name="connsiteX1" fmla="*/ 1166388 w 2309168"/>
                <a:gd name="connsiteY1" fmla="*/ 193 h 746328"/>
                <a:gd name="connsiteX2" fmla="*/ 2309168 w 2309168"/>
                <a:gd name="connsiteY2" fmla="*/ 270272 h 746328"/>
                <a:gd name="connsiteX3" fmla="*/ 2121417 w 2309168"/>
                <a:gd name="connsiteY3" fmla="*/ 707635 h 746328"/>
                <a:gd name="connsiteX4" fmla="*/ 1156661 w 2309168"/>
                <a:gd name="connsiteY4" fmla="*/ 480264 h 746328"/>
                <a:gd name="connsiteX5" fmla="*/ 139604 w 2309168"/>
                <a:gd name="connsiteY5" fmla="*/ 746328 h 746328"/>
                <a:gd name="connsiteX6" fmla="*/ 0 w 2309168"/>
                <a:gd name="connsiteY6" fmla="*/ 231692 h 746328"/>
                <a:gd name="connsiteX0" fmla="*/ 0 w 2309168"/>
                <a:gd name="connsiteY0" fmla="*/ 231692 h 707635"/>
                <a:gd name="connsiteX1" fmla="*/ 1166388 w 2309168"/>
                <a:gd name="connsiteY1" fmla="*/ 193 h 707635"/>
                <a:gd name="connsiteX2" fmla="*/ 2309168 w 2309168"/>
                <a:gd name="connsiteY2" fmla="*/ 270272 h 707635"/>
                <a:gd name="connsiteX3" fmla="*/ 2121417 w 2309168"/>
                <a:gd name="connsiteY3" fmla="*/ 707635 h 707635"/>
                <a:gd name="connsiteX4" fmla="*/ 1156661 w 2309168"/>
                <a:gd name="connsiteY4" fmla="*/ 480264 h 707635"/>
                <a:gd name="connsiteX5" fmla="*/ 172995 w 2309168"/>
                <a:gd name="connsiteY5" fmla="*/ 684683 h 707635"/>
                <a:gd name="connsiteX6" fmla="*/ 0 w 2309168"/>
                <a:gd name="connsiteY6" fmla="*/ 231692 h 707635"/>
                <a:gd name="connsiteX0" fmla="*/ 0 w 2309168"/>
                <a:gd name="connsiteY0" fmla="*/ 231692 h 707635"/>
                <a:gd name="connsiteX1" fmla="*/ 1166388 w 2309168"/>
                <a:gd name="connsiteY1" fmla="*/ 193 h 707635"/>
                <a:gd name="connsiteX2" fmla="*/ 2309168 w 2309168"/>
                <a:gd name="connsiteY2" fmla="*/ 270272 h 707635"/>
                <a:gd name="connsiteX3" fmla="*/ 2121417 w 2309168"/>
                <a:gd name="connsiteY3" fmla="*/ 707635 h 707635"/>
                <a:gd name="connsiteX4" fmla="*/ 1156661 w 2309168"/>
                <a:gd name="connsiteY4" fmla="*/ 480264 h 707635"/>
                <a:gd name="connsiteX5" fmla="*/ 172995 w 2309168"/>
                <a:gd name="connsiteY5" fmla="*/ 684683 h 707635"/>
                <a:gd name="connsiteX6" fmla="*/ 0 w 2309168"/>
                <a:gd name="connsiteY6" fmla="*/ 231692 h 707635"/>
                <a:gd name="connsiteX0" fmla="*/ 0 w 2309168"/>
                <a:gd name="connsiteY0" fmla="*/ 231692 h 715340"/>
                <a:gd name="connsiteX1" fmla="*/ 1166388 w 2309168"/>
                <a:gd name="connsiteY1" fmla="*/ 193 h 715340"/>
                <a:gd name="connsiteX2" fmla="*/ 2309168 w 2309168"/>
                <a:gd name="connsiteY2" fmla="*/ 270272 h 715340"/>
                <a:gd name="connsiteX3" fmla="*/ 2123986 w 2309168"/>
                <a:gd name="connsiteY3" fmla="*/ 715340 h 715340"/>
                <a:gd name="connsiteX4" fmla="*/ 1156661 w 2309168"/>
                <a:gd name="connsiteY4" fmla="*/ 480264 h 715340"/>
                <a:gd name="connsiteX5" fmla="*/ 172995 w 2309168"/>
                <a:gd name="connsiteY5" fmla="*/ 684683 h 715340"/>
                <a:gd name="connsiteX6" fmla="*/ 0 w 2309168"/>
                <a:gd name="connsiteY6" fmla="*/ 231692 h 715340"/>
                <a:gd name="connsiteX0" fmla="*/ 0 w 2309168"/>
                <a:gd name="connsiteY0" fmla="*/ 231692 h 715340"/>
                <a:gd name="connsiteX1" fmla="*/ 1166388 w 2309168"/>
                <a:gd name="connsiteY1" fmla="*/ 193 h 715340"/>
                <a:gd name="connsiteX2" fmla="*/ 2309168 w 2309168"/>
                <a:gd name="connsiteY2" fmla="*/ 270272 h 715340"/>
                <a:gd name="connsiteX3" fmla="*/ 2123986 w 2309168"/>
                <a:gd name="connsiteY3" fmla="*/ 715340 h 715340"/>
                <a:gd name="connsiteX4" fmla="*/ 1156661 w 2309168"/>
                <a:gd name="connsiteY4" fmla="*/ 480264 h 715340"/>
                <a:gd name="connsiteX5" fmla="*/ 172995 w 2309168"/>
                <a:gd name="connsiteY5" fmla="*/ 684683 h 715340"/>
                <a:gd name="connsiteX6" fmla="*/ 0 w 2309168"/>
                <a:gd name="connsiteY6" fmla="*/ 231692 h 715340"/>
                <a:gd name="connsiteX0" fmla="*/ 0 w 2309168"/>
                <a:gd name="connsiteY0" fmla="*/ 231692 h 715340"/>
                <a:gd name="connsiteX1" fmla="*/ 1166388 w 2309168"/>
                <a:gd name="connsiteY1" fmla="*/ 193 h 715340"/>
                <a:gd name="connsiteX2" fmla="*/ 2309168 w 2309168"/>
                <a:gd name="connsiteY2" fmla="*/ 270272 h 715340"/>
                <a:gd name="connsiteX3" fmla="*/ 2123986 w 2309168"/>
                <a:gd name="connsiteY3" fmla="*/ 715340 h 715340"/>
                <a:gd name="connsiteX4" fmla="*/ 1156661 w 2309168"/>
                <a:gd name="connsiteY4" fmla="*/ 480264 h 715340"/>
                <a:gd name="connsiteX5" fmla="*/ 172995 w 2309168"/>
                <a:gd name="connsiteY5" fmla="*/ 684683 h 715340"/>
                <a:gd name="connsiteX6" fmla="*/ 0 w 2309168"/>
                <a:gd name="connsiteY6" fmla="*/ 231692 h 715340"/>
                <a:gd name="connsiteX0" fmla="*/ 0 w 2314305"/>
                <a:gd name="connsiteY0" fmla="*/ 231543 h 715191"/>
                <a:gd name="connsiteX1" fmla="*/ 1166388 w 2314305"/>
                <a:gd name="connsiteY1" fmla="*/ 44 h 715191"/>
                <a:gd name="connsiteX2" fmla="*/ 2314305 w 2314305"/>
                <a:gd name="connsiteY2" fmla="*/ 249575 h 715191"/>
                <a:gd name="connsiteX3" fmla="*/ 2123986 w 2314305"/>
                <a:gd name="connsiteY3" fmla="*/ 715191 h 715191"/>
                <a:gd name="connsiteX4" fmla="*/ 1156661 w 2314305"/>
                <a:gd name="connsiteY4" fmla="*/ 480115 h 715191"/>
                <a:gd name="connsiteX5" fmla="*/ 172995 w 2314305"/>
                <a:gd name="connsiteY5" fmla="*/ 684534 h 715191"/>
                <a:gd name="connsiteX6" fmla="*/ 0 w 2314305"/>
                <a:gd name="connsiteY6" fmla="*/ 231543 h 715191"/>
                <a:gd name="connsiteX0" fmla="*/ 0 w 2314305"/>
                <a:gd name="connsiteY0" fmla="*/ 231543 h 715191"/>
                <a:gd name="connsiteX1" fmla="*/ 1166388 w 2314305"/>
                <a:gd name="connsiteY1" fmla="*/ 44 h 715191"/>
                <a:gd name="connsiteX2" fmla="*/ 2314305 w 2314305"/>
                <a:gd name="connsiteY2" fmla="*/ 249575 h 715191"/>
                <a:gd name="connsiteX3" fmla="*/ 2123986 w 2314305"/>
                <a:gd name="connsiteY3" fmla="*/ 715191 h 715191"/>
                <a:gd name="connsiteX4" fmla="*/ 1156661 w 2314305"/>
                <a:gd name="connsiteY4" fmla="*/ 480115 h 715191"/>
                <a:gd name="connsiteX5" fmla="*/ 172995 w 2314305"/>
                <a:gd name="connsiteY5" fmla="*/ 684534 h 715191"/>
                <a:gd name="connsiteX6" fmla="*/ 0 w 2314305"/>
                <a:gd name="connsiteY6" fmla="*/ 231543 h 715191"/>
                <a:gd name="connsiteX0" fmla="*/ 0 w 2314305"/>
                <a:gd name="connsiteY0" fmla="*/ 231550 h 715198"/>
                <a:gd name="connsiteX1" fmla="*/ 1166388 w 2314305"/>
                <a:gd name="connsiteY1" fmla="*/ 51 h 715198"/>
                <a:gd name="connsiteX2" fmla="*/ 2314305 w 2314305"/>
                <a:gd name="connsiteY2" fmla="*/ 249582 h 715198"/>
                <a:gd name="connsiteX3" fmla="*/ 2123986 w 2314305"/>
                <a:gd name="connsiteY3" fmla="*/ 715198 h 715198"/>
                <a:gd name="connsiteX4" fmla="*/ 1156661 w 2314305"/>
                <a:gd name="connsiteY4" fmla="*/ 480122 h 715198"/>
                <a:gd name="connsiteX5" fmla="*/ 172995 w 2314305"/>
                <a:gd name="connsiteY5" fmla="*/ 684541 h 715198"/>
                <a:gd name="connsiteX6" fmla="*/ 0 w 2314305"/>
                <a:gd name="connsiteY6" fmla="*/ 231550 h 715198"/>
                <a:gd name="connsiteX0" fmla="*/ 0 w 2314305"/>
                <a:gd name="connsiteY0" fmla="*/ 233092 h 716740"/>
                <a:gd name="connsiteX1" fmla="*/ 1166388 w 2314305"/>
                <a:gd name="connsiteY1" fmla="*/ 1593 h 716740"/>
                <a:gd name="connsiteX2" fmla="*/ 2314305 w 2314305"/>
                <a:gd name="connsiteY2" fmla="*/ 251124 h 716740"/>
                <a:gd name="connsiteX3" fmla="*/ 2123986 w 2314305"/>
                <a:gd name="connsiteY3" fmla="*/ 716740 h 716740"/>
                <a:gd name="connsiteX4" fmla="*/ 1156661 w 2314305"/>
                <a:gd name="connsiteY4" fmla="*/ 481664 h 716740"/>
                <a:gd name="connsiteX5" fmla="*/ 172995 w 2314305"/>
                <a:gd name="connsiteY5" fmla="*/ 686083 h 716740"/>
                <a:gd name="connsiteX6" fmla="*/ 0 w 2314305"/>
                <a:gd name="connsiteY6" fmla="*/ 233092 h 716740"/>
                <a:gd name="connsiteX0" fmla="*/ 0 w 2314305"/>
                <a:gd name="connsiteY0" fmla="*/ 231523 h 715171"/>
                <a:gd name="connsiteX1" fmla="*/ 1166388 w 2314305"/>
                <a:gd name="connsiteY1" fmla="*/ 24 h 715171"/>
                <a:gd name="connsiteX2" fmla="*/ 2314305 w 2314305"/>
                <a:gd name="connsiteY2" fmla="*/ 249555 h 715171"/>
                <a:gd name="connsiteX3" fmla="*/ 2123986 w 2314305"/>
                <a:gd name="connsiteY3" fmla="*/ 715171 h 715171"/>
                <a:gd name="connsiteX4" fmla="*/ 1156661 w 2314305"/>
                <a:gd name="connsiteY4" fmla="*/ 480095 h 715171"/>
                <a:gd name="connsiteX5" fmla="*/ 172995 w 2314305"/>
                <a:gd name="connsiteY5" fmla="*/ 684514 h 715171"/>
                <a:gd name="connsiteX6" fmla="*/ 0 w 2314305"/>
                <a:gd name="connsiteY6" fmla="*/ 231523 h 715171"/>
                <a:gd name="connsiteX0" fmla="*/ 0 w 2314305"/>
                <a:gd name="connsiteY0" fmla="*/ 231550 h 715198"/>
                <a:gd name="connsiteX1" fmla="*/ 1166388 w 2314305"/>
                <a:gd name="connsiteY1" fmla="*/ 51 h 715198"/>
                <a:gd name="connsiteX2" fmla="*/ 2314305 w 2314305"/>
                <a:gd name="connsiteY2" fmla="*/ 249582 h 715198"/>
                <a:gd name="connsiteX3" fmla="*/ 2123986 w 2314305"/>
                <a:gd name="connsiteY3" fmla="*/ 715198 h 715198"/>
                <a:gd name="connsiteX4" fmla="*/ 1156661 w 2314305"/>
                <a:gd name="connsiteY4" fmla="*/ 480122 h 715198"/>
                <a:gd name="connsiteX5" fmla="*/ 172995 w 2314305"/>
                <a:gd name="connsiteY5" fmla="*/ 684541 h 715198"/>
                <a:gd name="connsiteX6" fmla="*/ 0 w 2314305"/>
                <a:gd name="connsiteY6" fmla="*/ 231550 h 715198"/>
                <a:gd name="connsiteX0" fmla="*/ 0 w 2314305"/>
                <a:gd name="connsiteY0" fmla="*/ 232088 h 715736"/>
                <a:gd name="connsiteX1" fmla="*/ 1166388 w 2314305"/>
                <a:gd name="connsiteY1" fmla="*/ 589 h 715736"/>
                <a:gd name="connsiteX2" fmla="*/ 2314305 w 2314305"/>
                <a:gd name="connsiteY2" fmla="*/ 250120 h 715736"/>
                <a:gd name="connsiteX3" fmla="*/ 2123986 w 2314305"/>
                <a:gd name="connsiteY3" fmla="*/ 715736 h 715736"/>
                <a:gd name="connsiteX4" fmla="*/ 1156661 w 2314305"/>
                <a:gd name="connsiteY4" fmla="*/ 480660 h 715736"/>
                <a:gd name="connsiteX5" fmla="*/ 172995 w 2314305"/>
                <a:gd name="connsiteY5" fmla="*/ 685079 h 715736"/>
                <a:gd name="connsiteX6" fmla="*/ 0 w 2314305"/>
                <a:gd name="connsiteY6" fmla="*/ 232088 h 715736"/>
                <a:gd name="connsiteX0" fmla="*/ 0 w 2314305"/>
                <a:gd name="connsiteY0" fmla="*/ 232088 h 715736"/>
                <a:gd name="connsiteX1" fmla="*/ 1166388 w 2314305"/>
                <a:gd name="connsiteY1" fmla="*/ 589 h 715736"/>
                <a:gd name="connsiteX2" fmla="*/ 2314305 w 2314305"/>
                <a:gd name="connsiteY2" fmla="*/ 250120 h 715736"/>
                <a:gd name="connsiteX3" fmla="*/ 2123986 w 2314305"/>
                <a:gd name="connsiteY3" fmla="*/ 715736 h 715736"/>
                <a:gd name="connsiteX4" fmla="*/ 1156661 w 2314305"/>
                <a:gd name="connsiteY4" fmla="*/ 480660 h 715736"/>
                <a:gd name="connsiteX5" fmla="*/ 172995 w 2314305"/>
                <a:gd name="connsiteY5" fmla="*/ 685079 h 715736"/>
                <a:gd name="connsiteX6" fmla="*/ 0 w 2314305"/>
                <a:gd name="connsiteY6" fmla="*/ 232088 h 715736"/>
                <a:gd name="connsiteX0" fmla="*/ 0 w 2314305"/>
                <a:gd name="connsiteY0" fmla="*/ 232088 h 715736"/>
                <a:gd name="connsiteX1" fmla="*/ 1166388 w 2314305"/>
                <a:gd name="connsiteY1" fmla="*/ 589 h 715736"/>
                <a:gd name="connsiteX2" fmla="*/ 2314305 w 2314305"/>
                <a:gd name="connsiteY2" fmla="*/ 250120 h 715736"/>
                <a:gd name="connsiteX3" fmla="*/ 2123986 w 2314305"/>
                <a:gd name="connsiteY3" fmla="*/ 715736 h 715736"/>
                <a:gd name="connsiteX4" fmla="*/ 1156661 w 2314305"/>
                <a:gd name="connsiteY4" fmla="*/ 480660 h 715736"/>
                <a:gd name="connsiteX5" fmla="*/ 172995 w 2314305"/>
                <a:gd name="connsiteY5" fmla="*/ 685079 h 715736"/>
                <a:gd name="connsiteX6" fmla="*/ 0 w 2314305"/>
                <a:gd name="connsiteY6" fmla="*/ 232088 h 715736"/>
                <a:gd name="connsiteX0" fmla="*/ 0 w 2314305"/>
                <a:gd name="connsiteY0" fmla="*/ 232060 h 715708"/>
                <a:gd name="connsiteX1" fmla="*/ 1166388 w 2314305"/>
                <a:gd name="connsiteY1" fmla="*/ 561 h 715708"/>
                <a:gd name="connsiteX2" fmla="*/ 2314305 w 2314305"/>
                <a:gd name="connsiteY2" fmla="*/ 250092 h 715708"/>
                <a:gd name="connsiteX3" fmla="*/ 2123986 w 2314305"/>
                <a:gd name="connsiteY3" fmla="*/ 715708 h 715708"/>
                <a:gd name="connsiteX4" fmla="*/ 1156661 w 2314305"/>
                <a:gd name="connsiteY4" fmla="*/ 480632 h 715708"/>
                <a:gd name="connsiteX5" fmla="*/ 172995 w 2314305"/>
                <a:gd name="connsiteY5" fmla="*/ 685051 h 715708"/>
                <a:gd name="connsiteX6" fmla="*/ 0 w 2314305"/>
                <a:gd name="connsiteY6" fmla="*/ 232060 h 7157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314305" h="715708">
                  <a:moveTo>
                    <a:pt x="0" y="232060"/>
                  </a:moveTo>
                  <a:cubicBezTo>
                    <a:pt x="116349" y="135016"/>
                    <a:pt x="772966" y="-10150"/>
                    <a:pt x="1166388" y="561"/>
                  </a:cubicBezTo>
                  <a:cubicBezTo>
                    <a:pt x="1559810" y="11272"/>
                    <a:pt x="1962415" y="54514"/>
                    <a:pt x="2314305" y="250092"/>
                  </a:cubicBezTo>
                  <a:cubicBezTo>
                    <a:pt x="2236857" y="411910"/>
                    <a:pt x="2305049" y="284904"/>
                    <a:pt x="2123986" y="715708"/>
                  </a:cubicBezTo>
                  <a:cubicBezTo>
                    <a:pt x="2077752" y="646036"/>
                    <a:pt x="1616289" y="480632"/>
                    <a:pt x="1156661" y="480632"/>
                  </a:cubicBezTo>
                  <a:cubicBezTo>
                    <a:pt x="697033" y="480632"/>
                    <a:pt x="257593" y="589531"/>
                    <a:pt x="172995" y="685051"/>
                  </a:cubicBezTo>
                  <a:lnTo>
                    <a:pt x="0" y="232060"/>
                  </a:lnTo>
                  <a:close/>
                </a:path>
              </a:pathLst>
            </a:custGeom>
            <a:solidFill>
              <a:srgbClr val="33CCCC"/>
            </a:solidFill>
            <a:ln>
              <a:solidFill>
                <a:srgbClr val="33CCC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8" name="Block Arc 1">
              <a:extLst>
                <a:ext uri="{FF2B5EF4-FFF2-40B4-BE49-F238E27FC236}">
                  <a16:creationId xmlns:a16="http://schemas.microsoft.com/office/drawing/2014/main" id="{EEB6683A-F906-BEBC-5893-5CB6A79F3293}"/>
                </a:ext>
              </a:extLst>
            </p:cNvPr>
            <p:cNvSpPr/>
            <p:nvPr/>
          </p:nvSpPr>
          <p:spPr>
            <a:xfrm rot="15530126">
              <a:off x="4891919" y="3623815"/>
              <a:ext cx="2314305" cy="715708"/>
            </a:xfrm>
            <a:custGeom>
              <a:avLst/>
              <a:gdLst>
                <a:gd name="connsiteX0" fmla="*/ 0 w 2391141"/>
                <a:gd name="connsiteY0" fmla="*/ 726679 h 1453358"/>
                <a:gd name="connsiteX1" fmla="*/ 1195571 w 2391141"/>
                <a:gd name="connsiteY1" fmla="*/ 0 h 1453358"/>
                <a:gd name="connsiteX2" fmla="*/ 2391142 w 2391141"/>
                <a:gd name="connsiteY2" fmla="*/ 726679 h 1453358"/>
                <a:gd name="connsiteX3" fmla="*/ 2027802 w 2391141"/>
                <a:gd name="connsiteY3" fmla="*/ 726679 h 1453358"/>
                <a:gd name="connsiteX4" fmla="*/ 1195571 w 2391141"/>
                <a:gd name="connsiteY4" fmla="*/ 363339 h 1453358"/>
                <a:gd name="connsiteX5" fmla="*/ 363340 w 2391141"/>
                <a:gd name="connsiteY5" fmla="*/ 726679 h 1453358"/>
                <a:gd name="connsiteX6" fmla="*/ 0 w 2391141"/>
                <a:gd name="connsiteY6" fmla="*/ 726679 h 1453358"/>
                <a:gd name="connsiteX0" fmla="*/ 0 w 2614878"/>
                <a:gd name="connsiteY0" fmla="*/ 727830 h 727830"/>
                <a:gd name="connsiteX1" fmla="*/ 1195571 w 2614878"/>
                <a:gd name="connsiteY1" fmla="*/ 1151 h 727830"/>
                <a:gd name="connsiteX2" fmla="*/ 2614878 w 2614878"/>
                <a:gd name="connsiteY2" fmla="*/ 611098 h 727830"/>
                <a:gd name="connsiteX3" fmla="*/ 2027802 w 2614878"/>
                <a:gd name="connsiteY3" fmla="*/ 727830 h 727830"/>
                <a:gd name="connsiteX4" fmla="*/ 1195571 w 2614878"/>
                <a:gd name="connsiteY4" fmla="*/ 364490 h 727830"/>
                <a:gd name="connsiteX5" fmla="*/ 363340 w 2614878"/>
                <a:gd name="connsiteY5" fmla="*/ 727830 h 727830"/>
                <a:gd name="connsiteX6" fmla="*/ 0 w 2614878"/>
                <a:gd name="connsiteY6" fmla="*/ 727830 h 727830"/>
                <a:gd name="connsiteX0" fmla="*/ 0 w 2614878"/>
                <a:gd name="connsiteY0" fmla="*/ 727830 h 727830"/>
                <a:gd name="connsiteX1" fmla="*/ 1195571 w 2614878"/>
                <a:gd name="connsiteY1" fmla="*/ 1151 h 727830"/>
                <a:gd name="connsiteX2" fmla="*/ 2614878 w 2614878"/>
                <a:gd name="connsiteY2" fmla="*/ 611098 h 727830"/>
                <a:gd name="connsiteX3" fmla="*/ 2251538 w 2614878"/>
                <a:gd name="connsiteY3" fmla="*/ 669464 h 727830"/>
                <a:gd name="connsiteX4" fmla="*/ 1195571 w 2614878"/>
                <a:gd name="connsiteY4" fmla="*/ 364490 h 727830"/>
                <a:gd name="connsiteX5" fmla="*/ 363340 w 2614878"/>
                <a:gd name="connsiteY5" fmla="*/ 727830 h 727830"/>
                <a:gd name="connsiteX6" fmla="*/ 0 w 2614878"/>
                <a:gd name="connsiteY6" fmla="*/ 727830 h 727830"/>
                <a:gd name="connsiteX0" fmla="*/ 0 w 2780249"/>
                <a:gd name="connsiteY0" fmla="*/ 590533 h 726720"/>
                <a:gd name="connsiteX1" fmla="*/ 1360942 w 2780249"/>
                <a:gd name="connsiteY1" fmla="*/ 41 h 726720"/>
                <a:gd name="connsiteX2" fmla="*/ 2780249 w 2780249"/>
                <a:gd name="connsiteY2" fmla="*/ 609988 h 726720"/>
                <a:gd name="connsiteX3" fmla="*/ 2416909 w 2780249"/>
                <a:gd name="connsiteY3" fmla="*/ 668354 h 726720"/>
                <a:gd name="connsiteX4" fmla="*/ 1360942 w 2780249"/>
                <a:gd name="connsiteY4" fmla="*/ 363380 h 726720"/>
                <a:gd name="connsiteX5" fmla="*/ 528711 w 2780249"/>
                <a:gd name="connsiteY5" fmla="*/ 726720 h 726720"/>
                <a:gd name="connsiteX6" fmla="*/ 0 w 2780249"/>
                <a:gd name="connsiteY6" fmla="*/ 590533 h 726720"/>
                <a:gd name="connsiteX0" fmla="*/ 0 w 2780249"/>
                <a:gd name="connsiteY0" fmla="*/ 590533 h 668354"/>
                <a:gd name="connsiteX1" fmla="*/ 1360942 w 2780249"/>
                <a:gd name="connsiteY1" fmla="*/ 41 h 668354"/>
                <a:gd name="connsiteX2" fmla="*/ 2780249 w 2780249"/>
                <a:gd name="connsiteY2" fmla="*/ 609988 h 668354"/>
                <a:gd name="connsiteX3" fmla="*/ 2416909 w 2780249"/>
                <a:gd name="connsiteY3" fmla="*/ 668354 h 668354"/>
                <a:gd name="connsiteX4" fmla="*/ 1360942 w 2780249"/>
                <a:gd name="connsiteY4" fmla="*/ 363380 h 668354"/>
                <a:gd name="connsiteX5" fmla="*/ 275792 w 2780249"/>
                <a:gd name="connsiteY5" fmla="*/ 639171 h 668354"/>
                <a:gd name="connsiteX6" fmla="*/ 0 w 2780249"/>
                <a:gd name="connsiteY6" fmla="*/ 590533 h 668354"/>
                <a:gd name="connsiteX0" fmla="*/ 0 w 2780249"/>
                <a:gd name="connsiteY0" fmla="*/ 590533 h 668354"/>
                <a:gd name="connsiteX1" fmla="*/ 1360942 w 2780249"/>
                <a:gd name="connsiteY1" fmla="*/ 41 h 668354"/>
                <a:gd name="connsiteX2" fmla="*/ 2780249 w 2780249"/>
                <a:gd name="connsiteY2" fmla="*/ 609988 h 668354"/>
                <a:gd name="connsiteX3" fmla="*/ 2416909 w 2780249"/>
                <a:gd name="connsiteY3" fmla="*/ 668354 h 668354"/>
                <a:gd name="connsiteX4" fmla="*/ 1351215 w 2780249"/>
                <a:gd name="connsiteY4" fmla="*/ 480112 h 668354"/>
                <a:gd name="connsiteX5" fmla="*/ 275792 w 2780249"/>
                <a:gd name="connsiteY5" fmla="*/ 639171 h 668354"/>
                <a:gd name="connsiteX6" fmla="*/ 0 w 2780249"/>
                <a:gd name="connsiteY6" fmla="*/ 590533 h 668354"/>
                <a:gd name="connsiteX0" fmla="*/ 0 w 2780249"/>
                <a:gd name="connsiteY0" fmla="*/ 590533 h 775358"/>
                <a:gd name="connsiteX1" fmla="*/ 1360942 w 2780249"/>
                <a:gd name="connsiteY1" fmla="*/ 41 h 775358"/>
                <a:gd name="connsiteX2" fmla="*/ 2780249 w 2780249"/>
                <a:gd name="connsiteY2" fmla="*/ 609988 h 775358"/>
                <a:gd name="connsiteX3" fmla="*/ 2329360 w 2780249"/>
                <a:gd name="connsiteY3" fmla="*/ 775358 h 775358"/>
                <a:gd name="connsiteX4" fmla="*/ 1351215 w 2780249"/>
                <a:gd name="connsiteY4" fmla="*/ 480112 h 775358"/>
                <a:gd name="connsiteX5" fmla="*/ 275792 w 2780249"/>
                <a:gd name="connsiteY5" fmla="*/ 639171 h 775358"/>
                <a:gd name="connsiteX6" fmla="*/ 0 w 2780249"/>
                <a:gd name="connsiteY6" fmla="*/ 590533 h 775358"/>
                <a:gd name="connsiteX0" fmla="*/ 0 w 2673245"/>
                <a:gd name="connsiteY0" fmla="*/ 600391 h 785216"/>
                <a:gd name="connsiteX1" fmla="*/ 1360942 w 2673245"/>
                <a:gd name="connsiteY1" fmla="*/ 9899 h 785216"/>
                <a:gd name="connsiteX2" fmla="*/ 2673245 w 2673245"/>
                <a:gd name="connsiteY2" fmla="*/ 405837 h 785216"/>
                <a:gd name="connsiteX3" fmla="*/ 2329360 w 2673245"/>
                <a:gd name="connsiteY3" fmla="*/ 785216 h 785216"/>
                <a:gd name="connsiteX4" fmla="*/ 1351215 w 2673245"/>
                <a:gd name="connsiteY4" fmla="*/ 489970 h 785216"/>
                <a:gd name="connsiteX5" fmla="*/ 275792 w 2673245"/>
                <a:gd name="connsiteY5" fmla="*/ 649029 h 785216"/>
                <a:gd name="connsiteX6" fmla="*/ 0 w 2673245"/>
                <a:gd name="connsiteY6" fmla="*/ 600391 h 785216"/>
                <a:gd name="connsiteX0" fmla="*/ 0 w 2673245"/>
                <a:gd name="connsiteY0" fmla="*/ 593348 h 778173"/>
                <a:gd name="connsiteX1" fmla="*/ 1360942 w 2673245"/>
                <a:gd name="connsiteY1" fmla="*/ 2856 h 778173"/>
                <a:gd name="connsiteX2" fmla="*/ 2673245 w 2673245"/>
                <a:gd name="connsiteY2" fmla="*/ 398794 h 778173"/>
                <a:gd name="connsiteX3" fmla="*/ 2329360 w 2673245"/>
                <a:gd name="connsiteY3" fmla="*/ 778173 h 778173"/>
                <a:gd name="connsiteX4" fmla="*/ 1351215 w 2673245"/>
                <a:gd name="connsiteY4" fmla="*/ 482927 h 778173"/>
                <a:gd name="connsiteX5" fmla="*/ 275792 w 2673245"/>
                <a:gd name="connsiteY5" fmla="*/ 641986 h 778173"/>
                <a:gd name="connsiteX6" fmla="*/ 0 w 2673245"/>
                <a:gd name="connsiteY6" fmla="*/ 593348 h 778173"/>
                <a:gd name="connsiteX0" fmla="*/ 0 w 2478691"/>
                <a:gd name="connsiteY0" fmla="*/ 293714 h 809279"/>
                <a:gd name="connsiteX1" fmla="*/ 1166388 w 2478691"/>
                <a:gd name="connsiteY1" fmla="*/ 33962 h 809279"/>
                <a:gd name="connsiteX2" fmla="*/ 2478691 w 2478691"/>
                <a:gd name="connsiteY2" fmla="*/ 429900 h 809279"/>
                <a:gd name="connsiteX3" fmla="*/ 2134806 w 2478691"/>
                <a:gd name="connsiteY3" fmla="*/ 809279 h 809279"/>
                <a:gd name="connsiteX4" fmla="*/ 1156661 w 2478691"/>
                <a:gd name="connsiteY4" fmla="*/ 514033 h 809279"/>
                <a:gd name="connsiteX5" fmla="*/ 81238 w 2478691"/>
                <a:gd name="connsiteY5" fmla="*/ 673092 h 809279"/>
                <a:gd name="connsiteX6" fmla="*/ 0 w 2478691"/>
                <a:gd name="connsiteY6" fmla="*/ 293714 h 809279"/>
                <a:gd name="connsiteX0" fmla="*/ 0 w 2478691"/>
                <a:gd name="connsiteY0" fmla="*/ 262275 h 777840"/>
                <a:gd name="connsiteX1" fmla="*/ 1166388 w 2478691"/>
                <a:gd name="connsiteY1" fmla="*/ 2523 h 777840"/>
                <a:gd name="connsiteX2" fmla="*/ 2478691 w 2478691"/>
                <a:gd name="connsiteY2" fmla="*/ 398461 h 777840"/>
                <a:gd name="connsiteX3" fmla="*/ 2134806 w 2478691"/>
                <a:gd name="connsiteY3" fmla="*/ 777840 h 777840"/>
                <a:gd name="connsiteX4" fmla="*/ 1156661 w 2478691"/>
                <a:gd name="connsiteY4" fmla="*/ 482594 h 777840"/>
                <a:gd name="connsiteX5" fmla="*/ 81238 w 2478691"/>
                <a:gd name="connsiteY5" fmla="*/ 641653 h 777840"/>
                <a:gd name="connsiteX6" fmla="*/ 0 w 2478691"/>
                <a:gd name="connsiteY6" fmla="*/ 262275 h 777840"/>
                <a:gd name="connsiteX0" fmla="*/ 0 w 2478691"/>
                <a:gd name="connsiteY0" fmla="*/ 262275 h 777841"/>
                <a:gd name="connsiteX1" fmla="*/ 1166388 w 2478691"/>
                <a:gd name="connsiteY1" fmla="*/ 2523 h 777841"/>
                <a:gd name="connsiteX2" fmla="*/ 2478691 w 2478691"/>
                <a:gd name="connsiteY2" fmla="*/ 398461 h 777841"/>
                <a:gd name="connsiteX3" fmla="*/ 2134806 w 2478691"/>
                <a:gd name="connsiteY3" fmla="*/ 777840 h 777841"/>
                <a:gd name="connsiteX4" fmla="*/ 1156661 w 2478691"/>
                <a:gd name="connsiteY4" fmla="*/ 482594 h 777841"/>
                <a:gd name="connsiteX5" fmla="*/ 178515 w 2478691"/>
                <a:gd name="connsiteY5" fmla="*/ 777841 h 777841"/>
                <a:gd name="connsiteX6" fmla="*/ 0 w 2478691"/>
                <a:gd name="connsiteY6" fmla="*/ 262275 h 777841"/>
                <a:gd name="connsiteX0" fmla="*/ 0 w 2478691"/>
                <a:gd name="connsiteY0" fmla="*/ 262275 h 777840"/>
                <a:gd name="connsiteX1" fmla="*/ 1166388 w 2478691"/>
                <a:gd name="connsiteY1" fmla="*/ 2523 h 777840"/>
                <a:gd name="connsiteX2" fmla="*/ 2478691 w 2478691"/>
                <a:gd name="connsiteY2" fmla="*/ 398461 h 777840"/>
                <a:gd name="connsiteX3" fmla="*/ 2134806 w 2478691"/>
                <a:gd name="connsiteY3" fmla="*/ 777840 h 777840"/>
                <a:gd name="connsiteX4" fmla="*/ 1156661 w 2478691"/>
                <a:gd name="connsiteY4" fmla="*/ 482594 h 777840"/>
                <a:gd name="connsiteX5" fmla="*/ 139604 w 2478691"/>
                <a:gd name="connsiteY5" fmla="*/ 748658 h 777840"/>
                <a:gd name="connsiteX6" fmla="*/ 0 w 2478691"/>
                <a:gd name="connsiteY6" fmla="*/ 262275 h 777840"/>
                <a:gd name="connsiteX0" fmla="*/ 0 w 2478691"/>
                <a:gd name="connsiteY0" fmla="*/ 262275 h 777840"/>
                <a:gd name="connsiteX1" fmla="*/ 1166388 w 2478691"/>
                <a:gd name="connsiteY1" fmla="*/ 2523 h 777840"/>
                <a:gd name="connsiteX2" fmla="*/ 2478691 w 2478691"/>
                <a:gd name="connsiteY2" fmla="*/ 398461 h 777840"/>
                <a:gd name="connsiteX3" fmla="*/ 2134806 w 2478691"/>
                <a:gd name="connsiteY3" fmla="*/ 777840 h 777840"/>
                <a:gd name="connsiteX4" fmla="*/ 1156661 w 2478691"/>
                <a:gd name="connsiteY4" fmla="*/ 482594 h 777840"/>
                <a:gd name="connsiteX5" fmla="*/ 139604 w 2478691"/>
                <a:gd name="connsiteY5" fmla="*/ 748658 h 777840"/>
                <a:gd name="connsiteX6" fmla="*/ 0 w 2478691"/>
                <a:gd name="connsiteY6" fmla="*/ 262275 h 777840"/>
                <a:gd name="connsiteX0" fmla="*/ 0 w 2478691"/>
                <a:gd name="connsiteY0" fmla="*/ 262275 h 797295"/>
                <a:gd name="connsiteX1" fmla="*/ 1166388 w 2478691"/>
                <a:gd name="connsiteY1" fmla="*/ 2523 h 797295"/>
                <a:gd name="connsiteX2" fmla="*/ 2478691 w 2478691"/>
                <a:gd name="connsiteY2" fmla="*/ 398461 h 797295"/>
                <a:gd name="connsiteX3" fmla="*/ 2144534 w 2478691"/>
                <a:gd name="connsiteY3" fmla="*/ 797295 h 797295"/>
                <a:gd name="connsiteX4" fmla="*/ 1156661 w 2478691"/>
                <a:gd name="connsiteY4" fmla="*/ 482594 h 797295"/>
                <a:gd name="connsiteX5" fmla="*/ 139604 w 2478691"/>
                <a:gd name="connsiteY5" fmla="*/ 748658 h 797295"/>
                <a:gd name="connsiteX6" fmla="*/ 0 w 2478691"/>
                <a:gd name="connsiteY6" fmla="*/ 262275 h 797295"/>
                <a:gd name="connsiteX0" fmla="*/ 0 w 2478691"/>
                <a:gd name="connsiteY0" fmla="*/ 262275 h 797295"/>
                <a:gd name="connsiteX1" fmla="*/ 1166388 w 2478691"/>
                <a:gd name="connsiteY1" fmla="*/ 2523 h 797295"/>
                <a:gd name="connsiteX2" fmla="*/ 2478691 w 2478691"/>
                <a:gd name="connsiteY2" fmla="*/ 398461 h 797295"/>
                <a:gd name="connsiteX3" fmla="*/ 2144534 w 2478691"/>
                <a:gd name="connsiteY3" fmla="*/ 797295 h 797295"/>
                <a:gd name="connsiteX4" fmla="*/ 1156661 w 2478691"/>
                <a:gd name="connsiteY4" fmla="*/ 482594 h 797295"/>
                <a:gd name="connsiteX5" fmla="*/ 139604 w 2478691"/>
                <a:gd name="connsiteY5" fmla="*/ 748658 h 797295"/>
                <a:gd name="connsiteX6" fmla="*/ 0 w 2478691"/>
                <a:gd name="connsiteY6" fmla="*/ 262275 h 797295"/>
                <a:gd name="connsiteX0" fmla="*/ 0 w 2309168"/>
                <a:gd name="connsiteY0" fmla="*/ 259772 h 794792"/>
                <a:gd name="connsiteX1" fmla="*/ 1166388 w 2309168"/>
                <a:gd name="connsiteY1" fmla="*/ 20 h 794792"/>
                <a:gd name="connsiteX2" fmla="*/ 2309168 w 2309168"/>
                <a:gd name="connsiteY2" fmla="*/ 270099 h 794792"/>
                <a:gd name="connsiteX3" fmla="*/ 2144534 w 2309168"/>
                <a:gd name="connsiteY3" fmla="*/ 794792 h 794792"/>
                <a:gd name="connsiteX4" fmla="*/ 1156661 w 2309168"/>
                <a:gd name="connsiteY4" fmla="*/ 480091 h 794792"/>
                <a:gd name="connsiteX5" fmla="*/ 139604 w 2309168"/>
                <a:gd name="connsiteY5" fmla="*/ 746155 h 794792"/>
                <a:gd name="connsiteX6" fmla="*/ 0 w 2309168"/>
                <a:gd name="connsiteY6" fmla="*/ 259772 h 794792"/>
                <a:gd name="connsiteX0" fmla="*/ 0 w 2309168"/>
                <a:gd name="connsiteY0" fmla="*/ 259772 h 794792"/>
                <a:gd name="connsiteX1" fmla="*/ 1166388 w 2309168"/>
                <a:gd name="connsiteY1" fmla="*/ 20 h 794792"/>
                <a:gd name="connsiteX2" fmla="*/ 2309168 w 2309168"/>
                <a:gd name="connsiteY2" fmla="*/ 270099 h 794792"/>
                <a:gd name="connsiteX3" fmla="*/ 2144534 w 2309168"/>
                <a:gd name="connsiteY3" fmla="*/ 794792 h 794792"/>
                <a:gd name="connsiteX4" fmla="*/ 1156661 w 2309168"/>
                <a:gd name="connsiteY4" fmla="*/ 480091 h 794792"/>
                <a:gd name="connsiteX5" fmla="*/ 139604 w 2309168"/>
                <a:gd name="connsiteY5" fmla="*/ 746155 h 794792"/>
                <a:gd name="connsiteX6" fmla="*/ 0 w 2309168"/>
                <a:gd name="connsiteY6" fmla="*/ 259772 h 794792"/>
                <a:gd name="connsiteX0" fmla="*/ 0 w 2309168"/>
                <a:gd name="connsiteY0" fmla="*/ 259772 h 746155"/>
                <a:gd name="connsiteX1" fmla="*/ 1166388 w 2309168"/>
                <a:gd name="connsiteY1" fmla="*/ 20 h 746155"/>
                <a:gd name="connsiteX2" fmla="*/ 2309168 w 2309168"/>
                <a:gd name="connsiteY2" fmla="*/ 270099 h 746155"/>
                <a:gd name="connsiteX3" fmla="*/ 2121417 w 2309168"/>
                <a:gd name="connsiteY3" fmla="*/ 707462 h 746155"/>
                <a:gd name="connsiteX4" fmla="*/ 1156661 w 2309168"/>
                <a:gd name="connsiteY4" fmla="*/ 480091 h 746155"/>
                <a:gd name="connsiteX5" fmla="*/ 139604 w 2309168"/>
                <a:gd name="connsiteY5" fmla="*/ 746155 h 746155"/>
                <a:gd name="connsiteX6" fmla="*/ 0 w 2309168"/>
                <a:gd name="connsiteY6" fmla="*/ 259772 h 746155"/>
                <a:gd name="connsiteX0" fmla="*/ 0 w 2309168"/>
                <a:gd name="connsiteY0" fmla="*/ 259772 h 746155"/>
                <a:gd name="connsiteX1" fmla="*/ 1166388 w 2309168"/>
                <a:gd name="connsiteY1" fmla="*/ 20 h 746155"/>
                <a:gd name="connsiteX2" fmla="*/ 2309168 w 2309168"/>
                <a:gd name="connsiteY2" fmla="*/ 270099 h 746155"/>
                <a:gd name="connsiteX3" fmla="*/ 2121417 w 2309168"/>
                <a:gd name="connsiteY3" fmla="*/ 707462 h 746155"/>
                <a:gd name="connsiteX4" fmla="*/ 1156661 w 2309168"/>
                <a:gd name="connsiteY4" fmla="*/ 480091 h 746155"/>
                <a:gd name="connsiteX5" fmla="*/ 139604 w 2309168"/>
                <a:gd name="connsiteY5" fmla="*/ 746155 h 746155"/>
                <a:gd name="connsiteX6" fmla="*/ 0 w 2309168"/>
                <a:gd name="connsiteY6" fmla="*/ 259772 h 746155"/>
                <a:gd name="connsiteX0" fmla="*/ 0 w 2309168"/>
                <a:gd name="connsiteY0" fmla="*/ 226793 h 746567"/>
                <a:gd name="connsiteX1" fmla="*/ 1166388 w 2309168"/>
                <a:gd name="connsiteY1" fmla="*/ 432 h 746567"/>
                <a:gd name="connsiteX2" fmla="*/ 2309168 w 2309168"/>
                <a:gd name="connsiteY2" fmla="*/ 270511 h 746567"/>
                <a:gd name="connsiteX3" fmla="*/ 2121417 w 2309168"/>
                <a:gd name="connsiteY3" fmla="*/ 707874 h 746567"/>
                <a:gd name="connsiteX4" fmla="*/ 1156661 w 2309168"/>
                <a:gd name="connsiteY4" fmla="*/ 480503 h 746567"/>
                <a:gd name="connsiteX5" fmla="*/ 139604 w 2309168"/>
                <a:gd name="connsiteY5" fmla="*/ 746567 h 746567"/>
                <a:gd name="connsiteX6" fmla="*/ 0 w 2309168"/>
                <a:gd name="connsiteY6" fmla="*/ 226793 h 746567"/>
                <a:gd name="connsiteX0" fmla="*/ 0 w 2309168"/>
                <a:gd name="connsiteY0" fmla="*/ 226663 h 746437"/>
                <a:gd name="connsiteX1" fmla="*/ 1166388 w 2309168"/>
                <a:gd name="connsiteY1" fmla="*/ 302 h 746437"/>
                <a:gd name="connsiteX2" fmla="*/ 2309168 w 2309168"/>
                <a:gd name="connsiteY2" fmla="*/ 270381 h 746437"/>
                <a:gd name="connsiteX3" fmla="*/ 2121417 w 2309168"/>
                <a:gd name="connsiteY3" fmla="*/ 707744 h 746437"/>
                <a:gd name="connsiteX4" fmla="*/ 1156661 w 2309168"/>
                <a:gd name="connsiteY4" fmla="*/ 480373 h 746437"/>
                <a:gd name="connsiteX5" fmla="*/ 139604 w 2309168"/>
                <a:gd name="connsiteY5" fmla="*/ 746437 h 746437"/>
                <a:gd name="connsiteX6" fmla="*/ 0 w 2309168"/>
                <a:gd name="connsiteY6" fmla="*/ 226663 h 746437"/>
                <a:gd name="connsiteX0" fmla="*/ 0 w 2309168"/>
                <a:gd name="connsiteY0" fmla="*/ 226614 h 746388"/>
                <a:gd name="connsiteX1" fmla="*/ 1166388 w 2309168"/>
                <a:gd name="connsiteY1" fmla="*/ 253 h 746388"/>
                <a:gd name="connsiteX2" fmla="*/ 2309168 w 2309168"/>
                <a:gd name="connsiteY2" fmla="*/ 270332 h 746388"/>
                <a:gd name="connsiteX3" fmla="*/ 2121417 w 2309168"/>
                <a:gd name="connsiteY3" fmla="*/ 707695 h 746388"/>
                <a:gd name="connsiteX4" fmla="*/ 1156661 w 2309168"/>
                <a:gd name="connsiteY4" fmla="*/ 480324 h 746388"/>
                <a:gd name="connsiteX5" fmla="*/ 139604 w 2309168"/>
                <a:gd name="connsiteY5" fmla="*/ 746388 h 746388"/>
                <a:gd name="connsiteX6" fmla="*/ 0 w 2309168"/>
                <a:gd name="connsiteY6" fmla="*/ 226614 h 746388"/>
                <a:gd name="connsiteX0" fmla="*/ 0 w 2309168"/>
                <a:gd name="connsiteY0" fmla="*/ 231692 h 746328"/>
                <a:gd name="connsiteX1" fmla="*/ 1166388 w 2309168"/>
                <a:gd name="connsiteY1" fmla="*/ 193 h 746328"/>
                <a:gd name="connsiteX2" fmla="*/ 2309168 w 2309168"/>
                <a:gd name="connsiteY2" fmla="*/ 270272 h 746328"/>
                <a:gd name="connsiteX3" fmla="*/ 2121417 w 2309168"/>
                <a:gd name="connsiteY3" fmla="*/ 707635 h 746328"/>
                <a:gd name="connsiteX4" fmla="*/ 1156661 w 2309168"/>
                <a:gd name="connsiteY4" fmla="*/ 480264 h 746328"/>
                <a:gd name="connsiteX5" fmla="*/ 139604 w 2309168"/>
                <a:gd name="connsiteY5" fmla="*/ 746328 h 746328"/>
                <a:gd name="connsiteX6" fmla="*/ 0 w 2309168"/>
                <a:gd name="connsiteY6" fmla="*/ 231692 h 746328"/>
                <a:gd name="connsiteX0" fmla="*/ 0 w 2309168"/>
                <a:gd name="connsiteY0" fmla="*/ 231692 h 707635"/>
                <a:gd name="connsiteX1" fmla="*/ 1166388 w 2309168"/>
                <a:gd name="connsiteY1" fmla="*/ 193 h 707635"/>
                <a:gd name="connsiteX2" fmla="*/ 2309168 w 2309168"/>
                <a:gd name="connsiteY2" fmla="*/ 270272 h 707635"/>
                <a:gd name="connsiteX3" fmla="*/ 2121417 w 2309168"/>
                <a:gd name="connsiteY3" fmla="*/ 707635 h 707635"/>
                <a:gd name="connsiteX4" fmla="*/ 1156661 w 2309168"/>
                <a:gd name="connsiteY4" fmla="*/ 480264 h 707635"/>
                <a:gd name="connsiteX5" fmla="*/ 172995 w 2309168"/>
                <a:gd name="connsiteY5" fmla="*/ 684683 h 707635"/>
                <a:gd name="connsiteX6" fmla="*/ 0 w 2309168"/>
                <a:gd name="connsiteY6" fmla="*/ 231692 h 707635"/>
                <a:gd name="connsiteX0" fmla="*/ 0 w 2309168"/>
                <a:gd name="connsiteY0" fmla="*/ 231692 h 707635"/>
                <a:gd name="connsiteX1" fmla="*/ 1166388 w 2309168"/>
                <a:gd name="connsiteY1" fmla="*/ 193 h 707635"/>
                <a:gd name="connsiteX2" fmla="*/ 2309168 w 2309168"/>
                <a:gd name="connsiteY2" fmla="*/ 270272 h 707635"/>
                <a:gd name="connsiteX3" fmla="*/ 2121417 w 2309168"/>
                <a:gd name="connsiteY3" fmla="*/ 707635 h 707635"/>
                <a:gd name="connsiteX4" fmla="*/ 1156661 w 2309168"/>
                <a:gd name="connsiteY4" fmla="*/ 480264 h 707635"/>
                <a:gd name="connsiteX5" fmla="*/ 172995 w 2309168"/>
                <a:gd name="connsiteY5" fmla="*/ 684683 h 707635"/>
                <a:gd name="connsiteX6" fmla="*/ 0 w 2309168"/>
                <a:gd name="connsiteY6" fmla="*/ 231692 h 707635"/>
                <a:gd name="connsiteX0" fmla="*/ 0 w 2309168"/>
                <a:gd name="connsiteY0" fmla="*/ 231692 h 715340"/>
                <a:gd name="connsiteX1" fmla="*/ 1166388 w 2309168"/>
                <a:gd name="connsiteY1" fmla="*/ 193 h 715340"/>
                <a:gd name="connsiteX2" fmla="*/ 2309168 w 2309168"/>
                <a:gd name="connsiteY2" fmla="*/ 270272 h 715340"/>
                <a:gd name="connsiteX3" fmla="*/ 2123986 w 2309168"/>
                <a:gd name="connsiteY3" fmla="*/ 715340 h 715340"/>
                <a:gd name="connsiteX4" fmla="*/ 1156661 w 2309168"/>
                <a:gd name="connsiteY4" fmla="*/ 480264 h 715340"/>
                <a:gd name="connsiteX5" fmla="*/ 172995 w 2309168"/>
                <a:gd name="connsiteY5" fmla="*/ 684683 h 715340"/>
                <a:gd name="connsiteX6" fmla="*/ 0 w 2309168"/>
                <a:gd name="connsiteY6" fmla="*/ 231692 h 715340"/>
                <a:gd name="connsiteX0" fmla="*/ 0 w 2309168"/>
                <a:gd name="connsiteY0" fmla="*/ 231692 h 715340"/>
                <a:gd name="connsiteX1" fmla="*/ 1166388 w 2309168"/>
                <a:gd name="connsiteY1" fmla="*/ 193 h 715340"/>
                <a:gd name="connsiteX2" fmla="*/ 2309168 w 2309168"/>
                <a:gd name="connsiteY2" fmla="*/ 270272 h 715340"/>
                <a:gd name="connsiteX3" fmla="*/ 2123986 w 2309168"/>
                <a:gd name="connsiteY3" fmla="*/ 715340 h 715340"/>
                <a:gd name="connsiteX4" fmla="*/ 1156661 w 2309168"/>
                <a:gd name="connsiteY4" fmla="*/ 480264 h 715340"/>
                <a:gd name="connsiteX5" fmla="*/ 172995 w 2309168"/>
                <a:gd name="connsiteY5" fmla="*/ 684683 h 715340"/>
                <a:gd name="connsiteX6" fmla="*/ 0 w 2309168"/>
                <a:gd name="connsiteY6" fmla="*/ 231692 h 715340"/>
                <a:gd name="connsiteX0" fmla="*/ 0 w 2309168"/>
                <a:gd name="connsiteY0" fmla="*/ 231692 h 715340"/>
                <a:gd name="connsiteX1" fmla="*/ 1166388 w 2309168"/>
                <a:gd name="connsiteY1" fmla="*/ 193 h 715340"/>
                <a:gd name="connsiteX2" fmla="*/ 2309168 w 2309168"/>
                <a:gd name="connsiteY2" fmla="*/ 270272 h 715340"/>
                <a:gd name="connsiteX3" fmla="*/ 2123986 w 2309168"/>
                <a:gd name="connsiteY3" fmla="*/ 715340 h 715340"/>
                <a:gd name="connsiteX4" fmla="*/ 1156661 w 2309168"/>
                <a:gd name="connsiteY4" fmla="*/ 480264 h 715340"/>
                <a:gd name="connsiteX5" fmla="*/ 172995 w 2309168"/>
                <a:gd name="connsiteY5" fmla="*/ 684683 h 715340"/>
                <a:gd name="connsiteX6" fmla="*/ 0 w 2309168"/>
                <a:gd name="connsiteY6" fmla="*/ 231692 h 715340"/>
                <a:gd name="connsiteX0" fmla="*/ 0 w 2314305"/>
                <a:gd name="connsiteY0" fmla="*/ 231543 h 715191"/>
                <a:gd name="connsiteX1" fmla="*/ 1166388 w 2314305"/>
                <a:gd name="connsiteY1" fmla="*/ 44 h 715191"/>
                <a:gd name="connsiteX2" fmla="*/ 2314305 w 2314305"/>
                <a:gd name="connsiteY2" fmla="*/ 249575 h 715191"/>
                <a:gd name="connsiteX3" fmla="*/ 2123986 w 2314305"/>
                <a:gd name="connsiteY3" fmla="*/ 715191 h 715191"/>
                <a:gd name="connsiteX4" fmla="*/ 1156661 w 2314305"/>
                <a:gd name="connsiteY4" fmla="*/ 480115 h 715191"/>
                <a:gd name="connsiteX5" fmla="*/ 172995 w 2314305"/>
                <a:gd name="connsiteY5" fmla="*/ 684534 h 715191"/>
                <a:gd name="connsiteX6" fmla="*/ 0 w 2314305"/>
                <a:gd name="connsiteY6" fmla="*/ 231543 h 715191"/>
                <a:gd name="connsiteX0" fmla="*/ 0 w 2314305"/>
                <a:gd name="connsiteY0" fmla="*/ 231543 h 715191"/>
                <a:gd name="connsiteX1" fmla="*/ 1166388 w 2314305"/>
                <a:gd name="connsiteY1" fmla="*/ 44 h 715191"/>
                <a:gd name="connsiteX2" fmla="*/ 2314305 w 2314305"/>
                <a:gd name="connsiteY2" fmla="*/ 249575 h 715191"/>
                <a:gd name="connsiteX3" fmla="*/ 2123986 w 2314305"/>
                <a:gd name="connsiteY3" fmla="*/ 715191 h 715191"/>
                <a:gd name="connsiteX4" fmla="*/ 1156661 w 2314305"/>
                <a:gd name="connsiteY4" fmla="*/ 480115 h 715191"/>
                <a:gd name="connsiteX5" fmla="*/ 172995 w 2314305"/>
                <a:gd name="connsiteY5" fmla="*/ 684534 h 715191"/>
                <a:gd name="connsiteX6" fmla="*/ 0 w 2314305"/>
                <a:gd name="connsiteY6" fmla="*/ 231543 h 715191"/>
                <a:gd name="connsiteX0" fmla="*/ 0 w 2314305"/>
                <a:gd name="connsiteY0" fmla="*/ 231550 h 715198"/>
                <a:gd name="connsiteX1" fmla="*/ 1166388 w 2314305"/>
                <a:gd name="connsiteY1" fmla="*/ 51 h 715198"/>
                <a:gd name="connsiteX2" fmla="*/ 2314305 w 2314305"/>
                <a:gd name="connsiteY2" fmla="*/ 249582 h 715198"/>
                <a:gd name="connsiteX3" fmla="*/ 2123986 w 2314305"/>
                <a:gd name="connsiteY3" fmla="*/ 715198 h 715198"/>
                <a:gd name="connsiteX4" fmla="*/ 1156661 w 2314305"/>
                <a:gd name="connsiteY4" fmla="*/ 480122 h 715198"/>
                <a:gd name="connsiteX5" fmla="*/ 172995 w 2314305"/>
                <a:gd name="connsiteY5" fmla="*/ 684541 h 715198"/>
                <a:gd name="connsiteX6" fmla="*/ 0 w 2314305"/>
                <a:gd name="connsiteY6" fmla="*/ 231550 h 715198"/>
                <a:gd name="connsiteX0" fmla="*/ 0 w 2314305"/>
                <a:gd name="connsiteY0" fmla="*/ 233092 h 716740"/>
                <a:gd name="connsiteX1" fmla="*/ 1166388 w 2314305"/>
                <a:gd name="connsiteY1" fmla="*/ 1593 h 716740"/>
                <a:gd name="connsiteX2" fmla="*/ 2314305 w 2314305"/>
                <a:gd name="connsiteY2" fmla="*/ 251124 h 716740"/>
                <a:gd name="connsiteX3" fmla="*/ 2123986 w 2314305"/>
                <a:gd name="connsiteY3" fmla="*/ 716740 h 716740"/>
                <a:gd name="connsiteX4" fmla="*/ 1156661 w 2314305"/>
                <a:gd name="connsiteY4" fmla="*/ 481664 h 716740"/>
                <a:gd name="connsiteX5" fmla="*/ 172995 w 2314305"/>
                <a:gd name="connsiteY5" fmla="*/ 686083 h 716740"/>
                <a:gd name="connsiteX6" fmla="*/ 0 w 2314305"/>
                <a:gd name="connsiteY6" fmla="*/ 233092 h 716740"/>
                <a:gd name="connsiteX0" fmla="*/ 0 w 2314305"/>
                <a:gd name="connsiteY0" fmla="*/ 231523 h 715171"/>
                <a:gd name="connsiteX1" fmla="*/ 1166388 w 2314305"/>
                <a:gd name="connsiteY1" fmla="*/ 24 h 715171"/>
                <a:gd name="connsiteX2" fmla="*/ 2314305 w 2314305"/>
                <a:gd name="connsiteY2" fmla="*/ 249555 h 715171"/>
                <a:gd name="connsiteX3" fmla="*/ 2123986 w 2314305"/>
                <a:gd name="connsiteY3" fmla="*/ 715171 h 715171"/>
                <a:gd name="connsiteX4" fmla="*/ 1156661 w 2314305"/>
                <a:gd name="connsiteY4" fmla="*/ 480095 h 715171"/>
                <a:gd name="connsiteX5" fmla="*/ 172995 w 2314305"/>
                <a:gd name="connsiteY5" fmla="*/ 684514 h 715171"/>
                <a:gd name="connsiteX6" fmla="*/ 0 w 2314305"/>
                <a:gd name="connsiteY6" fmla="*/ 231523 h 715171"/>
                <a:gd name="connsiteX0" fmla="*/ 0 w 2314305"/>
                <a:gd name="connsiteY0" fmla="*/ 231550 h 715198"/>
                <a:gd name="connsiteX1" fmla="*/ 1166388 w 2314305"/>
                <a:gd name="connsiteY1" fmla="*/ 51 h 715198"/>
                <a:gd name="connsiteX2" fmla="*/ 2314305 w 2314305"/>
                <a:gd name="connsiteY2" fmla="*/ 249582 h 715198"/>
                <a:gd name="connsiteX3" fmla="*/ 2123986 w 2314305"/>
                <a:gd name="connsiteY3" fmla="*/ 715198 h 715198"/>
                <a:gd name="connsiteX4" fmla="*/ 1156661 w 2314305"/>
                <a:gd name="connsiteY4" fmla="*/ 480122 h 715198"/>
                <a:gd name="connsiteX5" fmla="*/ 172995 w 2314305"/>
                <a:gd name="connsiteY5" fmla="*/ 684541 h 715198"/>
                <a:gd name="connsiteX6" fmla="*/ 0 w 2314305"/>
                <a:gd name="connsiteY6" fmla="*/ 231550 h 715198"/>
                <a:gd name="connsiteX0" fmla="*/ 0 w 2314305"/>
                <a:gd name="connsiteY0" fmla="*/ 232088 h 715736"/>
                <a:gd name="connsiteX1" fmla="*/ 1166388 w 2314305"/>
                <a:gd name="connsiteY1" fmla="*/ 589 h 715736"/>
                <a:gd name="connsiteX2" fmla="*/ 2314305 w 2314305"/>
                <a:gd name="connsiteY2" fmla="*/ 250120 h 715736"/>
                <a:gd name="connsiteX3" fmla="*/ 2123986 w 2314305"/>
                <a:gd name="connsiteY3" fmla="*/ 715736 h 715736"/>
                <a:gd name="connsiteX4" fmla="*/ 1156661 w 2314305"/>
                <a:gd name="connsiteY4" fmla="*/ 480660 h 715736"/>
                <a:gd name="connsiteX5" fmla="*/ 172995 w 2314305"/>
                <a:gd name="connsiteY5" fmla="*/ 685079 h 715736"/>
                <a:gd name="connsiteX6" fmla="*/ 0 w 2314305"/>
                <a:gd name="connsiteY6" fmla="*/ 232088 h 715736"/>
                <a:gd name="connsiteX0" fmla="*/ 0 w 2314305"/>
                <a:gd name="connsiteY0" fmla="*/ 232088 h 715736"/>
                <a:gd name="connsiteX1" fmla="*/ 1166388 w 2314305"/>
                <a:gd name="connsiteY1" fmla="*/ 589 h 715736"/>
                <a:gd name="connsiteX2" fmla="*/ 2314305 w 2314305"/>
                <a:gd name="connsiteY2" fmla="*/ 250120 h 715736"/>
                <a:gd name="connsiteX3" fmla="*/ 2123986 w 2314305"/>
                <a:gd name="connsiteY3" fmla="*/ 715736 h 715736"/>
                <a:gd name="connsiteX4" fmla="*/ 1156661 w 2314305"/>
                <a:gd name="connsiteY4" fmla="*/ 480660 h 715736"/>
                <a:gd name="connsiteX5" fmla="*/ 172995 w 2314305"/>
                <a:gd name="connsiteY5" fmla="*/ 685079 h 715736"/>
                <a:gd name="connsiteX6" fmla="*/ 0 w 2314305"/>
                <a:gd name="connsiteY6" fmla="*/ 232088 h 715736"/>
                <a:gd name="connsiteX0" fmla="*/ 0 w 2314305"/>
                <a:gd name="connsiteY0" fmla="*/ 232088 h 715736"/>
                <a:gd name="connsiteX1" fmla="*/ 1166388 w 2314305"/>
                <a:gd name="connsiteY1" fmla="*/ 589 h 715736"/>
                <a:gd name="connsiteX2" fmla="*/ 2314305 w 2314305"/>
                <a:gd name="connsiteY2" fmla="*/ 250120 h 715736"/>
                <a:gd name="connsiteX3" fmla="*/ 2123986 w 2314305"/>
                <a:gd name="connsiteY3" fmla="*/ 715736 h 715736"/>
                <a:gd name="connsiteX4" fmla="*/ 1156661 w 2314305"/>
                <a:gd name="connsiteY4" fmla="*/ 480660 h 715736"/>
                <a:gd name="connsiteX5" fmla="*/ 172995 w 2314305"/>
                <a:gd name="connsiteY5" fmla="*/ 685079 h 715736"/>
                <a:gd name="connsiteX6" fmla="*/ 0 w 2314305"/>
                <a:gd name="connsiteY6" fmla="*/ 232088 h 715736"/>
                <a:gd name="connsiteX0" fmla="*/ 0 w 2314305"/>
                <a:gd name="connsiteY0" fmla="*/ 232060 h 715708"/>
                <a:gd name="connsiteX1" fmla="*/ 1166388 w 2314305"/>
                <a:gd name="connsiteY1" fmla="*/ 561 h 715708"/>
                <a:gd name="connsiteX2" fmla="*/ 2314305 w 2314305"/>
                <a:gd name="connsiteY2" fmla="*/ 250092 h 715708"/>
                <a:gd name="connsiteX3" fmla="*/ 2123986 w 2314305"/>
                <a:gd name="connsiteY3" fmla="*/ 715708 h 715708"/>
                <a:gd name="connsiteX4" fmla="*/ 1156661 w 2314305"/>
                <a:gd name="connsiteY4" fmla="*/ 480632 h 715708"/>
                <a:gd name="connsiteX5" fmla="*/ 172995 w 2314305"/>
                <a:gd name="connsiteY5" fmla="*/ 685051 h 715708"/>
                <a:gd name="connsiteX6" fmla="*/ 0 w 2314305"/>
                <a:gd name="connsiteY6" fmla="*/ 232060 h 7157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314305" h="715708">
                  <a:moveTo>
                    <a:pt x="0" y="232060"/>
                  </a:moveTo>
                  <a:cubicBezTo>
                    <a:pt x="116349" y="135016"/>
                    <a:pt x="772966" y="-10150"/>
                    <a:pt x="1166388" y="561"/>
                  </a:cubicBezTo>
                  <a:cubicBezTo>
                    <a:pt x="1559810" y="11272"/>
                    <a:pt x="1962415" y="54514"/>
                    <a:pt x="2314305" y="250092"/>
                  </a:cubicBezTo>
                  <a:cubicBezTo>
                    <a:pt x="2236857" y="411910"/>
                    <a:pt x="2305049" y="284904"/>
                    <a:pt x="2123986" y="715708"/>
                  </a:cubicBezTo>
                  <a:cubicBezTo>
                    <a:pt x="2077752" y="646036"/>
                    <a:pt x="1616289" y="480632"/>
                    <a:pt x="1156661" y="480632"/>
                  </a:cubicBezTo>
                  <a:cubicBezTo>
                    <a:pt x="697033" y="480632"/>
                    <a:pt x="257593" y="589531"/>
                    <a:pt x="172995" y="685051"/>
                  </a:cubicBezTo>
                  <a:lnTo>
                    <a:pt x="0" y="232060"/>
                  </a:lnTo>
                  <a:close/>
                </a:path>
              </a:pathLst>
            </a:custGeom>
            <a:solidFill>
              <a:srgbClr val="0070C0"/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9" name="Block Arc 1">
              <a:extLst>
                <a:ext uri="{FF2B5EF4-FFF2-40B4-BE49-F238E27FC236}">
                  <a16:creationId xmlns:a16="http://schemas.microsoft.com/office/drawing/2014/main" id="{3C77D83F-254F-DBEC-51D2-87C4391EAB2C}"/>
                </a:ext>
              </a:extLst>
            </p:cNvPr>
            <p:cNvSpPr/>
            <p:nvPr/>
          </p:nvSpPr>
          <p:spPr>
            <a:xfrm rot="18602280">
              <a:off x="5465551" y="1431121"/>
              <a:ext cx="2314305" cy="715708"/>
            </a:xfrm>
            <a:custGeom>
              <a:avLst/>
              <a:gdLst>
                <a:gd name="connsiteX0" fmla="*/ 0 w 2391141"/>
                <a:gd name="connsiteY0" fmla="*/ 726679 h 1453358"/>
                <a:gd name="connsiteX1" fmla="*/ 1195571 w 2391141"/>
                <a:gd name="connsiteY1" fmla="*/ 0 h 1453358"/>
                <a:gd name="connsiteX2" fmla="*/ 2391142 w 2391141"/>
                <a:gd name="connsiteY2" fmla="*/ 726679 h 1453358"/>
                <a:gd name="connsiteX3" fmla="*/ 2027802 w 2391141"/>
                <a:gd name="connsiteY3" fmla="*/ 726679 h 1453358"/>
                <a:gd name="connsiteX4" fmla="*/ 1195571 w 2391141"/>
                <a:gd name="connsiteY4" fmla="*/ 363339 h 1453358"/>
                <a:gd name="connsiteX5" fmla="*/ 363340 w 2391141"/>
                <a:gd name="connsiteY5" fmla="*/ 726679 h 1453358"/>
                <a:gd name="connsiteX6" fmla="*/ 0 w 2391141"/>
                <a:gd name="connsiteY6" fmla="*/ 726679 h 1453358"/>
                <a:gd name="connsiteX0" fmla="*/ 0 w 2614878"/>
                <a:gd name="connsiteY0" fmla="*/ 727830 h 727830"/>
                <a:gd name="connsiteX1" fmla="*/ 1195571 w 2614878"/>
                <a:gd name="connsiteY1" fmla="*/ 1151 h 727830"/>
                <a:gd name="connsiteX2" fmla="*/ 2614878 w 2614878"/>
                <a:gd name="connsiteY2" fmla="*/ 611098 h 727830"/>
                <a:gd name="connsiteX3" fmla="*/ 2027802 w 2614878"/>
                <a:gd name="connsiteY3" fmla="*/ 727830 h 727830"/>
                <a:gd name="connsiteX4" fmla="*/ 1195571 w 2614878"/>
                <a:gd name="connsiteY4" fmla="*/ 364490 h 727830"/>
                <a:gd name="connsiteX5" fmla="*/ 363340 w 2614878"/>
                <a:gd name="connsiteY5" fmla="*/ 727830 h 727830"/>
                <a:gd name="connsiteX6" fmla="*/ 0 w 2614878"/>
                <a:gd name="connsiteY6" fmla="*/ 727830 h 727830"/>
                <a:gd name="connsiteX0" fmla="*/ 0 w 2614878"/>
                <a:gd name="connsiteY0" fmla="*/ 727830 h 727830"/>
                <a:gd name="connsiteX1" fmla="*/ 1195571 w 2614878"/>
                <a:gd name="connsiteY1" fmla="*/ 1151 h 727830"/>
                <a:gd name="connsiteX2" fmla="*/ 2614878 w 2614878"/>
                <a:gd name="connsiteY2" fmla="*/ 611098 h 727830"/>
                <a:gd name="connsiteX3" fmla="*/ 2251538 w 2614878"/>
                <a:gd name="connsiteY3" fmla="*/ 669464 h 727830"/>
                <a:gd name="connsiteX4" fmla="*/ 1195571 w 2614878"/>
                <a:gd name="connsiteY4" fmla="*/ 364490 h 727830"/>
                <a:gd name="connsiteX5" fmla="*/ 363340 w 2614878"/>
                <a:gd name="connsiteY5" fmla="*/ 727830 h 727830"/>
                <a:gd name="connsiteX6" fmla="*/ 0 w 2614878"/>
                <a:gd name="connsiteY6" fmla="*/ 727830 h 727830"/>
                <a:gd name="connsiteX0" fmla="*/ 0 w 2780249"/>
                <a:gd name="connsiteY0" fmla="*/ 590533 h 726720"/>
                <a:gd name="connsiteX1" fmla="*/ 1360942 w 2780249"/>
                <a:gd name="connsiteY1" fmla="*/ 41 h 726720"/>
                <a:gd name="connsiteX2" fmla="*/ 2780249 w 2780249"/>
                <a:gd name="connsiteY2" fmla="*/ 609988 h 726720"/>
                <a:gd name="connsiteX3" fmla="*/ 2416909 w 2780249"/>
                <a:gd name="connsiteY3" fmla="*/ 668354 h 726720"/>
                <a:gd name="connsiteX4" fmla="*/ 1360942 w 2780249"/>
                <a:gd name="connsiteY4" fmla="*/ 363380 h 726720"/>
                <a:gd name="connsiteX5" fmla="*/ 528711 w 2780249"/>
                <a:gd name="connsiteY5" fmla="*/ 726720 h 726720"/>
                <a:gd name="connsiteX6" fmla="*/ 0 w 2780249"/>
                <a:gd name="connsiteY6" fmla="*/ 590533 h 726720"/>
                <a:gd name="connsiteX0" fmla="*/ 0 w 2780249"/>
                <a:gd name="connsiteY0" fmla="*/ 590533 h 668354"/>
                <a:gd name="connsiteX1" fmla="*/ 1360942 w 2780249"/>
                <a:gd name="connsiteY1" fmla="*/ 41 h 668354"/>
                <a:gd name="connsiteX2" fmla="*/ 2780249 w 2780249"/>
                <a:gd name="connsiteY2" fmla="*/ 609988 h 668354"/>
                <a:gd name="connsiteX3" fmla="*/ 2416909 w 2780249"/>
                <a:gd name="connsiteY3" fmla="*/ 668354 h 668354"/>
                <a:gd name="connsiteX4" fmla="*/ 1360942 w 2780249"/>
                <a:gd name="connsiteY4" fmla="*/ 363380 h 668354"/>
                <a:gd name="connsiteX5" fmla="*/ 275792 w 2780249"/>
                <a:gd name="connsiteY5" fmla="*/ 639171 h 668354"/>
                <a:gd name="connsiteX6" fmla="*/ 0 w 2780249"/>
                <a:gd name="connsiteY6" fmla="*/ 590533 h 668354"/>
                <a:gd name="connsiteX0" fmla="*/ 0 w 2780249"/>
                <a:gd name="connsiteY0" fmla="*/ 590533 h 668354"/>
                <a:gd name="connsiteX1" fmla="*/ 1360942 w 2780249"/>
                <a:gd name="connsiteY1" fmla="*/ 41 h 668354"/>
                <a:gd name="connsiteX2" fmla="*/ 2780249 w 2780249"/>
                <a:gd name="connsiteY2" fmla="*/ 609988 h 668354"/>
                <a:gd name="connsiteX3" fmla="*/ 2416909 w 2780249"/>
                <a:gd name="connsiteY3" fmla="*/ 668354 h 668354"/>
                <a:gd name="connsiteX4" fmla="*/ 1351215 w 2780249"/>
                <a:gd name="connsiteY4" fmla="*/ 480112 h 668354"/>
                <a:gd name="connsiteX5" fmla="*/ 275792 w 2780249"/>
                <a:gd name="connsiteY5" fmla="*/ 639171 h 668354"/>
                <a:gd name="connsiteX6" fmla="*/ 0 w 2780249"/>
                <a:gd name="connsiteY6" fmla="*/ 590533 h 668354"/>
                <a:gd name="connsiteX0" fmla="*/ 0 w 2780249"/>
                <a:gd name="connsiteY0" fmla="*/ 590533 h 775358"/>
                <a:gd name="connsiteX1" fmla="*/ 1360942 w 2780249"/>
                <a:gd name="connsiteY1" fmla="*/ 41 h 775358"/>
                <a:gd name="connsiteX2" fmla="*/ 2780249 w 2780249"/>
                <a:gd name="connsiteY2" fmla="*/ 609988 h 775358"/>
                <a:gd name="connsiteX3" fmla="*/ 2329360 w 2780249"/>
                <a:gd name="connsiteY3" fmla="*/ 775358 h 775358"/>
                <a:gd name="connsiteX4" fmla="*/ 1351215 w 2780249"/>
                <a:gd name="connsiteY4" fmla="*/ 480112 h 775358"/>
                <a:gd name="connsiteX5" fmla="*/ 275792 w 2780249"/>
                <a:gd name="connsiteY5" fmla="*/ 639171 h 775358"/>
                <a:gd name="connsiteX6" fmla="*/ 0 w 2780249"/>
                <a:gd name="connsiteY6" fmla="*/ 590533 h 775358"/>
                <a:gd name="connsiteX0" fmla="*/ 0 w 2673245"/>
                <a:gd name="connsiteY0" fmla="*/ 600391 h 785216"/>
                <a:gd name="connsiteX1" fmla="*/ 1360942 w 2673245"/>
                <a:gd name="connsiteY1" fmla="*/ 9899 h 785216"/>
                <a:gd name="connsiteX2" fmla="*/ 2673245 w 2673245"/>
                <a:gd name="connsiteY2" fmla="*/ 405837 h 785216"/>
                <a:gd name="connsiteX3" fmla="*/ 2329360 w 2673245"/>
                <a:gd name="connsiteY3" fmla="*/ 785216 h 785216"/>
                <a:gd name="connsiteX4" fmla="*/ 1351215 w 2673245"/>
                <a:gd name="connsiteY4" fmla="*/ 489970 h 785216"/>
                <a:gd name="connsiteX5" fmla="*/ 275792 w 2673245"/>
                <a:gd name="connsiteY5" fmla="*/ 649029 h 785216"/>
                <a:gd name="connsiteX6" fmla="*/ 0 w 2673245"/>
                <a:gd name="connsiteY6" fmla="*/ 600391 h 785216"/>
                <a:gd name="connsiteX0" fmla="*/ 0 w 2673245"/>
                <a:gd name="connsiteY0" fmla="*/ 593348 h 778173"/>
                <a:gd name="connsiteX1" fmla="*/ 1360942 w 2673245"/>
                <a:gd name="connsiteY1" fmla="*/ 2856 h 778173"/>
                <a:gd name="connsiteX2" fmla="*/ 2673245 w 2673245"/>
                <a:gd name="connsiteY2" fmla="*/ 398794 h 778173"/>
                <a:gd name="connsiteX3" fmla="*/ 2329360 w 2673245"/>
                <a:gd name="connsiteY3" fmla="*/ 778173 h 778173"/>
                <a:gd name="connsiteX4" fmla="*/ 1351215 w 2673245"/>
                <a:gd name="connsiteY4" fmla="*/ 482927 h 778173"/>
                <a:gd name="connsiteX5" fmla="*/ 275792 w 2673245"/>
                <a:gd name="connsiteY5" fmla="*/ 641986 h 778173"/>
                <a:gd name="connsiteX6" fmla="*/ 0 w 2673245"/>
                <a:gd name="connsiteY6" fmla="*/ 593348 h 778173"/>
                <a:gd name="connsiteX0" fmla="*/ 0 w 2478691"/>
                <a:gd name="connsiteY0" fmla="*/ 293714 h 809279"/>
                <a:gd name="connsiteX1" fmla="*/ 1166388 w 2478691"/>
                <a:gd name="connsiteY1" fmla="*/ 33962 h 809279"/>
                <a:gd name="connsiteX2" fmla="*/ 2478691 w 2478691"/>
                <a:gd name="connsiteY2" fmla="*/ 429900 h 809279"/>
                <a:gd name="connsiteX3" fmla="*/ 2134806 w 2478691"/>
                <a:gd name="connsiteY3" fmla="*/ 809279 h 809279"/>
                <a:gd name="connsiteX4" fmla="*/ 1156661 w 2478691"/>
                <a:gd name="connsiteY4" fmla="*/ 514033 h 809279"/>
                <a:gd name="connsiteX5" fmla="*/ 81238 w 2478691"/>
                <a:gd name="connsiteY5" fmla="*/ 673092 h 809279"/>
                <a:gd name="connsiteX6" fmla="*/ 0 w 2478691"/>
                <a:gd name="connsiteY6" fmla="*/ 293714 h 809279"/>
                <a:gd name="connsiteX0" fmla="*/ 0 w 2478691"/>
                <a:gd name="connsiteY0" fmla="*/ 262275 h 777840"/>
                <a:gd name="connsiteX1" fmla="*/ 1166388 w 2478691"/>
                <a:gd name="connsiteY1" fmla="*/ 2523 h 777840"/>
                <a:gd name="connsiteX2" fmla="*/ 2478691 w 2478691"/>
                <a:gd name="connsiteY2" fmla="*/ 398461 h 777840"/>
                <a:gd name="connsiteX3" fmla="*/ 2134806 w 2478691"/>
                <a:gd name="connsiteY3" fmla="*/ 777840 h 777840"/>
                <a:gd name="connsiteX4" fmla="*/ 1156661 w 2478691"/>
                <a:gd name="connsiteY4" fmla="*/ 482594 h 777840"/>
                <a:gd name="connsiteX5" fmla="*/ 81238 w 2478691"/>
                <a:gd name="connsiteY5" fmla="*/ 641653 h 777840"/>
                <a:gd name="connsiteX6" fmla="*/ 0 w 2478691"/>
                <a:gd name="connsiteY6" fmla="*/ 262275 h 777840"/>
                <a:gd name="connsiteX0" fmla="*/ 0 w 2478691"/>
                <a:gd name="connsiteY0" fmla="*/ 262275 h 777841"/>
                <a:gd name="connsiteX1" fmla="*/ 1166388 w 2478691"/>
                <a:gd name="connsiteY1" fmla="*/ 2523 h 777841"/>
                <a:gd name="connsiteX2" fmla="*/ 2478691 w 2478691"/>
                <a:gd name="connsiteY2" fmla="*/ 398461 h 777841"/>
                <a:gd name="connsiteX3" fmla="*/ 2134806 w 2478691"/>
                <a:gd name="connsiteY3" fmla="*/ 777840 h 777841"/>
                <a:gd name="connsiteX4" fmla="*/ 1156661 w 2478691"/>
                <a:gd name="connsiteY4" fmla="*/ 482594 h 777841"/>
                <a:gd name="connsiteX5" fmla="*/ 178515 w 2478691"/>
                <a:gd name="connsiteY5" fmla="*/ 777841 h 777841"/>
                <a:gd name="connsiteX6" fmla="*/ 0 w 2478691"/>
                <a:gd name="connsiteY6" fmla="*/ 262275 h 777841"/>
                <a:gd name="connsiteX0" fmla="*/ 0 w 2478691"/>
                <a:gd name="connsiteY0" fmla="*/ 262275 h 777840"/>
                <a:gd name="connsiteX1" fmla="*/ 1166388 w 2478691"/>
                <a:gd name="connsiteY1" fmla="*/ 2523 h 777840"/>
                <a:gd name="connsiteX2" fmla="*/ 2478691 w 2478691"/>
                <a:gd name="connsiteY2" fmla="*/ 398461 h 777840"/>
                <a:gd name="connsiteX3" fmla="*/ 2134806 w 2478691"/>
                <a:gd name="connsiteY3" fmla="*/ 777840 h 777840"/>
                <a:gd name="connsiteX4" fmla="*/ 1156661 w 2478691"/>
                <a:gd name="connsiteY4" fmla="*/ 482594 h 777840"/>
                <a:gd name="connsiteX5" fmla="*/ 139604 w 2478691"/>
                <a:gd name="connsiteY5" fmla="*/ 748658 h 777840"/>
                <a:gd name="connsiteX6" fmla="*/ 0 w 2478691"/>
                <a:gd name="connsiteY6" fmla="*/ 262275 h 777840"/>
                <a:gd name="connsiteX0" fmla="*/ 0 w 2478691"/>
                <a:gd name="connsiteY0" fmla="*/ 262275 h 777840"/>
                <a:gd name="connsiteX1" fmla="*/ 1166388 w 2478691"/>
                <a:gd name="connsiteY1" fmla="*/ 2523 h 777840"/>
                <a:gd name="connsiteX2" fmla="*/ 2478691 w 2478691"/>
                <a:gd name="connsiteY2" fmla="*/ 398461 h 777840"/>
                <a:gd name="connsiteX3" fmla="*/ 2134806 w 2478691"/>
                <a:gd name="connsiteY3" fmla="*/ 777840 h 777840"/>
                <a:gd name="connsiteX4" fmla="*/ 1156661 w 2478691"/>
                <a:gd name="connsiteY4" fmla="*/ 482594 h 777840"/>
                <a:gd name="connsiteX5" fmla="*/ 139604 w 2478691"/>
                <a:gd name="connsiteY5" fmla="*/ 748658 h 777840"/>
                <a:gd name="connsiteX6" fmla="*/ 0 w 2478691"/>
                <a:gd name="connsiteY6" fmla="*/ 262275 h 777840"/>
                <a:gd name="connsiteX0" fmla="*/ 0 w 2478691"/>
                <a:gd name="connsiteY0" fmla="*/ 262275 h 797295"/>
                <a:gd name="connsiteX1" fmla="*/ 1166388 w 2478691"/>
                <a:gd name="connsiteY1" fmla="*/ 2523 h 797295"/>
                <a:gd name="connsiteX2" fmla="*/ 2478691 w 2478691"/>
                <a:gd name="connsiteY2" fmla="*/ 398461 h 797295"/>
                <a:gd name="connsiteX3" fmla="*/ 2144534 w 2478691"/>
                <a:gd name="connsiteY3" fmla="*/ 797295 h 797295"/>
                <a:gd name="connsiteX4" fmla="*/ 1156661 w 2478691"/>
                <a:gd name="connsiteY4" fmla="*/ 482594 h 797295"/>
                <a:gd name="connsiteX5" fmla="*/ 139604 w 2478691"/>
                <a:gd name="connsiteY5" fmla="*/ 748658 h 797295"/>
                <a:gd name="connsiteX6" fmla="*/ 0 w 2478691"/>
                <a:gd name="connsiteY6" fmla="*/ 262275 h 797295"/>
                <a:gd name="connsiteX0" fmla="*/ 0 w 2478691"/>
                <a:gd name="connsiteY0" fmla="*/ 262275 h 797295"/>
                <a:gd name="connsiteX1" fmla="*/ 1166388 w 2478691"/>
                <a:gd name="connsiteY1" fmla="*/ 2523 h 797295"/>
                <a:gd name="connsiteX2" fmla="*/ 2478691 w 2478691"/>
                <a:gd name="connsiteY2" fmla="*/ 398461 h 797295"/>
                <a:gd name="connsiteX3" fmla="*/ 2144534 w 2478691"/>
                <a:gd name="connsiteY3" fmla="*/ 797295 h 797295"/>
                <a:gd name="connsiteX4" fmla="*/ 1156661 w 2478691"/>
                <a:gd name="connsiteY4" fmla="*/ 482594 h 797295"/>
                <a:gd name="connsiteX5" fmla="*/ 139604 w 2478691"/>
                <a:gd name="connsiteY5" fmla="*/ 748658 h 797295"/>
                <a:gd name="connsiteX6" fmla="*/ 0 w 2478691"/>
                <a:gd name="connsiteY6" fmla="*/ 262275 h 797295"/>
                <a:gd name="connsiteX0" fmla="*/ 0 w 2309168"/>
                <a:gd name="connsiteY0" fmla="*/ 259772 h 794792"/>
                <a:gd name="connsiteX1" fmla="*/ 1166388 w 2309168"/>
                <a:gd name="connsiteY1" fmla="*/ 20 h 794792"/>
                <a:gd name="connsiteX2" fmla="*/ 2309168 w 2309168"/>
                <a:gd name="connsiteY2" fmla="*/ 270099 h 794792"/>
                <a:gd name="connsiteX3" fmla="*/ 2144534 w 2309168"/>
                <a:gd name="connsiteY3" fmla="*/ 794792 h 794792"/>
                <a:gd name="connsiteX4" fmla="*/ 1156661 w 2309168"/>
                <a:gd name="connsiteY4" fmla="*/ 480091 h 794792"/>
                <a:gd name="connsiteX5" fmla="*/ 139604 w 2309168"/>
                <a:gd name="connsiteY5" fmla="*/ 746155 h 794792"/>
                <a:gd name="connsiteX6" fmla="*/ 0 w 2309168"/>
                <a:gd name="connsiteY6" fmla="*/ 259772 h 794792"/>
                <a:gd name="connsiteX0" fmla="*/ 0 w 2309168"/>
                <a:gd name="connsiteY0" fmla="*/ 259772 h 794792"/>
                <a:gd name="connsiteX1" fmla="*/ 1166388 w 2309168"/>
                <a:gd name="connsiteY1" fmla="*/ 20 h 794792"/>
                <a:gd name="connsiteX2" fmla="*/ 2309168 w 2309168"/>
                <a:gd name="connsiteY2" fmla="*/ 270099 h 794792"/>
                <a:gd name="connsiteX3" fmla="*/ 2144534 w 2309168"/>
                <a:gd name="connsiteY3" fmla="*/ 794792 h 794792"/>
                <a:gd name="connsiteX4" fmla="*/ 1156661 w 2309168"/>
                <a:gd name="connsiteY4" fmla="*/ 480091 h 794792"/>
                <a:gd name="connsiteX5" fmla="*/ 139604 w 2309168"/>
                <a:gd name="connsiteY5" fmla="*/ 746155 h 794792"/>
                <a:gd name="connsiteX6" fmla="*/ 0 w 2309168"/>
                <a:gd name="connsiteY6" fmla="*/ 259772 h 794792"/>
                <a:gd name="connsiteX0" fmla="*/ 0 w 2309168"/>
                <a:gd name="connsiteY0" fmla="*/ 259772 h 746155"/>
                <a:gd name="connsiteX1" fmla="*/ 1166388 w 2309168"/>
                <a:gd name="connsiteY1" fmla="*/ 20 h 746155"/>
                <a:gd name="connsiteX2" fmla="*/ 2309168 w 2309168"/>
                <a:gd name="connsiteY2" fmla="*/ 270099 h 746155"/>
                <a:gd name="connsiteX3" fmla="*/ 2121417 w 2309168"/>
                <a:gd name="connsiteY3" fmla="*/ 707462 h 746155"/>
                <a:gd name="connsiteX4" fmla="*/ 1156661 w 2309168"/>
                <a:gd name="connsiteY4" fmla="*/ 480091 h 746155"/>
                <a:gd name="connsiteX5" fmla="*/ 139604 w 2309168"/>
                <a:gd name="connsiteY5" fmla="*/ 746155 h 746155"/>
                <a:gd name="connsiteX6" fmla="*/ 0 w 2309168"/>
                <a:gd name="connsiteY6" fmla="*/ 259772 h 746155"/>
                <a:gd name="connsiteX0" fmla="*/ 0 w 2309168"/>
                <a:gd name="connsiteY0" fmla="*/ 259772 h 746155"/>
                <a:gd name="connsiteX1" fmla="*/ 1166388 w 2309168"/>
                <a:gd name="connsiteY1" fmla="*/ 20 h 746155"/>
                <a:gd name="connsiteX2" fmla="*/ 2309168 w 2309168"/>
                <a:gd name="connsiteY2" fmla="*/ 270099 h 746155"/>
                <a:gd name="connsiteX3" fmla="*/ 2121417 w 2309168"/>
                <a:gd name="connsiteY3" fmla="*/ 707462 h 746155"/>
                <a:gd name="connsiteX4" fmla="*/ 1156661 w 2309168"/>
                <a:gd name="connsiteY4" fmla="*/ 480091 h 746155"/>
                <a:gd name="connsiteX5" fmla="*/ 139604 w 2309168"/>
                <a:gd name="connsiteY5" fmla="*/ 746155 h 746155"/>
                <a:gd name="connsiteX6" fmla="*/ 0 w 2309168"/>
                <a:gd name="connsiteY6" fmla="*/ 259772 h 746155"/>
                <a:gd name="connsiteX0" fmla="*/ 0 w 2309168"/>
                <a:gd name="connsiteY0" fmla="*/ 226793 h 746567"/>
                <a:gd name="connsiteX1" fmla="*/ 1166388 w 2309168"/>
                <a:gd name="connsiteY1" fmla="*/ 432 h 746567"/>
                <a:gd name="connsiteX2" fmla="*/ 2309168 w 2309168"/>
                <a:gd name="connsiteY2" fmla="*/ 270511 h 746567"/>
                <a:gd name="connsiteX3" fmla="*/ 2121417 w 2309168"/>
                <a:gd name="connsiteY3" fmla="*/ 707874 h 746567"/>
                <a:gd name="connsiteX4" fmla="*/ 1156661 w 2309168"/>
                <a:gd name="connsiteY4" fmla="*/ 480503 h 746567"/>
                <a:gd name="connsiteX5" fmla="*/ 139604 w 2309168"/>
                <a:gd name="connsiteY5" fmla="*/ 746567 h 746567"/>
                <a:gd name="connsiteX6" fmla="*/ 0 w 2309168"/>
                <a:gd name="connsiteY6" fmla="*/ 226793 h 746567"/>
                <a:gd name="connsiteX0" fmla="*/ 0 w 2309168"/>
                <a:gd name="connsiteY0" fmla="*/ 226663 h 746437"/>
                <a:gd name="connsiteX1" fmla="*/ 1166388 w 2309168"/>
                <a:gd name="connsiteY1" fmla="*/ 302 h 746437"/>
                <a:gd name="connsiteX2" fmla="*/ 2309168 w 2309168"/>
                <a:gd name="connsiteY2" fmla="*/ 270381 h 746437"/>
                <a:gd name="connsiteX3" fmla="*/ 2121417 w 2309168"/>
                <a:gd name="connsiteY3" fmla="*/ 707744 h 746437"/>
                <a:gd name="connsiteX4" fmla="*/ 1156661 w 2309168"/>
                <a:gd name="connsiteY4" fmla="*/ 480373 h 746437"/>
                <a:gd name="connsiteX5" fmla="*/ 139604 w 2309168"/>
                <a:gd name="connsiteY5" fmla="*/ 746437 h 746437"/>
                <a:gd name="connsiteX6" fmla="*/ 0 w 2309168"/>
                <a:gd name="connsiteY6" fmla="*/ 226663 h 746437"/>
                <a:gd name="connsiteX0" fmla="*/ 0 w 2309168"/>
                <a:gd name="connsiteY0" fmla="*/ 226614 h 746388"/>
                <a:gd name="connsiteX1" fmla="*/ 1166388 w 2309168"/>
                <a:gd name="connsiteY1" fmla="*/ 253 h 746388"/>
                <a:gd name="connsiteX2" fmla="*/ 2309168 w 2309168"/>
                <a:gd name="connsiteY2" fmla="*/ 270332 h 746388"/>
                <a:gd name="connsiteX3" fmla="*/ 2121417 w 2309168"/>
                <a:gd name="connsiteY3" fmla="*/ 707695 h 746388"/>
                <a:gd name="connsiteX4" fmla="*/ 1156661 w 2309168"/>
                <a:gd name="connsiteY4" fmla="*/ 480324 h 746388"/>
                <a:gd name="connsiteX5" fmla="*/ 139604 w 2309168"/>
                <a:gd name="connsiteY5" fmla="*/ 746388 h 746388"/>
                <a:gd name="connsiteX6" fmla="*/ 0 w 2309168"/>
                <a:gd name="connsiteY6" fmla="*/ 226614 h 746388"/>
                <a:gd name="connsiteX0" fmla="*/ 0 w 2309168"/>
                <a:gd name="connsiteY0" fmla="*/ 231692 h 746328"/>
                <a:gd name="connsiteX1" fmla="*/ 1166388 w 2309168"/>
                <a:gd name="connsiteY1" fmla="*/ 193 h 746328"/>
                <a:gd name="connsiteX2" fmla="*/ 2309168 w 2309168"/>
                <a:gd name="connsiteY2" fmla="*/ 270272 h 746328"/>
                <a:gd name="connsiteX3" fmla="*/ 2121417 w 2309168"/>
                <a:gd name="connsiteY3" fmla="*/ 707635 h 746328"/>
                <a:gd name="connsiteX4" fmla="*/ 1156661 w 2309168"/>
                <a:gd name="connsiteY4" fmla="*/ 480264 h 746328"/>
                <a:gd name="connsiteX5" fmla="*/ 139604 w 2309168"/>
                <a:gd name="connsiteY5" fmla="*/ 746328 h 746328"/>
                <a:gd name="connsiteX6" fmla="*/ 0 w 2309168"/>
                <a:gd name="connsiteY6" fmla="*/ 231692 h 746328"/>
                <a:gd name="connsiteX0" fmla="*/ 0 w 2309168"/>
                <a:gd name="connsiteY0" fmla="*/ 231692 h 707635"/>
                <a:gd name="connsiteX1" fmla="*/ 1166388 w 2309168"/>
                <a:gd name="connsiteY1" fmla="*/ 193 h 707635"/>
                <a:gd name="connsiteX2" fmla="*/ 2309168 w 2309168"/>
                <a:gd name="connsiteY2" fmla="*/ 270272 h 707635"/>
                <a:gd name="connsiteX3" fmla="*/ 2121417 w 2309168"/>
                <a:gd name="connsiteY3" fmla="*/ 707635 h 707635"/>
                <a:gd name="connsiteX4" fmla="*/ 1156661 w 2309168"/>
                <a:gd name="connsiteY4" fmla="*/ 480264 h 707635"/>
                <a:gd name="connsiteX5" fmla="*/ 172995 w 2309168"/>
                <a:gd name="connsiteY5" fmla="*/ 684683 h 707635"/>
                <a:gd name="connsiteX6" fmla="*/ 0 w 2309168"/>
                <a:gd name="connsiteY6" fmla="*/ 231692 h 707635"/>
                <a:gd name="connsiteX0" fmla="*/ 0 w 2309168"/>
                <a:gd name="connsiteY0" fmla="*/ 231692 h 707635"/>
                <a:gd name="connsiteX1" fmla="*/ 1166388 w 2309168"/>
                <a:gd name="connsiteY1" fmla="*/ 193 h 707635"/>
                <a:gd name="connsiteX2" fmla="*/ 2309168 w 2309168"/>
                <a:gd name="connsiteY2" fmla="*/ 270272 h 707635"/>
                <a:gd name="connsiteX3" fmla="*/ 2121417 w 2309168"/>
                <a:gd name="connsiteY3" fmla="*/ 707635 h 707635"/>
                <a:gd name="connsiteX4" fmla="*/ 1156661 w 2309168"/>
                <a:gd name="connsiteY4" fmla="*/ 480264 h 707635"/>
                <a:gd name="connsiteX5" fmla="*/ 172995 w 2309168"/>
                <a:gd name="connsiteY5" fmla="*/ 684683 h 707635"/>
                <a:gd name="connsiteX6" fmla="*/ 0 w 2309168"/>
                <a:gd name="connsiteY6" fmla="*/ 231692 h 707635"/>
                <a:gd name="connsiteX0" fmla="*/ 0 w 2309168"/>
                <a:gd name="connsiteY0" fmla="*/ 231692 h 715340"/>
                <a:gd name="connsiteX1" fmla="*/ 1166388 w 2309168"/>
                <a:gd name="connsiteY1" fmla="*/ 193 h 715340"/>
                <a:gd name="connsiteX2" fmla="*/ 2309168 w 2309168"/>
                <a:gd name="connsiteY2" fmla="*/ 270272 h 715340"/>
                <a:gd name="connsiteX3" fmla="*/ 2123986 w 2309168"/>
                <a:gd name="connsiteY3" fmla="*/ 715340 h 715340"/>
                <a:gd name="connsiteX4" fmla="*/ 1156661 w 2309168"/>
                <a:gd name="connsiteY4" fmla="*/ 480264 h 715340"/>
                <a:gd name="connsiteX5" fmla="*/ 172995 w 2309168"/>
                <a:gd name="connsiteY5" fmla="*/ 684683 h 715340"/>
                <a:gd name="connsiteX6" fmla="*/ 0 w 2309168"/>
                <a:gd name="connsiteY6" fmla="*/ 231692 h 715340"/>
                <a:gd name="connsiteX0" fmla="*/ 0 w 2309168"/>
                <a:gd name="connsiteY0" fmla="*/ 231692 h 715340"/>
                <a:gd name="connsiteX1" fmla="*/ 1166388 w 2309168"/>
                <a:gd name="connsiteY1" fmla="*/ 193 h 715340"/>
                <a:gd name="connsiteX2" fmla="*/ 2309168 w 2309168"/>
                <a:gd name="connsiteY2" fmla="*/ 270272 h 715340"/>
                <a:gd name="connsiteX3" fmla="*/ 2123986 w 2309168"/>
                <a:gd name="connsiteY3" fmla="*/ 715340 h 715340"/>
                <a:gd name="connsiteX4" fmla="*/ 1156661 w 2309168"/>
                <a:gd name="connsiteY4" fmla="*/ 480264 h 715340"/>
                <a:gd name="connsiteX5" fmla="*/ 172995 w 2309168"/>
                <a:gd name="connsiteY5" fmla="*/ 684683 h 715340"/>
                <a:gd name="connsiteX6" fmla="*/ 0 w 2309168"/>
                <a:gd name="connsiteY6" fmla="*/ 231692 h 715340"/>
                <a:gd name="connsiteX0" fmla="*/ 0 w 2309168"/>
                <a:gd name="connsiteY0" fmla="*/ 231692 h 715340"/>
                <a:gd name="connsiteX1" fmla="*/ 1166388 w 2309168"/>
                <a:gd name="connsiteY1" fmla="*/ 193 h 715340"/>
                <a:gd name="connsiteX2" fmla="*/ 2309168 w 2309168"/>
                <a:gd name="connsiteY2" fmla="*/ 270272 h 715340"/>
                <a:gd name="connsiteX3" fmla="*/ 2123986 w 2309168"/>
                <a:gd name="connsiteY3" fmla="*/ 715340 h 715340"/>
                <a:gd name="connsiteX4" fmla="*/ 1156661 w 2309168"/>
                <a:gd name="connsiteY4" fmla="*/ 480264 h 715340"/>
                <a:gd name="connsiteX5" fmla="*/ 172995 w 2309168"/>
                <a:gd name="connsiteY5" fmla="*/ 684683 h 715340"/>
                <a:gd name="connsiteX6" fmla="*/ 0 w 2309168"/>
                <a:gd name="connsiteY6" fmla="*/ 231692 h 715340"/>
                <a:gd name="connsiteX0" fmla="*/ 0 w 2314305"/>
                <a:gd name="connsiteY0" fmla="*/ 231543 h 715191"/>
                <a:gd name="connsiteX1" fmla="*/ 1166388 w 2314305"/>
                <a:gd name="connsiteY1" fmla="*/ 44 h 715191"/>
                <a:gd name="connsiteX2" fmla="*/ 2314305 w 2314305"/>
                <a:gd name="connsiteY2" fmla="*/ 249575 h 715191"/>
                <a:gd name="connsiteX3" fmla="*/ 2123986 w 2314305"/>
                <a:gd name="connsiteY3" fmla="*/ 715191 h 715191"/>
                <a:gd name="connsiteX4" fmla="*/ 1156661 w 2314305"/>
                <a:gd name="connsiteY4" fmla="*/ 480115 h 715191"/>
                <a:gd name="connsiteX5" fmla="*/ 172995 w 2314305"/>
                <a:gd name="connsiteY5" fmla="*/ 684534 h 715191"/>
                <a:gd name="connsiteX6" fmla="*/ 0 w 2314305"/>
                <a:gd name="connsiteY6" fmla="*/ 231543 h 715191"/>
                <a:gd name="connsiteX0" fmla="*/ 0 w 2314305"/>
                <a:gd name="connsiteY0" fmla="*/ 231543 h 715191"/>
                <a:gd name="connsiteX1" fmla="*/ 1166388 w 2314305"/>
                <a:gd name="connsiteY1" fmla="*/ 44 h 715191"/>
                <a:gd name="connsiteX2" fmla="*/ 2314305 w 2314305"/>
                <a:gd name="connsiteY2" fmla="*/ 249575 h 715191"/>
                <a:gd name="connsiteX3" fmla="*/ 2123986 w 2314305"/>
                <a:gd name="connsiteY3" fmla="*/ 715191 h 715191"/>
                <a:gd name="connsiteX4" fmla="*/ 1156661 w 2314305"/>
                <a:gd name="connsiteY4" fmla="*/ 480115 h 715191"/>
                <a:gd name="connsiteX5" fmla="*/ 172995 w 2314305"/>
                <a:gd name="connsiteY5" fmla="*/ 684534 h 715191"/>
                <a:gd name="connsiteX6" fmla="*/ 0 w 2314305"/>
                <a:gd name="connsiteY6" fmla="*/ 231543 h 715191"/>
                <a:gd name="connsiteX0" fmla="*/ 0 w 2314305"/>
                <a:gd name="connsiteY0" fmla="*/ 231550 h 715198"/>
                <a:gd name="connsiteX1" fmla="*/ 1166388 w 2314305"/>
                <a:gd name="connsiteY1" fmla="*/ 51 h 715198"/>
                <a:gd name="connsiteX2" fmla="*/ 2314305 w 2314305"/>
                <a:gd name="connsiteY2" fmla="*/ 249582 h 715198"/>
                <a:gd name="connsiteX3" fmla="*/ 2123986 w 2314305"/>
                <a:gd name="connsiteY3" fmla="*/ 715198 h 715198"/>
                <a:gd name="connsiteX4" fmla="*/ 1156661 w 2314305"/>
                <a:gd name="connsiteY4" fmla="*/ 480122 h 715198"/>
                <a:gd name="connsiteX5" fmla="*/ 172995 w 2314305"/>
                <a:gd name="connsiteY5" fmla="*/ 684541 h 715198"/>
                <a:gd name="connsiteX6" fmla="*/ 0 w 2314305"/>
                <a:gd name="connsiteY6" fmla="*/ 231550 h 715198"/>
                <a:gd name="connsiteX0" fmla="*/ 0 w 2314305"/>
                <a:gd name="connsiteY0" fmla="*/ 233092 h 716740"/>
                <a:gd name="connsiteX1" fmla="*/ 1166388 w 2314305"/>
                <a:gd name="connsiteY1" fmla="*/ 1593 h 716740"/>
                <a:gd name="connsiteX2" fmla="*/ 2314305 w 2314305"/>
                <a:gd name="connsiteY2" fmla="*/ 251124 h 716740"/>
                <a:gd name="connsiteX3" fmla="*/ 2123986 w 2314305"/>
                <a:gd name="connsiteY3" fmla="*/ 716740 h 716740"/>
                <a:gd name="connsiteX4" fmla="*/ 1156661 w 2314305"/>
                <a:gd name="connsiteY4" fmla="*/ 481664 h 716740"/>
                <a:gd name="connsiteX5" fmla="*/ 172995 w 2314305"/>
                <a:gd name="connsiteY5" fmla="*/ 686083 h 716740"/>
                <a:gd name="connsiteX6" fmla="*/ 0 w 2314305"/>
                <a:gd name="connsiteY6" fmla="*/ 233092 h 716740"/>
                <a:gd name="connsiteX0" fmla="*/ 0 w 2314305"/>
                <a:gd name="connsiteY0" fmla="*/ 231523 h 715171"/>
                <a:gd name="connsiteX1" fmla="*/ 1166388 w 2314305"/>
                <a:gd name="connsiteY1" fmla="*/ 24 h 715171"/>
                <a:gd name="connsiteX2" fmla="*/ 2314305 w 2314305"/>
                <a:gd name="connsiteY2" fmla="*/ 249555 h 715171"/>
                <a:gd name="connsiteX3" fmla="*/ 2123986 w 2314305"/>
                <a:gd name="connsiteY3" fmla="*/ 715171 h 715171"/>
                <a:gd name="connsiteX4" fmla="*/ 1156661 w 2314305"/>
                <a:gd name="connsiteY4" fmla="*/ 480095 h 715171"/>
                <a:gd name="connsiteX5" fmla="*/ 172995 w 2314305"/>
                <a:gd name="connsiteY5" fmla="*/ 684514 h 715171"/>
                <a:gd name="connsiteX6" fmla="*/ 0 w 2314305"/>
                <a:gd name="connsiteY6" fmla="*/ 231523 h 715171"/>
                <a:gd name="connsiteX0" fmla="*/ 0 w 2314305"/>
                <a:gd name="connsiteY0" fmla="*/ 231550 h 715198"/>
                <a:gd name="connsiteX1" fmla="*/ 1166388 w 2314305"/>
                <a:gd name="connsiteY1" fmla="*/ 51 h 715198"/>
                <a:gd name="connsiteX2" fmla="*/ 2314305 w 2314305"/>
                <a:gd name="connsiteY2" fmla="*/ 249582 h 715198"/>
                <a:gd name="connsiteX3" fmla="*/ 2123986 w 2314305"/>
                <a:gd name="connsiteY3" fmla="*/ 715198 h 715198"/>
                <a:gd name="connsiteX4" fmla="*/ 1156661 w 2314305"/>
                <a:gd name="connsiteY4" fmla="*/ 480122 h 715198"/>
                <a:gd name="connsiteX5" fmla="*/ 172995 w 2314305"/>
                <a:gd name="connsiteY5" fmla="*/ 684541 h 715198"/>
                <a:gd name="connsiteX6" fmla="*/ 0 w 2314305"/>
                <a:gd name="connsiteY6" fmla="*/ 231550 h 715198"/>
                <a:gd name="connsiteX0" fmla="*/ 0 w 2314305"/>
                <a:gd name="connsiteY0" fmla="*/ 232088 h 715736"/>
                <a:gd name="connsiteX1" fmla="*/ 1166388 w 2314305"/>
                <a:gd name="connsiteY1" fmla="*/ 589 h 715736"/>
                <a:gd name="connsiteX2" fmla="*/ 2314305 w 2314305"/>
                <a:gd name="connsiteY2" fmla="*/ 250120 h 715736"/>
                <a:gd name="connsiteX3" fmla="*/ 2123986 w 2314305"/>
                <a:gd name="connsiteY3" fmla="*/ 715736 h 715736"/>
                <a:gd name="connsiteX4" fmla="*/ 1156661 w 2314305"/>
                <a:gd name="connsiteY4" fmla="*/ 480660 h 715736"/>
                <a:gd name="connsiteX5" fmla="*/ 172995 w 2314305"/>
                <a:gd name="connsiteY5" fmla="*/ 685079 h 715736"/>
                <a:gd name="connsiteX6" fmla="*/ 0 w 2314305"/>
                <a:gd name="connsiteY6" fmla="*/ 232088 h 715736"/>
                <a:gd name="connsiteX0" fmla="*/ 0 w 2314305"/>
                <a:gd name="connsiteY0" fmla="*/ 232088 h 715736"/>
                <a:gd name="connsiteX1" fmla="*/ 1166388 w 2314305"/>
                <a:gd name="connsiteY1" fmla="*/ 589 h 715736"/>
                <a:gd name="connsiteX2" fmla="*/ 2314305 w 2314305"/>
                <a:gd name="connsiteY2" fmla="*/ 250120 h 715736"/>
                <a:gd name="connsiteX3" fmla="*/ 2123986 w 2314305"/>
                <a:gd name="connsiteY3" fmla="*/ 715736 h 715736"/>
                <a:gd name="connsiteX4" fmla="*/ 1156661 w 2314305"/>
                <a:gd name="connsiteY4" fmla="*/ 480660 h 715736"/>
                <a:gd name="connsiteX5" fmla="*/ 172995 w 2314305"/>
                <a:gd name="connsiteY5" fmla="*/ 685079 h 715736"/>
                <a:gd name="connsiteX6" fmla="*/ 0 w 2314305"/>
                <a:gd name="connsiteY6" fmla="*/ 232088 h 715736"/>
                <a:gd name="connsiteX0" fmla="*/ 0 w 2314305"/>
                <a:gd name="connsiteY0" fmla="*/ 232088 h 715736"/>
                <a:gd name="connsiteX1" fmla="*/ 1166388 w 2314305"/>
                <a:gd name="connsiteY1" fmla="*/ 589 h 715736"/>
                <a:gd name="connsiteX2" fmla="*/ 2314305 w 2314305"/>
                <a:gd name="connsiteY2" fmla="*/ 250120 h 715736"/>
                <a:gd name="connsiteX3" fmla="*/ 2123986 w 2314305"/>
                <a:gd name="connsiteY3" fmla="*/ 715736 h 715736"/>
                <a:gd name="connsiteX4" fmla="*/ 1156661 w 2314305"/>
                <a:gd name="connsiteY4" fmla="*/ 480660 h 715736"/>
                <a:gd name="connsiteX5" fmla="*/ 172995 w 2314305"/>
                <a:gd name="connsiteY5" fmla="*/ 685079 h 715736"/>
                <a:gd name="connsiteX6" fmla="*/ 0 w 2314305"/>
                <a:gd name="connsiteY6" fmla="*/ 232088 h 715736"/>
                <a:gd name="connsiteX0" fmla="*/ 0 w 2314305"/>
                <a:gd name="connsiteY0" fmla="*/ 232060 h 715708"/>
                <a:gd name="connsiteX1" fmla="*/ 1166388 w 2314305"/>
                <a:gd name="connsiteY1" fmla="*/ 561 h 715708"/>
                <a:gd name="connsiteX2" fmla="*/ 2314305 w 2314305"/>
                <a:gd name="connsiteY2" fmla="*/ 250092 h 715708"/>
                <a:gd name="connsiteX3" fmla="*/ 2123986 w 2314305"/>
                <a:gd name="connsiteY3" fmla="*/ 715708 h 715708"/>
                <a:gd name="connsiteX4" fmla="*/ 1156661 w 2314305"/>
                <a:gd name="connsiteY4" fmla="*/ 480632 h 715708"/>
                <a:gd name="connsiteX5" fmla="*/ 172995 w 2314305"/>
                <a:gd name="connsiteY5" fmla="*/ 685051 h 715708"/>
                <a:gd name="connsiteX6" fmla="*/ 0 w 2314305"/>
                <a:gd name="connsiteY6" fmla="*/ 232060 h 7157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314305" h="715708">
                  <a:moveTo>
                    <a:pt x="0" y="232060"/>
                  </a:moveTo>
                  <a:cubicBezTo>
                    <a:pt x="116349" y="135016"/>
                    <a:pt x="772966" y="-10150"/>
                    <a:pt x="1166388" y="561"/>
                  </a:cubicBezTo>
                  <a:cubicBezTo>
                    <a:pt x="1559810" y="11272"/>
                    <a:pt x="1962415" y="54514"/>
                    <a:pt x="2314305" y="250092"/>
                  </a:cubicBezTo>
                  <a:cubicBezTo>
                    <a:pt x="2236857" y="411910"/>
                    <a:pt x="2305049" y="284904"/>
                    <a:pt x="2123986" y="715708"/>
                  </a:cubicBezTo>
                  <a:cubicBezTo>
                    <a:pt x="2077752" y="646036"/>
                    <a:pt x="1616289" y="480632"/>
                    <a:pt x="1156661" y="480632"/>
                  </a:cubicBezTo>
                  <a:cubicBezTo>
                    <a:pt x="697033" y="480632"/>
                    <a:pt x="257593" y="589531"/>
                    <a:pt x="172995" y="685051"/>
                  </a:cubicBezTo>
                  <a:lnTo>
                    <a:pt x="0" y="232060"/>
                  </a:lnTo>
                  <a:close/>
                </a:path>
              </a:pathLst>
            </a:custGeom>
            <a:solidFill>
              <a:srgbClr val="252260"/>
            </a:solidFill>
            <a:ln>
              <a:solidFill>
                <a:srgbClr val="2522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5594E8DC-702B-657E-6573-5EDA963C5D49}"/>
                </a:ext>
              </a:extLst>
            </p:cNvPr>
            <p:cNvSpPr txBox="1"/>
            <p:nvPr/>
          </p:nvSpPr>
          <p:spPr>
            <a:xfrm rot="2976467">
              <a:off x="9461974" y="1744448"/>
              <a:ext cx="1841899" cy="638175"/>
            </a:xfrm>
            <a:prstGeom prst="rect">
              <a:avLst/>
            </a:prstGeom>
            <a:noFill/>
          </p:spPr>
          <p:txBody>
            <a:bodyPr wrap="square" rtlCol="0">
              <a:prstTxWarp prst="textArchUp">
                <a:avLst>
                  <a:gd name="adj" fmla="val 11053946"/>
                </a:avLst>
              </a:prstTxWarp>
              <a:spAutoFit/>
            </a:bodyPr>
            <a:lstStyle/>
            <a:p>
              <a:pPr algn="ctr"/>
              <a:r>
                <a:rPr lang="en-US" sz="2400" dirty="0">
                  <a:solidFill>
                    <a:schemeClr val="bg1"/>
                  </a:solidFill>
                </a:rPr>
                <a:t>Connect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FFB9BBDC-EF06-B1BD-E584-39C1333584CB}"/>
                </a:ext>
              </a:extLst>
            </p:cNvPr>
            <p:cNvSpPr txBox="1"/>
            <p:nvPr/>
          </p:nvSpPr>
          <p:spPr>
            <a:xfrm rot="6218390">
              <a:off x="9925946" y="3694976"/>
              <a:ext cx="1841899" cy="638175"/>
            </a:xfrm>
            <a:prstGeom prst="rect">
              <a:avLst/>
            </a:prstGeom>
            <a:noFill/>
          </p:spPr>
          <p:txBody>
            <a:bodyPr wrap="square" rtlCol="0">
              <a:prstTxWarp prst="textArchUp">
                <a:avLst/>
              </a:prstTxWarp>
              <a:spAutoFit/>
            </a:bodyPr>
            <a:lstStyle/>
            <a:p>
              <a:pPr algn="ctr"/>
              <a:r>
                <a:rPr lang="en-US" sz="2400" dirty="0">
                  <a:solidFill>
                    <a:schemeClr val="bg1"/>
                  </a:solidFill>
                </a:rPr>
                <a:t>Learn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46B6A916-EB7D-27F8-850F-E84AB6C9F665}"/>
                </a:ext>
              </a:extLst>
            </p:cNvPr>
            <p:cNvSpPr txBox="1"/>
            <p:nvPr/>
          </p:nvSpPr>
          <p:spPr>
            <a:xfrm rot="9167093">
              <a:off x="8638078" y="5306238"/>
              <a:ext cx="1841899" cy="638175"/>
            </a:xfrm>
            <a:prstGeom prst="rect">
              <a:avLst/>
            </a:prstGeom>
            <a:noFill/>
          </p:spPr>
          <p:txBody>
            <a:bodyPr wrap="square" rtlCol="0">
              <a:prstTxWarp prst="textArchUp">
                <a:avLst/>
              </a:prstTxWarp>
              <a:spAutoFit/>
            </a:bodyPr>
            <a:lstStyle/>
            <a:p>
              <a:pPr algn="ctr"/>
              <a:r>
                <a:rPr lang="en-US" sz="2400" dirty="0">
                  <a:solidFill>
                    <a:schemeClr val="bg1"/>
                  </a:solidFill>
                </a:rPr>
                <a:t>Engage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294D72F1-568A-FB7D-55EE-8AE57EF54BDB}"/>
                </a:ext>
              </a:extLst>
            </p:cNvPr>
            <p:cNvSpPr txBox="1"/>
            <p:nvPr/>
          </p:nvSpPr>
          <p:spPr>
            <a:xfrm rot="12622647">
              <a:off x="6593675" y="5243488"/>
              <a:ext cx="1841899" cy="638175"/>
            </a:xfrm>
            <a:prstGeom prst="rect">
              <a:avLst/>
            </a:prstGeom>
            <a:noFill/>
          </p:spPr>
          <p:txBody>
            <a:bodyPr wrap="square" rtlCol="0">
              <a:prstTxWarp prst="textArchUp">
                <a:avLst/>
              </a:prstTxWarp>
              <a:spAutoFit/>
            </a:bodyPr>
            <a:lstStyle/>
            <a:p>
              <a:pPr algn="ctr"/>
              <a:r>
                <a:rPr lang="en-US" sz="2400" dirty="0">
                  <a:solidFill>
                    <a:schemeClr val="bg1"/>
                  </a:solidFill>
                </a:rPr>
                <a:t>Invite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65E22830-E3EA-9BF1-2282-3C87119A7863}"/>
                </a:ext>
              </a:extLst>
            </p:cNvPr>
            <p:cNvSpPr txBox="1"/>
            <p:nvPr/>
          </p:nvSpPr>
          <p:spPr>
            <a:xfrm rot="15697400">
              <a:off x="5263361" y="3507272"/>
              <a:ext cx="2027125" cy="638175"/>
            </a:xfrm>
            <a:prstGeom prst="rect">
              <a:avLst/>
            </a:prstGeom>
            <a:noFill/>
          </p:spPr>
          <p:txBody>
            <a:bodyPr wrap="square" rtlCol="0">
              <a:prstTxWarp prst="textArchUp">
                <a:avLst>
                  <a:gd name="adj" fmla="val 10820778"/>
                </a:avLst>
              </a:prstTxWarp>
              <a:spAutoFit/>
            </a:bodyPr>
            <a:lstStyle/>
            <a:p>
              <a:pPr algn="ctr"/>
              <a:r>
                <a:rPr lang="en-US" sz="2400" dirty="0">
                  <a:solidFill>
                    <a:schemeClr val="bg1"/>
                  </a:solidFill>
                </a:rPr>
                <a:t>Appreciate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9A709A8F-2723-89DE-AEC8-2723B2BCBB5F}"/>
                </a:ext>
              </a:extLst>
            </p:cNvPr>
            <p:cNvSpPr txBox="1"/>
            <p:nvPr/>
          </p:nvSpPr>
          <p:spPr>
            <a:xfrm rot="18734748">
              <a:off x="5921532" y="1587556"/>
              <a:ext cx="1841899" cy="638175"/>
            </a:xfrm>
            <a:prstGeom prst="rect">
              <a:avLst/>
            </a:prstGeom>
            <a:noFill/>
          </p:spPr>
          <p:txBody>
            <a:bodyPr wrap="square" rtlCol="0">
              <a:prstTxWarp prst="textArchUp">
                <a:avLst/>
              </a:prstTxWarp>
              <a:spAutoFit/>
            </a:bodyPr>
            <a:lstStyle/>
            <a:p>
              <a:pPr algn="ctr"/>
              <a:r>
                <a:rPr lang="en-US" sz="2400" dirty="0">
                  <a:solidFill>
                    <a:schemeClr val="bg1"/>
                  </a:solidFill>
                </a:rPr>
                <a:t>Motivate</a:t>
              </a:r>
            </a:p>
          </p:txBody>
        </p:sp>
        <p:sp>
          <p:nvSpPr>
            <p:cNvPr id="17" name="Isosceles Triangle 16">
              <a:extLst>
                <a:ext uri="{FF2B5EF4-FFF2-40B4-BE49-F238E27FC236}">
                  <a16:creationId xmlns:a16="http://schemas.microsoft.com/office/drawing/2014/main" id="{F9DF1B25-B018-A9EF-22BA-3BD76865AEC7}"/>
                </a:ext>
              </a:extLst>
            </p:cNvPr>
            <p:cNvSpPr/>
            <p:nvPr/>
          </p:nvSpPr>
          <p:spPr>
            <a:xfrm rot="10033193">
              <a:off x="10653102" y="2772840"/>
              <a:ext cx="1097280" cy="457200"/>
            </a:xfrm>
            <a:prstGeom prst="triangle">
              <a:avLst>
                <a:gd name="adj" fmla="val 49630"/>
              </a:avLst>
            </a:prstGeom>
            <a:solidFill>
              <a:srgbClr val="F18120"/>
            </a:solidFill>
            <a:ln>
              <a:solidFill>
                <a:srgbClr val="F1812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9" name="Isosceles Triangle 18">
              <a:extLst>
                <a:ext uri="{FF2B5EF4-FFF2-40B4-BE49-F238E27FC236}">
                  <a16:creationId xmlns:a16="http://schemas.microsoft.com/office/drawing/2014/main" id="{CD0A43E9-793E-880C-D6D0-851655A059D4}"/>
                </a:ext>
              </a:extLst>
            </p:cNvPr>
            <p:cNvSpPr/>
            <p:nvPr/>
          </p:nvSpPr>
          <p:spPr>
            <a:xfrm rot="12756092">
              <a:off x="10065502" y="5009385"/>
              <a:ext cx="1097280" cy="457200"/>
            </a:xfrm>
            <a:prstGeom prst="triangle">
              <a:avLst>
                <a:gd name="adj" fmla="val 49630"/>
              </a:avLst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0" name="Isosceles Triangle 19">
              <a:extLst>
                <a:ext uri="{FF2B5EF4-FFF2-40B4-BE49-F238E27FC236}">
                  <a16:creationId xmlns:a16="http://schemas.microsoft.com/office/drawing/2014/main" id="{F8FF108A-B74F-D90C-B43B-D91FE6199E2E}"/>
                </a:ext>
              </a:extLst>
            </p:cNvPr>
            <p:cNvSpPr/>
            <p:nvPr/>
          </p:nvSpPr>
          <p:spPr>
            <a:xfrm rot="16200000">
              <a:off x="7876928" y="5958631"/>
              <a:ext cx="1097280" cy="457200"/>
            </a:xfrm>
            <a:prstGeom prst="triangle">
              <a:avLst>
                <a:gd name="adj" fmla="val 49630"/>
              </a:avLst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1" name="Isosceles Triangle 20">
              <a:extLst>
                <a:ext uri="{FF2B5EF4-FFF2-40B4-BE49-F238E27FC236}">
                  <a16:creationId xmlns:a16="http://schemas.microsoft.com/office/drawing/2014/main" id="{52810897-9865-D28A-6287-5FBB631DB130}"/>
                </a:ext>
              </a:extLst>
            </p:cNvPr>
            <p:cNvSpPr/>
            <p:nvPr/>
          </p:nvSpPr>
          <p:spPr>
            <a:xfrm rot="19068017">
              <a:off x="5803319" y="4833342"/>
              <a:ext cx="1097280" cy="457200"/>
            </a:xfrm>
            <a:prstGeom prst="triangle">
              <a:avLst>
                <a:gd name="adj" fmla="val 49630"/>
              </a:avLst>
            </a:prstGeom>
            <a:solidFill>
              <a:srgbClr val="33CCCC"/>
            </a:solidFill>
            <a:ln>
              <a:solidFill>
                <a:srgbClr val="33CCC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2" name="Isosceles Triangle 21">
              <a:extLst>
                <a:ext uri="{FF2B5EF4-FFF2-40B4-BE49-F238E27FC236}">
                  <a16:creationId xmlns:a16="http://schemas.microsoft.com/office/drawing/2014/main" id="{3425AB02-ADC9-9194-192F-DCA76A14B186}"/>
                </a:ext>
              </a:extLst>
            </p:cNvPr>
            <p:cNvSpPr/>
            <p:nvPr/>
          </p:nvSpPr>
          <p:spPr>
            <a:xfrm rot="722318">
              <a:off x="5436198" y="2460377"/>
              <a:ext cx="1097280" cy="457200"/>
            </a:xfrm>
            <a:prstGeom prst="triangle">
              <a:avLst>
                <a:gd name="adj" fmla="val 49630"/>
              </a:avLst>
            </a:prstGeom>
            <a:solidFill>
              <a:srgbClr val="0070C0"/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3" name="Isosceles Triangle 22">
              <a:extLst>
                <a:ext uri="{FF2B5EF4-FFF2-40B4-BE49-F238E27FC236}">
                  <a16:creationId xmlns:a16="http://schemas.microsoft.com/office/drawing/2014/main" id="{0BB9AB27-CC3C-33A1-D655-DCE0E149E15C}"/>
                </a:ext>
              </a:extLst>
            </p:cNvPr>
            <p:cNvSpPr/>
            <p:nvPr/>
          </p:nvSpPr>
          <p:spPr>
            <a:xfrm rot="4150195">
              <a:off x="7002567" y="831281"/>
              <a:ext cx="1097280" cy="457200"/>
            </a:xfrm>
            <a:prstGeom prst="triangle">
              <a:avLst>
                <a:gd name="adj" fmla="val 49630"/>
              </a:avLst>
            </a:prstGeom>
            <a:solidFill>
              <a:srgbClr val="252260"/>
            </a:solidFill>
            <a:ln>
              <a:solidFill>
                <a:srgbClr val="2522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795D38A8-65EA-B4BF-B7D1-A42AA86D8559}"/>
                </a:ext>
              </a:extLst>
            </p:cNvPr>
            <p:cNvSpPr txBox="1"/>
            <p:nvPr/>
          </p:nvSpPr>
          <p:spPr>
            <a:xfrm>
              <a:off x="7612778" y="888506"/>
              <a:ext cx="1841899" cy="638175"/>
            </a:xfrm>
            <a:prstGeom prst="rect">
              <a:avLst/>
            </a:prstGeom>
            <a:noFill/>
          </p:spPr>
          <p:txBody>
            <a:bodyPr wrap="square" rtlCol="0">
              <a:prstTxWarp prst="textArchUp">
                <a:avLst/>
              </a:prstTxWarp>
              <a:spAutoFit/>
            </a:bodyPr>
            <a:lstStyle/>
            <a:p>
              <a:pPr algn="ctr"/>
              <a:r>
                <a:rPr lang="en-US" sz="2400" dirty="0">
                  <a:solidFill>
                    <a:schemeClr val="bg1"/>
                  </a:solidFill>
                </a:rPr>
                <a:t>Inspire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D3DCD065-1914-E617-0C59-266BEDD5795C}"/>
                </a:ext>
              </a:extLst>
            </p:cNvPr>
            <p:cNvSpPr txBox="1"/>
            <p:nvPr/>
          </p:nvSpPr>
          <p:spPr>
            <a:xfrm rot="18835274">
              <a:off x="6475919" y="2235978"/>
              <a:ext cx="3973684" cy="212365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400" dirty="0">
                  <a:solidFill>
                    <a:srgbClr val="252260"/>
                  </a:solidFill>
                </a:rPr>
                <a:t>Donor </a:t>
              </a:r>
            </a:p>
            <a:p>
              <a:pPr algn="ctr"/>
              <a:r>
                <a:rPr lang="en-US" sz="4400" dirty="0">
                  <a:solidFill>
                    <a:srgbClr val="252260"/>
                  </a:solidFill>
                </a:rPr>
                <a:t>Engagement </a:t>
              </a:r>
            </a:p>
            <a:p>
              <a:pPr algn="ctr"/>
              <a:r>
                <a:rPr lang="en-US" sz="4400" dirty="0">
                  <a:solidFill>
                    <a:srgbClr val="252260"/>
                  </a:solidFill>
                </a:rPr>
                <a:t>Cycle</a:t>
              </a:r>
            </a:p>
          </p:txBody>
        </p:sp>
      </p:grpSp>
      <p:sp>
        <p:nvSpPr>
          <p:cNvPr id="3" name="Rectangle 2">
            <a:extLst>
              <a:ext uri="{FF2B5EF4-FFF2-40B4-BE49-F238E27FC236}">
                <a16:creationId xmlns:a16="http://schemas.microsoft.com/office/drawing/2014/main" id="{ED5C5515-93AC-28C5-DBAF-E8F0684E991E}"/>
              </a:ext>
            </a:extLst>
          </p:cNvPr>
          <p:cNvSpPr/>
          <p:nvPr/>
        </p:nvSpPr>
        <p:spPr>
          <a:xfrm>
            <a:off x="5114990" y="740838"/>
            <a:ext cx="5213448" cy="1210123"/>
          </a:xfrm>
          <a:prstGeom prst="rect">
            <a:avLst/>
          </a:prstGeom>
          <a:solidFill>
            <a:srgbClr val="EE42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Isosceles Triangle 25">
            <a:extLst>
              <a:ext uri="{FF2B5EF4-FFF2-40B4-BE49-F238E27FC236}">
                <a16:creationId xmlns:a16="http://schemas.microsoft.com/office/drawing/2014/main" id="{187A778D-2547-34D1-A5F5-97BC24E5AE17}"/>
              </a:ext>
            </a:extLst>
          </p:cNvPr>
          <p:cNvSpPr/>
          <p:nvPr/>
        </p:nvSpPr>
        <p:spPr>
          <a:xfrm rot="5400000">
            <a:off x="9752675" y="872742"/>
            <a:ext cx="1859690" cy="869879"/>
          </a:xfrm>
          <a:prstGeom prst="triangle">
            <a:avLst/>
          </a:prstGeom>
          <a:solidFill>
            <a:srgbClr val="EE423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A836DBD-B06B-C6BB-0A42-DFA3BD67A78B}"/>
              </a:ext>
            </a:extLst>
          </p:cNvPr>
          <p:cNvSpPr txBox="1"/>
          <p:nvPr/>
        </p:nvSpPr>
        <p:spPr>
          <a:xfrm>
            <a:off x="5089597" y="754683"/>
            <a:ext cx="602786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600" dirty="0">
                <a:solidFill>
                  <a:schemeClr val="bg1"/>
                </a:solidFill>
                <a:latin typeface="Century Gothic" panose="020B0502020202020204" pitchFamily="34" charset="0"/>
              </a:rPr>
              <a:t>Inspire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422F0361-7E54-5422-0DA2-E9EF5CA3F19C}"/>
              </a:ext>
            </a:extLst>
          </p:cNvPr>
          <p:cNvGrpSpPr/>
          <p:nvPr/>
        </p:nvGrpSpPr>
        <p:grpSpPr>
          <a:xfrm>
            <a:off x="0" y="6078071"/>
            <a:ext cx="12192000" cy="779929"/>
            <a:chOff x="0" y="6078071"/>
            <a:chExt cx="12192000" cy="779929"/>
          </a:xfrm>
        </p:grpSpPr>
        <p:sp>
          <p:nvSpPr>
            <p:cNvPr id="18" name="Rectangle 24">
              <a:extLst>
                <a:ext uri="{FF2B5EF4-FFF2-40B4-BE49-F238E27FC236}">
                  <a16:creationId xmlns:a16="http://schemas.microsoft.com/office/drawing/2014/main" id="{53354519-092B-5C52-B2EA-8CA5096A91A9}"/>
                </a:ext>
              </a:extLst>
            </p:cNvPr>
            <p:cNvSpPr/>
            <p:nvPr/>
          </p:nvSpPr>
          <p:spPr>
            <a:xfrm>
              <a:off x="0" y="6078071"/>
              <a:ext cx="12192000" cy="779929"/>
            </a:xfrm>
            <a:custGeom>
              <a:avLst/>
              <a:gdLst>
                <a:gd name="connsiteX0" fmla="*/ 0 w 12876028"/>
                <a:gd name="connsiteY0" fmla="*/ 0 h 1662721"/>
                <a:gd name="connsiteX1" fmla="*/ 12876028 w 12876028"/>
                <a:gd name="connsiteY1" fmla="*/ 0 h 1662721"/>
                <a:gd name="connsiteX2" fmla="*/ 12876028 w 12876028"/>
                <a:gd name="connsiteY2" fmla="*/ 1662721 h 1662721"/>
                <a:gd name="connsiteX3" fmla="*/ 0 w 12876028"/>
                <a:gd name="connsiteY3" fmla="*/ 1662721 h 1662721"/>
                <a:gd name="connsiteX4" fmla="*/ 0 w 12876028"/>
                <a:gd name="connsiteY4" fmla="*/ 0 h 1662721"/>
                <a:gd name="connsiteX0" fmla="*/ 0 w 12876028"/>
                <a:gd name="connsiteY0" fmla="*/ 893135 h 1662721"/>
                <a:gd name="connsiteX1" fmla="*/ 12876028 w 12876028"/>
                <a:gd name="connsiteY1" fmla="*/ 0 h 1662721"/>
                <a:gd name="connsiteX2" fmla="*/ 12876028 w 12876028"/>
                <a:gd name="connsiteY2" fmla="*/ 1662721 h 1662721"/>
                <a:gd name="connsiteX3" fmla="*/ 0 w 12876028"/>
                <a:gd name="connsiteY3" fmla="*/ 1662721 h 1662721"/>
                <a:gd name="connsiteX4" fmla="*/ 0 w 12876028"/>
                <a:gd name="connsiteY4" fmla="*/ 893135 h 16627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876028" h="1662721">
                  <a:moveTo>
                    <a:pt x="0" y="893135"/>
                  </a:moveTo>
                  <a:lnTo>
                    <a:pt x="12876028" y="0"/>
                  </a:lnTo>
                  <a:lnTo>
                    <a:pt x="12876028" y="1662721"/>
                  </a:lnTo>
                  <a:lnTo>
                    <a:pt x="0" y="1662721"/>
                  </a:lnTo>
                  <a:lnTo>
                    <a:pt x="0" y="893135"/>
                  </a:lnTo>
                  <a:close/>
                </a:path>
              </a:pathLst>
            </a:custGeom>
            <a:solidFill>
              <a:srgbClr val="DD403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28" name="Picture 27">
              <a:extLst>
                <a:ext uri="{FF2B5EF4-FFF2-40B4-BE49-F238E27FC236}">
                  <a16:creationId xmlns:a16="http://schemas.microsoft.com/office/drawing/2014/main" id="{AABAD927-0B13-A1C2-8B77-6DA799C442E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4486" b="24288"/>
            <a:stretch/>
          </p:blipFill>
          <p:spPr>
            <a:xfrm>
              <a:off x="9825318" y="6236638"/>
              <a:ext cx="2079811" cy="559334"/>
            </a:xfrm>
            <a:prstGeom prst="rect">
              <a:avLst/>
            </a:prstGeom>
          </p:spPr>
        </p:pic>
      </p:grpSp>
      <p:sp>
        <p:nvSpPr>
          <p:cNvPr id="29" name="Slide Number Placeholder 5">
            <a:extLst>
              <a:ext uri="{FF2B5EF4-FFF2-40B4-BE49-F238E27FC236}">
                <a16:creationId xmlns:a16="http://schemas.microsoft.com/office/drawing/2014/main" id="{7C2D335F-FC4A-E817-42B9-32C7309959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-1" y="6492875"/>
            <a:ext cx="528919" cy="365125"/>
          </a:xfrm>
        </p:spPr>
        <p:txBody>
          <a:bodyPr/>
          <a:lstStyle/>
          <a:p>
            <a:fld id="{0F897CD2-57D8-4610-8E64-C03C1E4E4E05}" type="slidenum">
              <a:rPr lang="en-US" sz="1600" b="1" smtClean="0">
                <a:solidFill>
                  <a:schemeClr val="bg1"/>
                </a:solidFill>
              </a:rPr>
              <a:t>17</a:t>
            </a:fld>
            <a:endParaRPr lang="en-US" sz="16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8876570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9CBED602-B9AA-4E30-811B-082728B0E948}"/>
              </a:ext>
            </a:extLst>
          </p:cNvPr>
          <p:cNvGrpSpPr/>
          <p:nvPr/>
        </p:nvGrpSpPr>
        <p:grpSpPr>
          <a:xfrm>
            <a:off x="0" y="6078071"/>
            <a:ext cx="12192000" cy="779929"/>
            <a:chOff x="0" y="6078071"/>
            <a:chExt cx="12192000" cy="779929"/>
          </a:xfrm>
        </p:grpSpPr>
        <p:sp>
          <p:nvSpPr>
            <p:cNvPr id="3" name="Rectangle 24">
              <a:extLst>
                <a:ext uri="{FF2B5EF4-FFF2-40B4-BE49-F238E27FC236}">
                  <a16:creationId xmlns:a16="http://schemas.microsoft.com/office/drawing/2014/main" id="{C367CC84-698C-26A1-9D0F-CDAA043943DB}"/>
                </a:ext>
              </a:extLst>
            </p:cNvPr>
            <p:cNvSpPr/>
            <p:nvPr/>
          </p:nvSpPr>
          <p:spPr>
            <a:xfrm>
              <a:off x="0" y="6078071"/>
              <a:ext cx="12192000" cy="779929"/>
            </a:xfrm>
            <a:custGeom>
              <a:avLst/>
              <a:gdLst>
                <a:gd name="connsiteX0" fmla="*/ 0 w 12876028"/>
                <a:gd name="connsiteY0" fmla="*/ 0 h 1662721"/>
                <a:gd name="connsiteX1" fmla="*/ 12876028 w 12876028"/>
                <a:gd name="connsiteY1" fmla="*/ 0 h 1662721"/>
                <a:gd name="connsiteX2" fmla="*/ 12876028 w 12876028"/>
                <a:gd name="connsiteY2" fmla="*/ 1662721 h 1662721"/>
                <a:gd name="connsiteX3" fmla="*/ 0 w 12876028"/>
                <a:gd name="connsiteY3" fmla="*/ 1662721 h 1662721"/>
                <a:gd name="connsiteX4" fmla="*/ 0 w 12876028"/>
                <a:gd name="connsiteY4" fmla="*/ 0 h 1662721"/>
                <a:gd name="connsiteX0" fmla="*/ 0 w 12876028"/>
                <a:gd name="connsiteY0" fmla="*/ 893135 h 1662721"/>
                <a:gd name="connsiteX1" fmla="*/ 12876028 w 12876028"/>
                <a:gd name="connsiteY1" fmla="*/ 0 h 1662721"/>
                <a:gd name="connsiteX2" fmla="*/ 12876028 w 12876028"/>
                <a:gd name="connsiteY2" fmla="*/ 1662721 h 1662721"/>
                <a:gd name="connsiteX3" fmla="*/ 0 w 12876028"/>
                <a:gd name="connsiteY3" fmla="*/ 1662721 h 1662721"/>
                <a:gd name="connsiteX4" fmla="*/ 0 w 12876028"/>
                <a:gd name="connsiteY4" fmla="*/ 893135 h 16627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876028" h="1662721">
                  <a:moveTo>
                    <a:pt x="0" y="893135"/>
                  </a:moveTo>
                  <a:lnTo>
                    <a:pt x="12876028" y="0"/>
                  </a:lnTo>
                  <a:lnTo>
                    <a:pt x="12876028" y="1662721"/>
                  </a:lnTo>
                  <a:lnTo>
                    <a:pt x="0" y="1662721"/>
                  </a:lnTo>
                  <a:lnTo>
                    <a:pt x="0" y="893135"/>
                  </a:lnTo>
                  <a:close/>
                </a:path>
              </a:pathLst>
            </a:custGeom>
            <a:solidFill>
              <a:srgbClr val="DD403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706977B5-0C6C-A11B-E6C8-969AC985CA5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t="24486" b="24288"/>
            <a:stretch/>
          </p:blipFill>
          <p:spPr>
            <a:xfrm>
              <a:off x="9825318" y="6236638"/>
              <a:ext cx="2079811" cy="559334"/>
            </a:xfrm>
            <a:prstGeom prst="rect">
              <a:avLst/>
            </a:prstGeom>
          </p:spPr>
        </p:pic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81561FA0-D1C7-AD45-AAC2-3F6D42047E16}"/>
              </a:ext>
            </a:extLst>
          </p:cNvPr>
          <p:cNvSpPr txBox="1"/>
          <p:nvPr/>
        </p:nvSpPr>
        <p:spPr>
          <a:xfrm>
            <a:off x="331694" y="1230391"/>
            <a:ext cx="11044518" cy="45858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>
              <a:spcAft>
                <a:spcPts val="1200"/>
              </a:spcAft>
              <a:buClr>
                <a:srgbClr val="EE4238"/>
              </a:buClr>
            </a:pPr>
            <a:r>
              <a:rPr lang="en-US" sz="2800" dirty="0">
                <a:solidFill>
                  <a:srgbClr val="252260"/>
                </a:solidFill>
                <a:latin typeface="Century Gothic" panose="020B0502020202020204" pitchFamily="34" charset="0"/>
              </a:rPr>
              <a:t>Does your organization have a communications or marketing plan?</a:t>
            </a:r>
          </a:p>
          <a:p>
            <a:pPr marL="1028700" indent="-571500">
              <a:spcAft>
                <a:spcPts val="1200"/>
              </a:spcAft>
              <a:buClr>
                <a:srgbClr val="EE4238"/>
              </a:buClr>
              <a:buFont typeface="+mj-lt"/>
              <a:buAutoNum type="arabicPeriod"/>
            </a:pPr>
            <a:r>
              <a:rPr lang="en-US" sz="2800" dirty="0">
                <a:solidFill>
                  <a:srgbClr val="252260"/>
                </a:solidFill>
                <a:latin typeface="Century Gothic" panose="020B0502020202020204" pitchFamily="34" charset="0"/>
              </a:rPr>
              <a:t>No, we don’t have a plan.</a:t>
            </a:r>
          </a:p>
          <a:p>
            <a:pPr marL="1028700" indent="-571500">
              <a:spcAft>
                <a:spcPts val="1200"/>
              </a:spcAft>
              <a:buClr>
                <a:srgbClr val="EE4238"/>
              </a:buClr>
              <a:buFont typeface="+mj-lt"/>
              <a:buAutoNum type="arabicPeriod"/>
            </a:pPr>
            <a:r>
              <a:rPr lang="en-US" sz="2800" dirty="0">
                <a:solidFill>
                  <a:srgbClr val="252260"/>
                </a:solidFill>
                <a:latin typeface="Century Gothic" panose="020B0502020202020204" pitchFamily="34" charset="0"/>
              </a:rPr>
              <a:t>Sort of, we do marketing, but it is not scheduled or planned.</a:t>
            </a:r>
          </a:p>
          <a:p>
            <a:pPr marL="1028700" indent="-571500">
              <a:spcAft>
                <a:spcPts val="1200"/>
              </a:spcAft>
              <a:buClr>
                <a:srgbClr val="EE4238"/>
              </a:buClr>
              <a:buFont typeface="+mj-lt"/>
              <a:buAutoNum type="arabicPeriod"/>
            </a:pPr>
            <a:r>
              <a:rPr lang="en-US" sz="2800" dirty="0">
                <a:solidFill>
                  <a:srgbClr val="252260"/>
                </a:solidFill>
                <a:latin typeface="Century Gothic" panose="020B0502020202020204" pitchFamily="34" charset="0"/>
              </a:rPr>
              <a:t>Yes, we have a plan in place, but have a tough time managing it.</a:t>
            </a:r>
          </a:p>
          <a:p>
            <a:pPr marL="1028700" indent="-571500">
              <a:spcAft>
                <a:spcPts val="1200"/>
              </a:spcAft>
              <a:buClr>
                <a:srgbClr val="EE4238"/>
              </a:buClr>
              <a:buFont typeface="+mj-lt"/>
              <a:buAutoNum type="arabicPeriod"/>
            </a:pPr>
            <a:r>
              <a:rPr lang="en-US" sz="2800" dirty="0">
                <a:solidFill>
                  <a:srgbClr val="252260"/>
                </a:solidFill>
                <a:latin typeface="Century Gothic" panose="020B0502020202020204" pitchFamily="34" charset="0"/>
              </a:rPr>
              <a:t>Yes, we have a formal plan in place and have good results.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4786D73-D047-34CE-2FF2-AFCCFD23A2EA}"/>
              </a:ext>
            </a:extLst>
          </p:cNvPr>
          <p:cNvSpPr/>
          <p:nvPr/>
        </p:nvSpPr>
        <p:spPr>
          <a:xfrm>
            <a:off x="0" y="0"/>
            <a:ext cx="12192000" cy="959224"/>
          </a:xfrm>
          <a:prstGeom prst="rect">
            <a:avLst/>
          </a:prstGeom>
          <a:solidFill>
            <a:srgbClr val="F181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B6DD2AD-DD20-A6EB-4CAF-5FC2073501D5}"/>
              </a:ext>
            </a:extLst>
          </p:cNvPr>
          <p:cNvSpPr txBox="1"/>
          <p:nvPr/>
        </p:nvSpPr>
        <p:spPr>
          <a:xfrm>
            <a:off x="762000" y="125707"/>
            <a:ext cx="9592236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Century Gothic" panose="020B0502020202020204" pitchFamily="34" charset="0"/>
              </a:rPr>
              <a:t>POLL 2</a:t>
            </a:r>
            <a:r>
              <a:rPr lang="en-US" sz="4400" dirty="0">
                <a:solidFill>
                  <a:srgbClr val="F18120"/>
                </a:solidFill>
                <a:latin typeface="Century Gothic" panose="020B0502020202020204" pitchFamily="34" charset="0"/>
              </a:rPr>
              <a:t>?</a:t>
            </a:r>
          </a:p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9B3726-DCC4-32A3-19F7-77D173B58E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-1" y="6492875"/>
            <a:ext cx="519953" cy="365125"/>
          </a:xfrm>
        </p:spPr>
        <p:txBody>
          <a:bodyPr/>
          <a:lstStyle/>
          <a:p>
            <a:fld id="{0F897CD2-57D8-4610-8E64-C03C1E4E4E05}" type="slidenum">
              <a:rPr lang="en-US" sz="1600" b="1" smtClean="0">
                <a:solidFill>
                  <a:schemeClr val="bg1"/>
                </a:solidFill>
              </a:rPr>
              <a:t>18</a:t>
            </a:fld>
            <a:endParaRPr lang="en-US" sz="16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7536364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9CBED602-B9AA-4E30-811B-082728B0E948}"/>
              </a:ext>
            </a:extLst>
          </p:cNvPr>
          <p:cNvGrpSpPr/>
          <p:nvPr/>
        </p:nvGrpSpPr>
        <p:grpSpPr>
          <a:xfrm>
            <a:off x="0" y="6078071"/>
            <a:ext cx="12192000" cy="779929"/>
            <a:chOff x="0" y="6078071"/>
            <a:chExt cx="12192000" cy="779929"/>
          </a:xfrm>
        </p:grpSpPr>
        <p:sp>
          <p:nvSpPr>
            <p:cNvPr id="3" name="Rectangle 24">
              <a:extLst>
                <a:ext uri="{FF2B5EF4-FFF2-40B4-BE49-F238E27FC236}">
                  <a16:creationId xmlns:a16="http://schemas.microsoft.com/office/drawing/2014/main" id="{C367CC84-698C-26A1-9D0F-CDAA043943DB}"/>
                </a:ext>
              </a:extLst>
            </p:cNvPr>
            <p:cNvSpPr/>
            <p:nvPr/>
          </p:nvSpPr>
          <p:spPr>
            <a:xfrm>
              <a:off x="0" y="6078071"/>
              <a:ext cx="12192000" cy="779929"/>
            </a:xfrm>
            <a:custGeom>
              <a:avLst/>
              <a:gdLst>
                <a:gd name="connsiteX0" fmla="*/ 0 w 12876028"/>
                <a:gd name="connsiteY0" fmla="*/ 0 h 1662721"/>
                <a:gd name="connsiteX1" fmla="*/ 12876028 w 12876028"/>
                <a:gd name="connsiteY1" fmla="*/ 0 h 1662721"/>
                <a:gd name="connsiteX2" fmla="*/ 12876028 w 12876028"/>
                <a:gd name="connsiteY2" fmla="*/ 1662721 h 1662721"/>
                <a:gd name="connsiteX3" fmla="*/ 0 w 12876028"/>
                <a:gd name="connsiteY3" fmla="*/ 1662721 h 1662721"/>
                <a:gd name="connsiteX4" fmla="*/ 0 w 12876028"/>
                <a:gd name="connsiteY4" fmla="*/ 0 h 1662721"/>
                <a:gd name="connsiteX0" fmla="*/ 0 w 12876028"/>
                <a:gd name="connsiteY0" fmla="*/ 893135 h 1662721"/>
                <a:gd name="connsiteX1" fmla="*/ 12876028 w 12876028"/>
                <a:gd name="connsiteY1" fmla="*/ 0 h 1662721"/>
                <a:gd name="connsiteX2" fmla="*/ 12876028 w 12876028"/>
                <a:gd name="connsiteY2" fmla="*/ 1662721 h 1662721"/>
                <a:gd name="connsiteX3" fmla="*/ 0 w 12876028"/>
                <a:gd name="connsiteY3" fmla="*/ 1662721 h 1662721"/>
                <a:gd name="connsiteX4" fmla="*/ 0 w 12876028"/>
                <a:gd name="connsiteY4" fmla="*/ 893135 h 16627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876028" h="1662721">
                  <a:moveTo>
                    <a:pt x="0" y="893135"/>
                  </a:moveTo>
                  <a:lnTo>
                    <a:pt x="12876028" y="0"/>
                  </a:lnTo>
                  <a:lnTo>
                    <a:pt x="12876028" y="1662721"/>
                  </a:lnTo>
                  <a:lnTo>
                    <a:pt x="0" y="1662721"/>
                  </a:lnTo>
                  <a:lnTo>
                    <a:pt x="0" y="893135"/>
                  </a:lnTo>
                  <a:close/>
                </a:path>
              </a:pathLst>
            </a:custGeom>
            <a:solidFill>
              <a:srgbClr val="DD403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706977B5-0C6C-A11B-E6C8-969AC985CA5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t="24486" b="24288"/>
            <a:stretch/>
          </p:blipFill>
          <p:spPr>
            <a:xfrm>
              <a:off x="9825318" y="6236638"/>
              <a:ext cx="2079811" cy="559334"/>
            </a:xfrm>
            <a:prstGeom prst="rect">
              <a:avLst/>
            </a:prstGeom>
          </p:spPr>
        </p:pic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81561FA0-D1C7-AD45-AAC2-3F6D42047E16}"/>
              </a:ext>
            </a:extLst>
          </p:cNvPr>
          <p:cNvSpPr txBox="1"/>
          <p:nvPr/>
        </p:nvSpPr>
        <p:spPr>
          <a:xfrm>
            <a:off x="286871" y="1076104"/>
            <a:ext cx="10667999" cy="5324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28700" indent="-571500">
              <a:spcAft>
                <a:spcPts val="1200"/>
              </a:spcAft>
              <a:buClr>
                <a:srgbClr val="EE4238"/>
              </a:buClr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252260"/>
                </a:solidFill>
                <a:latin typeface="Century Gothic" panose="020B0502020202020204" pitchFamily="34" charset="0"/>
              </a:rPr>
              <a:t>Marketing activities &amp; materials</a:t>
            </a:r>
          </a:p>
          <a:p>
            <a:pPr marL="1028700" indent="-571500">
              <a:spcAft>
                <a:spcPts val="1200"/>
              </a:spcAft>
              <a:buClr>
                <a:srgbClr val="EE4238"/>
              </a:buClr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252260"/>
                </a:solidFill>
                <a:latin typeface="Century Gothic" panose="020B0502020202020204" pitchFamily="34" charset="0"/>
              </a:rPr>
              <a:t>Website</a:t>
            </a:r>
          </a:p>
          <a:p>
            <a:pPr marL="1028700" indent="-571500">
              <a:spcAft>
                <a:spcPts val="1200"/>
              </a:spcAft>
              <a:buClr>
                <a:srgbClr val="EE4238"/>
              </a:buClr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252260"/>
                </a:solidFill>
                <a:latin typeface="Century Gothic" panose="020B0502020202020204" pitchFamily="34" charset="0"/>
              </a:rPr>
              <a:t>Outreach presentations</a:t>
            </a:r>
          </a:p>
          <a:p>
            <a:pPr marL="1028700" indent="-571500">
              <a:spcAft>
                <a:spcPts val="1200"/>
              </a:spcAft>
              <a:buClr>
                <a:srgbClr val="EE4238"/>
              </a:buClr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252260"/>
                </a:solidFill>
                <a:latin typeface="Century Gothic" panose="020B0502020202020204" pitchFamily="34" charset="0"/>
              </a:rPr>
              <a:t>Partnerships</a:t>
            </a:r>
          </a:p>
          <a:p>
            <a:pPr marL="1028700" indent="-571500">
              <a:spcAft>
                <a:spcPts val="1200"/>
              </a:spcAft>
              <a:buClr>
                <a:srgbClr val="EE4238"/>
              </a:buClr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252260"/>
                </a:solidFill>
                <a:latin typeface="Century Gothic" panose="020B0502020202020204" pitchFamily="34" charset="0"/>
              </a:rPr>
              <a:t>Referrals</a:t>
            </a:r>
          </a:p>
          <a:p>
            <a:pPr marL="1028700" indent="-571500">
              <a:spcAft>
                <a:spcPts val="1200"/>
              </a:spcAft>
              <a:buClr>
                <a:srgbClr val="EE4238"/>
              </a:buClr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252260"/>
                </a:solidFill>
                <a:latin typeface="Century Gothic" panose="020B0502020202020204" pitchFamily="34" charset="0"/>
              </a:rPr>
              <a:t>Social media</a:t>
            </a:r>
          </a:p>
          <a:p>
            <a:pPr marL="1028700" indent="-571500">
              <a:spcAft>
                <a:spcPts val="1200"/>
              </a:spcAft>
              <a:buClr>
                <a:srgbClr val="EE4238"/>
              </a:buClr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252260"/>
                </a:solidFill>
                <a:latin typeface="Century Gothic" panose="020B0502020202020204" pitchFamily="34" charset="0"/>
              </a:rPr>
              <a:t>PR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4786D73-D047-34CE-2FF2-AFCCFD23A2EA}"/>
              </a:ext>
            </a:extLst>
          </p:cNvPr>
          <p:cNvSpPr/>
          <p:nvPr/>
        </p:nvSpPr>
        <p:spPr>
          <a:xfrm>
            <a:off x="0" y="0"/>
            <a:ext cx="12192000" cy="959224"/>
          </a:xfrm>
          <a:prstGeom prst="rect">
            <a:avLst/>
          </a:prstGeom>
          <a:solidFill>
            <a:srgbClr val="DD403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B6DD2AD-DD20-A6EB-4CAF-5FC2073501D5}"/>
              </a:ext>
            </a:extLst>
          </p:cNvPr>
          <p:cNvSpPr txBox="1"/>
          <p:nvPr/>
        </p:nvSpPr>
        <p:spPr>
          <a:xfrm>
            <a:off x="762000" y="125707"/>
            <a:ext cx="1123277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Century Gothic" panose="020B0502020202020204" pitchFamily="34" charset="0"/>
              </a:rPr>
              <a:t>Inspire – Creating Awareness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4B063A-56FC-68F3-AF34-DCF071DE86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-1" y="6492875"/>
            <a:ext cx="528919" cy="365125"/>
          </a:xfrm>
        </p:spPr>
        <p:txBody>
          <a:bodyPr/>
          <a:lstStyle/>
          <a:p>
            <a:fld id="{0F897CD2-57D8-4610-8E64-C03C1E4E4E05}" type="slidenum">
              <a:rPr lang="en-US" sz="1600" b="1" smtClean="0">
                <a:solidFill>
                  <a:schemeClr val="bg1"/>
                </a:solidFill>
              </a:rPr>
              <a:t>19</a:t>
            </a:fld>
            <a:endParaRPr lang="en-US" sz="16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061056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9CBED602-B9AA-4E30-811B-082728B0E948}"/>
              </a:ext>
            </a:extLst>
          </p:cNvPr>
          <p:cNvGrpSpPr/>
          <p:nvPr/>
        </p:nvGrpSpPr>
        <p:grpSpPr>
          <a:xfrm>
            <a:off x="0" y="6316825"/>
            <a:ext cx="12192000" cy="541176"/>
            <a:chOff x="0" y="6078071"/>
            <a:chExt cx="12192000" cy="779929"/>
          </a:xfrm>
        </p:grpSpPr>
        <p:sp>
          <p:nvSpPr>
            <p:cNvPr id="3" name="Rectangle 24">
              <a:extLst>
                <a:ext uri="{FF2B5EF4-FFF2-40B4-BE49-F238E27FC236}">
                  <a16:creationId xmlns:a16="http://schemas.microsoft.com/office/drawing/2014/main" id="{C367CC84-698C-26A1-9D0F-CDAA043943DB}"/>
                </a:ext>
              </a:extLst>
            </p:cNvPr>
            <p:cNvSpPr/>
            <p:nvPr/>
          </p:nvSpPr>
          <p:spPr>
            <a:xfrm>
              <a:off x="0" y="6078071"/>
              <a:ext cx="12192000" cy="779929"/>
            </a:xfrm>
            <a:custGeom>
              <a:avLst/>
              <a:gdLst>
                <a:gd name="connsiteX0" fmla="*/ 0 w 12876028"/>
                <a:gd name="connsiteY0" fmla="*/ 0 h 1662721"/>
                <a:gd name="connsiteX1" fmla="*/ 12876028 w 12876028"/>
                <a:gd name="connsiteY1" fmla="*/ 0 h 1662721"/>
                <a:gd name="connsiteX2" fmla="*/ 12876028 w 12876028"/>
                <a:gd name="connsiteY2" fmla="*/ 1662721 h 1662721"/>
                <a:gd name="connsiteX3" fmla="*/ 0 w 12876028"/>
                <a:gd name="connsiteY3" fmla="*/ 1662721 h 1662721"/>
                <a:gd name="connsiteX4" fmla="*/ 0 w 12876028"/>
                <a:gd name="connsiteY4" fmla="*/ 0 h 1662721"/>
                <a:gd name="connsiteX0" fmla="*/ 0 w 12876028"/>
                <a:gd name="connsiteY0" fmla="*/ 893135 h 1662721"/>
                <a:gd name="connsiteX1" fmla="*/ 12876028 w 12876028"/>
                <a:gd name="connsiteY1" fmla="*/ 0 h 1662721"/>
                <a:gd name="connsiteX2" fmla="*/ 12876028 w 12876028"/>
                <a:gd name="connsiteY2" fmla="*/ 1662721 h 1662721"/>
                <a:gd name="connsiteX3" fmla="*/ 0 w 12876028"/>
                <a:gd name="connsiteY3" fmla="*/ 1662721 h 1662721"/>
                <a:gd name="connsiteX4" fmla="*/ 0 w 12876028"/>
                <a:gd name="connsiteY4" fmla="*/ 893135 h 16627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876028" h="1662721">
                  <a:moveTo>
                    <a:pt x="0" y="893135"/>
                  </a:moveTo>
                  <a:lnTo>
                    <a:pt x="12876028" y="0"/>
                  </a:lnTo>
                  <a:lnTo>
                    <a:pt x="12876028" y="1662721"/>
                  </a:lnTo>
                  <a:lnTo>
                    <a:pt x="0" y="1662721"/>
                  </a:lnTo>
                  <a:lnTo>
                    <a:pt x="0" y="893135"/>
                  </a:lnTo>
                  <a:close/>
                </a:path>
              </a:pathLst>
            </a:custGeom>
            <a:solidFill>
              <a:srgbClr val="DD403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706977B5-0C6C-A11B-E6C8-969AC985CA5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t="24486" b="24288"/>
            <a:stretch/>
          </p:blipFill>
          <p:spPr>
            <a:xfrm>
              <a:off x="10468947" y="6236638"/>
              <a:ext cx="1436181" cy="559334"/>
            </a:xfrm>
            <a:prstGeom prst="rect">
              <a:avLst/>
            </a:prstGeom>
          </p:spPr>
        </p:pic>
      </p:grp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4B063A-56FC-68F3-AF34-DCF071DE86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-1" y="6578082"/>
            <a:ext cx="528919" cy="279918"/>
          </a:xfrm>
        </p:spPr>
        <p:txBody>
          <a:bodyPr/>
          <a:lstStyle/>
          <a:p>
            <a:fld id="{0F897CD2-57D8-4610-8E64-C03C1E4E4E05}" type="slidenum">
              <a:rPr lang="en-US" sz="1600" b="1" smtClean="0">
                <a:solidFill>
                  <a:schemeClr val="bg1"/>
                </a:solidFill>
              </a:rPr>
              <a:t>20</a:t>
            </a:fld>
            <a:endParaRPr lang="en-US" sz="1600" b="1" dirty="0">
              <a:solidFill>
                <a:schemeClr val="bg1"/>
              </a:solidFill>
            </a:endParaRPr>
          </a:p>
        </p:txBody>
      </p:sp>
      <p:pic>
        <p:nvPicPr>
          <p:cNvPr id="7" name="Picture 6" descr="A screenshot of a computer&#10;&#10;Description automatically generated">
            <a:extLst>
              <a:ext uri="{FF2B5EF4-FFF2-40B4-BE49-F238E27FC236}">
                <a16:creationId xmlns:a16="http://schemas.microsoft.com/office/drawing/2014/main" id="{BBE76158-25F4-D3CD-D101-BEA5E6BD617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6466" y="246416"/>
            <a:ext cx="7459067" cy="607040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64672616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9CBED602-B9AA-4E30-811B-082728B0E948}"/>
              </a:ext>
            </a:extLst>
          </p:cNvPr>
          <p:cNvGrpSpPr/>
          <p:nvPr/>
        </p:nvGrpSpPr>
        <p:grpSpPr>
          <a:xfrm>
            <a:off x="0" y="6316825"/>
            <a:ext cx="12192000" cy="541176"/>
            <a:chOff x="0" y="6078071"/>
            <a:chExt cx="12192000" cy="779929"/>
          </a:xfrm>
        </p:grpSpPr>
        <p:sp>
          <p:nvSpPr>
            <p:cNvPr id="3" name="Rectangle 24">
              <a:extLst>
                <a:ext uri="{FF2B5EF4-FFF2-40B4-BE49-F238E27FC236}">
                  <a16:creationId xmlns:a16="http://schemas.microsoft.com/office/drawing/2014/main" id="{C367CC84-698C-26A1-9D0F-CDAA043943DB}"/>
                </a:ext>
              </a:extLst>
            </p:cNvPr>
            <p:cNvSpPr/>
            <p:nvPr/>
          </p:nvSpPr>
          <p:spPr>
            <a:xfrm>
              <a:off x="0" y="6078071"/>
              <a:ext cx="12192000" cy="779929"/>
            </a:xfrm>
            <a:custGeom>
              <a:avLst/>
              <a:gdLst>
                <a:gd name="connsiteX0" fmla="*/ 0 w 12876028"/>
                <a:gd name="connsiteY0" fmla="*/ 0 h 1662721"/>
                <a:gd name="connsiteX1" fmla="*/ 12876028 w 12876028"/>
                <a:gd name="connsiteY1" fmla="*/ 0 h 1662721"/>
                <a:gd name="connsiteX2" fmla="*/ 12876028 w 12876028"/>
                <a:gd name="connsiteY2" fmla="*/ 1662721 h 1662721"/>
                <a:gd name="connsiteX3" fmla="*/ 0 w 12876028"/>
                <a:gd name="connsiteY3" fmla="*/ 1662721 h 1662721"/>
                <a:gd name="connsiteX4" fmla="*/ 0 w 12876028"/>
                <a:gd name="connsiteY4" fmla="*/ 0 h 1662721"/>
                <a:gd name="connsiteX0" fmla="*/ 0 w 12876028"/>
                <a:gd name="connsiteY0" fmla="*/ 893135 h 1662721"/>
                <a:gd name="connsiteX1" fmla="*/ 12876028 w 12876028"/>
                <a:gd name="connsiteY1" fmla="*/ 0 h 1662721"/>
                <a:gd name="connsiteX2" fmla="*/ 12876028 w 12876028"/>
                <a:gd name="connsiteY2" fmla="*/ 1662721 h 1662721"/>
                <a:gd name="connsiteX3" fmla="*/ 0 w 12876028"/>
                <a:gd name="connsiteY3" fmla="*/ 1662721 h 1662721"/>
                <a:gd name="connsiteX4" fmla="*/ 0 w 12876028"/>
                <a:gd name="connsiteY4" fmla="*/ 893135 h 16627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876028" h="1662721">
                  <a:moveTo>
                    <a:pt x="0" y="893135"/>
                  </a:moveTo>
                  <a:lnTo>
                    <a:pt x="12876028" y="0"/>
                  </a:lnTo>
                  <a:lnTo>
                    <a:pt x="12876028" y="1662721"/>
                  </a:lnTo>
                  <a:lnTo>
                    <a:pt x="0" y="1662721"/>
                  </a:lnTo>
                  <a:lnTo>
                    <a:pt x="0" y="893135"/>
                  </a:lnTo>
                  <a:close/>
                </a:path>
              </a:pathLst>
            </a:custGeom>
            <a:solidFill>
              <a:srgbClr val="DD403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706977B5-0C6C-A11B-E6C8-969AC985CA5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t="24486" b="24288"/>
            <a:stretch/>
          </p:blipFill>
          <p:spPr>
            <a:xfrm>
              <a:off x="10468947" y="6236638"/>
              <a:ext cx="1436181" cy="559334"/>
            </a:xfrm>
            <a:prstGeom prst="rect">
              <a:avLst/>
            </a:prstGeom>
          </p:spPr>
        </p:pic>
      </p:grp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4B063A-56FC-68F3-AF34-DCF071DE86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-1" y="6578082"/>
            <a:ext cx="528919" cy="279918"/>
          </a:xfrm>
        </p:spPr>
        <p:txBody>
          <a:bodyPr/>
          <a:lstStyle/>
          <a:p>
            <a:fld id="{0F897CD2-57D8-4610-8E64-C03C1E4E4E05}" type="slidenum">
              <a:rPr lang="en-US" sz="1600" b="1" smtClean="0">
                <a:solidFill>
                  <a:schemeClr val="bg1"/>
                </a:solidFill>
              </a:rPr>
              <a:t>21</a:t>
            </a:fld>
            <a:endParaRPr lang="en-US" sz="1600" b="1" dirty="0">
              <a:solidFill>
                <a:schemeClr val="bg1"/>
              </a:solidFill>
            </a:endParaRPr>
          </a:p>
        </p:txBody>
      </p:sp>
      <p:pic>
        <p:nvPicPr>
          <p:cNvPr id="8" name="Picture 7" descr="A table with text on it&#10;&#10;Description automatically generated">
            <a:extLst>
              <a:ext uri="{FF2B5EF4-FFF2-40B4-BE49-F238E27FC236}">
                <a16:creationId xmlns:a16="http://schemas.microsoft.com/office/drawing/2014/main" id="{11CB6B95-36F2-3E1B-D0CC-15935F3BD2C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9190" y="1212980"/>
            <a:ext cx="8533621" cy="409613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25377362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9CBED602-B9AA-4E30-811B-082728B0E948}"/>
              </a:ext>
            </a:extLst>
          </p:cNvPr>
          <p:cNvGrpSpPr/>
          <p:nvPr/>
        </p:nvGrpSpPr>
        <p:grpSpPr>
          <a:xfrm>
            <a:off x="0" y="6316825"/>
            <a:ext cx="12192000" cy="541176"/>
            <a:chOff x="0" y="6078071"/>
            <a:chExt cx="12192000" cy="779929"/>
          </a:xfrm>
        </p:grpSpPr>
        <p:sp>
          <p:nvSpPr>
            <p:cNvPr id="3" name="Rectangle 24">
              <a:extLst>
                <a:ext uri="{FF2B5EF4-FFF2-40B4-BE49-F238E27FC236}">
                  <a16:creationId xmlns:a16="http://schemas.microsoft.com/office/drawing/2014/main" id="{C367CC84-698C-26A1-9D0F-CDAA043943DB}"/>
                </a:ext>
              </a:extLst>
            </p:cNvPr>
            <p:cNvSpPr/>
            <p:nvPr/>
          </p:nvSpPr>
          <p:spPr>
            <a:xfrm>
              <a:off x="0" y="6078071"/>
              <a:ext cx="12192000" cy="779929"/>
            </a:xfrm>
            <a:custGeom>
              <a:avLst/>
              <a:gdLst>
                <a:gd name="connsiteX0" fmla="*/ 0 w 12876028"/>
                <a:gd name="connsiteY0" fmla="*/ 0 h 1662721"/>
                <a:gd name="connsiteX1" fmla="*/ 12876028 w 12876028"/>
                <a:gd name="connsiteY1" fmla="*/ 0 h 1662721"/>
                <a:gd name="connsiteX2" fmla="*/ 12876028 w 12876028"/>
                <a:gd name="connsiteY2" fmla="*/ 1662721 h 1662721"/>
                <a:gd name="connsiteX3" fmla="*/ 0 w 12876028"/>
                <a:gd name="connsiteY3" fmla="*/ 1662721 h 1662721"/>
                <a:gd name="connsiteX4" fmla="*/ 0 w 12876028"/>
                <a:gd name="connsiteY4" fmla="*/ 0 h 1662721"/>
                <a:gd name="connsiteX0" fmla="*/ 0 w 12876028"/>
                <a:gd name="connsiteY0" fmla="*/ 893135 h 1662721"/>
                <a:gd name="connsiteX1" fmla="*/ 12876028 w 12876028"/>
                <a:gd name="connsiteY1" fmla="*/ 0 h 1662721"/>
                <a:gd name="connsiteX2" fmla="*/ 12876028 w 12876028"/>
                <a:gd name="connsiteY2" fmla="*/ 1662721 h 1662721"/>
                <a:gd name="connsiteX3" fmla="*/ 0 w 12876028"/>
                <a:gd name="connsiteY3" fmla="*/ 1662721 h 1662721"/>
                <a:gd name="connsiteX4" fmla="*/ 0 w 12876028"/>
                <a:gd name="connsiteY4" fmla="*/ 893135 h 16627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876028" h="1662721">
                  <a:moveTo>
                    <a:pt x="0" y="893135"/>
                  </a:moveTo>
                  <a:lnTo>
                    <a:pt x="12876028" y="0"/>
                  </a:lnTo>
                  <a:lnTo>
                    <a:pt x="12876028" y="1662721"/>
                  </a:lnTo>
                  <a:lnTo>
                    <a:pt x="0" y="1662721"/>
                  </a:lnTo>
                  <a:lnTo>
                    <a:pt x="0" y="893135"/>
                  </a:lnTo>
                  <a:close/>
                </a:path>
              </a:pathLst>
            </a:custGeom>
            <a:solidFill>
              <a:srgbClr val="DD403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706977B5-0C6C-A11B-E6C8-969AC985CA5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t="24486" b="24288"/>
            <a:stretch/>
          </p:blipFill>
          <p:spPr>
            <a:xfrm>
              <a:off x="10468947" y="6236638"/>
              <a:ext cx="1436181" cy="559334"/>
            </a:xfrm>
            <a:prstGeom prst="rect">
              <a:avLst/>
            </a:prstGeom>
          </p:spPr>
        </p:pic>
      </p:grp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4B063A-56FC-68F3-AF34-DCF071DE86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-1" y="6578082"/>
            <a:ext cx="528919" cy="279918"/>
          </a:xfrm>
        </p:spPr>
        <p:txBody>
          <a:bodyPr/>
          <a:lstStyle/>
          <a:p>
            <a:fld id="{0F897CD2-57D8-4610-8E64-C03C1E4E4E05}" type="slidenum">
              <a:rPr lang="en-US" sz="1600" b="1" smtClean="0">
                <a:solidFill>
                  <a:schemeClr val="bg1"/>
                </a:solidFill>
              </a:rPr>
              <a:t>22</a:t>
            </a:fld>
            <a:endParaRPr lang="en-US" sz="1600" b="1" dirty="0">
              <a:solidFill>
                <a:schemeClr val="bg1"/>
              </a:solidFill>
            </a:endParaRPr>
          </a:p>
        </p:txBody>
      </p:sp>
      <p:pic>
        <p:nvPicPr>
          <p:cNvPr id="7" name="Picture 6" descr="A close-up of a document&#10;&#10;Description automatically generated">
            <a:extLst>
              <a:ext uri="{FF2B5EF4-FFF2-40B4-BE49-F238E27FC236}">
                <a16:creationId xmlns:a16="http://schemas.microsoft.com/office/drawing/2014/main" id="{24DF123E-7A01-9BBB-DC80-08F39BB1014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6797" y="643812"/>
            <a:ext cx="9238405" cy="490790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68794860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9CBED602-B9AA-4E30-811B-082728B0E948}"/>
              </a:ext>
            </a:extLst>
          </p:cNvPr>
          <p:cNvGrpSpPr/>
          <p:nvPr/>
        </p:nvGrpSpPr>
        <p:grpSpPr>
          <a:xfrm>
            <a:off x="0" y="6316825"/>
            <a:ext cx="12192000" cy="541176"/>
            <a:chOff x="0" y="6078071"/>
            <a:chExt cx="12192000" cy="779929"/>
          </a:xfrm>
        </p:grpSpPr>
        <p:sp>
          <p:nvSpPr>
            <p:cNvPr id="3" name="Rectangle 24">
              <a:extLst>
                <a:ext uri="{FF2B5EF4-FFF2-40B4-BE49-F238E27FC236}">
                  <a16:creationId xmlns:a16="http://schemas.microsoft.com/office/drawing/2014/main" id="{C367CC84-698C-26A1-9D0F-CDAA043943DB}"/>
                </a:ext>
              </a:extLst>
            </p:cNvPr>
            <p:cNvSpPr/>
            <p:nvPr/>
          </p:nvSpPr>
          <p:spPr>
            <a:xfrm>
              <a:off x="0" y="6078071"/>
              <a:ext cx="12192000" cy="779929"/>
            </a:xfrm>
            <a:custGeom>
              <a:avLst/>
              <a:gdLst>
                <a:gd name="connsiteX0" fmla="*/ 0 w 12876028"/>
                <a:gd name="connsiteY0" fmla="*/ 0 h 1662721"/>
                <a:gd name="connsiteX1" fmla="*/ 12876028 w 12876028"/>
                <a:gd name="connsiteY1" fmla="*/ 0 h 1662721"/>
                <a:gd name="connsiteX2" fmla="*/ 12876028 w 12876028"/>
                <a:gd name="connsiteY2" fmla="*/ 1662721 h 1662721"/>
                <a:gd name="connsiteX3" fmla="*/ 0 w 12876028"/>
                <a:gd name="connsiteY3" fmla="*/ 1662721 h 1662721"/>
                <a:gd name="connsiteX4" fmla="*/ 0 w 12876028"/>
                <a:gd name="connsiteY4" fmla="*/ 0 h 1662721"/>
                <a:gd name="connsiteX0" fmla="*/ 0 w 12876028"/>
                <a:gd name="connsiteY0" fmla="*/ 893135 h 1662721"/>
                <a:gd name="connsiteX1" fmla="*/ 12876028 w 12876028"/>
                <a:gd name="connsiteY1" fmla="*/ 0 h 1662721"/>
                <a:gd name="connsiteX2" fmla="*/ 12876028 w 12876028"/>
                <a:gd name="connsiteY2" fmla="*/ 1662721 h 1662721"/>
                <a:gd name="connsiteX3" fmla="*/ 0 w 12876028"/>
                <a:gd name="connsiteY3" fmla="*/ 1662721 h 1662721"/>
                <a:gd name="connsiteX4" fmla="*/ 0 w 12876028"/>
                <a:gd name="connsiteY4" fmla="*/ 893135 h 16627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876028" h="1662721">
                  <a:moveTo>
                    <a:pt x="0" y="893135"/>
                  </a:moveTo>
                  <a:lnTo>
                    <a:pt x="12876028" y="0"/>
                  </a:lnTo>
                  <a:lnTo>
                    <a:pt x="12876028" y="1662721"/>
                  </a:lnTo>
                  <a:lnTo>
                    <a:pt x="0" y="1662721"/>
                  </a:lnTo>
                  <a:lnTo>
                    <a:pt x="0" y="893135"/>
                  </a:lnTo>
                  <a:close/>
                </a:path>
              </a:pathLst>
            </a:custGeom>
            <a:solidFill>
              <a:srgbClr val="DD403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706977B5-0C6C-A11B-E6C8-969AC985CA5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t="24486" b="24288"/>
            <a:stretch/>
          </p:blipFill>
          <p:spPr>
            <a:xfrm>
              <a:off x="10468947" y="6236638"/>
              <a:ext cx="1436181" cy="559334"/>
            </a:xfrm>
            <a:prstGeom prst="rect">
              <a:avLst/>
            </a:prstGeom>
          </p:spPr>
        </p:pic>
      </p:grp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4B063A-56FC-68F3-AF34-DCF071DE86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-1" y="6578082"/>
            <a:ext cx="528919" cy="279918"/>
          </a:xfrm>
        </p:spPr>
        <p:txBody>
          <a:bodyPr/>
          <a:lstStyle/>
          <a:p>
            <a:fld id="{0F897CD2-57D8-4610-8E64-C03C1E4E4E05}" type="slidenum">
              <a:rPr lang="en-US" sz="1600" b="1" smtClean="0">
                <a:solidFill>
                  <a:schemeClr val="bg1"/>
                </a:solidFill>
              </a:rPr>
              <a:t>23</a:t>
            </a:fld>
            <a:endParaRPr lang="en-US" sz="1600" b="1" dirty="0">
              <a:solidFill>
                <a:schemeClr val="bg1"/>
              </a:solidFill>
            </a:endParaRPr>
          </a:p>
        </p:txBody>
      </p:sp>
      <p:pic>
        <p:nvPicPr>
          <p:cNvPr id="8" name="Picture 7" descr="A table of information&#10;&#10;Description automatically generated">
            <a:extLst>
              <a:ext uri="{FF2B5EF4-FFF2-40B4-BE49-F238E27FC236}">
                <a16:creationId xmlns:a16="http://schemas.microsoft.com/office/drawing/2014/main" id="{B281697C-78B6-DEC2-36DD-DA9D3B78C35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5673" y="513183"/>
            <a:ext cx="9240653" cy="537493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97853209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9CBED602-B9AA-4E30-811B-082728B0E948}"/>
              </a:ext>
            </a:extLst>
          </p:cNvPr>
          <p:cNvGrpSpPr/>
          <p:nvPr/>
        </p:nvGrpSpPr>
        <p:grpSpPr>
          <a:xfrm>
            <a:off x="0" y="6316825"/>
            <a:ext cx="12192000" cy="541176"/>
            <a:chOff x="0" y="6078071"/>
            <a:chExt cx="12192000" cy="779929"/>
          </a:xfrm>
        </p:grpSpPr>
        <p:sp>
          <p:nvSpPr>
            <p:cNvPr id="3" name="Rectangle 24">
              <a:extLst>
                <a:ext uri="{FF2B5EF4-FFF2-40B4-BE49-F238E27FC236}">
                  <a16:creationId xmlns:a16="http://schemas.microsoft.com/office/drawing/2014/main" id="{C367CC84-698C-26A1-9D0F-CDAA043943DB}"/>
                </a:ext>
              </a:extLst>
            </p:cNvPr>
            <p:cNvSpPr/>
            <p:nvPr/>
          </p:nvSpPr>
          <p:spPr>
            <a:xfrm>
              <a:off x="0" y="6078071"/>
              <a:ext cx="12192000" cy="779929"/>
            </a:xfrm>
            <a:custGeom>
              <a:avLst/>
              <a:gdLst>
                <a:gd name="connsiteX0" fmla="*/ 0 w 12876028"/>
                <a:gd name="connsiteY0" fmla="*/ 0 h 1662721"/>
                <a:gd name="connsiteX1" fmla="*/ 12876028 w 12876028"/>
                <a:gd name="connsiteY1" fmla="*/ 0 h 1662721"/>
                <a:gd name="connsiteX2" fmla="*/ 12876028 w 12876028"/>
                <a:gd name="connsiteY2" fmla="*/ 1662721 h 1662721"/>
                <a:gd name="connsiteX3" fmla="*/ 0 w 12876028"/>
                <a:gd name="connsiteY3" fmla="*/ 1662721 h 1662721"/>
                <a:gd name="connsiteX4" fmla="*/ 0 w 12876028"/>
                <a:gd name="connsiteY4" fmla="*/ 0 h 1662721"/>
                <a:gd name="connsiteX0" fmla="*/ 0 w 12876028"/>
                <a:gd name="connsiteY0" fmla="*/ 893135 h 1662721"/>
                <a:gd name="connsiteX1" fmla="*/ 12876028 w 12876028"/>
                <a:gd name="connsiteY1" fmla="*/ 0 h 1662721"/>
                <a:gd name="connsiteX2" fmla="*/ 12876028 w 12876028"/>
                <a:gd name="connsiteY2" fmla="*/ 1662721 h 1662721"/>
                <a:gd name="connsiteX3" fmla="*/ 0 w 12876028"/>
                <a:gd name="connsiteY3" fmla="*/ 1662721 h 1662721"/>
                <a:gd name="connsiteX4" fmla="*/ 0 w 12876028"/>
                <a:gd name="connsiteY4" fmla="*/ 893135 h 16627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876028" h="1662721">
                  <a:moveTo>
                    <a:pt x="0" y="893135"/>
                  </a:moveTo>
                  <a:lnTo>
                    <a:pt x="12876028" y="0"/>
                  </a:lnTo>
                  <a:lnTo>
                    <a:pt x="12876028" y="1662721"/>
                  </a:lnTo>
                  <a:lnTo>
                    <a:pt x="0" y="1662721"/>
                  </a:lnTo>
                  <a:lnTo>
                    <a:pt x="0" y="893135"/>
                  </a:lnTo>
                  <a:close/>
                </a:path>
              </a:pathLst>
            </a:custGeom>
            <a:solidFill>
              <a:srgbClr val="DD403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706977B5-0C6C-A11B-E6C8-969AC985CA5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t="24486" b="24288"/>
            <a:stretch/>
          </p:blipFill>
          <p:spPr>
            <a:xfrm>
              <a:off x="10468947" y="6236638"/>
              <a:ext cx="1436181" cy="559334"/>
            </a:xfrm>
            <a:prstGeom prst="rect">
              <a:avLst/>
            </a:prstGeom>
          </p:spPr>
        </p:pic>
      </p:grp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4B063A-56FC-68F3-AF34-DCF071DE86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-1" y="6578082"/>
            <a:ext cx="528919" cy="279918"/>
          </a:xfrm>
        </p:spPr>
        <p:txBody>
          <a:bodyPr/>
          <a:lstStyle/>
          <a:p>
            <a:fld id="{0F897CD2-57D8-4610-8E64-C03C1E4E4E05}" type="slidenum">
              <a:rPr lang="en-US" sz="1600" b="1" smtClean="0">
                <a:solidFill>
                  <a:schemeClr val="bg1"/>
                </a:solidFill>
              </a:rPr>
              <a:t>24</a:t>
            </a:fld>
            <a:endParaRPr lang="en-US" sz="1600" b="1" dirty="0">
              <a:solidFill>
                <a:schemeClr val="bg1"/>
              </a:solidFill>
            </a:endParaRPr>
          </a:p>
        </p:txBody>
      </p:sp>
      <p:pic>
        <p:nvPicPr>
          <p:cNvPr id="7" name="Picture 6" descr="A close-up of a social media calendar&#10;&#10;Description automatically generated">
            <a:extLst>
              <a:ext uri="{FF2B5EF4-FFF2-40B4-BE49-F238E27FC236}">
                <a16:creationId xmlns:a16="http://schemas.microsoft.com/office/drawing/2014/main" id="{4FF94AA9-9A1F-7D5A-2077-DC1440950D9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27853" y="56334"/>
            <a:ext cx="8136294" cy="626049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93395953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D5C5515-93AC-28C5-DBAF-E8F0684E991E}"/>
              </a:ext>
            </a:extLst>
          </p:cNvPr>
          <p:cNvSpPr/>
          <p:nvPr/>
        </p:nvSpPr>
        <p:spPr>
          <a:xfrm>
            <a:off x="4932959" y="696237"/>
            <a:ext cx="5213448" cy="1210123"/>
          </a:xfrm>
          <a:prstGeom prst="rect">
            <a:avLst/>
          </a:prstGeom>
          <a:solidFill>
            <a:srgbClr val="F181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Isosceles Triangle 25">
            <a:extLst>
              <a:ext uri="{FF2B5EF4-FFF2-40B4-BE49-F238E27FC236}">
                <a16:creationId xmlns:a16="http://schemas.microsoft.com/office/drawing/2014/main" id="{187A778D-2547-34D1-A5F5-97BC24E5AE17}"/>
              </a:ext>
            </a:extLst>
          </p:cNvPr>
          <p:cNvSpPr/>
          <p:nvPr/>
        </p:nvSpPr>
        <p:spPr>
          <a:xfrm rot="5400000">
            <a:off x="9570644" y="828141"/>
            <a:ext cx="1859690" cy="869879"/>
          </a:xfrm>
          <a:prstGeom prst="triangle">
            <a:avLst/>
          </a:prstGeom>
          <a:solidFill>
            <a:srgbClr val="F181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A836DBD-B06B-C6BB-0A42-DFA3BD67A78B}"/>
              </a:ext>
            </a:extLst>
          </p:cNvPr>
          <p:cNvSpPr txBox="1"/>
          <p:nvPr/>
        </p:nvSpPr>
        <p:spPr>
          <a:xfrm>
            <a:off x="4873744" y="744290"/>
            <a:ext cx="602786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600" dirty="0">
                <a:solidFill>
                  <a:schemeClr val="bg1"/>
                </a:solidFill>
                <a:latin typeface="Century Gothic" panose="020B0502020202020204" pitchFamily="34" charset="0"/>
              </a:rPr>
              <a:t>Connect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D5BF0B0B-BDDC-9974-E4F3-08A5180576E8}"/>
              </a:ext>
            </a:extLst>
          </p:cNvPr>
          <p:cNvGrpSpPr/>
          <p:nvPr/>
        </p:nvGrpSpPr>
        <p:grpSpPr>
          <a:xfrm rot="21079364">
            <a:off x="249817" y="244289"/>
            <a:ext cx="5790419" cy="6167177"/>
            <a:chOff x="5436198" y="511241"/>
            <a:chExt cx="6019145" cy="6228727"/>
          </a:xfrm>
        </p:grpSpPr>
        <p:sp>
          <p:nvSpPr>
            <p:cNvPr id="28" name="Block Arc 1">
              <a:extLst>
                <a:ext uri="{FF2B5EF4-FFF2-40B4-BE49-F238E27FC236}">
                  <a16:creationId xmlns:a16="http://schemas.microsoft.com/office/drawing/2014/main" id="{245A5746-E494-DEAB-6883-6F53981D6449}"/>
                </a:ext>
              </a:extLst>
            </p:cNvPr>
            <p:cNvSpPr/>
            <p:nvPr/>
          </p:nvSpPr>
          <p:spPr>
            <a:xfrm rot="6099059">
              <a:off x="9940336" y="3713264"/>
              <a:ext cx="2314305" cy="715708"/>
            </a:xfrm>
            <a:custGeom>
              <a:avLst/>
              <a:gdLst>
                <a:gd name="connsiteX0" fmla="*/ 0 w 2391141"/>
                <a:gd name="connsiteY0" fmla="*/ 726679 h 1453358"/>
                <a:gd name="connsiteX1" fmla="*/ 1195571 w 2391141"/>
                <a:gd name="connsiteY1" fmla="*/ 0 h 1453358"/>
                <a:gd name="connsiteX2" fmla="*/ 2391142 w 2391141"/>
                <a:gd name="connsiteY2" fmla="*/ 726679 h 1453358"/>
                <a:gd name="connsiteX3" fmla="*/ 2027802 w 2391141"/>
                <a:gd name="connsiteY3" fmla="*/ 726679 h 1453358"/>
                <a:gd name="connsiteX4" fmla="*/ 1195571 w 2391141"/>
                <a:gd name="connsiteY4" fmla="*/ 363339 h 1453358"/>
                <a:gd name="connsiteX5" fmla="*/ 363340 w 2391141"/>
                <a:gd name="connsiteY5" fmla="*/ 726679 h 1453358"/>
                <a:gd name="connsiteX6" fmla="*/ 0 w 2391141"/>
                <a:gd name="connsiteY6" fmla="*/ 726679 h 1453358"/>
                <a:gd name="connsiteX0" fmla="*/ 0 w 2614878"/>
                <a:gd name="connsiteY0" fmla="*/ 727830 h 727830"/>
                <a:gd name="connsiteX1" fmla="*/ 1195571 w 2614878"/>
                <a:gd name="connsiteY1" fmla="*/ 1151 h 727830"/>
                <a:gd name="connsiteX2" fmla="*/ 2614878 w 2614878"/>
                <a:gd name="connsiteY2" fmla="*/ 611098 h 727830"/>
                <a:gd name="connsiteX3" fmla="*/ 2027802 w 2614878"/>
                <a:gd name="connsiteY3" fmla="*/ 727830 h 727830"/>
                <a:gd name="connsiteX4" fmla="*/ 1195571 w 2614878"/>
                <a:gd name="connsiteY4" fmla="*/ 364490 h 727830"/>
                <a:gd name="connsiteX5" fmla="*/ 363340 w 2614878"/>
                <a:gd name="connsiteY5" fmla="*/ 727830 h 727830"/>
                <a:gd name="connsiteX6" fmla="*/ 0 w 2614878"/>
                <a:gd name="connsiteY6" fmla="*/ 727830 h 727830"/>
                <a:gd name="connsiteX0" fmla="*/ 0 w 2614878"/>
                <a:gd name="connsiteY0" fmla="*/ 727830 h 727830"/>
                <a:gd name="connsiteX1" fmla="*/ 1195571 w 2614878"/>
                <a:gd name="connsiteY1" fmla="*/ 1151 h 727830"/>
                <a:gd name="connsiteX2" fmla="*/ 2614878 w 2614878"/>
                <a:gd name="connsiteY2" fmla="*/ 611098 h 727830"/>
                <a:gd name="connsiteX3" fmla="*/ 2251538 w 2614878"/>
                <a:gd name="connsiteY3" fmla="*/ 669464 h 727830"/>
                <a:gd name="connsiteX4" fmla="*/ 1195571 w 2614878"/>
                <a:gd name="connsiteY4" fmla="*/ 364490 h 727830"/>
                <a:gd name="connsiteX5" fmla="*/ 363340 w 2614878"/>
                <a:gd name="connsiteY5" fmla="*/ 727830 h 727830"/>
                <a:gd name="connsiteX6" fmla="*/ 0 w 2614878"/>
                <a:gd name="connsiteY6" fmla="*/ 727830 h 727830"/>
                <a:gd name="connsiteX0" fmla="*/ 0 w 2780249"/>
                <a:gd name="connsiteY0" fmla="*/ 590533 h 726720"/>
                <a:gd name="connsiteX1" fmla="*/ 1360942 w 2780249"/>
                <a:gd name="connsiteY1" fmla="*/ 41 h 726720"/>
                <a:gd name="connsiteX2" fmla="*/ 2780249 w 2780249"/>
                <a:gd name="connsiteY2" fmla="*/ 609988 h 726720"/>
                <a:gd name="connsiteX3" fmla="*/ 2416909 w 2780249"/>
                <a:gd name="connsiteY3" fmla="*/ 668354 h 726720"/>
                <a:gd name="connsiteX4" fmla="*/ 1360942 w 2780249"/>
                <a:gd name="connsiteY4" fmla="*/ 363380 h 726720"/>
                <a:gd name="connsiteX5" fmla="*/ 528711 w 2780249"/>
                <a:gd name="connsiteY5" fmla="*/ 726720 h 726720"/>
                <a:gd name="connsiteX6" fmla="*/ 0 w 2780249"/>
                <a:gd name="connsiteY6" fmla="*/ 590533 h 726720"/>
                <a:gd name="connsiteX0" fmla="*/ 0 w 2780249"/>
                <a:gd name="connsiteY0" fmla="*/ 590533 h 668354"/>
                <a:gd name="connsiteX1" fmla="*/ 1360942 w 2780249"/>
                <a:gd name="connsiteY1" fmla="*/ 41 h 668354"/>
                <a:gd name="connsiteX2" fmla="*/ 2780249 w 2780249"/>
                <a:gd name="connsiteY2" fmla="*/ 609988 h 668354"/>
                <a:gd name="connsiteX3" fmla="*/ 2416909 w 2780249"/>
                <a:gd name="connsiteY3" fmla="*/ 668354 h 668354"/>
                <a:gd name="connsiteX4" fmla="*/ 1360942 w 2780249"/>
                <a:gd name="connsiteY4" fmla="*/ 363380 h 668354"/>
                <a:gd name="connsiteX5" fmla="*/ 275792 w 2780249"/>
                <a:gd name="connsiteY5" fmla="*/ 639171 h 668354"/>
                <a:gd name="connsiteX6" fmla="*/ 0 w 2780249"/>
                <a:gd name="connsiteY6" fmla="*/ 590533 h 668354"/>
                <a:gd name="connsiteX0" fmla="*/ 0 w 2780249"/>
                <a:gd name="connsiteY0" fmla="*/ 590533 h 668354"/>
                <a:gd name="connsiteX1" fmla="*/ 1360942 w 2780249"/>
                <a:gd name="connsiteY1" fmla="*/ 41 h 668354"/>
                <a:gd name="connsiteX2" fmla="*/ 2780249 w 2780249"/>
                <a:gd name="connsiteY2" fmla="*/ 609988 h 668354"/>
                <a:gd name="connsiteX3" fmla="*/ 2416909 w 2780249"/>
                <a:gd name="connsiteY3" fmla="*/ 668354 h 668354"/>
                <a:gd name="connsiteX4" fmla="*/ 1351215 w 2780249"/>
                <a:gd name="connsiteY4" fmla="*/ 480112 h 668354"/>
                <a:gd name="connsiteX5" fmla="*/ 275792 w 2780249"/>
                <a:gd name="connsiteY5" fmla="*/ 639171 h 668354"/>
                <a:gd name="connsiteX6" fmla="*/ 0 w 2780249"/>
                <a:gd name="connsiteY6" fmla="*/ 590533 h 668354"/>
                <a:gd name="connsiteX0" fmla="*/ 0 w 2780249"/>
                <a:gd name="connsiteY0" fmla="*/ 590533 h 775358"/>
                <a:gd name="connsiteX1" fmla="*/ 1360942 w 2780249"/>
                <a:gd name="connsiteY1" fmla="*/ 41 h 775358"/>
                <a:gd name="connsiteX2" fmla="*/ 2780249 w 2780249"/>
                <a:gd name="connsiteY2" fmla="*/ 609988 h 775358"/>
                <a:gd name="connsiteX3" fmla="*/ 2329360 w 2780249"/>
                <a:gd name="connsiteY3" fmla="*/ 775358 h 775358"/>
                <a:gd name="connsiteX4" fmla="*/ 1351215 w 2780249"/>
                <a:gd name="connsiteY4" fmla="*/ 480112 h 775358"/>
                <a:gd name="connsiteX5" fmla="*/ 275792 w 2780249"/>
                <a:gd name="connsiteY5" fmla="*/ 639171 h 775358"/>
                <a:gd name="connsiteX6" fmla="*/ 0 w 2780249"/>
                <a:gd name="connsiteY6" fmla="*/ 590533 h 775358"/>
                <a:gd name="connsiteX0" fmla="*/ 0 w 2673245"/>
                <a:gd name="connsiteY0" fmla="*/ 600391 h 785216"/>
                <a:gd name="connsiteX1" fmla="*/ 1360942 w 2673245"/>
                <a:gd name="connsiteY1" fmla="*/ 9899 h 785216"/>
                <a:gd name="connsiteX2" fmla="*/ 2673245 w 2673245"/>
                <a:gd name="connsiteY2" fmla="*/ 405837 h 785216"/>
                <a:gd name="connsiteX3" fmla="*/ 2329360 w 2673245"/>
                <a:gd name="connsiteY3" fmla="*/ 785216 h 785216"/>
                <a:gd name="connsiteX4" fmla="*/ 1351215 w 2673245"/>
                <a:gd name="connsiteY4" fmla="*/ 489970 h 785216"/>
                <a:gd name="connsiteX5" fmla="*/ 275792 w 2673245"/>
                <a:gd name="connsiteY5" fmla="*/ 649029 h 785216"/>
                <a:gd name="connsiteX6" fmla="*/ 0 w 2673245"/>
                <a:gd name="connsiteY6" fmla="*/ 600391 h 785216"/>
                <a:gd name="connsiteX0" fmla="*/ 0 w 2673245"/>
                <a:gd name="connsiteY0" fmla="*/ 593348 h 778173"/>
                <a:gd name="connsiteX1" fmla="*/ 1360942 w 2673245"/>
                <a:gd name="connsiteY1" fmla="*/ 2856 h 778173"/>
                <a:gd name="connsiteX2" fmla="*/ 2673245 w 2673245"/>
                <a:gd name="connsiteY2" fmla="*/ 398794 h 778173"/>
                <a:gd name="connsiteX3" fmla="*/ 2329360 w 2673245"/>
                <a:gd name="connsiteY3" fmla="*/ 778173 h 778173"/>
                <a:gd name="connsiteX4" fmla="*/ 1351215 w 2673245"/>
                <a:gd name="connsiteY4" fmla="*/ 482927 h 778173"/>
                <a:gd name="connsiteX5" fmla="*/ 275792 w 2673245"/>
                <a:gd name="connsiteY5" fmla="*/ 641986 h 778173"/>
                <a:gd name="connsiteX6" fmla="*/ 0 w 2673245"/>
                <a:gd name="connsiteY6" fmla="*/ 593348 h 778173"/>
                <a:gd name="connsiteX0" fmla="*/ 0 w 2478691"/>
                <a:gd name="connsiteY0" fmla="*/ 293714 h 809279"/>
                <a:gd name="connsiteX1" fmla="*/ 1166388 w 2478691"/>
                <a:gd name="connsiteY1" fmla="*/ 33962 h 809279"/>
                <a:gd name="connsiteX2" fmla="*/ 2478691 w 2478691"/>
                <a:gd name="connsiteY2" fmla="*/ 429900 h 809279"/>
                <a:gd name="connsiteX3" fmla="*/ 2134806 w 2478691"/>
                <a:gd name="connsiteY3" fmla="*/ 809279 h 809279"/>
                <a:gd name="connsiteX4" fmla="*/ 1156661 w 2478691"/>
                <a:gd name="connsiteY4" fmla="*/ 514033 h 809279"/>
                <a:gd name="connsiteX5" fmla="*/ 81238 w 2478691"/>
                <a:gd name="connsiteY5" fmla="*/ 673092 h 809279"/>
                <a:gd name="connsiteX6" fmla="*/ 0 w 2478691"/>
                <a:gd name="connsiteY6" fmla="*/ 293714 h 809279"/>
                <a:gd name="connsiteX0" fmla="*/ 0 w 2478691"/>
                <a:gd name="connsiteY0" fmla="*/ 262275 h 777840"/>
                <a:gd name="connsiteX1" fmla="*/ 1166388 w 2478691"/>
                <a:gd name="connsiteY1" fmla="*/ 2523 h 777840"/>
                <a:gd name="connsiteX2" fmla="*/ 2478691 w 2478691"/>
                <a:gd name="connsiteY2" fmla="*/ 398461 h 777840"/>
                <a:gd name="connsiteX3" fmla="*/ 2134806 w 2478691"/>
                <a:gd name="connsiteY3" fmla="*/ 777840 h 777840"/>
                <a:gd name="connsiteX4" fmla="*/ 1156661 w 2478691"/>
                <a:gd name="connsiteY4" fmla="*/ 482594 h 777840"/>
                <a:gd name="connsiteX5" fmla="*/ 81238 w 2478691"/>
                <a:gd name="connsiteY5" fmla="*/ 641653 h 777840"/>
                <a:gd name="connsiteX6" fmla="*/ 0 w 2478691"/>
                <a:gd name="connsiteY6" fmla="*/ 262275 h 777840"/>
                <a:gd name="connsiteX0" fmla="*/ 0 w 2478691"/>
                <a:gd name="connsiteY0" fmla="*/ 262275 h 777841"/>
                <a:gd name="connsiteX1" fmla="*/ 1166388 w 2478691"/>
                <a:gd name="connsiteY1" fmla="*/ 2523 h 777841"/>
                <a:gd name="connsiteX2" fmla="*/ 2478691 w 2478691"/>
                <a:gd name="connsiteY2" fmla="*/ 398461 h 777841"/>
                <a:gd name="connsiteX3" fmla="*/ 2134806 w 2478691"/>
                <a:gd name="connsiteY3" fmla="*/ 777840 h 777841"/>
                <a:gd name="connsiteX4" fmla="*/ 1156661 w 2478691"/>
                <a:gd name="connsiteY4" fmla="*/ 482594 h 777841"/>
                <a:gd name="connsiteX5" fmla="*/ 178515 w 2478691"/>
                <a:gd name="connsiteY5" fmla="*/ 777841 h 777841"/>
                <a:gd name="connsiteX6" fmla="*/ 0 w 2478691"/>
                <a:gd name="connsiteY6" fmla="*/ 262275 h 777841"/>
                <a:gd name="connsiteX0" fmla="*/ 0 w 2478691"/>
                <a:gd name="connsiteY0" fmla="*/ 262275 h 777840"/>
                <a:gd name="connsiteX1" fmla="*/ 1166388 w 2478691"/>
                <a:gd name="connsiteY1" fmla="*/ 2523 h 777840"/>
                <a:gd name="connsiteX2" fmla="*/ 2478691 w 2478691"/>
                <a:gd name="connsiteY2" fmla="*/ 398461 h 777840"/>
                <a:gd name="connsiteX3" fmla="*/ 2134806 w 2478691"/>
                <a:gd name="connsiteY3" fmla="*/ 777840 h 777840"/>
                <a:gd name="connsiteX4" fmla="*/ 1156661 w 2478691"/>
                <a:gd name="connsiteY4" fmla="*/ 482594 h 777840"/>
                <a:gd name="connsiteX5" fmla="*/ 139604 w 2478691"/>
                <a:gd name="connsiteY5" fmla="*/ 748658 h 777840"/>
                <a:gd name="connsiteX6" fmla="*/ 0 w 2478691"/>
                <a:gd name="connsiteY6" fmla="*/ 262275 h 777840"/>
                <a:gd name="connsiteX0" fmla="*/ 0 w 2478691"/>
                <a:gd name="connsiteY0" fmla="*/ 262275 h 777840"/>
                <a:gd name="connsiteX1" fmla="*/ 1166388 w 2478691"/>
                <a:gd name="connsiteY1" fmla="*/ 2523 h 777840"/>
                <a:gd name="connsiteX2" fmla="*/ 2478691 w 2478691"/>
                <a:gd name="connsiteY2" fmla="*/ 398461 h 777840"/>
                <a:gd name="connsiteX3" fmla="*/ 2134806 w 2478691"/>
                <a:gd name="connsiteY3" fmla="*/ 777840 h 777840"/>
                <a:gd name="connsiteX4" fmla="*/ 1156661 w 2478691"/>
                <a:gd name="connsiteY4" fmla="*/ 482594 h 777840"/>
                <a:gd name="connsiteX5" fmla="*/ 139604 w 2478691"/>
                <a:gd name="connsiteY5" fmla="*/ 748658 h 777840"/>
                <a:gd name="connsiteX6" fmla="*/ 0 w 2478691"/>
                <a:gd name="connsiteY6" fmla="*/ 262275 h 777840"/>
                <a:gd name="connsiteX0" fmla="*/ 0 w 2478691"/>
                <a:gd name="connsiteY0" fmla="*/ 262275 h 797295"/>
                <a:gd name="connsiteX1" fmla="*/ 1166388 w 2478691"/>
                <a:gd name="connsiteY1" fmla="*/ 2523 h 797295"/>
                <a:gd name="connsiteX2" fmla="*/ 2478691 w 2478691"/>
                <a:gd name="connsiteY2" fmla="*/ 398461 h 797295"/>
                <a:gd name="connsiteX3" fmla="*/ 2144534 w 2478691"/>
                <a:gd name="connsiteY3" fmla="*/ 797295 h 797295"/>
                <a:gd name="connsiteX4" fmla="*/ 1156661 w 2478691"/>
                <a:gd name="connsiteY4" fmla="*/ 482594 h 797295"/>
                <a:gd name="connsiteX5" fmla="*/ 139604 w 2478691"/>
                <a:gd name="connsiteY5" fmla="*/ 748658 h 797295"/>
                <a:gd name="connsiteX6" fmla="*/ 0 w 2478691"/>
                <a:gd name="connsiteY6" fmla="*/ 262275 h 797295"/>
                <a:gd name="connsiteX0" fmla="*/ 0 w 2478691"/>
                <a:gd name="connsiteY0" fmla="*/ 262275 h 797295"/>
                <a:gd name="connsiteX1" fmla="*/ 1166388 w 2478691"/>
                <a:gd name="connsiteY1" fmla="*/ 2523 h 797295"/>
                <a:gd name="connsiteX2" fmla="*/ 2478691 w 2478691"/>
                <a:gd name="connsiteY2" fmla="*/ 398461 h 797295"/>
                <a:gd name="connsiteX3" fmla="*/ 2144534 w 2478691"/>
                <a:gd name="connsiteY3" fmla="*/ 797295 h 797295"/>
                <a:gd name="connsiteX4" fmla="*/ 1156661 w 2478691"/>
                <a:gd name="connsiteY4" fmla="*/ 482594 h 797295"/>
                <a:gd name="connsiteX5" fmla="*/ 139604 w 2478691"/>
                <a:gd name="connsiteY5" fmla="*/ 748658 h 797295"/>
                <a:gd name="connsiteX6" fmla="*/ 0 w 2478691"/>
                <a:gd name="connsiteY6" fmla="*/ 262275 h 797295"/>
                <a:gd name="connsiteX0" fmla="*/ 0 w 2309168"/>
                <a:gd name="connsiteY0" fmla="*/ 259772 h 794792"/>
                <a:gd name="connsiteX1" fmla="*/ 1166388 w 2309168"/>
                <a:gd name="connsiteY1" fmla="*/ 20 h 794792"/>
                <a:gd name="connsiteX2" fmla="*/ 2309168 w 2309168"/>
                <a:gd name="connsiteY2" fmla="*/ 270099 h 794792"/>
                <a:gd name="connsiteX3" fmla="*/ 2144534 w 2309168"/>
                <a:gd name="connsiteY3" fmla="*/ 794792 h 794792"/>
                <a:gd name="connsiteX4" fmla="*/ 1156661 w 2309168"/>
                <a:gd name="connsiteY4" fmla="*/ 480091 h 794792"/>
                <a:gd name="connsiteX5" fmla="*/ 139604 w 2309168"/>
                <a:gd name="connsiteY5" fmla="*/ 746155 h 794792"/>
                <a:gd name="connsiteX6" fmla="*/ 0 w 2309168"/>
                <a:gd name="connsiteY6" fmla="*/ 259772 h 794792"/>
                <a:gd name="connsiteX0" fmla="*/ 0 w 2309168"/>
                <a:gd name="connsiteY0" fmla="*/ 259772 h 794792"/>
                <a:gd name="connsiteX1" fmla="*/ 1166388 w 2309168"/>
                <a:gd name="connsiteY1" fmla="*/ 20 h 794792"/>
                <a:gd name="connsiteX2" fmla="*/ 2309168 w 2309168"/>
                <a:gd name="connsiteY2" fmla="*/ 270099 h 794792"/>
                <a:gd name="connsiteX3" fmla="*/ 2144534 w 2309168"/>
                <a:gd name="connsiteY3" fmla="*/ 794792 h 794792"/>
                <a:gd name="connsiteX4" fmla="*/ 1156661 w 2309168"/>
                <a:gd name="connsiteY4" fmla="*/ 480091 h 794792"/>
                <a:gd name="connsiteX5" fmla="*/ 139604 w 2309168"/>
                <a:gd name="connsiteY5" fmla="*/ 746155 h 794792"/>
                <a:gd name="connsiteX6" fmla="*/ 0 w 2309168"/>
                <a:gd name="connsiteY6" fmla="*/ 259772 h 794792"/>
                <a:gd name="connsiteX0" fmla="*/ 0 w 2309168"/>
                <a:gd name="connsiteY0" fmla="*/ 259772 h 746155"/>
                <a:gd name="connsiteX1" fmla="*/ 1166388 w 2309168"/>
                <a:gd name="connsiteY1" fmla="*/ 20 h 746155"/>
                <a:gd name="connsiteX2" fmla="*/ 2309168 w 2309168"/>
                <a:gd name="connsiteY2" fmla="*/ 270099 h 746155"/>
                <a:gd name="connsiteX3" fmla="*/ 2121417 w 2309168"/>
                <a:gd name="connsiteY3" fmla="*/ 707462 h 746155"/>
                <a:gd name="connsiteX4" fmla="*/ 1156661 w 2309168"/>
                <a:gd name="connsiteY4" fmla="*/ 480091 h 746155"/>
                <a:gd name="connsiteX5" fmla="*/ 139604 w 2309168"/>
                <a:gd name="connsiteY5" fmla="*/ 746155 h 746155"/>
                <a:gd name="connsiteX6" fmla="*/ 0 w 2309168"/>
                <a:gd name="connsiteY6" fmla="*/ 259772 h 746155"/>
                <a:gd name="connsiteX0" fmla="*/ 0 w 2309168"/>
                <a:gd name="connsiteY0" fmla="*/ 259772 h 746155"/>
                <a:gd name="connsiteX1" fmla="*/ 1166388 w 2309168"/>
                <a:gd name="connsiteY1" fmla="*/ 20 h 746155"/>
                <a:gd name="connsiteX2" fmla="*/ 2309168 w 2309168"/>
                <a:gd name="connsiteY2" fmla="*/ 270099 h 746155"/>
                <a:gd name="connsiteX3" fmla="*/ 2121417 w 2309168"/>
                <a:gd name="connsiteY3" fmla="*/ 707462 h 746155"/>
                <a:gd name="connsiteX4" fmla="*/ 1156661 w 2309168"/>
                <a:gd name="connsiteY4" fmla="*/ 480091 h 746155"/>
                <a:gd name="connsiteX5" fmla="*/ 139604 w 2309168"/>
                <a:gd name="connsiteY5" fmla="*/ 746155 h 746155"/>
                <a:gd name="connsiteX6" fmla="*/ 0 w 2309168"/>
                <a:gd name="connsiteY6" fmla="*/ 259772 h 746155"/>
                <a:gd name="connsiteX0" fmla="*/ 0 w 2309168"/>
                <a:gd name="connsiteY0" fmla="*/ 226793 h 746567"/>
                <a:gd name="connsiteX1" fmla="*/ 1166388 w 2309168"/>
                <a:gd name="connsiteY1" fmla="*/ 432 h 746567"/>
                <a:gd name="connsiteX2" fmla="*/ 2309168 w 2309168"/>
                <a:gd name="connsiteY2" fmla="*/ 270511 h 746567"/>
                <a:gd name="connsiteX3" fmla="*/ 2121417 w 2309168"/>
                <a:gd name="connsiteY3" fmla="*/ 707874 h 746567"/>
                <a:gd name="connsiteX4" fmla="*/ 1156661 w 2309168"/>
                <a:gd name="connsiteY4" fmla="*/ 480503 h 746567"/>
                <a:gd name="connsiteX5" fmla="*/ 139604 w 2309168"/>
                <a:gd name="connsiteY5" fmla="*/ 746567 h 746567"/>
                <a:gd name="connsiteX6" fmla="*/ 0 w 2309168"/>
                <a:gd name="connsiteY6" fmla="*/ 226793 h 746567"/>
                <a:gd name="connsiteX0" fmla="*/ 0 w 2309168"/>
                <a:gd name="connsiteY0" fmla="*/ 226663 h 746437"/>
                <a:gd name="connsiteX1" fmla="*/ 1166388 w 2309168"/>
                <a:gd name="connsiteY1" fmla="*/ 302 h 746437"/>
                <a:gd name="connsiteX2" fmla="*/ 2309168 w 2309168"/>
                <a:gd name="connsiteY2" fmla="*/ 270381 h 746437"/>
                <a:gd name="connsiteX3" fmla="*/ 2121417 w 2309168"/>
                <a:gd name="connsiteY3" fmla="*/ 707744 h 746437"/>
                <a:gd name="connsiteX4" fmla="*/ 1156661 w 2309168"/>
                <a:gd name="connsiteY4" fmla="*/ 480373 h 746437"/>
                <a:gd name="connsiteX5" fmla="*/ 139604 w 2309168"/>
                <a:gd name="connsiteY5" fmla="*/ 746437 h 746437"/>
                <a:gd name="connsiteX6" fmla="*/ 0 w 2309168"/>
                <a:gd name="connsiteY6" fmla="*/ 226663 h 746437"/>
                <a:gd name="connsiteX0" fmla="*/ 0 w 2309168"/>
                <a:gd name="connsiteY0" fmla="*/ 226614 h 746388"/>
                <a:gd name="connsiteX1" fmla="*/ 1166388 w 2309168"/>
                <a:gd name="connsiteY1" fmla="*/ 253 h 746388"/>
                <a:gd name="connsiteX2" fmla="*/ 2309168 w 2309168"/>
                <a:gd name="connsiteY2" fmla="*/ 270332 h 746388"/>
                <a:gd name="connsiteX3" fmla="*/ 2121417 w 2309168"/>
                <a:gd name="connsiteY3" fmla="*/ 707695 h 746388"/>
                <a:gd name="connsiteX4" fmla="*/ 1156661 w 2309168"/>
                <a:gd name="connsiteY4" fmla="*/ 480324 h 746388"/>
                <a:gd name="connsiteX5" fmla="*/ 139604 w 2309168"/>
                <a:gd name="connsiteY5" fmla="*/ 746388 h 746388"/>
                <a:gd name="connsiteX6" fmla="*/ 0 w 2309168"/>
                <a:gd name="connsiteY6" fmla="*/ 226614 h 746388"/>
                <a:gd name="connsiteX0" fmla="*/ 0 w 2309168"/>
                <a:gd name="connsiteY0" fmla="*/ 231692 h 746328"/>
                <a:gd name="connsiteX1" fmla="*/ 1166388 w 2309168"/>
                <a:gd name="connsiteY1" fmla="*/ 193 h 746328"/>
                <a:gd name="connsiteX2" fmla="*/ 2309168 w 2309168"/>
                <a:gd name="connsiteY2" fmla="*/ 270272 h 746328"/>
                <a:gd name="connsiteX3" fmla="*/ 2121417 w 2309168"/>
                <a:gd name="connsiteY3" fmla="*/ 707635 h 746328"/>
                <a:gd name="connsiteX4" fmla="*/ 1156661 w 2309168"/>
                <a:gd name="connsiteY4" fmla="*/ 480264 h 746328"/>
                <a:gd name="connsiteX5" fmla="*/ 139604 w 2309168"/>
                <a:gd name="connsiteY5" fmla="*/ 746328 h 746328"/>
                <a:gd name="connsiteX6" fmla="*/ 0 w 2309168"/>
                <a:gd name="connsiteY6" fmla="*/ 231692 h 746328"/>
                <a:gd name="connsiteX0" fmla="*/ 0 w 2309168"/>
                <a:gd name="connsiteY0" fmla="*/ 231692 h 707635"/>
                <a:gd name="connsiteX1" fmla="*/ 1166388 w 2309168"/>
                <a:gd name="connsiteY1" fmla="*/ 193 h 707635"/>
                <a:gd name="connsiteX2" fmla="*/ 2309168 w 2309168"/>
                <a:gd name="connsiteY2" fmla="*/ 270272 h 707635"/>
                <a:gd name="connsiteX3" fmla="*/ 2121417 w 2309168"/>
                <a:gd name="connsiteY3" fmla="*/ 707635 h 707635"/>
                <a:gd name="connsiteX4" fmla="*/ 1156661 w 2309168"/>
                <a:gd name="connsiteY4" fmla="*/ 480264 h 707635"/>
                <a:gd name="connsiteX5" fmla="*/ 172995 w 2309168"/>
                <a:gd name="connsiteY5" fmla="*/ 684683 h 707635"/>
                <a:gd name="connsiteX6" fmla="*/ 0 w 2309168"/>
                <a:gd name="connsiteY6" fmla="*/ 231692 h 707635"/>
                <a:gd name="connsiteX0" fmla="*/ 0 w 2309168"/>
                <a:gd name="connsiteY0" fmla="*/ 231692 h 707635"/>
                <a:gd name="connsiteX1" fmla="*/ 1166388 w 2309168"/>
                <a:gd name="connsiteY1" fmla="*/ 193 h 707635"/>
                <a:gd name="connsiteX2" fmla="*/ 2309168 w 2309168"/>
                <a:gd name="connsiteY2" fmla="*/ 270272 h 707635"/>
                <a:gd name="connsiteX3" fmla="*/ 2121417 w 2309168"/>
                <a:gd name="connsiteY3" fmla="*/ 707635 h 707635"/>
                <a:gd name="connsiteX4" fmla="*/ 1156661 w 2309168"/>
                <a:gd name="connsiteY4" fmla="*/ 480264 h 707635"/>
                <a:gd name="connsiteX5" fmla="*/ 172995 w 2309168"/>
                <a:gd name="connsiteY5" fmla="*/ 684683 h 707635"/>
                <a:gd name="connsiteX6" fmla="*/ 0 w 2309168"/>
                <a:gd name="connsiteY6" fmla="*/ 231692 h 707635"/>
                <a:gd name="connsiteX0" fmla="*/ 0 w 2309168"/>
                <a:gd name="connsiteY0" fmla="*/ 231692 h 715340"/>
                <a:gd name="connsiteX1" fmla="*/ 1166388 w 2309168"/>
                <a:gd name="connsiteY1" fmla="*/ 193 h 715340"/>
                <a:gd name="connsiteX2" fmla="*/ 2309168 w 2309168"/>
                <a:gd name="connsiteY2" fmla="*/ 270272 h 715340"/>
                <a:gd name="connsiteX3" fmla="*/ 2123986 w 2309168"/>
                <a:gd name="connsiteY3" fmla="*/ 715340 h 715340"/>
                <a:gd name="connsiteX4" fmla="*/ 1156661 w 2309168"/>
                <a:gd name="connsiteY4" fmla="*/ 480264 h 715340"/>
                <a:gd name="connsiteX5" fmla="*/ 172995 w 2309168"/>
                <a:gd name="connsiteY5" fmla="*/ 684683 h 715340"/>
                <a:gd name="connsiteX6" fmla="*/ 0 w 2309168"/>
                <a:gd name="connsiteY6" fmla="*/ 231692 h 715340"/>
                <a:gd name="connsiteX0" fmla="*/ 0 w 2309168"/>
                <a:gd name="connsiteY0" fmla="*/ 231692 h 715340"/>
                <a:gd name="connsiteX1" fmla="*/ 1166388 w 2309168"/>
                <a:gd name="connsiteY1" fmla="*/ 193 h 715340"/>
                <a:gd name="connsiteX2" fmla="*/ 2309168 w 2309168"/>
                <a:gd name="connsiteY2" fmla="*/ 270272 h 715340"/>
                <a:gd name="connsiteX3" fmla="*/ 2123986 w 2309168"/>
                <a:gd name="connsiteY3" fmla="*/ 715340 h 715340"/>
                <a:gd name="connsiteX4" fmla="*/ 1156661 w 2309168"/>
                <a:gd name="connsiteY4" fmla="*/ 480264 h 715340"/>
                <a:gd name="connsiteX5" fmla="*/ 172995 w 2309168"/>
                <a:gd name="connsiteY5" fmla="*/ 684683 h 715340"/>
                <a:gd name="connsiteX6" fmla="*/ 0 w 2309168"/>
                <a:gd name="connsiteY6" fmla="*/ 231692 h 715340"/>
                <a:gd name="connsiteX0" fmla="*/ 0 w 2309168"/>
                <a:gd name="connsiteY0" fmla="*/ 231692 h 715340"/>
                <a:gd name="connsiteX1" fmla="*/ 1166388 w 2309168"/>
                <a:gd name="connsiteY1" fmla="*/ 193 h 715340"/>
                <a:gd name="connsiteX2" fmla="*/ 2309168 w 2309168"/>
                <a:gd name="connsiteY2" fmla="*/ 270272 h 715340"/>
                <a:gd name="connsiteX3" fmla="*/ 2123986 w 2309168"/>
                <a:gd name="connsiteY3" fmla="*/ 715340 h 715340"/>
                <a:gd name="connsiteX4" fmla="*/ 1156661 w 2309168"/>
                <a:gd name="connsiteY4" fmla="*/ 480264 h 715340"/>
                <a:gd name="connsiteX5" fmla="*/ 172995 w 2309168"/>
                <a:gd name="connsiteY5" fmla="*/ 684683 h 715340"/>
                <a:gd name="connsiteX6" fmla="*/ 0 w 2309168"/>
                <a:gd name="connsiteY6" fmla="*/ 231692 h 715340"/>
                <a:gd name="connsiteX0" fmla="*/ 0 w 2314305"/>
                <a:gd name="connsiteY0" fmla="*/ 231543 h 715191"/>
                <a:gd name="connsiteX1" fmla="*/ 1166388 w 2314305"/>
                <a:gd name="connsiteY1" fmla="*/ 44 h 715191"/>
                <a:gd name="connsiteX2" fmla="*/ 2314305 w 2314305"/>
                <a:gd name="connsiteY2" fmla="*/ 249575 h 715191"/>
                <a:gd name="connsiteX3" fmla="*/ 2123986 w 2314305"/>
                <a:gd name="connsiteY3" fmla="*/ 715191 h 715191"/>
                <a:gd name="connsiteX4" fmla="*/ 1156661 w 2314305"/>
                <a:gd name="connsiteY4" fmla="*/ 480115 h 715191"/>
                <a:gd name="connsiteX5" fmla="*/ 172995 w 2314305"/>
                <a:gd name="connsiteY5" fmla="*/ 684534 h 715191"/>
                <a:gd name="connsiteX6" fmla="*/ 0 w 2314305"/>
                <a:gd name="connsiteY6" fmla="*/ 231543 h 715191"/>
                <a:gd name="connsiteX0" fmla="*/ 0 w 2314305"/>
                <a:gd name="connsiteY0" fmla="*/ 231543 h 715191"/>
                <a:gd name="connsiteX1" fmla="*/ 1166388 w 2314305"/>
                <a:gd name="connsiteY1" fmla="*/ 44 h 715191"/>
                <a:gd name="connsiteX2" fmla="*/ 2314305 w 2314305"/>
                <a:gd name="connsiteY2" fmla="*/ 249575 h 715191"/>
                <a:gd name="connsiteX3" fmla="*/ 2123986 w 2314305"/>
                <a:gd name="connsiteY3" fmla="*/ 715191 h 715191"/>
                <a:gd name="connsiteX4" fmla="*/ 1156661 w 2314305"/>
                <a:gd name="connsiteY4" fmla="*/ 480115 h 715191"/>
                <a:gd name="connsiteX5" fmla="*/ 172995 w 2314305"/>
                <a:gd name="connsiteY5" fmla="*/ 684534 h 715191"/>
                <a:gd name="connsiteX6" fmla="*/ 0 w 2314305"/>
                <a:gd name="connsiteY6" fmla="*/ 231543 h 715191"/>
                <a:gd name="connsiteX0" fmla="*/ 0 w 2314305"/>
                <a:gd name="connsiteY0" fmla="*/ 231550 h 715198"/>
                <a:gd name="connsiteX1" fmla="*/ 1166388 w 2314305"/>
                <a:gd name="connsiteY1" fmla="*/ 51 h 715198"/>
                <a:gd name="connsiteX2" fmla="*/ 2314305 w 2314305"/>
                <a:gd name="connsiteY2" fmla="*/ 249582 h 715198"/>
                <a:gd name="connsiteX3" fmla="*/ 2123986 w 2314305"/>
                <a:gd name="connsiteY3" fmla="*/ 715198 h 715198"/>
                <a:gd name="connsiteX4" fmla="*/ 1156661 w 2314305"/>
                <a:gd name="connsiteY4" fmla="*/ 480122 h 715198"/>
                <a:gd name="connsiteX5" fmla="*/ 172995 w 2314305"/>
                <a:gd name="connsiteY5" fmla="*/ 684541 h 715198"/>
                <a:gd name="connsiteX6" fmla="*/ 0 w 2314305"/>
                <a:gd name="connsiteY6" fmla="*/ 231550 h 715198"/>
                <a:gd name="connsiteX0" fmla="*/ 0 w 2314305"/>
                <a:gd name="connsiteY0" fmla="*/ 233092 h 716740"/>
                <a:gd name="connsiteX1" fmla="*/ 1166388 w 2314305"/>
                <a:gd name="connsiteY1" fmla="*/ 1593 h 716740"/>
                <a:gd name="connsiteX2" fmla="*/ 2314305 w 2314305"/>
                <a:gd name="connsiteY2" fmla="*/ 251124 h 716740"/>
                <a:gd name="connsiteX3" fmla="*/ 2123986 w 2314305"/>
                <a:gd name="connsiteY3" fmla="*/ 716740 h 716740"/>
                <a:gd name="connsiteX4" fmla="*/ 1156661 w 2314305"/>
                <a:gd name="connsiteY4" fmla="*/ 481664 h 716740"/>
                <a:gd name="connsiteX5" fmla="*/ 172995 w 2314305"/>
                <a:gd name="connsiteY5" fmla="*/ 686083 h 716740"/>
                <a:gd name="connsiteX6" fmla="*/ 0 w 2314305"/>
                <a:gd name="connsiteY6" fmla="*/ 233092 h 716740"/>
                <a:gd name="connsiteX0" fmla="*/ 0 w 2314305"/>
                <a:gd name="connsiteY0" fmla="*/ 231523 h 715171"/>
                <a:gd name="connsiteX1" fmla="*/ 1166388 w 2314305"/>
                <a:gd name="connsiteY1" fmla="*/ 24 h 715171"/>
                <a:gd name="connsiteX2" fmla="*/ 2314305 w 2314305"/>
                <a:gd name="connsiteY2" fmla="*/ 249555 h 715171"/>
                <a:gd name="connsiteX3" fmla="*/ 2123986 w 2314305"/>
                <a:gd name="connsiteY3" fmla="*/ 715171 h 715171"/>
                <a:gd name="connsiteX4" fmla="*/ 1156661 w 2314305"/>
                <a:gd name="connsiteY4" fmla="*/ 480095 h 715171"/>
                <a:gd name="connsiteX5" fmla="*/ 172995 w 2314305"/>
                <a:gd name="connsiteY5" fmla="*/ 684514 h 715171"/>
                <a:gd name="connsiteX6" fmla="*/ 0 w 2314305"/>
                <a:gd name="connsiteY6" fmla="*/ 231523 h 715171"/>
                <a:gd name="connsiteX0" fmla="*/ 0 w 2314305"/>
                <a:gd name="connsiteY0" fmla="*/ 231550 h 715198"/>
                <a:gd name="connsiteX1" fmla="*/ 1166388 w 2314305"/>
                <a:gd name="connsiteY1" fmla="*/ 51 h 715198"/>
                <a:gd name="connsiteX2" fmla="*/ 2314305 w 2314305"/>
                <a:gd name="connsiteY2" fmla="*/ 249582 h 715198"/>
                <a:gd name="connsiteX3" fmla="*/ 2123986 w 2314305"/>
                <a:gd name="connsiteY3" fmla="*/ 715198 h 715198"/>
                <a:gd name="connsiteX4" fmla="*/ 1156661 w 2314305"/>
                <a:gd name="connsiteY4" fmla="*/ 480122 h 715198"/>
                <a:gd name="connsiteX5" fmla="*/ 172995 w 2314305"/>
                <a:gd name="connsiteY5" fmla="*/ 684541 h 715198"/>
                <a:gd name="connsiteX6" fmla="*/ 0 w 2314305"/>
                <a:gd name="connsiteY6" fmla="*/ 231550 h 715198"/>
                <a:gd name="connsiteX0" fmla="*/ 0 w 2314305"/>
                <a:gd name="connsiteY0" fmla="*/ 232088 h 715736"/>
                <a:gd name="connsiteX1" fmla="*/ 1166388 w 2314305"/>
                <a:gd name="connsiteY1" fmla="*/ 589 h 715736"/>
                <a:gd name="connsiteX2" fmla="*/ 2314305 w 2314305"/>
                <a:gd name="connsiteY2" fmla="*/ 250120 h 715736"/>
                <a:gd name="connsiteX3" fmla="*/ 2123986 w 2314305"/>
                <a:gd name="connsiteY3" fmla="*/ 715736 h 715736"/>
                <a:gd name="connsiteX4" fmla="*/ 1156661 w 2314305"/>
                <a:gd name="connsiteY4" fmla="*/ 480660 h 715736"/>
                <a:gd name="connsiteX5" fmla="*/ 172995 w 2314305"/>
                <a:gd name="connsiteY5" fmla="*/ 685079 h 715736"/>
                <a:gd name="connsiteX6" fmla="*/ 0 w 2314305"/>
                <a:gd name="connsiteY6" fmla="*/ 232088 h 715736"/>
                <a:gd name="connsiteX0" fmla="*/ 0 w 2314305"/>
                <a:gd name="connsiteY0" fmla="*/ 232088 h 715736"/>
                <a:gd name="connsiteX1" fmla="*/ 1166388 w 2314305"/>
                <a:gd name="connsiteY1" fmla="*/ 589 h 715736"/>
                <a:gd name="connsiteX2" fmla="*/ 2314305 w 2314305"/>
                <a:gd name="connsiteY2" fmla="*/ 250120 h 715736"/>
                <a:gd name="connsiteX3" fmla="*/ 2123986 w 2314305"/>
                <a:gd name="connsiteY3" fmla="*/ 715736 h 715736"/>
                <a:gd name="connsiteX4" fmla="*/ 1156661 w 2314305"/>
                <a:gd name="connsiteY4" fmla="*/ 480660 h 715736"/>
                <a:gd name="connsiteX5" fmla="*/ 172995 w 2314305"/>
                <a:gd name="connsiteY5" fmla="*/ 685079 h 715736"/>
                <a:gd name="connsiteX6" fmla="*/ 0 w 2314305"/>
                <a:gd name="connsiteY6" fmla="*/ 232088 h 715736"/>
                <a:gd name="connsiteX0" fmla="*/ 0 w 2314305"/>
                <a:gd name="connsiteY0" fmla="*/ 232088 h 715736"/>
                <a:gd name="connsiteX1" fmla="*/ 1166388 w 2314305"/>
                <a:gd name="connsiteY1" fmla="*/ 589 h 715736"/>
                <a:gd name="connsiteX2" fmla="*/ 2314305 w 2314305"/>
                <a:gd name="connsiteY2" fmla="*/ 250120 h 715736"/>
                <a:gd name="connsiteX3" fmla="*/ 2123986 w 2314305"/>
                <a:gd name="connsiteY3" fmla="*/ 715736 h 715736"/>
                <a:gd name="connsiteX4" fmla="*/ 1156661 w 2314305"/>
                <a:gd name="connsiteY4" fmla="*/ 480660 h 715736"/>
                <a:gd name="connsiteX5" fmla="*/ 172995 w 2314305"/>
                <a:gd name="connsiteY5" fmla="*/ 685079 h 715736"/>
                <a:gd name="connsiteX6" fmla="*/ 0 w 2314305"/>
                <a:gd name="connsiteY6" fmla="*/ 232088 h 715736"/>
                <a:gd name="connsiteX0" fmla="*/ 0 w 2314305"/>
                <a:gd name="connsiteY0" fmla="*/ 232060 h 715708"/>
                <a:gd name="connsiteX1" fmla="*/ 1166388 w 2314305"/>
                <a:gd name="connsiteY1" fmla="*/ 561 h 715708"/>
                <a:gd name="connsiteX2" fmla="*/ 2314305 w 2314305"/>
                <a:gd name="connsiteY2" fmla="*/ 250092 h 715708"/>
                <a:gd name="connsiteX3" fmla="*/ 2123986 w 2314305"/>
                <a:gd name="connsiteY3" fmla="*/ 715708 h 715708"/>
                <a:gd name="connsiteX4" fmla="*/ 1156661 w 2314305"/>
                <a:gd name="connsiteY4" fmla="*/ 480632 h 715708"/>
                <a:gd name="connsiteX5" fmla="*/ 172995 w 2314305"/>
                <a:gd name="connsiteY5" fmla="*/ 685051 h 715708"/>
                <a:gd name="connsiteX6" fmla="*/ 0 w 2314305"/>
                <a:gd name="connsiteY6" fmla="*/ 232060 h 7157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314305" h="715708">
                  <a:moveTo>
                    <a:pt x="0" y="232060"/>
                  </a:moveTo>
                  <a:cubicBezTo>
                    <a:pt x="116349" y="135016"/>
                    <a:pt x="772966" y="-10150"/>
                    <a:pt x="1166388" y="561"/>
                  </a:cubicBezTo>
                  <a:cubicBezTo>
                    <a:pt x="1559810" y="11272"/>
                    <a:pt x="1962415" y="54514"/>
                    <a:pt x="2314305" y="250092"/>
                  </a:cubicBezTo>
                  <a:cubicBezTo>
                    <a:pt x="2236857" y="411910"/>
                    <a:pt x="2305049" y="284904"/>
                    <a:pt x="2123986" y="715708"/>
                  </a:cubicBezTo>
                  <a:cubicBezTo>
                    <a:pt x="2077752" y="646036"/>
                    <a:pt x="1616289" y="480632"/>
                    <a:pt x="1156661" y="480632"/>
                  </a:cubicBezTo>
                  <a:cubicBezTo>
                    <a:pt x="697033" y="480632"/>
                    <a:pt x="257593" y="589531"/>
                    <a:pt x="172995" y="685051"/>
                  </a:cubicBezTo>
                  <a:lnTo>
                    <a:pt x="0" y="232060"/>
                  </a:lnTo>
                  <a:close/>
                </a:path>
              </a:pathLst>
            </a:cu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9" name="Block Arc 1">
              <a:extLst>
                <a:ext uri="{FF2B5EF4-FFF2-40B4-BE49-F238E27FC236}">
                  <a16:creationId xmlns:a16="http://schemas.microsoft.com/office/drawing/2014/main" id="{E6E7C8DB-DAAD-7826-7935-42FF79735541}"/>
                </a:ext>
              </a:extLst>
            </p:cNvPr>
            <p:cNvSpPr/>
            <p:nvPr/>
          </p:nvSpPr>
          <p:spPr>
            <a:xfrm rot="9231251">
              <a:off x="8493305" y="5452344"/>
              <a:ext cx="2314305" cy="715708"/>
            </a:xfrm>
            <a:custGeom>
              <a:avLst/>
              <a:gdLst>
                <a:gd name="connsiteX0" fmla="*/ 0 w 2391141"/>
                <a:gd name="connsiteY0" fmla="*/ 726679 h 1453358"/>
                <a:gd name="connsiteX1" fmla="*/ 1195571 w 2391141"/>
                <a:gd name="connsiteY1" fmla="*/ 0 h 1453358"/>
                <a:gd name="connsiteX2" fmla="*/ 2391142 w 2391141"/>
                <a:gd name="connsiteY2" fmla="*/ 726679 h 1453358"/>
                <a:gd name="connsiteX3" fmla="*/ 2027802 w 2391141"/>
                <a:gd name="connsiteY3" fmla="*/ 726679 h 1453358"/>
                <a:gd name="connsiteX4" fmla="*/ 1195571 w 2391141"/>
                <a:gd name="connsiteY4" fmla="*/ 363339 h 1453358"/>
                <a:gd name="connsiteX5" fmla="*/ 363340 w 2391141"/>
                <a:gd name="connsiteY5" fmla="*/ 726679 h 1453358"/>
                <a:gd name="connsiteX6" fmla="*/ 0 w 2391141"/>
                <a:gd name="connsiteY6" fmla="*/ 726679 h 1453358"/>
                <a:gd name="connsiteX0" fmla="*/ 0 w 2614878"/>
                <a:gd name="connsiteY0" fmla="*/ 727830 h 727830"/>
                <a:gd name="connsiteX1" fmla="*/ 1195571 w 2614878"/>
                <a:gd name="connsiteY1" fmla="*/ 1151 h 727830"/>
                <a:gd name="connsiteX2" fmla="*/ 2614878 w 2614878"/>
                <a:gd name="connsiteY2" fmla="*/ 611098 h 727830"/>
                <a:gd name="connsiteX3" fmla="*/ 2027802 w 2614878"/>
                <a:gd name="connsiteY3" fmla="*/ 727830 h 727830"/>
                <a:gd name="connsiteX4" fmla="*/ 1195571 w 2614878"/>
                <a:gd name="connsiteY4" fmla="*/ 364490 h 727830"/>
                <a:gd name="connsiteX5" fmla="*/ 363340 w 2614878"/>
                <a:gd name="connsiteY5" fmla="*/ 727830 h 727830"/>
                <a:gd name="connsiteX6" fmla="*/ 0 w 2614878"/>
                <a:gd name="connsiteY6" fmla="*/ 727830 h 727830"/>
                <a:gd name="connsiteX0" fmla="*/ 0 w 2614878"/>
                <a:gd name="connsiteY0" fmla="*/ 727830 h 727830"/>
                <a:gd name="connsiteX1" fmla="*/ 1195571 w 2614878"/>
                <a:gd name="connsiteY1" fmla="*/ 1151 h 727830"/>
                <a:gd name="connsiteX2" fmla="*/ 2614878 w 2614878"/>
                <a:gd name="connsiteY2" fmla="*/ 611098 h 727830"/>
                <a:gd name="connsiteX3" fmla="*/ 2251538 w 2614878"/>
                <a:gd name="connsiteY3" fmla="*/ 669464 h 727830"/>
                <a:gd name="connsiteX4" fmla="*/ 1195571 w 2614878"/>
                <a:gd name="connsiteY4" fmla="*/ 364490 h 727830"/>
                <a:gd name="connsiteX5" fmla="*/ 363340 w 2614878"/>
                <a:gd name="connsiteY5" fmla="*/ 727830 h 727830"/>
                <a:gd name="connsiteX6" fmla="*/ 0 w 2614878"/>
                <a:gd name="connsiteY6" fmla="*/ 727830 h 727830"/>
                <a:gd name="connsiteX0" fmla="*/ 0 w 2780249"/>
                <a:gd name="connsiteY0" fmla="*/ 590533 h 726720"/>
                <a:gd name="connsiteX1" fmla="*/ 1360942 w 2780249"/>
                <a:gd name="connsiteY1" fmla="*/ 41 h 726720"/>
                <a:gd name="connsiteX2" fmla="*/ 2780249 w 2780249"/>
                <a:gd name="connsiteY2" fmla="*/ 609988 h 726720"/>
                <a:gd name="connsiteX3" fmla="*/ 2416909 w 2780249"/>
                <a:gd name="connsiteY3" fmla="*/ 668354 h 726720"/>
                <a:gd name="connsiteX4" fmla="*/ 1360942 w 2780249"/>
                <a:gd name="connsiteY4" fmla="*/ 363380 h 726720"/>
                <a:gd name="connsiteX5" fmla="*/ 528711 w 2780249"/>
                <a:gd name="connsiteY5" fmla="*/ 726720 h 726720"/>
                <a:gd name="connsiteX6" fmla="*/ 0 w 2780249"/>
                <a:gd name="connsiteY6" fmla="*/ 590533 h 726720"/>
                <a:gd name="connsiteX0" fmla="*/ 0 w 2780249"/>
                <a:gd name="connsiteY0" fmla="*/ 590533 h 668354"/>
                <a:gd name="connsiteX1" fmla="*/ 1360942 w 2780249"/>
                <a:gd name="connsiteY1" fmla="*/ 41 h 668354"/>
                <a:gd name="connsiteX2" fmla="*/ 2780249 w 2780249"/>
                <a:gd name="connsiteY2" fmla="*/ 609988 h 668354"/>
                <a:gd name="connsiteX3" fmla="*/ 2416909 w 2780249"/>
                <a:gd name="connsiteY3" fmla="*/ 668354 h 668354"/>
                <a:gd name="connsiteX4" fmla="*/ 1360942 w 2780249"/>
                <a:gd name="connsiteY4" fmla="*/ 363380 h 668354"/>
                <a:gd name="connsiteX5" fmla="*/ 275792 w 2780249"/>
                <a:gd name="connsiteY5" fmla="*/ 639171 h 668354"/>
                <a:gd name="connsiteX6" fmla="*/ 0 w 2780249"/>
                <a:gd name="connsiteY6" fmla="*/ 590533 h 668354"/>
                <a:gd name="connsiteX0" fmla="*/ 0 w 2780249"/>
                <a:gd name="connsiteY0" fmla="*/ 590533 h 668354"/>
                <a:gd name="connsiteX1" fmla="*/ 1360942 w 2780249"/>
                <a:gd name="connsiteY1" fmla="*/ 41 h 668354"/>
                <a:gd name="connsiteX2" fmla="*/ 2780249 w 2780249"/>
                <a:gd name="connsiteY2" fmla="*/ 609988 h 668354"/>
                <a:gd name="connsiteX3" fmla="*/ 2416909 w 2780249"/>
                <a:gd name="connsiteY3" fmla="*/ 668354 h 668354"/>
                <a:gd name="connsiteX4" fmla="*/ 1351215 w 2780249"/>
                <a:gd name="connsiteY4" fmla="*/ 480112 h 668354"/>
                <a:gd name="connsiteX5" fmla="*/ 275792 w 2780249"/>
                <a:gd name="connsiteY5" fmla="*/ 639171 h 668354"/>
                <a:gd name="connsiteX6" fmla="*/ 0 w 2780249"/>
                <a:gd name="connsiteY6" fmla="*/ 590533 h 668354"/>
                <a:gd name="connsiteX0" fmla="*/ 0 w 2780249"/>
                <a:gd name="connsiteY0" fmla="*/ 590533 h 775358"/>
                <a:gd name="connsiteX1" fmla="*/ 1360942 w 2780249"/>
                <a:gd name="connsiteY1" fmla="*/ 41 h 775358"/>
                <a:gd name="connsiteX2" fmla="*/ 2780249 w 2780249"/>
                <a:gd name="connsiteY2" fmla="*/ 609988 h 775358"/>
                <a:gd name="connsiteX3" fmla="*/ 2329360 w 2780249"/>
                <a:gd name="connsiteY3" fmla="*/ 775358 h 775358"/>
                <a:gd name="connsiteX4" fmla="*/ 1351215 w 2780249"/>
                <a:gd name="connsiteY4" fmla="*/ 480112 h 775358"/>
                <a:gd name="connsiteX5" fmla="*/ 275792 w 2780249"/>
                <a:gd name="connsiteY5" fmla="*/ 639171 h 775358"/>
                <a:gd name="connsiteX6" fmla="*/ 0 w 2780249"/>
                <a:gd name="connsiteY6" fmla="*/ 590533 h 775358"/>
                <a:gd name="connsiteX0" fmla="*/ 0 w 2673245"/>
                <a:gd name="connsiteY0" fmla="*/ 600391 h 785216"/>
                <a:gd name="connsiteX1" fmla="*/ 1360942 w 2673245"/>
                <a:gd name="connsiteY1" fmla="*/ 9899 h 785216"/>
                <a:gd name="connsiteX2" fmla="*/ 2673245 w 2673245"/>
                <a:gd name="connsiteY2" fmla="*/ 405837 h 785216"/>
                <a:gd name="connsiteX3" fmla="*/ 2329360 w 2673245"/>
                <a:gd name="connsiteY3" fmla="*/ 785216 h 785216"/>
                <a:gd name="connsiteX4" fmla="*/ 1351215 w 2673245"/>
                <a:gd name="connsiteY4" fmla="*/ 489970 h 785216"/>
                <a:gd name="connsiteX5" fmla="*/ 275792 w 2673245"/>
                <a:gd name="connsiteY5" fmla="*/ 649029 h 785216"/>
                <a:gd name="connsiteX6" fmla="*/ 0 w 2673245"/>
                <a:gd name="connsiteY6" fmla="*/ 600391 h 785216"/>
                <a:gd name="connsiteX0" fmla="*/ 0 w 2673245"/>
                <a:gd name="connsiteY0" fmla="*/ 593348 h 778173"/>
                <a:gd name="connsiteX1" fmla="*/ 1360942 w 2673245"/>
                <a:gd name="connsiteY1" fmla="*/ 2856 h 778173"/>
                <a:gd name="connsiteX2" fmla="*/ 2673245 w 2673245"/>
                <a:gd name="connsiteY2" fmla="*/ 398794 h 778173"/>
                <a:gd name="connsiteX3" fmla="*/ 2329360 w 2673245"/>
                <a:gd name="connsiteY3" fmla="*/ 778173 h 778173"/>
                <a:gd name="connsiteX4" fmla="*/ 1351215 w 2673245"/>
                <a:gd name="connsiteY4" fmla="*/ 482927 h 778173"/>
                <a:gd name="connsiteX5" fmla="*/ 275792 w 2673245"/>
                <a:gd name="connsiteY5" fmla="*/ 641986 h 778173"/>
                <a:gd name="connsiteX6" fmla="*/ 0 w 2673245"/>
                <a:gd name="connsiteY6" fmla="*/ 593348 h 778173"/>
                <a:gd name="connsiteX0" fmla="*/ 0 w 2478691"/>
                <a:gd name="connsiteY0" fmla="*/ 293714 h 809279"/>
                <a:gd name="connsiteX1" fmla="*/ 1166388 w 2478691"/>
                <a:gd name="connsiteY1" fmla="*/ 33962 h 809279"/>
                <a:gd name="connsiteX2" fmla="*/ 2478691 w 2478691"/>
                <a:gd name="connsiteY2" fmla="*/ 429900 h 809279"/>
                <a:gd name="connsiteX3" fmla="*/ 2134806 w 2478691"/>
                <a:gd name="connsiteY3" fmla="*/ 809279 h 809279"/>
                <a:gd name="connsiteX4" fmla="*/ 1156661 w 2478691"/>
                <a:gd name="connsiteY4" fmla="*/ 514033 h 809279"/>
                <a:gd name="connsiteX5" fmla="*/ 81238 w 2478691"/>
                <a:gd name="connsiteY5" fmla="*/ 673092 h 809279"/>
                <a:gd name="connsiteX6" fmla="*/ 0 w 2478691"/>
                <a:gd name="connsiteY6" fmla="*/ 293714 h 809279"/>
                <a:gd name="connsiteX0" fmla="*/ 0 w 2478691"/>
                <a:gd name="connsiteY0" fmla="*/ 262275 h 777840"/>
                <a:gd name="connsiteX1" fmla="*/ 1166388 w 2478691"/>
                <a:gd name="connsiteY1" fmla="*/ 2523 h 777840"/>
                <a:gd name="connsiteX2" fmla="*/ 2478691 w 2478691"/>
                <a:gd name="connsiteY2" fmla="*/ 398461 h 777840"/>
                <a:gd name="connsiteX3" fmla="*/ 2134806 w 2478691"/>
                <a:gd name="connsiteY3" fmla="*/ 777840 h 777840"/>
                <a:gd name="connsiteX4" fmla="*/ 1156661 w 2478691"/>
                <a:gd name="connsiteY4" fmla="*/ 482594 h 777840"/>
                <a:gd name="connsiteX5" fmla="*/ 81238 w 2478691"/>
                <a:gd name="connsiteY5" fmla="*/ 641653 h 777840"/>
                <a:gd name="connsiteX6" fmla="*/ 0 w 2478691"/>
                <a:gd name="connsiteY6" fmla="*/ 262275 h 777840"/>
                <a:gd name="connsiteX0" fmla="*/ 0 w 2478691"/>
                <a:gd name="connsiteY0" fmla="*/ 262275 h 777841"/>
                <a:gd name="connsiteX1" fmla="*/ 1166388 w 2478691"/>
                <a:gd name="connsiteY1" fmla="*/ 2523 h 777841"/>
                <a:gd name="connsiteX2" fmla="*/ 2478691 w 2478691"/>
                <a:gd name="connsiteY2" fmla="*/ 398461 h 777841"/>
                <a:gd name="connsiteX3" fmla="*/ 2134806 w 2478691"/>
                <a:gd name="connsiteY3" fmla="*/ 777840 h 777841"/>
                <a:gd name="connsiteX4" fmla="*/ 1156661 w 2478691"/>
                <a:gd name="connsiteY4" fmla="*/ 482594 h 777841"/>
                <a:gd name="connsiteX5" fmla="*/ 178515 w 2478691"/>
                <a:gd name="connsiteY5" fmla="*/ 777841 h 777841"/>
                <a:gd name="connsiteX6" fmla="*/ 0 w 2478691"/>
                <a:gd name="connsiteY6" fmla="*/ 262275 h 777841"/>
                <a:gd name="connsiteX0" fmla="*/ 0 w 2478691"/>
                <a:gd name="connsiteY0" fmla="*/ 262275 h 777840"/>
                <a:gd name="connsiteX1" fmla="*/ 1166388 w 2478691"/>
                <a:gd name="connsiteY1" fmla="*/ 2523 h 777840"/>
                <a:gd name="connsiteX2" fmla="*/ 2478691 w 2478691"/>
                <a:gd name="connsiteY2" fmla="*/ 398461 h 777840"/>
                <a:gd name="connsiteX3" fmla="*/ 2134806 w 2478691"/>
                <a:gd name="connsiteY3" fmla="*/ 777840 h 777840"/>
                <a:gd name="connsiteX4" fmla="*/ 1156661 w 2478691"/>
                <a:gd name="connsiteY4" fmla="*/ 482594 h 777840"/>
                <a:gd name="connsiteX5" fmla="*/ 139604 w 2478691"/>
                <a:gd name="connsiteY5" fmla="*/ 748658 h 777840"/>
                <a:gd name="connsiteX6" fmla="*/ 0 w 2478691"/>
                <a:gd name="connsiteY6" fmla="*/ 262275 h 777840"/>
                <a:gd name="connsiteX0" fmla="*/ 0 w 2478691"/>
                <a:gd name="connsiteY0" fmla="*/ 262275 h 777840"/>
                <a:gd name="connsiteX1" fmla="*/ 1166388 w 2478691"/>
                <a:gd name="connsiteY1" fmla="*/ 2523 h 777840"/>
                <a:gd name="connsiteX2" fmla="*/ 2478691 w 2478691"/>
                <a:gd name="connsiteY2" fmla="*/ 398461 h 777840"/>
                <a:gd name="connsiteX3" fmla="*/ 2134806 w 2478691"/>
                <a:gd name="connsiteY3" fmla="*/ 777840 h 777840"/>
                <a:gd name="connsiteX4" fmla="*/ 1156661 w 2478691"/>
                <a:gd name="connsiteY4" fmla="*/ 482594 h 777840"/>
                <a:gd name="connsiteX5" fmla="*/ 139604 w 2478691"/>
                <a:gd name="connsiteY5" fmla="*/ 748658 h 777840"/>
                <a:gd name="connsiteX6" fmla="*/ 0 w 2478691"/>
                <a:gd name="connsiteY6" fmla="*/ 262275 h 777840"/>
                <a:gd name="connsiteX0" fmla="*/ 0 w 2478691"/>
                <a:gd name="connsiteY0" fmla="*/ 262275 h 797295"/>
                <a:gd name="connsiteX1" fmla="*/ 1166388 w 2478691"/>
                <a:gd name="connsiteY1" fmla="*/ 2523 h 797295"/>
                <a:gd name="connsiteX2" fmla="*/ 2478691 w 2478691"/>
                <a:gd name="connsiteY2" fmla="*/ 398461 h 797295"/>
                <a:gd name="connsiteX3" fmla="*/ 2144534 w 2478691"/>
                <a:gd name="connsiteY3" fmla="*/ 797295 h 797295"/>
                <a:gd name="connsiteX4" fmla="*/ 1156661 w 2478691"/>
                <a:gd name="connsiteY4" fmla="*/ 482594 h 797295"/>
                <a:gd name="connsiteX5" fmla="*/ 139604 w 2478691"/>
                <a:gd name="connsiteY5" fmla="*/ 748658 h 797295"/>
                <a:gd name="connsiteX6" fmla="*/ 0 w 2478691"/>
                <a:gd name="connsiteY6" fmla="*/ 262275 h 797295"/>
                <a:gd name="connsiteX0" fmla="*/ 0 w 2478691"/>
                <a:gd name="connsiteY0" fmla="*/ 262275 h 797295"/>
                <a:gd name="connsiteX1" fmla="*/ 1166388 w 2478691"/>
                <a:gd name="connsiteY1" fmla="*/ 2523 h 797295"/>
                <a:gd name="connsiteX2" fmla="*/ 2478691 w 2478691"/>
                <a:gd name="connsiteY2" fmla="*/ 398461 h 797295"/>
                <a:gd name="connsiteX3" fmla="*/ 2144534 w 2478691"/>
                <a:gd name="connsiteY3" fmla="*/ 797295 h 797295"/>
                <a:gd name="connsiteX4" fmla="*/ 1156661 w 2478691"/>
                <a:gd name="connsiteY4" fmla="*/ 482594 h 797295"/>
                <a:gd name="connsiteX5" fmla="*/ 139604 w 2478691"/>
                <a:gd name="connsiteY5" fmla="*/ 748658 h 797295"/>
                <a:gd name="connsiteX6" fmla="*/ 0 w 2478691"/>
                <a:gd name="connsiteY6" fmla="*/ 262275 h 797295"/>
                <a:gd name="connsiteX0" fmla="*/ 0 w 2309168"/>
                <a:gd name="connsiteY0" fmla="*/ 259772 h 794792"/>
                <a:gd name="connsiteX1" fmla="*/ 1166388 w 2309168"/>
                <a:gd name="connsiteY1" fmla="*/ 20 h 794792"/>
                <a:gd name="connsiteX2" fmla="*/ 2309168 w 2309168"/>
                <a:gd name="connsiteY2" fmla="*/ 270099 h 794792"/>
                <a:gd name="connsiteX3" fmla="*/ 2144534 w 2309168"/>
                <a:gd name="connsiteY3" fmla="*/ 794792 h 794792"/>
                <a:gd name="connsiteX4" fmla="*/ 1156661 w 2309168"/>
                <a:gd name="connsiteY4" fmla="*/ 480091 h 794792"/>
                <a:gd name="connsiteX5" fmla="*/ 139604 w 2309168"/>
                <a:gd name="connsiteY5" fmla="*/ 746155 h 794792"/>
                <a:gd name="connsiteX6" fmla="*/ 0 w 2309168"/>
                <a:gd name="connsiteY6" fmla="*/ 259772 h 794792"/>
                <a:gd name="connsiteX0" fmla="*/ 0 w 2309168"/>
                <a:gd name="connsiteY0" fmla="*/ 259772 h 794792"/>
                <a:gd name="connsiteX1" fmla="*/ 1166388 w 2309168"/>
                <a:gd name="connsiteY1" fmla="*/ 20 h 794792"/>
                <a:gd name="connsiteX2" fmla="*/ 2309168 w 2309168"/>
                <a:gd name="connsiteY2" fmla="*/ 270099 h 794792"/>
                <a:gd name="connsiteX3" fmla="*/ 2144534 w 2309168"/>
                <a:gd name="connsiteY3" fmla="*/ 794792 h 794792"/>
                <a:gd name="connsiteX4" fmla="*/ 1156661 w 2309168"/>
                <a:gd name="connsiteY4" fmla="*/ 480091 h 794792"/>
                <a:gd name="connsiteX5" fmla="*/ 139604 w 2309168"/>
                <a:gd name="connsiteY5" fmla="*/ 746155 h 794792"/>
                <a:gd name="connsiteX6" fmla="*/ 0 w 2309168"/>
                <a:gd name="connsiteY6" fmla="*/ 259772 h 794792"/>
                <a:gd name="connsiteX0" fmla="*/ 0 w 2309168"/>
                <a:gd name="connsiteY0" fmla="*/ 259772 h 746155"/>
                <a:gd name="connsiteX1" fmla="*/ 1166388 w 2309168"/>
                <a:gd name="connsiteY1" fmla="*/ 20 h 746155"/>
                <a:gd name="connsiteX2" fmla="*/ 2309168 w 2309168"/>
                <a:gd name="connsiteY2" fmla="*/ 270099 h 746155"/>
                <a:gd name="connsiteX3" fmla="*/ 2121417 w 2309168"/>
                <a:gd name="connsiteY3" fmla="*/ 707462 h 746155"/>
                <a:gd name="connsiteX4" fmla="*/ 1156661 w 2309168"/>
                <a:gd name="connsiteY4" fmla="*/ 480091 h 746155"/>
                <a:gd name="connsiteX5" fmla="*/ 139604 w 2309168"/>
                <a:gd name="connsiteY5" fmla="*/ 746155 h 746155"/>
                <a:gd name="connsiteX6" fmla="*/ 0 w 2309168"/>
                <a:gd name="connsiteY6" fmla="*/ 259772 h 746155"/>
                <a:gd name="connsiteX0" fmla="*/ 0 w 2309168"/>
                <a:gd name="connsiteY0" fmla="*/ 259772 h 746155"/>
                <a:gd name="connsiteX1" fmla="*/ 1166388 w 2309168"/>
                <a:gd name="connsiteY1" fmla="*/ 20 h 746155"/>
                <a:gd name="connsiteX2" fmla="*/ 2309168 w 2309168"/>
                <a:gd name="connsiteY2" fmla="*/ 270099 h 746155"/>
                <a:gd name="connsiteX3" fmla="*/ 2121417 w 2309168"/>
                <a:gd name="connsiteY3" fmla="*/ 707462 h 746155"/>
                <a:gd name="connsiteX4" fmla="*/ 1156661 w 2309168"/>
                <a:gd name="connsiteY4" fmla="*/ 480091 h 746155"/>
                <a:gd name="connsiteX5" fmla="*/ 139604 w 2309168"/>
                <a:gd name="connsiteY5" fmla="*/ 746155 h 746155"/>
                <a:gd name="connsiteX6" fmla="*/ 0 w 2309168"/>
                <a:gd name="connsiteY6" fmla="*/ 259772 h 746155"/>
                <a:gd name="connsiteX0" fmla="*/ 0 w 2309168"/>
                <a:gd name="connsiteY0" fmla="*/ 226793 h 746567"/>
                <a:gd name="connsiteX1" fmla="*/ 1166388 w 2309168"/>
                <a:gd name="connsiteY1" fmla="*/ 432 h 746567"/>
                <a:gd name="connsiteX2" fmla="*/ 2309168 w 2309168"/>
                <a:gd name="connsiteY2" fmla="*/ 270511 h 746567"/>
                <a:gd name="connsiteX3" fmla="*/ 2121417 w 2309168"/>
                <a:gd name="connsiteY3" fmla="*/ 707874 h 746567"/>
                <a:gd name="connsiteX4" fmla="*/ 1156661 w 2309168"/>
                <a:gd name="connsiteY4" fmla="*/ 480503 h 746567"/>
                <a:gd name="connsiteX5" fmla="*/ 139604 w 2309168"/>
                <a:gd name="connsiteY5" fmla="*/ 746567 h 746567"/>
                <a:gd name="connsiteX6" fmla="*/ 0 w 2309168"/>
                <a:gd name="connsiteY6" fmla="*/ 226793 h 746567"/>
                <a:gd name="connsiteX0" fmla="*/ 0 w 2309168"/>
                <a:gd name="connsiteY0" fmla="*/ 226663 h 746437"/>
                <a:gd name="connsiteX1" fmla="*/ 1166388 w 2309168"/>
                <a:gd name="connsiteY1" fmla="*/ 302 h 746437"/>
                <a:gd name="connsiteX2" fmla="*/ 2309168 w 2309168"/>
                <a:gd name="connsiteY2" fmla="*/ 270381 h 746437"/>
                <a:gd name="connsiteX3" fmla="*/ 2121417 w 2309168"/>
                <a:gd name="connsiteY3" fmla="*/ 707744 h 746437"/>
                <a:gd name="connsiteX4" fmla="*/ 1156661 w 2309168"/>
                <a:gd name="connsiteY4" fmla="*/ 480373 h 746437"/>
                <a:gd name="connsiteX5" fmla="*/ 139604 w 2309168"/>
                <a:gd name="connsiteY5" fmla="*/ 746437 h 746437"/>
                <a:gd name="connsiteX6" fmla="*/ 0 w 2309168"/>
                <a:gd name="connsiteY6" fmla="*/ 226663 h 746437"/>
                <a:gd name="connsiteX0" fmla="*/ 0 w 2309168"/>
                <a:gd name="connsiteY0" fmla="*/ 226614 h 746388"/>
                <a:gd name="connsiteX1" fmla="*/ 1166388 w 2309168"/>
                <a:gd name="connsiteY1" fmla="*/ 253 h 746388"/>
                <a:gd name="connsiteX2" fmla="*/ 2309168 w 2309168"/>
                <a:gd name="connsiteY2" fmla="*/ 270332 h 746388"/>
                <a:gd name="connsiteX3" fmla="*/ 2121417 w 2309168"/>
                <a:gd name="connsiteY3" fmla="*/ 707695 h 746388"/>
                <a:gd name="connsiteX4" fmla="*/ 1156661 w 2309168"/>
                <a:gd name="connsiteY4" fmla="*/ 480324 h 746388"/>
                <a:gd name="connsiteX5" fmla="*/ 139604 w 2309168"/>
                <a:gd name="connsiteY5" fmla="*/ 746388 h 746388"/>
                <a:gd name="connsiteX6" fmla="*/ 0 w 2309168"/>
                <a:gd name="connsiteY6" fmla="*/ 226614 h 746388"/>
                <a:gd name="connsiteX0" fmla="*/ 0 w 2309168"/>
                <a:gd name="connsiteY0" fmla="*/ 231692 h 746328"/>
                <a:gd name="connsiteX1" fmla="*/ 1166388 w 2309168"/>
                <a:gd name="connsiteY1" fmla="*/ 193 h 746328"/>
                <a:gd name="connsiteX2" fmla="*/ 2309168 w 2309168"/>
                <a:gd name="connsiteY2" fmla="*/ 270272 h 746328"/>
                <a:gd name="connsiteX3" fmla="*/ 2121417 w 2309168"/>
                <a:gd name="connsiteY3" fmla="*/ 707635 h 746328"/>
                <a:gd name="connsiteX4" fmla="*/ 1156661 w 2309168"/>
                <a:gd name="connsiteY4" fmla="*/ 480264 h 746328"/>
                <a:gd name="connsiteX5" fmla="*/ 139604 w 2309168"/>
                <a:gd name="connsiteY5" fmla="*/ 746328 h 746328"/>
                <a:gd name="connsiteX6" fmla="*/ 0 w 2309168"/>
                <a:gd name="connsiteY6" fmla="*/ 231692 h 746328"/>
                <a:gd name="connsiteX0" fmla="*/ 0 w 2309168"/>
                <a:gd name="connsiteY0" fmla="*/ 231692 h 707635"/>
                <a:gd name="connsiteX1" fmla="*/ 1166388 w 2309168"/>
                <a:gd name="connsiteY1" fmla="*/ 193 h 707635"/>
                <a:gd name="connsiteX2" fmla="*/ 2309168 w 2309168"/>
                <a:gd name="connsiteY2" fmla="*/ 270272 h 707635"/>
                <a:gd name="connsiteX3" fmla="*/ 2121417 w 2309168"/>
                <a:gd name="connsiteY3" fmla="*/ 707635 h 707635"/>
                <a:gd name="connsiteX4" fmla="*/ 1156661 w 2309168"/>
                <a:gd name="connsiteY4" fmla="*/ 480264 h 707635"/>
                <a:gd name="connsiteX5" fmla="*/ 172995 w 2309168"/>
                <a:gd name="connsiteY5" fmla="*/ 684683 h 707635"/>
                <a:gd name="connsiteX6" fmla="*/ 0 w 2309168"/>
                <a:gd name="connsiteY6" fmla="*/ 231692 h 707635"/>
                <a:gd name="connsiteX0" fmla="*/ 0 w 2309168"/>
                <a:gd name="connsiteY0" fmla="*/ 231692 h 707635"/>
                <a:gd name="connsiteX1" fmla="*/ 1166388 w 2309168"/>
                <a:gd name="connsiteY1" fmla="*/ 193 h 707635"/>
                <a:gd name="connsiteX2" fmla="*/ 2309168 w 2309168"/>
                <a:gd name="connsiteY2" fmla="*/ 270272 h 707635"/>
                <a:gd name="connsiteX3" fmla="*/ 2121417 w 2309168"/>
                <a:gd name="connsiteY3" fmla="*/ 707635 h 707635"/>
                <a:gd name="connsiteX4" fmla="*/ 1156661 w 2309168"/>
                <a:gd name="connsiteY4" fmla="*/ 480264 h 707635"/>
                <a:gd name="connsiteX5" fmla="*/ 172995 w 2309168"/>
                <a:gd name="connsiteY5" fmla="*/ 684683 h 707635"/>
                <a:gd name="connsiteX6" fmla="*/ 0 w 2309168"/>
                <a:gd name="connsiteY6" fmla="*/ 231692 h 707635"/>
                <a:gd name="connsiteX0" fmla="*/ 0 w 2309168"/>
                <a:gd name="connsiteY0" fmla="*/ 231692 h 715340"/>
                <a:gd name="connsiteX1" fmla="*/ 1166388 w 2309168"/>
                <a:gd name="connsiteY1" fmla="*/ 193 h 715340"/>
                <a:gd name="connsiteX2" fmla="*/ 2309168 w 2309168"/>
                <a:gd name="connsiteY2" fmla="*/ 270272 h 715340"/>
                <a:gd name="connsiteX3" fmla="*/ 2123986 w 2309168"/>
                <a:gd name="connsiteY3" fmla="*/ 715340 h 715340"/>
                <a:gd name="connsiteX4" fmla="*/ 1156661 w 2309168"/>
                <a:gd name="connsiteY4" fmla="*/ 480264 h 715340"/>
                <a:gd name="connsiteX5" fmla="*/ 172995 w 2309168"/>
                <a:gd name="connsiteY5" fmla="*/ 684683 h 715340"/>
                <a:gd name="connsiteX6" fmla="*/ 0 w 2309168"/>
                <a:gd name="connsiteY6" fmla="*/ 231692 h 715340"/>
                <a:gd name="connsiteX0" fmla="*/ 0 w 2309168"/>
                <a:gd name="connsiteY0" fmla="*/ 231692 h 715340"/>
                <a:gd name="connsiteX1" fmla="*/ 1166388 w 2309168"/>
                <a:gd name="connsiteY1" fmla="*/ 193 h 715340"/>
                <a:gd name="connsiteX2" fmla="*/ 2309168 w 2309168"/>
                <a:gd name="connsiteY2" fmla="*/ 270272 h 715340"/>
                <a:gd name="connsiteX3" fmla="*/ 2123986 w 2309168"/>
                <a:gd name="connsiteY3" fmla="*/ 715340 h 715340"/>
                <a:gd name="connsiteX4" fmla="*/ 1156661 w 2309168"/>
                <a:gd name="connsiteY4" fmla="*/ 480264 h 715340"/>
                <a:gd name="connsiteX5" fmla="*/ 172995 w 2309168"/>
                <a:gd name="connsiteY5" fmla="*/ 684683 h 715340"/>
                <a:gd name="connsiteX6" fmla="*/ 0 w 2309168"/>
                <a:gd name="connsiteY6" fmla="*/ 231692 h 715340"/>
                <a:gd name="connsiteX0" fmla="*/ 0 w 2309168"/>
                <a:gd name="connsiteY0" fmla="*/ 231692 h 715340"/>
                <a:gd name="connsiteX1" fmla="*/ 1166388 w 2309168"/>
                <a:gd name="connsiteY1" fmla="*/ 193 h 715340"/>
                <a:gd name="connsiteX2" fmla="*/ 2309168 w 2309168"/>
                <a:gd name="connsiteY2" fmla="*/ 270272 h 715340"/>
                <a:gd name="connsiteX3" fmla="*/ 2123986 w 2309168"/>
                <a:gd name="connsiteY3" fmla="*/ 715340 h 715340"/>
                <a:gd name="connsiteX4" fmla="*/ 1156661 w 2309168"/>
                <a:gd name="connsiteY4" fmla="*/ 480264 h 715340"/>
                <a:gd name="connsiteX5" fmla="*/ 172995 w 2309168"/>
                <a:gd name="connsiteY5" fmla="*/ 684683 h 715340"/>
                <a:gd name="connsiteX6" fmla="*/ 0 w 2309168"/>
                <a:gd name="connsiteY6" fmla="*/ 231692 h 715340"/>
                <a:gd name="connsiteX0" fmla="*/ 0 w 2314305"/>
                <a:gd name="connsiteY0" fmla="*/ 231543 h 715191"/>
                <a:gd name="connsiteX1" fmla="*/ 1166388 w 2314305"/>
                <a:gd name="connsiteY1" fmla="*/ 44 h 715191"/>
                <a:gd name="connsiteX2" fmla="*/ 2314305 w 2314305"/>
                <a:gd name="connsiteY2" fmla="*/ 249575 h 715191"/>
                <a:gd name="connsiteX3" fmla="*/ 2123986 w 2314305"/>
                <a:gd name="connsiteY3" fmla="*/ 715191 h 715191"/>
                <a:gd name="connsiteX4" fmla="*/ 1156661 w 2314305"/>
                <a:gd name="connsiteY4" fmla="*/ 480115 h 715191"/>
                <a:gd name="connsiteX5" fmla="*/ 172995 w 2314305"/>
                <a:gd name="connsiteY5" fmla="*/ 684534 h 715191"/>
                <a:gd name="connsiteX6" fmla="*/ 0 w 2314305"/>
                <a:gd name="connsiteY6" fmla="*/ 231543 h 715191"/>
                <a:gd name="connsiteX0" fmla="*/ 0 w 2314305"/>
                <a:gd name="connsiteY0" fmla="*/ 231543 h 715191"/>
                <a:gd name="connsiteX1" fmla="*/ 1166388 w 2314305"/>
                <a:gd name="connsiteY1" fmla="*/ 44 h 715191"/>
                <a:gd name="connsiteX2" fmla="*/ 2314305 w 2314305"/>
                <a:gd name="connsiteY2" fmla="*/ 249575 h 715191"/>
                <a:gd name="connsiteX3" fmla="*/ 2123986 w 2314305"/>
                <a:gd name="connsiteY3" fmla="*/ 715191 h 715191"/>
                <a:gd name="connsiteX4" fmla="*/ 1156661 w 2314305"/>
                <a:gd name="connsiteY4" fmla="*/ 480115 h 715191"/>
                <a:gd name="connsiteX5" fmla="*/ 172995 w 2314305"/>
                <a:gd name="connsiteY5" fmla="*/ 684534 h 715191"/>
                <a:gd name="connsiteX6" fmla="*/ 0 w 2314305"/>
                <a:gd name="connsiteY6" fmla="*/ 231543 h 715191"/>
                <a:gd name="connsiteX0" fmla="*/ 0 w 2314305"/>
                <a:gd name="connsiteY0" fmla="*/ 231550 h 715198"/>
                <a:gd name="connsiteX1" fmla="*/ 1166388 w 2314305"/>
                <a:gd name="connsiteY1" fmla="*/ 51 h 715198"/>
                <a:gd name="connsiteX2" fmla="*/ 2314305 w 2314305"/>
                <a:gd name="connsiteY2" fmla="*/ 249582 h 715198"/>
                <a:gd name="connsiteX3" fmla="*/ 2123986 w 2314305"/>
                <a:gd name="connsiteY3" fmla="*/ 715198 h 715198"/>
                <a:gd name="connsiteX4" fmla="*/ 1156661 w 2314305"/>
                <a:gd name="connsiteY4" fmla="*/ 480122 h 715198"/>
                <a:gd name="connsiteX5" fmla="*/ 172995 w 2314305"/>
                <a:gd name="connsiteY5" fmla="*/ 684541 h 715198"/>
                <a:gd name="connsiteX6" fmla="*/ 0 w 2314305"/>
                <a:gd name="connsiteY6" fmla="*/ 231550 h 715198"/>
                <a:gd name="connsiteX0" fmla="*/ 0 w 2314305"/>
                <a:gd name="connsiteY0" fmla="*/ 233092 h 716740"/>
                <a:gd name="connsiteX1" fmla="*/ 1166388 w 2314305"/>
                <a:gd name="connsiteY1" fmla="*/ 1593 h 716740"/>
                <a:gd name="connsiteX2" fmla="*/ 2314305 w 2314305"/>
                <a:gd name="connsiteY2" fmla="*/ 251124 h 716740"/>
                <a:gd name="connsiteX3" fmla="*/ 2123986 w 2314305"/>
                <a:gd name="connsiteY3" fmla="*/ 716740 h 716740"/>
                <a:gd name="connsiteX4" fmla="*/ 1156661 w 2314305"/>
                <a:gd name="connsiteY4" fmla="*/ 481664 h 716740"/>
                <a:gd name="connsiteX5" fmla="*/ 172995 w 2314305"/>
                <a:gd name="connsiteY5" fmla="*/ 686083 h 716740"/>
                <a:gd name="connsiteX6" fmla="*/ 0 w 2314305"/>
                <a:gd name="connsiteY6" fmla="*/ 233092 h 716740"/>
                <a:gd name="connsiteX0" fmla="*/ 0 w 2314305"/>
                <a:gd name="connsiteY0" fmla="*/ 231523 h 715171"/>
                <a:gd name="connsiteX1" fmla="*/ 1166388 w 2314305"/>
                <a:gd name="connsiteY1" fmla="*/ 24 h 715171"/>
                <a:gd name="connsiteX2" fmla="*/ 2314305 w 2314305"/>
                <a:gd name="connsiteY2" fmla="*/ 249555 h 715171"/>
                <a:gd name="connsiteX3" fmla="*/ 2123986 w 2314305"/>
                <a:gd name="connsiteY3" fmla="*/ 715171 h 715171"/>
                <a:gd name="connsiteX4" fmla="*/ 1156661 w 2314305"/>
                <a:gd name="connsiteY4" fmla="*/ 480095 h 715171"/>
                <a:gd name="connsiteX5" fmla="*/ 172995 w 2314305"/>
                <a:gd name="connsiteY5" fmla="*/ 684514 h 715171"/>
                <a:gd name="connsiteX6" fmla="*/ 0 w 2314305"/>
                <a:gd name="connsiteY6" fmla="*/ 231523 h 715171"/>
                <a:gd name="connsiteX0" fmla="*/ 0 w 2314305"/>
                <a:gd name="connsiteY0" fmla="*/ 231550 h 715198"/>
                <a:gd name="connsiteX1" fmla="*/ 1166388 w 2314305"/>
                <a:gd name="connsiteY1" fmla="*/ 51 h 715198"/>
                <a:gd name="connsiteX2" fmla="*/ 2314305 w 2314305"/>
                <a:gd name="connsiteY2" fmla="*/ 249582 h 715198"/>
                <a:gd name="connsiteX3" fmla="*/ 2123986 w 2314305"/>
                <a:gd name="connsiteY3" fmla="*/ 715198 h 715198"/>
                <a:gd name="connsiteX4" fmla="*/ 1156661 w 2314305"/>
                <a:gd name="connsiteY4" fmla="*/ 480122 h 715198"/>
                <a:gd name="connsiteX5" fmla="*/ 172995 w 2314305"/>
                <a:gd name="connsiteY5" fmla="*/ 684541 h 715198"/>
                <a:gd name="connsiteX6" fmla="*/ 0 w 2314305"/>
                <a:gd name="connsiteY6" fmla="*/ 231550 h 715198"/>
                <a:gd name="connsiteX0" fmla="*/ 0 w 2314305"/>
                <a:gd name="connsiteY0" fmla="*/ 232088 h 715736"/>
                <a:gd name="connsiteX1" fmla="*/ 1166388 w 2314305"/>
                <a:gd name="connsiteY1" fmla="*/ 589 h 715736"/>
                <a:gd name="connsiteX2" fmla="*/ 2314305 w 2314305"/>
                <a:gd name="connsiteY2" fmla="*/ 250120 h 715736"/>
                <a:gd name="connsiteX3" fmla="*/ 2123986 w 2314305"/>
                <a:gd name="connsiteY3" fmla="*/ 715736 h 715736"/>
                <a:gd name="connsiteX4" fmla="*/ 1156661 w 2314305"/>
                <a:gd name="connsiteY4" fmla="*/ 480660 h 715736"/>
                <a:gd name="connsiteX5" fmla="*/ 172995 w 2314305"/>
                <a:gd name="connsiteY5" fmla="*/ 685079 h 715736"/>
                <a:gd name="connsiteX6" fmla="*/ 0 w 2314305"/>
                <a:gd name="connsiteY6" fmla="*/ 232088 h 715736"/>
                <a:gd name="connsiteX0" fmla="*/ 0 w 2314305"/>
                <a:gd name="connsiteY0" fmla="*/ 232088 h 715736"/>
                <a:gd name="connsiteX1" fmla="*/ 1166388 w 2314305"/>
                <a:gd name="connsiteY1" fmla="*/ 589 h 715736"/>
                <a:gd name="connsiteX2" fmla="*/ 2314305 w 2314305"/>
                <a:gd name="connsiteY2" fmla="*/ 250120 h 715736"/>
                <a:gd name="connsiteX3" fmla="*/ 2123986 w 2314305"/>
                <a:gd name="connsiteY3" fmla="*/ 715736 h 715736"/>
                <a:gd name="connsiteX4" fmla="*/ 1156661 w 2314305"/>
                <a:gd name="connsiteY4" fmla="*/ 480660 h 715736"/>
                <a:gd name="connsiteX5" fmla="*/ 172995 w 2314305"/>
                <a:gd name="connsiteY5" fmla="*/ 685079 h 715736"/>
                <a:gd name="connsiteX6" fmla="*/ 0 w 2314305"/>
                <a:gd name="connsiteY6" fmla="*/ 232088 h 715736"/>
                <a:gd name="connsiteX0" fmla="*/ 0 w 2314305"/>
                <a:gd name="connsiteY0" fmla="*/ 232088 h 715736"/>
                <a:gd name="connsiteX1" fmla="*/ 1166388 w 2314305"/>
                <a:gd name="connsiteY1" fmla="*/ 589 h 715736"/>
                <a:gd name="connsiteX2" fmla="*/ 2314305 w 2314305"/>
                <a:gd name="connsiteY2" fmla="*/ 250120 h 715736"/>
                <a:gd name="connsiteX3" fmla="*/ 2123986 w 2314305"/>
                <a:gd name="connsiteY3" fmla="*/ 715736 h 715736"/>
                <a:gd name="connsiteX4" fmla="*/ 1156661 w 2314305"/>
                <a:gd name="connsiteY4" fmla="*/ 480660 h 715736"/>
                <a:gd name="connsiteX5" fmla="*/ 172995 w 2314305"/>
                <a:gd name="connsiteY5" fmla="*/ 685079 h 715736"/>
                <a:gd name="connsiteX6" fmla="*/ 0 w 2314305"/>
                <a:gd name="connsiteY6" fmla="*/ 232088 h 715736"/>
                <a:gd name="connsiteX0" fmla="*/ 0 w 2314305"/>
                <a:gd name="connsiteY0" fmla="*/ 232060 h 715708"/>
                <a:gd name="connsiteX1" fmla="*/ 1166388 w 2314305"/>
                <a:gd name="connsiteY1" fmla="*/ 561 h 715708"/>
                <a:gd name="connsiteX2" fmla="*/ 2314305 w 2314305"/>
                <a:gd name="connsiteY2" fmla="*/ 250092 h 715708"/>
                <a:gd name="connsiteX3" fmla="*/ 2123986 w 2314305"/>
                <a:gd name="connsiteY3" fmla="*/ 715708 h 715708"/>
                <a:gd name="connsiteX4" fmla="*/ 1156661 w 2314305"/>
                <a:gd name="connsiteY4" fmla="*/ 480632 h 715708"/>
                <a:gd name="connsiteX5" fmla="*/ 172995 w 2314305"/>
                <a:gd name="connsiteY5" fmla="*/ 685051 h 715708"/>
                <a:gd name="connsiteX6" fmla="*/ 0 w 2314305"/>
                <a:gd name="connsiteY6" fmla="*/ 232060 h 7157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314305" h="715708">
                  <a:moveTo>
                    <a:pt x="0" y="232060"/>
                  </a:moveTo>
                  <a:cubicBezTo>
                    <a:pt x="116349" y="135016"/>
                    <a:pt x="772966" y="-10150"/>
                    <a:pt x="1166388" y="561"/>
                  </a:cubicBezTo>
                  <a:cubicBezTo>
                    <a:pt x="1559810" y="11272"/>
                    <a:pt x="1962415" y="54514"/>
                    <a:pt x="2314305" y="250092"/>
                  </a:cubicBezTo>
                  <a:cubicBezTo>
                    <a:pt x="2236857" y="411910"/>
                    <a:pt x="2305049" y="284904"/>
                    <a:pt x="2123986" y="715708"/>
                  </a:cubicBezTo>
                  <a:cubicBezTo>
                    <a:pt x="2077752" y="646036"/>
                    <a:pt x="1616289" y="480632"/>
                    <a:pt x="1156661" y="480632"/>
                  </a:cubicBezTo>
                  <a:cubicBezTo>
                    <a:pt x="697033" y="480632"/>
                    <a:pt x="257593" y="589531"/>
                    <a:pt x="172995" y="685051"/>
                  </a:cubicBezTo>
                  <a:lnTo>
                    <a:pt x="0" y="232060"/>
                  </a:lnTo>
                  <a:close/>
                </a:path>
              </a:pathLst>
            </a:cu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30" name="Block Arc 1">
              <a:extLst>
                <a:ext uri="{FF2B5EF4-FFF2-40B4-BE49-F238E27FC236}">
                  <a16:creationId xmlns:a16="http://schemas.microsoft.com/office/drawing/2014/main" id="{7068298C-99D1-5BA0-F85F-4BC19E40A4D6}"/>
                </a:ext>
              </a:extLst>
            </p:cNvPr>
            <p:cNvSpPr/>
            <p:nvPr/>
          </p:nvSpPr>
          <p:spPr>
            <a:xfrm rot="12383279">
              <a:off x="6255443" y="5432031"/>
              <a:ext cx="2314305" cy="715708"/>
            </a:xfrm>
            <a:custGeom>
              <a:avLst/>
              <a:gdLst>
                <a:gd name="connsiteX0" fmla="*/ 0 w 2391141"/>
                <a:gd name="connsiteY0" fmla="*/ 726679 h 1453358"/>
                <a:gd name="connsiteX1" fmla="*/ 1195571 w 2391141"/>
                <a:gd name="connsiteY1" fmla="*/ 0 h 1453358"/>
                <a:gd name="connsiteX2" fmla="*/ 2391142 w 2391141"/>
                <a:gd name="connsiteY2" fmla="*/ 726679 h 1453358"/>
                <a:gd name="connsiteX3" fmla="*/ 2027802 w 2391141"/>
                <a:gd name="connsiteY3" fmla="*/ 726679 h 1453358"/>
                <a:gd name="connsiteX4" fmla="*/ 1195571 w 2391141"/>
                <a:gd name="connsiteY4" fmla="*/ 363339 h 1453358"/>
                <a:gd name="connsiteX5" fmla="*/ 363340 w 2391141"/>
                <a:gd name="connsiteY5" fmla="*/ 726679 h 1453358"/>
                <a:gd name="connsiteX6" fmla="*/ 0 w 2391141"/>
                <a:gd name="connsiteY6" fmla="*/ 726679 h 1453358"/>
                <a:gd name="connsiteX0" fmla="*/ 0 w 2614878"/>
                <a:gd name="connsiteY0" fmla="*/ 727830 h 727830"/>
                <a:gd name="connsiteX1" fmla="*/ 1195571 w 2614878"/>
                <a:gd name="connsiteY1" fmla="*/ 1151 h 727830"/>
                <a:gd name="connsiteX2" fmla="*/ 2614878 w 2614878"/>
                <a:gd name="connsiteY2" fmla="*/ 611098 h 727830"/>
                <a:gd name="connsiteX3" fmla="*/ 2027802 w 2614878"/>
                <a:gd name="connsiteY3" fmla="*/ 727830 h 727830"/>
                <a:gd name="connsiteX4" fmla="*/ 1195571 w 2614878"/>
                <a:gd name="connsiteY4" fmla="*/ 364490 h 727830"/>
                <a:gd name="connsiteX5" fmla="*/ 363340 w 2614878"/>
                <a:gd name="connsiteY5" fmla="*/ 727830 h 727830"/>
                <a:gd name="connsiteX6" fmla="*/ 0 w 2614878"/>
                <a:gd name="connsiteY6" fmla="*/ 727830 h 727830"/>
                <a:gd name="connsiteX0" fmla="*/ 0 w 2614878"/>
                <a:gd name="connsiteY0" fmla="*/ 727830 h 727830"/>
                <a:gd name="connsiteX1" fmla="*/ 1195571 w 2614878"/>
                <a:gd name="connsiteY1" fmla="*/ 1151 h 727830"/>
                <a:gd name="connsiteX2" fmla="*/ 2614878 w 2614878"/>
                <a:gd name="connsiteY2" fmla="*/ 611098 h 727830"/>
                <a:gd name="connsiteX3" fmla="*/ 2251538 w 2614878"/>
                <a:gd name="connsiteY3" fmla="*/ 669464 h 727830"/>
                <a:gd name="connsiteX4" fmla="*/ 1195571 w 2614878"/>
                <a:gd name="connsiteY4" fmla="*/ 364490 h 727830"/>
                <a:gd name="connsiteX5" fmla="*/ 363340 w 2614878"/>
                <a:gd name="connsiteY5" fmla="*/ 727830 h 727830"/>
                <a:gd name="connsiteX6" fmla="*/ 0 w 2614878"/>
                <a:gd name="connsiteY6" fmla="*/ 727830 h 727830"/>
                <a:gd name="connsiteX0" fmla="*/ 0 w 2780249"/>
                <a:gd name="connsiteY0" fmla="*/ 590533 h 726720"/>
                <a:gd name="connsiteX1" fmla="*/ 1360942 w 2780249"/>
                <a:gd name="connsiteY1" fmla="*/ 41 h 726720"/>
                <a:gd name="connsiteX2" fmla="*/ 2780249 w 2780249"/>
                <a:gd name="connsiteY2" fmla="*/ 609988 h 726720"/>
                <a:gd name="connsiteX3" fmla="*/ 2416909 w 2780249"/>
                <a:gd name="connsiteY3" fmla="*/ 668354 h 726720"/>
                <a:gd name="connsiteX4" fmla="*/ 1360942 w 2780249"/>
                <a:gd name="connsiteY4" fmla="*/ 363380 h 726720"/>
                <a:gd name="connsiteX5" fmla="*/ 528711 w 2780249"/>
                <a:gd name="connsiteY5" fmla="*/ 726720 h 726720"/>
                <a:gd name="connsiteX6" fmla="*/ 0 w 2780249"/>
                <a:gd name="connsiteY6" fmla="*/ 590533 h 726720"/>
                <a:gd name="connsiteX0" fmla="*/ 0 w 2780249"/>
                <a:gd name="connsiteY0" fmla="*/ 590533 h 668354"/>
                <a:gd name="connsiteX1" fmla="*/ 1360942 w 2780249"/>
                <a:gd name="connsiteY1" fmla="*/ 41 h 668354"/>
                <a:gd name="connsiteX2" fmla="*/ 2780249 w 2780249"/>
                <a:gd name="connsiteY2" fmla="*/ 609988 h 668354"/>
                <a:gd name="connsiteX3" fmla="*/ 2416909 w 2780249"/>
                <a:gd name="connsiteY3" fmla="*/ 668354 h 668354"/>
                <a:gd name="connsiteX4" fmla="*/ 1360942 w 2780249"/>
                <a:gd name="connsiteY4" fmla="*/ 363380 h 668354"/>
                <a:gd name="connsiteX5" fmla="*/ 275792 w 2780249"/>
                <a:gd name="connsiteY5" fmla="*/ 639171 h 668354"/>
                <a:gd name="connsiteX6" fmla="*/ 0 w 2780249"/>
                <a:gd name="connsiteY6" fmla="*/ 590533 h 668354"/>
                <a:gd name="connsiteX0" fmla="*/ 0 w 2780249"/>
                <a:gd name="connsiteY0" fmla="*/ 590533 h 668354"/>
                <a:gd name="connsiteX1" fmla="*/ 1360942 w 2780249"/>
                <a:gd name="connsiteY1" fmla="*/ 41 h 668354"/>
                <a:gd name="connsiteX2" fmla="*/ 2780249 w 2780249"/>
                <a:gd name="connsiteY2" fmla="*/ 609988 h 668354"/>
                <a:gd name="connsiteX3" fmla="*/ 2416909 w 2780249"/>
                <a:gd name="connsiteY3" fmla="*/ 668354 h 668354"/>
                <a:gd name="connsiteX4" fmla="*/ 1351215 w 2780249"/>
                <a:gd name="connsiteY4" fmla="*/ 480112 h 668354"/>
                <a:gd name="connsiteX5" fmla="*/ 275792 w 2780249"/>
                <a:gd name="connsiteY5" fmla="*/ 639171 h 668354"/>
                <a:gd name="connsiteX6" fmla="*/ 0 w 2780249"/>
                <a:gd name="connsiteY6" fmla="*/ 590533 h 668354"/>
                <a:gd name="connsiteX0" fmla="*/ 0 w 2780249"/>
                <a:gd name="connsiteY0" fmla="*/ 590533 h 775358"/>
                <a:gd name="connsiteX1" fmla="*/ 1360942 w 2780249"/>
                <a:gd name="connsiteY1" fmla="*/ 41 h 775358"/>
                <a:gd name="connsiteX2" fmla="*/ 2780249 w 2780249"/>
                <a:gd name="connsiteY2" fmla="*/ 609988 h 775358"/>
                <a:gd name="connsiteX3" fmla="*/ 2329360 w 2780249"/>
                <a:gd name="connsiteY3" fmla="*/ 775358 h 775358"/>
                <a:gd name="connsiteX4" fmla="*/ 1351215 w 2780249"/>
                <a:gd name="connsiteY4" fmla="*/ 480112 h 775358"/>
                <a:gd name="connsiteX5" fmla="*/ 275792 w 2780249"/>
                <a:gd name="connsiteY5" fmla="*/ 639171 h 775358"/>
                <a:gd name="connsiteX6" fmla="*/ 0 w 2780249"/>
                <a:gd name="connsiteY6" fmla="*/ 590533 h 775358"/>
                <a:gd name="connsiteX0" fmla="*/ 0 w 2673245"/>
                <a:gd name="connsiteY0" fmla="*/ 600391 h 785216"/>
                <a:gd name="connsiteX1" fmla="*/ 1360942 w 2673245"/>
                <a:gd name="connsiteY1" fmla="*/ 9899 h 785216"/>
                <a:gd name="connsiteX2" fmla="*/ 2673245 w 2673245"/>
                <a:gd name="connsiteY2" fmla="*/ 405837 h 785216"/>
                <a:gd name="connsiteX3" fmla="*/ 2329360 w 2673245"/>
                <a:gd name="connsiteY3" fmla="*/ 785216 h 785216"/>
                <a:gd name="connsiteX4" fmla="*/ 1351215 w 2673245"/>
                <a:gd name="connsiteY4" fmla="*/ 489970 h 785216"/>
                <a:gd name="connsiteX5" fmla="*/ 275792 w 2673245"/>
                <a:gd name="connsiteY5" fmla="*/ 649029 h 785216"/>
                <a:gd name="connsiteX6" fmla="*/ 0 w 2673245"/>
                <a:gd name="connsiteY6" fmla="*/ 600391 h 785216"/>
                <a:gd name="connsiteX0" fmla="*/ 0 w 2673245"/>
                <a:gd name="connsiteY0" fmla="*/ 593348 h 778173"/>
                <a:gd name="connsiteX1" fmla="*/ 1360942 w 2673245"/>
                <a:gd name="connsiteY1" fmla="*/ 2856 h 778173"/>
                <a:gd name="connsiteX2" fmla="*/ 2673245 w 2673245"/>
                <a:gd name="connsiteY2" fmla="*/ 398794 h 778173"/>
                <a:gd name="connsiteX3" fmla="*/ 2329360 w 2673245"/>
                <a:gd name="connsiteY3" fmla="*/ 778173 h 778173"/>
                <a:gd name="connsiteX4" fmla="*/ 1351215 w 2673245"/>
                <a:gd name="connsiteY4" fmla="*/ 482927 h 778173"/>
                <a:gd name="connsiteX5" fmla="*/ 275792 w 2673245"/>
                <a:gd name="connsiteY5" fmla="*/ 641986 h 778173"/>
                <a:gd name="connsiteX6" fmla="*/ 0 w 2673245"/>
                <a:gd name="connsiteY6" fmla="*/ 593348 h 778173"/>
                <a:gd name="connsiteX0" fmla="*/ 0 w 2478691"/>
                <a:gd name="connsiteY0" fmla="*/ 293714 h 809279"/>
                <a:gd name="connsiteX1" fmla="*/ 1166388 w 2478691"/>
                <a:gd name="connsiteY1" fmla="*/ 33962 h 809279"/>
                <a:gd name="connsiteX2" fmla="*/ 2478691 w 2478691"/>
                <a:gd name="connsiteY2" fmla="*/ 429900 h 809279"/>
                <a:gd name="connsiteX3" fmla="*/ 2134806 w 2478691"/>
                <a:gd name="connsiteY3" fmla="*/ 809279 h 809279"/>
                <a:gd name="connsiteX4" fmla="*/ 1156661 w 2478691"/>
                <a:gd name="connsiteY4" fmla="*/ 514033 h 809279"/>
                <a:gd name="connsiteX5" fmla="*/ 81238 w 2478691"/>
                <a:gd name="connsiteY5" fmla="*/ 673092 h 809279"/>
                <a:gd name="connsiteX6" fmla="*/ 0 w 2478691"/>
                <a:gd name="connsiteY6" fmla="*/ 293714 h 809279"/>
                <a:gd name="connsiteX0" fmla="*/ 0 w 2478691"/>
                <a:gd name="connsiteY0" fmla="*/ 262275 h 777840"/>
                <a:gd name="connsiteX1" fmla="*/ 1166388 w 2478691"/>
                <a:gd name="connsiteY1" fmla="*/ 2523 h 777840"/>
                <a:gd name="connsiteX2" fmla="*/ 2478691 w 2478691"/>
                <a:gd name="connsiteY2" fmla="*/ 398461 h 777840"/>
                <a:gd name="connsiteX3" fmla="*/ 2134806 w 2478691"/>
                <a:gd name="connsiteY3" fmla="*/ 777840 h 777840"/>
                <a:gd name="connsiteX4" fmla="*/ 1156661 w 2478691"/>
                <a:gd name="connsiteY4" fmla="*/ 482594 h 777840"/>
                <a:gd name="connsiteX5" fmla="*/ 81238 w 2478691"/>
                <a:gd name="connsiteY5" fmla="*/ 641653 h 777840"/>
                <a:gd name="connsiteX6" fmla="*/ 0 w 2478691"/>
                <a:gd name="connsiteY6" fmla="*/ 262275 h 777840"/>
                <a:gd name="connsiteX0" fmla="*/ 0 w 2478691"/>
                <a:gd name="connsiteY0" fmla="*/ 262275 h 777841"/>
                <a:gd name="connsiteX1" fmla="*/ 1166388 w 2478691"/>
                <a:gd name="connsiteY1" fmla="*/ 2523 h 777841"/>
                <a:gd name="connsiteX2" fmla="*/ 2478691 w 2478691"/>
                <a:gd name="connsiteY2" fmla="*/ 398461 h 777841"/>
                <a:gd name="connsiteX3" fmla="*/ 2134806 w 2478691"/>
                <a:gd name="connsiteY3" fmla="*/ 777840 h 777841"/>
                <a:gd name="connsiteX4" fmla="*/ 1156661 w 2478691"/>
                <a:gd name="connsiteY4" fmla="*/ 482594 h 777841"/>
                <a:gd name="connsiteX5" fmla="*/ 178515 w 2478691"/>
                <a:gd name="connsiteY5" fmla="*/ 777841 h 777841"/>
                <a:gd name="connsiteX6" fmla="*/ 0 w 2478691"/>
                <a:gd name="connsiteY6" fmla="*/ 262275 h 777841"/>
                <a:gd name="connsiteX0" fmla="*/ 0 w 2478691"/>
                <a:gd name="connsiteY0" fmla="*/ 262275 h 777840"/>
                <a:gd name="connsiteX1" fmla="*/ 1166388 w 2478691"/>
                <a:gd name="connsiteY1" fmla="*/ 2523 h 777840"/>
                <a:gd name="connsiteX2" fmla="*/ 2478691 w 2478691"/>
                <a:gd name="connsiteY2" fmla="*/ 398461 h 777840"/>
                <a:gd name="connsiteX3" fmla="*/ 2134806 w 2478691"/>
                <a:gd name="connsiteY3" fmla="*/ 777840 h 777840"/>
                <a:gd name="connsiteX4" fmla="*/ 1156661 w 2478691"/>
                <a:gd name="connsiteY4" fmla="*/ 482594 h 777840"/>
                <a:gd name="connsiteX5" fmla="*/ 139604 w 2478691"/>
                <a:gd name="connsiteY5" fmla="*/ 748658 h 777840"/>
                <a:gd name="connsiteX6" fmla="*/ 0 w 2478691"/>
                <a:gd name="connsiteY6" fmla="*/ 262275 h 777840"/>
                <a:gd name="connsiteX0" fmla="*/ 0 w 2478691"/>
                <a:gd name="connsiteY0" fmla="*/ 262275 h 777840"/>
                <a:gd name="connsiteX1" fmla="*/ 1166388 w 2478691"/>
                <a:gd name="connsiteY1" fmla="*/ 2523 h 777840"/>
                <a:gd name="connsiteX2" fmla="*/ 2478691 w 2478691"/>
                <a:gd name="connsiteY2" fmla="*/ 398461 h 777840"/>
                <a:gd name="connsiteX3" fmla="*/ 2134806 w 2478691"/>
                <a:gd name="connsiteY3" fmla="*/ 777840 h 777840"/>
                <a:gd name="connsiteX4" fmla="*/ 1156661 w 2478691"/>
                <a:gd name="connsiteY4" fmla="*/ 482594 h 777840"/>
                <a:gd name="connsiteX5" fmla="*/ 139604 w 2478691"/>
                <a:gd name="connsiteY5" fmla="*/ 748658 h 777840"/>
                <a:gd name="connsiteX6" fmla="*/ 0 w 2478691"/>
                <a:gd name="connsiteY6" fmla="*/ 262275 h 777840"/>
                <a:gd name="connsiteX0" fmla="*/ 0 w 2478691"/>
                <a:gd name="connsiteY0" fmla="*/ 262275 h 797295"/>
                <a:gd name="connsiteX1" fmla="*/ 1166388 w 2478691"/>
                <a:gd name="connsiteY1" fmla="*/ 2523 h 797295"/>
                <a:gd name="connsiteX2" fmla="*/ 2478691 w 2478691"/>
                <a:gd name="connsiteY2" fmla="*/ 398461 h 797295"/>
                <a:gd name="connsiteX3" fmla="*/ 2144534 w 2478691"/>
                <a:gd name="connsiteY3" fmla="*/ 797295 h 797295"/>
                <a:gd name="connsiteX4" fmla="*/ 1156661 w 2478691"/>
                <a:gd name="connsiteY4" fmla="*/ 482594 h 797295"/>
                <a:gd name="connsiteX5" fmla="*/ 139604 w 2478691"/>
                <a:gd name="connsiteY5" fmla="*/ 748658 h 797295"/>
                <a:gd name="connsiteX6" fmla="*/ 0 w 2478691"/>
                <a:gd name="connsiteY6" fmla="*/ 262275 h 797295"/>
                <a:gd name="connsiteX0" fmla="*/ 0 w 2478691"/>
                <a:gd name="connsiteY0" fmla="*/ 262275 h 797295"/>
                <a:gd name="connsiteX1" fmla="*/ 1166388 w 2478691"/>
                <a:gd name="connsiteY1" fmla="*/ 2523 h 797295"/>
                <a:gd name="connsiteX2" fmla="*/ 2478691 w 2478691"/>
                <a:gd name="connsiteY2" fmla="*/ 398461 h 797295"/>
                <a:gd name="connsiteX3" fmla="*/ 2144534 w 2478691"/>
                <a:gd name="connsiteY3" fmla="*/ 797295 h 797295"/>
                <a:gd name="connsiteX4" fmla="*/ 1156661 w 2478691"/>
                <a:gd name="connsiteY4" fmla="*/ 482594 h 797295"/>
                <a:gd name="connsiteX5" fmla="*/ 139604 w 2478691"/>
                <a:gd name="connsiteY5" fmla="*/ 748658 h 797295"/>
                <a:gd name="connsiteX6" fmla="*/ 0 w 2478691"/>
                <a:gd name="connsiteY6" fmla="*/ 262275 h 797295"/>
                <a:gd name="connsiteX0" fmla="*/ 0 w 2309168"/>
                <a:gd name="connsiteY0" fmla="*/ 259772 h 794792"/>
                <a:gd name="connsiteX1" fmla="*/ 1166388 w 2309168"/>
                <a:gd name="connsiteY1" fmla="*/ 20 h 794792"/>
                <a:gd name="connsiteX2" fmla="*/ 2309168 w 2309168"/>
                <a:gd name="connsiteY2" fmla="*/ 270099 h 794792"/>
                <a:gd name="connsiteX3" fmla="*/ 2144534 w 2309168"/>
                <a:gd name="connsiteY3" fmla="*/ 794792 h 794792"/>
                <a:gd name="connsiteX4" fmla="*/ 1156661 w 2309168"/>
                <a:gd name="connsiteY4" fmla="*/ 480091 h 794792"/>
                <a:gd name="connsiteX5" fmla="*/ 139604 w 2309168"/>
                <a:gd name="connsiteY5" fmla="*/ 746155 h 794792"/>
                <a:gd name="connsiteX6" fmla="*/ 0 w 2309168"/>
                <a:gd name="connsiteY6" fmla="*/ 259772 h 794792"/>
                <a:gd name="connsiteX0" fmla="*/ 0 w 2309168"/>
                <a:gd name="connsiteY0" fmla="*/ 259772 h 794792"/>
                <a:gd name="connsiteX1" fmla="*/ 1166388 w 2309168"/>
                <a:gd name="connsiteY1" fmla="*/ 20 h 794792"/>
                <a:gd name="connsiteX2" fmla="*/ 2309168 w 2309168"/>
                <a:gd name="connsiteY2" fmla="*/ 270099 h 794792"/>
                <a:gd name="connsiteX3" fmla="*/ 2144534 w 2309168"/>
                <a:gd name="connsiteY3" fmla="*/ 794792 h 794792"/>
                <a:gd name="connsiteX4" fmla="*/ 1156661 w 2309168"/>
                <a:gd name="connsiteY4" fmla="*/ 480091 h 794792"/>
                <a:gd name="connsiteX5" fmla="*/ 139604 w 2309168"/>
                <a:gd name="connsiteY5" fmla="*/ 746155 h 794792"/>
                <a:gd name="connsiteX6" fmla="*/ 0 w 2309168"/>
                <a:gd name="connsiteY6" fmla="*/ 259772 h 794792"/>
                <a:gd name="connsiteX0" fmla="*/ 0 w 2309168"/>
                <a:gd name="connsiteY0" fmla="*/ 259772 h 746155"/>
                <a:gd name="connsiteX1" fmla="*/ 1166388 w 2309168"/>
                <a:gd name="connsiteY1" fmla="*/ 20 h 746155"/>
                <a:gd name="connsiteX2" fmla="*/ 2309168 w 2309168"/>
                <a:gd name="connsiteY2" fmla="*/ 270099 h 746155"/>
                <a:gd name="connsiteX3" fmla="*/ 2121417 w 2309168"/>
                <a:gd name="connsiteY3" fmla="*/ 707462 h 746155"/>
                <a:gd name="connsiteX4" fmla="*/ 1156661 w 2309168"/>
                <a:gd name="connsiteY4" fmla="*/ 480091 h 746155"/>
                <a:gd name="connsiteX5" fmla="*/ 139604 w 2309168"/>
                <a:gd name="connsiteY5" fmla="*/ 746155 h 746155"/>
                <a:gd name="connsiteX6" fmla="*/ 0 w 2309168"/>
                <a:gd name="connsiteY6" fmla="*/ 259772 h 746155"/>
                <a:gd name="connsiteX0" fmla="*/ 0 w 2309168"/>
                <a:gd name="connsiteY0" fmla="*/ 259772 h 746155"/>
                <a:gd name="connsiteX1" fmla="*/ 1166388 w 2309168"/>
                <a:gd name="connsiteY1" fmla="*/ 20 h 746155"/>
                <a:gd name="connsiteX2" fmla="*/ 2309168 w 2309168"/>
                <a:gd name="connsiteY2" fmla="*/ 270099 h 746155"/>
                <a:gd name="connsiteX3" fmla="*/ 2121417 w 2309168"/>
                <a:gd name="connsiteY3" fmla="*/ 707462 h 746155"/>
                <a:gd name="connsiteX4" fmla="*/ 1156661 w 2309168"/>
                <a:gd name="connsiteY4" fmla="*/ 480091 h 746155"/>
                <a:gd name="connsiteX5" fmla="*/ 139604 w 2309168"/>
                <a:gd name="connsiteY5" fmla="*/ 746155 h 746155"/>
                <a:gd name="connsiteX6" fmla="*/ 0 w 2309168"/>
                <a:gd name="connsiteY6" fmla="*/ 259772 h 746155"/>
                <a:gd name="connsiteX0" fmla="*/ 0 w 2309168"/>
                <a:gd name="connsiteY0" fmla="*/ 226793 h 746567"/>
                <a:gd name="connsiteX1" fmla="*/ 1166388 w 2309168"/>
                <a:gd name="connsiteY1" fmla="*/ 432 h 746567"/>
                <a:gd name="connsiteX2" fmla="*/ 2309168 w 2309168"/>
                <a:gd name="connsiteY2" fmla="*/ 270511 h 746567"/>
                <a:gd name="connsiteX3" fmla="*/ 2121417 w 2309168"/>
                <a:gd name="connsiteY3" fmla="*/ 707874 h 746567"/>
                <a:gd name="connsiteX4" fmla="*/ 1156661 w 2309168"/>
                <a:gd name="connsiteY4" fmla="*/ 480503 h 746567"/>
                <a:gd name="connsiteX5" fmla="*/ 139604 w 2309168"/>
                <a:gd name="connsiteY5" fmla="*/ 746567 h 746567"/>
                <a:gd name="connsiteX6" fmla="*/ 0 w 2309168"/>
                <a:gd name="connsiteY6" fmla="*/ 226793 h 746567"/>
                <a:gd name="connsiteX0" fmla="*/ 0 w 2309168"/>
                <a:gd name="connsiteY0" fmla="*/ 226663 h 746437"/>
                <a:gd name="connsiteX1" fmla="*/ 1166388 w 2309168"/>
                <a:gd name="connsiteY1" fmla="*/ 302 h 746437"/>
                <a:gd name="connsiteX2" fmla="*/ 2309168 w 2309168"/>
                <a:gd name="connsiteY2" fmla="*/ 270381 h 746437"/>
                <a:gd name="connsiteX3" fmla="*/ 2121417 w 2309168"/>
                <a:gd name="connsiteY3" fmla="*/ 707744 h 746437"/>
                <a:gd name="connsiteX4" fmla="*/ 1156661 w 2309168"/>
                <a:gd name="connsiteY4" fmla="*/ 480373 h 746437"/>
                <a:gd name="connsiteX5" fmla="*/ 139604 w 2309168"/>
                <a:gd name="connsiteY5" fmla="*/ 746437 h 746437"/>
                <a:gd name="connsiteX6" fmla="*/ 0 w 2309168"/>
                <a:gd name="connsiteY6" fmla="*/ 226663 h 746437"/>
                <a:gd name="connsiteX0" fmla="*/ 0 w 2309168"/>
                <a:gd name="connsiteY0" fmla="*/ 226614 h 746388"/>
                <a:gd name="connsiteX1" fmla="*/ 1166388 w 2309168"/>
                <a:gd name="connsiteY1" fmla="*/ 253 h 746388"/>
                <a:gd name="connsiteX2" fmla="*/ 2309168 w 2309168"/>
                <a:gd name="connsiteY2" fmla="*/ 270332 h 746388"/>
                <a:gd name="connsiteX3" fmla="*/ 2121417 w 2309168"/>
                <a:gd name="connsiteY3" fmla="*/ 707695 h 746388"/>
                <a:gd name="connsiteX4" fmla="*/ 1156661 w 2309168"/>
                <a:gd name="connsiteY4" fmla="*/ 480324 h 746388"/>
                <a:gd name="connsiteX5" fmla="*/ 139604 w 2309168"/>
                <a:gd name="connsiteY5" fmla="*/ 746388 h 746388"/>
                <a:gd name="connsiteX6" fmla="*/ 0 w 2309168"/>
                <a:gd name="connsiteY6" fmla="*/ 226614 h 746388"/>
                <a:gd name="connsiteX0" fmla="*/ 0 w 2309168"/>
                <a:gd name="connsiteY0" fmla="*/ 231692 h 746328"/>
                <a:gd name="connsiteX1" fmla="*/ 1166388 w 2309168"/>
                <a:gd name="connsiteY1" fmla="*/ 193 h 746328"/>
                <a:gd name="connsiteX2" fmla="*/ 2309168 w 2309168"/>
                <a:gd name="connsiteY2" fmla="*/ 270272 h 746328"/>
                <a:gd name="connsiteX3" fmla="*/ 2121417 w 2309168"/>
                <a:gd name="connsiteY3" fmla="*/ 707635 h 746328"/>
                <a:gd name="connsiteX4" fmla="*/ 1156661 w 2309168"/>
                <a:gd name="connsiteY4" fmla="*/ 480264 h 746328"/>
                <a:gd name="connsiteX5" fmla="*/ 139604 w 2309168"/>
                <a:gd name="connsiteY5" fmla="*/ 746328 h 746328"/>
                <a:gd name="connsiteX6" fmla="*/ 0 w 2309168"/>
                <a:gd name="connsiteY6" fmla="*/ 231692 h 746328"/>
                <a:gd name="connsiteX0" fmla="*/ 0 w 2309168"/>
                <a:gd name="connsiteY0" fmla="*/ 231692 h 707635"/>
                <a:gd name="connsiteX1" fmla="*/ 1166388 w 2309168"/>
                <a:gd name="connsiteY1" fmla="*/ 193 h 707635"/>
                <a:gd name="connsiteX2" fmla="*/ 2309168 w 2309168"/>
                <a:gd name="connsiteY2" fmla="*/ 270272 h 707635"/>
                <a:gd name="connsiteX3" fmla="*/ 2121417 w 2309168"/>
                <a:gd name="connsiteY3" fmla="*/ 707635 h 707635"/>
                <a:gd name="connsiteX4" fmla="*/ 1156661 w 2309168"/>
                <a:gd name="connsiteY4" fmla="*/ 480264 h 707635"/>
                <a:gd name="connsiteX5" fmla="*/ 172995 w 2309168"/>
                <a:gd name="connsiteY5" fmla="*/ 684683 h 707635"/>
                <a:gd name="connsiteX6" fmla="*/ 0 w 2309168"/>
                <a:gd name="connsiteY6" fmla="*/ 231692 h 707635"/>
                <a:gd name="connsiteX0" fmla="*/ 0 w 2309168"/>
                <a:gd name="connsiteY0" fmla="*/ 231692 h 707635"/>
                <a:gd name="connsiteX1" fmla="*/ 1166388 w 2309168"/>
                <a:gd name="connsiteY1" fmla="*/ 193 h 707635"/>
                <a:gd name="connsiteX2" fmla="*/ 2309168 w 2309168"/>
                <a:gd name="connsiteY2" fmla="*/ 270272 h 707635"/>
                <a:gd name="connsiteX3" fmla="*/ 2121417 w 2309168"/>
                <a:gd name="connsiteY3" fmla="*/ 707635 h 707635"/>
                <a:gd name="connsiteX4" fmla="*/ 1156661 w 2309168"/>
                <a:gd name="connsiteY4" fmla="*/ 480264 h 707635"/>
                <a:gd name="connsiteX5" fmla="*/ 172995 w 2309168"/>
                <a:gd name="connsiteY5" fmla="*/ 684683 h 707635"/>
                <a:gd name="connsiteX6" fmla="*/ 0 w 2309168"/>
                <a:gd name="connsiteY6" fmla="*/ 231692 h 707635"/>
                <a:gd name="connsiteX0" fmla="*/ 0 w 2309168"/>
                <a:gd name="connsiteY0" fmla="*/ 231692 h 715340"/>
                <a:gd name="connsiteX1" fmla="*/ 1166388 w 2309168"/>
                <a:gd name="connsiteY1" fmla="*/ 193 h 715340"/>
                <a:gd name="connsiteX2" fmla="*/ 2309168 w 2309168"/>
                <a:gd name="connsiteY2" fmla="*/ 270272 h 715340"/>
                <a:gd name="connsiteX3" fmla="*/ 2123986 w 2309168"/>
                <a:gd name="connsiteY3" fmla="*/ 715340 h 715340"/>
                <a:gd name="connsiteX4" fmla="*/ 1156661 w 2309168"/>
                <a:gd name="connsiteY4" fmla="*/ 480264 h 715340"/>
                <a:gd name="connsiteX5" fmla="*/ 172995 w 2309168"/>
                <a:gd name="connsiteY5" fmla="*/ 684683 h 715340"/>
                <a:gd name="connsiteX6" fmla="*/ 0 w 2309168"/>
                <a:gd name="connsiteY6" fmla="*/ 231692 h 715340"/>
                <a:gd name="connsiteX0" fmla="*/ 0 w 2309168"/>
                <a:gd name="connsiteY0" fmla="*/ 231692 h 715340"/>
                <a:gd name="connsiteX1" fmla="*/ 1166388 w 2309168"/>
                <a:gd name="connsiteY1" fmla="*/ 193 h 715340"/>
                <a:gd name="connsiteX2" fmla="*/ 2309168 w 2309168"/>
                <a:gd name="connsiteY2" fmla="*/ 270272 h 715340"/>
                <a:gd name="connsiteX3" fmla="*/ 2123986 w 2309168"/>
                <a:gd name="connsiteY3" fmla="*/ 715340 h 715340"/>
                <a:gd name="connsiteX4" fmla="*/ 1156661 w 2309168"/>
                <a:gd name="connsiteY4" fmla="*/ 480264 h 715340"/>
                <a:gd name="connsiteX5" fmla="*/ 172995 w 2309168"/>
                <a:gd name="connsiteY5" fmla="*/ 684683 h 715340"/>
                <a:gd name="connsiteX6" fmla="*/ 0 w 2309168"/>
                <a:gd name="connsiteY6" fmla="*/ 231692 h 715340"/>
                <a:gd name="connsiteX0" fmla="*/ 0 w 2309168"/>
                <a:gd name="connsiteY0" fmla="*/ 231692 h 715340"/>
                <a:gd name="connsiteX1" fmla="*/ 1166388 w 2309168"/>
                <a:gd name="connsiteY1" fmla="*/ 193 h 715340"/>
                <a:gd name="connsiteX2" fmla="*/ 2309168 w 2309168"/>
                <a:gd name="connsiteY2" fmla="*/ 270272 h 715340"/>
                <a:gd name="connsiteX3" fmla="*/ 2123986 w 2309168"/>
                <a:gd name="connsiteY3" fmla="*/ 715340 h 715340"/>
                <a:gd name="connsiteX4" fmla="*/ 1156661 w 2309168"/>
                <a:gd name="connsiteY4" fmla="*/ 480264 h 715340"/>
                <a:gd name="connsiteX5" fmla="*/ 172995 w 2309168"/>
                <a:gd name="connsiteY5" fmla="*/ 684683 h 715340"/>
                <a:gd name="connsiteX6" fmla="*/ 0 w 2309168"/>
                <a:gd name="connsiteY6" fmla="*/ 231692 h 715340"/>
                <a:gd name="connsiteX0" fmla="*/ 0 w 2314305"/>
                <a:gd name="connsiteY0" fmla="*/ 231543 h 715191"/>
                <a:gd name="connsiteX1" fmla="*/ 1166388 w 2314305"/>
                <a:gd name="connsiteY1" fmla="*/ 44 h 715191"/>
                <a:gd name="connsiteX2" fmla="*/ 2314305 w 2314305"/>
                <a:gd name="connsiteY2" fmla="*/ 249575 h 715191"/>
                <a:gd name="connsiteX3" fmla="*/ 2123986 w 2314305"/>
                <a:gd name="connsiteY3" fmla="*/ 715191 h 715191"/>
                <a:gd name="connsiteX4" fmla="*/ 1156661 w 2314305"/>
                <a:gd name="connsiteY4" fmla="*/ 480115 h 715191"/>
                <a:gd name="connsiteX5" fmla="*/ 172995 w 2314305"/>
                <a:gd name="connsiteY5" fmla="*/ 684534 h 715191"/>
                <a:gd name="connsiteX6" fmla="*/ 0 w 2314305"/>
                <a:gd name="connsiteY6" fmla="*/ 231543 h 715191"/>
                <a:gd name="connsiteX0" fmla="*/ 0 w 2314305"/>
                <a:gd name="connsiteY0" fmla="*/ 231543 h 715191"/>
                <a:gd name="connsiteX1" fmla="*/ 1166388 w 2314305"/>
                <a:gd name="connsiteY1" fmla="*/ 44 h 715191"/>
                <a:gd name="connsiteX2" fmla="*/ 2314305 w 2314305"/>
                <a:gd name="connsiteY2" fmla="*/ 249575 h 715191"/>
                <a:gd name="connsiteX3" fmla="*/ 2123986 w 2314305"/>
                <a:gd name="connsiteY3" fmla="*/ 715191 h 715191"/>
                <a:gd name="connsiteX4" fmla="*/ 1156661 w 2314305"/>
                <a:gd name="connsiteY4" fmla="*/ 480115 h 715191"/>
                <a:gd name="connsiteX5" fmla="*/ 172995 w 2314305"/>
                <a:gd name="connsiteY5" fmla="*/ 684534 h 715191"/>
                <a:gd name="connsiteX6" fmla="*/ 0 w 2314305"/>
                <a:gd name="connsiteY6" fmla="*/ 231543 h 715191"/>
                <a:gd name="connsiteX0" fmla="*/ 0 w 2314305"/>
                <a:gd name="connsiteY0" fmla="*/ 231550 h 715198"/>
                <a:gd name="connsiteX1" fmla="*/ 1166388 w 2314305"/>
                <a:gd name="connsiteY1" fmla="*/ 51 h 715198"/>
                <a:gd name="connsiteX2" fmla="*/ 2314305 w 2314305"/>
                <a:gd name="connsiteY2" fmla="*/ 249582 h 715198"/>
                <a:gd name="connsiteX3" fmla="*/ 2123986 w 2314305"/>
                <a:gd name="connsiteY3" fmla="*/ 715198 h 715198"/>
                <a:gd name="connsiteX4" fmla="*/ 1156661 w 2314305"/>
                <a:gd name="connsiteY4" fmla="*/ 480122 h 715198"/>
                <a:gd name="connsiteX5" fmla="*/ 172995 w 2314305"/>
                <a:gd name="connsiteY5" fmla="*/ 684541 h 715198"/>
                <a:gd name="connsiteX6" fmla="*/ 0 w 2314305"/>
                <a:gd name="connsiteY6" fmla="*/ 231550 h 715198"/>
                <a:gd name="connsiteX0" fmla="*/ 0 w 2314305"/>
                <a:gd name="connsiteY0" fmla="*/ 233092 h 716740"/>
                <a:gd name="connsiteX1" fmla="*/ 1166388 w 2314305"/>
                <a:gd name="connsiteY1" fmla="*/ 1593 h 716740"/>
                <a:gd name="connsiteX2" fmla="*/ 2314305 w 2314305"/>
                <a:gd name="connsiteY2" fmla="*/ 251124 h 716740"/>
                <a:gd name="connsiteX3" fmla="*/ 2123986 w 2314305"/>
                <a:gd name="connsiteY3" fmla="*/ 716740 h 716740"/>
                <a:gd name="connsiteX4" fmla="*/ 1156661 w 2314305"/>
                <a:gd name="connsiteY4" fmla="*/ 481664 h 716740"/>
                <a:gd name="connsiteX5" fmla="*/ 172995 w 2314305"/>
                <a:gd name="connsiteY5" fmla="*/ 686083 h 716740"/>
                <a:gd name="connsiteX6" fmla="*/ 0 w 2314305"/>
                <a:gd name="connsiteY6" fmla="*/ 233092 h 716740"/>
                <a:gd name="connsiteX0" fmla="*/ 0 w 2314305"/>
                <a:gd name="connsiteY0" fmla="*/ 231523 h 715171"/>
                <a:gd name="connsiteX1" fmla="*/ 1166388 w 2314305"/>
                <a:gd name="connsiteY1" fmla="*/ 24 h 715171"/>
                <a:gd name="connsiteX2" fmla="*/ 2314305 w 2314305"/>
                <a:gd name="connsiteY2" fmla="*/ 249555 h 715171"/>
                <a:gd name="connsiteX3" fmla="*/ 2123986 w 2314305"/>
                <a:gd name="connsiteY3" fmla="*/ 715171 h 715171"/>
                <a:gd name="connsiteX4" fmla="*/ 1156661 w 2314305"/>
                <a:gd name="connsiteY4" fmla="*/ 480095 h 715171"/>
                <a:gd name="connsiteX5" fmla="*/ 172995 w 2314305"/>
                <a:gd name="connsiteY5" fmla="*/ 684514 h 715171"/>
                <a:gd name="connsiteX6" fmla="*/ 0 w 2314305"/>
                <a:gd name="connsiteY6" fmla="*/ 231523 h 715171"/>
                <a:gd name="connsiteX0" fmla="*/ 0 w 2314305"/>
                <a:gd name="connsiteY0" fmla="*/ 231550 h 715198"/>
                <a:gd name="connsiteX1" fmla="*/ 1166388 w 2314305"/>
                <a:gd name="connsiteY1" fmla="*/ 51 h 715198"/>
                <a:gd name="connsiteX2" fmla="*/ 2314305 w 2314305"/>
                <a:gd name="connsiteY2" fmla="*/ 249582 h 715198"/>
                <a:gd name="connsiteX3" fmla="*/ 2123986 w 2314305"/>
                <a:gd name="connsiteY3" fmla="*/ 715198 h 715198"/>
                <a:gd name="connsiteX4" fmla="*/ 1156661 w 2314305"/>
                <a:gd name="connsiteY4" fmla="*/ 480122 h 715198"/>
                <a:gd name="connsiteX5" fmla="*/ 172995 w 2314305"/>
                <a:gd name="connsiteY5" fmla="*/ 684541 h 715198"/>
                <a:gd name="connsiteX6" fmla="*/ 0 w 2314305"/>
                <a:gd name="connsiteY6" fmla="*/ 231550 h 715198"/>
                <a:gd name="connsiteX0" fmla="*/ 0 w 2314305"/>
                <a:gd name="connsiteY0" fmla="*/ 232088 h 715736"/>
                <a:gd name="connsiteX1" fmla="*/ 1166388 w 2314305"/>
                <a:gd name="connsiteY1" fmla="*/ 589 h 715736"/>
                <a:gd name="connsiteX2" fmla="*/ 2314305 w 2314305"/>
                <a:gd name="connsiteY2" fmla="*/ 250120 h 715736"/>
                <a:gd name="connsiteX3" fmla="*/ 2123986 w 2314305"/>
                <a:gd name="connsiteY3" fmla="*/ 715736 h 715736"/>
                <a:gd name="connsiteX4" fmla="*/ 1156661 w 2314305"/>
                <a:gd name="connsiteY4" fmla="*/ 480660 h 715736"/>
                <a:gd name="connsiteX5" fmla="*/ 172995 w 2314305"/>
                <a:gd name="connsiteY5" fmla="*/ 685079 h 715736"/>
                <a:gd name="connsiteX6" fmla="*/ 0 w 2314305"/>
                <a:gd name="connsiteY6" fmla="*/ 232088 h 715736"/>
                <a:gd name="connsiteX0" fmla="*/ 0 w 2314305"/>
                <a:gd name="connsiteY0" fmla="*/ 232088 h 715736"/>
                <a:gd name="connsiteX1" fmla="*/ 1166388 w 2314305"/>
                <a:gd name="connsiteY1" fmla="*/ 589 h 715736"/>
                <a:gd name="connsiteX2" fmla="*/ 2314305 w 2314305"/>
                <a:gd name="connsiteY2" fmla="*/ 250120 h 715736"/>
                <a:gd name="connsiteX3" fmla="*/ 2123986 w 2314305"/>
                <a:gd name="connsiteY3" fmla="*/ 715736 h 715736"/>
                <a:gd name="connsiteX4" fmla="*/ 1156661 w 2314305"/>
                <a:gd name="connsiteY4" fmla="*/ 480660 h 715736"/>
                <a:gd name="connsiteX5" fmla="*/ 172995 w 2314305"/>
                <a:gd name="connsiteY5" fmla="*/ 685079 h 715736"/>
                <a:gd name="connsiteX6" fmla="*/ 0 w 2314305"/>
                <a:gd name="connsiteY6" fmla="*/ 232088 h 715736"/>
                <a:gd name="connsiteX0" fmla="*/ 0 w 2314305"/>
                <a:gd name="connsiteY0" fmla="*/ 232088 h 715736"/>
                <a:gd name="connsiteX1" fmla="*/ 1166388 w 2314305"/>
                <a:gd name="connsiteY1" fmla="*/ 589 h 715736"/>
                <a:gd name="connsiteX2" fmla="*/ 2314305 w 2314305"/>
                <a:gd name="connsiteY2" fmla="*/ 250120 h 715736"/>
                <a:gd name="connsiteX3" fmla="*/ 2123986 w 2314305"/>
                <a:gd name="connsiteY3" fmla="*/ 715736 h 715736"/>
                <a:gd name="connsiteX4" fmla="*/ 1156661 w 2314305"/>
                <a:gd name="connsiteY4" fmla="*/ 480660 h 715736"/>
                <a:gd name="connsiteX5" fmla="*/ 172995 w 2314305"/>
                <a:gd name="connsiteY5" fmla="*/ 685079 h 715736"/>
                <a:gd name="connsiteX6" fmla="*/ 0 w 2314305"/>
                <a:gd name="connsiteY6" fmla="*/ 232088 h 715736"/>
                <a:gd name="connsiteX0" fmla="*/ 0 w 2314305"/>
                <a:gd name="connsiteY0" fmla="*/ 232060 h 715708"/>
                <a:gd name="connsiteX1" fmla="*/ 1166388 w 2314305"/>
                <a:gd name="connsiteY1" fmla="*/ 561 h 715708"/>
                <a:gd name="connsiteX2" fmla="*/ 2314305 w 2314305"/>
                <a:gd name="connsiteY2" fmla="*/ 250092 h 715708"/>
                <a:gd name="connsiteX3" fmla="*/ 2123986 w 2314305"/>
                <a:gd name="connsiteY3" fmla="*/ 715708 h 715708"/>
                <a:gd name="connsiteX4" fmla="*/ 1156661 w 2314305"/>
                <a:gd name="connsiteY4" fmla="*/ 480632 h 715708"/>
                <a:gd name="connsiteX5" fmla="*/ 172995 w 2314305"/>
                <a:gd name="connsiteY5" fmla="*/ 685051 h 715708"/>
                <a:gd name="connsiteX6" fmla="*/ 0 w 2314305"/>
                <a:gd name="connsiteY6" fmla="*/ 232060 h 7157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314305" h="715708">
                  <a:moveTo>
                    <a:pt x="0" y="232060"/>
                  </a:moveTo>
                  <a:cubicBezTo>
                    <a:pt x="116349" y="135016"/>
                    <a:pt x="772966" y="-10150"/>
                    <a:pt x="1166388" y="561"/>
                  </a:cubicBezTo>
                  <a:cubicBezTo>
                    <a:pt x="1559810" y="11272"/>
                    <a:pt x="1962415" y="54514"/>
                    <a:pt x="2314305" y="250092"/>
                  </a:cubicBezTo>
                  <a:cubicBezTo>
                    <a:pt x="2236857" y="411910"/>
                    <a:pt x="2305049" y="284904"/>
                    <a:pt x="2123986" y="715708"/>
                  </a:cubicBezTo>
                  <a:cubicBezTo>
                    <a:pt x="2077752" y="646036"/>
                    <a:pt x="1616289" y="480632"/>
                    <a:pt x="1156661" y="480632"/>
                  </a:cubicBezTo>
                  <a:cubicBezTo>
                    <a:pt x="697033" y="480632"/>
                    <a:pt x="257593" y="589531"/>
                    <a:pt x="172995" y="685051"/>
                  </a:cubicBezTo>
                  <a:lnTo>
                    <a:pt x="0" y="232060"/>
                  </a:lnTo>
                  <a:close/>
                </a:path>
              </a:pathLst>
            </a:custGeom>
            <a:solidFill>
              <a:srgbClr val="33CCCC"/>
            </a:solidFill>
            <a:ln>
              <a:solidFill>
                <a:srgbClr val="33CCC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31" name="Block Arc 1">
              <a:extLst>
                <a:ext uri="{FF2B5EF4-FFF2-40B4-BE49-F238E27FC236}">
                  <a16:creationId xmlns:a16="http://schemas.microsoft.com/office/drawing/2014/main" id="{0528DACC-3CE5-789E-16D7-1D556828D5A9}"/>
                </a:ext>
              </a:extLst>
            </p:cNvPr>
            <p:cNvSpPr/>
            <p:nvPr/>
          </p:nvSpPr>
          <p:spPr>
            <a:xfrm rot="15530126">
              <a:off x="4891919" y="3623815"/>
              <a:ext cx="2314305" cy="715708"/>
            </a:xfrm>
            <a:custGeom>
              <a:avLst/>
              <a:gdLst>
                <a:gd name="connsiteX0" fmla="*/ 0 w 2391141"/>
                <a:gd name="connsiteY0" fmla="*/ 726679 h 1453358"/>
                <a:gd name="connsiteX1" fmla="*/ 1195571 w 2391141"/>
                <a:gd name="connsiteY1" fmla="*/ 0 h 1453358"/>
                <a:gd name="connsiteX2" fmla="*/ 2391142 w 2391141"/>
                <a:gd name="connsiteY2" fmla="*/ 726679 h 1453358"/>
                <a:gd name="connsiteX3" fmla="*/ 2027802 w 2391141"/>
                <a:gd name="connsiteY3" fmla="*/ 726679 h 1453358"/>
                <a:gd name="connsiteX4" fmla="*/ 1195571 w 2391141"/>
                <a:gd name="connsiteY4" fmla="*/ 363339 h 1453358"/>
                <a:gd name="connsiteX5" fmla="*/ 363340 w 2391141"/>
                <a:gd name="connsiteY5" fmla="*/ 726679 h 1453358"/>
                <a:gd name="connsiteX6" fmla="*/ 0 w 2391141"/>
                <a:gd name="connsiteY6" fmla="*/ 726679 h 1453358"/>
                <a:gd name="connsiteX0" fmla="*/ 0 w 2614878"/>
                <a:gd name="connsiteY0" fmla="*/ 727830 h 727830"/>
                <a:gd name="connsiteX1" fmla="*/ 1195571 w 2614878"/>
                <a:gd name="connsiteY1" fmla="*/ 1151 h 727830"/>
                <a:gd name="connsiteX2" fmla="*/ 2614878 w 2614878"/>
                <a:gd name="connsiteY2" fmla="*/ 611098 h 727830"/>
                <a:gd name="connsiteX3" fmla="*/ 2027802 w 2614878"/>
                <a:gd name="connsiteY3" fmla="*/ 727830 h 727830"/>
                <a:gd name="connsiteX4" fmla="*/ 1195571 w 2614878"/>
                <a:gd name="connsiteY4" fmla="*/ 364490 h 727830"/>
                <a:gd name="connsiteX5" fmla="*/ 363340 w 2614878"/>
                <a:gd name="connsiteY5" fmla="*/ 727830 h 727830"/>
                <a:gd name="connsiteX6" fmla="*/ 0 w 2614878"/>
                <a:gd name="connsiteY6" fmla="*/ 727830 h 727830"/>
                <a:gd name="connsiteX0" fmla="*/ 0 w 2614878"/>
                <a:gd name="connsiteY0" fmla="*/ 727830 h 727830"/>
                <a:gd name="connsiteX1" fmla="*/ 1195571 w 2614878"/>
                <a:gd name="connsiteY1" fmla="*/ 1151 h 727830"/>
                <a:gd name="connsiteX2" fmla="*/ 2614878 w 2614878"/>
                <a:gd name="connsiteY2" fmla="*/ 611098 h 727830"/>
                <a:gd name="connsiteX3" fmla="*/ 2251538 w 2614878"/>
                <a:gd name="connsiteY3" fmla="*/ 669464 h 727830"/>
                <a:gd name="connsiteX4" fmla="*/ 1195571 w 2614878"/>
                <a:gd name="connsiteY4" fmla="*/ 364490 h 727830"/>
                <a:gd name="connsiteX5" fmla="*/ 363340 w 2614878"/>
                <a:gd name="connsiteY5" fmla="*/ 727830 h 727830"/>
                <a:gd name="connsiteX6" fmla="*/ 0 w 2614878"/>
                <a:gd name="connsiteY6" fmla="*/ 727830 h 727830"/>
                <a:gd name="connsiteX0" fmla="*/ 0 w 2780249"/>
                <a:gd name="connsiteY0" fmla="*/ 590533 h 726720"/>
                <a:gd name="connsiteX1" fmla="*/ 1360942 w 2780249"/>
                <a:gd name="connsiteY1" fmla="*/ 41 h 726720"/>
                <a:gd name="connsiteX2" fmla="*/ 2780249 w 2780249"/>
                <a:gd name="connsiteY2" fmla="*/ 609988 h 726720"/>
                <a:gd name="connsiteX3" fmla="*/ 2416909 w 2780249"/>
                <a:gd name="connsiteY3" fmla="*/ 668354 h 726720"/>
                <a:gd name="connsiteX4" fmla="*/ 1360942 w 2780249"/>
                <a:gd name="connsiteY4" fmla="*/ 363380 h 726720"/>
                <a:gd name="connsiteX5" fmla="*/ 528711 w 2780249"/>
                <a:gd name="connsiteY5" fmla="*/ 726720 h 726720"/>
                <a:gd name="connsiteX6" fmla="*/ 0 w 2780249"/>
                <a:gd name="connsiteY6" fmla="*/ 590533 h 726720"/>
                <a:gd name="connsiteX0" fmla="*/ 0 w 2780249"/>
                <a:gd name="connsiteY0" fmla="*/ 590533 h 668354"/>
                <a:gd name="connsiteX1" fmla="*/ 1360942 w 2780249"/>
                <a:gd name="connsiteY1" fmla="*/ 41 h 668354"/>
                <a:gd name="connsiteX2" fmla="*/ 2780249 w 2780249"/>
                <a:gd name="connsiteY2" fmla="*/ 609988 h 668354"/>
                <a:gd name="connsiteX3" fmla="*/ 2416909 w 2780249"/>
                <a:gd name="connsiteY3" fmla="*/ 668354 h 668354"/>
                <a:gd name="connsiteX4" fmla="*/ 1360942 w 2780249"/>
                <a:gd name="connsiteY4" fmla="*/ 363380 h 668354"/>
                <a:gd name="connsiteX5" fmla="*/ 275792 w 2780249"/>
                <a:gd name="connsiteY5" fmla="*/ 639171 h 668354"/>
                <a:gd name="connsiteX6" fmla="*/ 0 w 2780249"/>
                <a:gd name="connsiteY6" fmla="*/ 590533 h 668354"/>
                <a:gd name="connsiteX0" fmla="*/ 0 w 2780249"/>
                <a:gd name="connsiteY0" fmla="*/ 590533 h 668354"/>
                <a:gd name="connsiteX1" fmla="*/ 1360942 w 2780249"/>
                <a:gd name="connsiteY1" fmla="*/ 41 h 668354"/>
                <a:gd name="connsiteX2" fmla="*/ 2780249 w 2780249"/>
                <a:gd name="connsiteY2" fmla="*/ 609988 h 668354"/>
                <a:gd name="connsiteX3" fmla="*/ 2416909 w 2780249"/>
                <a:gd name="connsiteY3" fmla="*/ 668354 h 668354"/>
                <a:gd name="connsiteX4" fmla="*/ 1351215 w 2780249"/>
                <a:gd name="connsiteY4" fmla="*/ 480112 h 668354"/>
                <a:gd name="connsiteX5" fmla="*/ 275792 w 2780249"/>
                <a:gd name="connsiteY5" fmla="*/ 639171 h 668354"/>
                <a:gd name="connsiteX6" fmla="*/ 0 w 2780249"/>
                <a:gd name="connsiteY6" fmla="*/ 590533 h 668354"/>
                <a:gd name="connsiteX0" fmla="*/ 0 w 2780249"/>
                <a:gd name="connsiteY0" fmla="*/ 590533 h 775358"/>
                <a:gd name="connsiteX1" fmla="*/ 1360942 w 2780249"/>
                <a:gd name="connsiteY1" fmla="*/ 41 h 775358"/>
                <a:gd name="connsiteX2" fmla="*/ 2780249 w 2780249"/>
                <a:gd name="connsiteY2" fmla="*/ 609988 h 775358"/>
                <a:gd name="connsiteX3" fmla="*/ 2329360 w 2780249"/>
                <a:gd name="connsiteY3" fmla="*/ 775358 h 775358"/>
                <a:gd name="connsiteX4" fmla="*/ 1351215 w 2780249"/>
                <a:gd name="connsiteY4" fmla="*/ 480112 h 775358"/>
                <a:gd name="connsiteX5" fmla="*/ 275792 w 2780249"/>
                <a:gd name="connsiteY5" fmla="*/ 639171 h 775358"/>
                <a:gd name="connsiteX6" fmla="*/ 0 w 2780249"/>
                <a:gd name="connsiteY6" fmla="*/ 590533 h 775358"/>
                <a:gd name="connsiteX0" fmla="*/ 0 w 2673245"/>
                <a:gd name="connsiteY0" fmla="*/ 600391 h 785216"/>
                <a:gd name="connsiteX1" fmla="*/ 1360942 w 2673245"/>
                <a:gd name="connsiteY1" fmla="*/ 9899 h 785216"/>
                <a:gd name="connsiteX2" fmla="*/ 2673245 w 2673245"/>
                <a:gd name="connsiteY2" fmla="*/ 405837 h 785216"/>
                <a:gd name="connsiteX3" fmla="*/ 2329360 w 2673245"/>
                <a:gd name="connsiteY3" fmla="*/ 785216 h 785216"/>
                <a:gd name="connsiteX4" fmla="*/ 1351215 w 2673245"/>
                <a:gd name="connsiteY4" fmla="*/ 489970 h 785216"/>
                <a:gd name="connsiteX5" fmla="*/ 275792 w 2673245"/>
                <a:gd name="connsiteY5" fmla="*/ 649029 h 785216"/>
                <a:gd name="connsiteX6" fmla="*/ 0 w 2673245"/>
                <a:gd name="connsiteY6" fmla="*/ 600391 h 785216"/>
                <a:gd name="connsiteX0" fmla="*/ 0 w 2673245"/>
                <a:gd name="connsiteY0" fmla="*/ 593348 h 778173"/>
                <a:gd name="connsiteX1" fmla="*/ 1360942 w 2673245"/>
                <a:gd name="connsiteY1" fmla="*/ 2856 h 778173"/>
                <a:gd name="connsiteX2" fmla="*/ 2673245 w 2673245"/>
                <a:gd name="connsiteY2" fmla="*/ 398794 h 778173"/>
                <a:gd name="connsiteX3" fmla="*/ 2329360 w 2673245"/>
                <a:gd name="connsiteY3" fmla="*/ 778173 h 778173"/>
                <a:gd name="connsiteX4" fmla="*/ 1351215 w 2673245"/>
                <a:gd name="connsiteY4" fmla="*/ 482927 h 778173"/>
                <a:gd name="connsiteX5" fmla="*/ 275792 w 2673245"/>
                <a:gd name="connsiteY5" fmla="*/ 641986 h 778173"/>
                <a:gd name="connsiteX6" fmla="*/ 0 w 2673245"/>
                <a:gd name="connsiteY6" fmla="*/ 593348 h 778173"/>
                <a:gd name="connsiteX0" fmla="*/ 0 w 2478691"/>
                <a:gd name="connsiteY0" fmla="*/ 293714 h 809279"/>
                <a:gd name="connsiteX1" fmla="*/ 1166388 w 2478691"/>
                <a:gd name="connsiteY1" fmla="*/ 33962 h 809279"/>
                <a:gd name="connsiteX2" fmla="*/ 2478691 w 2478691"/>
                <a:gd name="connsiteY2" fmla="*/ 429900 h 809279"/>
                <a:gd name="connsiteX3" fmla="*/ 2134806 w 2478691"/>
                <a:gd name="connsiteY3" fmla="*/ 809279 h 809279"/>
                <a:gd name="connsiteX4" fmla="*/ 1156661 w 2478691"/>
                <a:gd name="connsiteY4" fmla="*/ 514033 h 809279"/>
                <a:gd name="connsiteX5" fmla="*/ 81238 w 2478691"/>
                <a:gd name="connsiteY5" fmla="*/ 673092 h 809279"/>
                <a:gd name="connsiteX6" fmla="*/ 0 w 2478691"/>
                <a:gd name="connsiteY6" fmla="*/ 293714 h 809279"/>
                <a:gd name="connsiteX0" fmla="*/ 0 w 2478691"/>
                <a:gd name="connsiteY0" fmla="*/ 262275 h 777840"/>
                <a:gd name="connsiteX1" fmla="*/ 1166388 w 2478691"/>
                <a:gd name="connsiteY1" fmla="*/ 2523 h 777840"/>
                <a:gd name="connsiteX2" fmla="*/ 2478691 w 2478691"/>
                <a:gd name="connsiteY2" fmla="*/ 398461 h 777840"/>
                <a:gd name="connsiteX3" fmla="*/ 2134806 w 2478691"/>
                <a:gd name="connsiteY3" fmla="*/ 777840 h 777840"/>
                <a:gd name="connsiteX4" fmla="*/ 1156661 w 2478691"/>
                <a:gd name="connsiteY4" fmla="*/ 482594 h 777840"/>
                <a:gd name="connsiteX5" fmla="*/ 81238 w 2478691"/>
                <a:gd name="connsiteY5" fmla="*/ 641653 h 777840"/>
                <a:gd name="connsiteX6" fmla="*/ 0 w 2478691"/>
                <a:gd name="connsiteY6" fmla="*/ 262275 h 777840"/>
                <a:gd name="connsiteX0" fmla="*/ 0 w 2478691"/>
                <a:gd name="connsiteY0" fmla="*/ 262275 h 777841"/>
                <a:gd name="connsiteX1" fmla="*/ 1166388 w 2478691"/>
                <a:gd name="connsiteY1" fmla="*/ 2523 h 777841"/>
                <a:gd name="connsiteX2" fmla="*/ 2478691 w 2478691"/>
                <a:gd name="connsiteY2" fmla="*/ 398461 h 777841"/>
                <a:gd name="connsiteX3" fmla="*/ 2134806 w 2478691"/>
                <a:gd name="connsiteY3" fmla="*/ 777840 h 777841"/>
                <a:gd name="connsiteX4" fmla="*/ 1156661 w 2478691"/>
                <a:gd name="connsiteY4" fmla="*/ 482594 h 777841"/>
                <a:gd name="connsiteX5" fmla="*/ 178515 w 2478691"/>
                <a:gd name="connsiteY5" fmla="*/ 777841 h 777841"/>
                <a:gd name="connsiteX6" fmla="*/ 0 w 2478691"/>
                <a:gd name="connsiteY6" fmla="*/ 262275 h 777841"/>
                <a:gd name="connsiteX0" fmla="*/ 0 w 2478691"/>
                <a:gd name="connsiteY0" fmla="*/ 262275 h 777840"/>
                <a:gd name="connsiteX1" fmla="*/ 1166388 w 2478691"/>
                <a:gd name="connsiteY1" fmla="*/ 2523 h 777840"/>
                <a:gd name="connsiteX2" fmla="*/ 2478691 w 2478691"/>
                <a:gd name="connsiteY2" fmla="*/ 398461 h 777840"/>
                <a:gd name="connsiteX3" fmla="*/ 2134806 w 2478691"/>
                <a:gd name="connsiteY3" fmla="*/ 777840 h 777840"/>
                <a:gd name="connsiteX4" fmla="*/ 1156661 w 2478691"/>
                <a:gd name="connsiteY4" fmla="*/ 482594 h 777840"/>
                <a:gd name="connsiteX5" fmla="*/ 139604 w 2478691"/>
                <a:gd name="connsiteY5" fmla="*/ 748658 h 777840"/>
                <a:gd name="connsiteX6" fmla="*/ 0 w 2478691"/>
                <a:gd name="connsiteY6" fmla="*/ 262275 h 777840"/>
                <a:gd name="connsiteX0" fmla="*/ 0 w 2478691"/>
                <a:gd name="connsiteY0" fmla="*/ 262275 h 777840"/>
                <a:gd name="connsiteX1" fmla="*/ 1166388 w 2478691"/>
                <a:gd name="connsiteY1" fmla="*/ 2523 h 777840"/>
                <a:gd name="connsiteX2" fmla="*/ 2478691 w 2478691"/>
                <a:gd name="connsiteY2" fmla="*/ 398461 h 777840"/>
                <a:gd name="connsiteX3" fmla="*/ 2134806 w 2478691"/>
                <a:gd name="connsiteY3" fmla="*/ 777840 h 777840"/>
                <a:gd name="connsiteX4" fmla="*/ 1156661 w 2478691"/>
                <a:gd name="connsiteY4" fmla="*/ 482594 h 777840"/>
                <a:gd name="connsiteX5" fmla="*/ 139604 w 2478691"/>
                <a:gd name="connsiteY5" fmla="*/ 748658 h 777840"/>
                <a:gd name="connsiteX6" fmla="*/ 0 w 2478691"/>
                <a:gd name="connsiteY6" fmla="*/ 262275 h 777840"/>
                <a:gd name="connsiteX0" fmla="*/ 0 w 2478691"/>
                <a:gd name="connsiteY0" fmla="*/ 262275 h 797295"/>
                <a:gd name="connsiteX1" fmla="*/ 1166388 w 2478691"/>
                <a:gd name="connsiteY1" fmla="*/ 2523 h 797295"/>
                <a:gd name="connsiteX2" fmla="*/ 2478691 w 2478691"/>
                <a:gd name="connsiteY2" fmla="*/ 398461 h 797295"/>
                <a:gd name="connsiteX3" fmla="*/ 2144534 w 2478691"/>
                <a:gd name="connsiteY3" fmla="*/ 797295 h 797295"/>
                <a:gd name="connsiteX4" fmla="*/ 1156661 w 2478691"/>
                <a:gd name="connsiteY4" fmla="*/ 482594 h 797295"/>
                <a:gd name="connsiteX5" fmla="*/ 139604 w 2478691"/>
                <a:gd name="connsiteY5" fmla="*/ 748658 h 797295"/>
                <a:gd name="connsiteX6" fmla="*/ 0 w 2478691"/>
                <a:gd name="connsiteY6" fmla="*/ 262275 h 797295"/>
                <a:gd name="connsiteX0" fmla="*/ 0 w 2478691"/>
                <a:gd name="connsiteY0" fmla="*/ 262275 h 797295"/>
                <a:gd name="connsiteX1" fmla="*/ 1166388 w 2478691"/>
                <a:gd name="connsiteY1" fmla="*/ 2523 h 797295"/>
                <a:gd name="connsiteX2" fmla="*/ 2478691 w 2478691"/>
                <a:gd name="connsiteY2" fmla="*/ 398461 h 797295"/>
                <a:gd name="connsiteX3" fmla="*/ 2144534 w 2478691"/>
                <a:gd name="connsiteY3" fmla="*/ 797295 h 797295"/>
                <a:gd name="connsiteX4" fmla="*/ 1156661 w 2478691"/>
                <a:gd name="connsiteY4" fmla="*/ 482594 h 797295"/>
                <a:gd name="connsiteX5" fmla="*/ 139604 w 2478691"/>
                <a:gd name="connsiteY5" fmla="*/ 748658 h 797295"/>
                <a:gd name="connsiteX6" fmla="*/ 0 w 2478691"/>
                <a:gd name="connsiteY6" fmla="*/ 262275 h 797295"/>
                <a:gd name="connsiteX0" fmla="*/ 0 w 2309168"/>
                <a:gd name="connsiteY0" fmla="*/ 259772 h 794792"/>
                <a:gd name="connsiteX1" fmla="*/ 1166388 w 2309168"/>
                <a:gd name="connsiteY1" fmla="*/ 20 h 794792"/>
                <a:gd name="connsiteX2" fmla="*/ 2309168 w 2309168"/>
                <a:gd name="connsiteY2" fmla="*/ 270099 h 794792"/>
                <a:gd name="connsiteX3" fmla="*/ 2144534 w 2309168"/>
                <a:gd name="connsiteY3" fmla="*/ 794792 h 794792"/>
                <a:gd name="connsiteX4" fmla="*/ 1156661 w 2309168"/>
                <a:gd name="connsiteY4" fmla="*/ 480091 h 794792"/>
                <a:gd name="connsiteX5" fmla="*/ 139604 w 2309168"/>
                <a:gd name="connsiteY5" fmla="*/ 746155 h 794792"/>
                <a:gd name="connsiteX6" fmla="*/ 0 w 2309168"/>
                <a:gd name="connsiteY6" fmla="*/ 259772 h 794792"/>
                <a:gd name="connsiteX0" fmla="*/ 0 w 2309168"/>
                <a:gd name="connsiteY0" fmla="*/ 259772 h 794792"/>
                <a:gd name="connsiteX1" fmla="*/ 1166388 w 2309168"/>
                <a:gd name="connsiteY1" fmla="*/ 20 h 794792"/>
                <a:gd name="connsiteX2" fmla="*/ 2309168 w 2309168"/>
                <a:gd name="connsiteY2" fmla="*/ 270099 h 794792"/>
                <a:gd name="connsiteX3" fmla="*/ 2144534 w 2309168"/>
                <a:gd name="connsiteY3" fmla="*/ 794792 h 794792"/>
                <a:gd name="connsiteX4" fmla="*/ 1156661 w 2309168"/>
                <a:gd name="connsiteY4" fmla="*/ 480091 h 794792"/>
                <a:gd name="connsiteX5" fmla="*/ 139604 w 2309168"/>
                <a:gd name="connsiteY5" fmla="*/ 746155 h 794792"/>
                <a:gd name="connsiteX6" fmla="*/ 0 w 2309168"/>
                <a:gd name="connsiteY6" fmla="*/ 259772 h 794792"/>
                <a:gd name="connsiteX0" fmla="*/ 0 w 2309168"/>
                <a:gd name="connsiteY0" fmla="*/ 259772 h 746155"/>
                <a:gd name="connsiteX1" fmla="*/ 1166388 w 2309168"/>
                <a:gd name="connsiteY1" fmla="*/ 20 h 746155"/>
                <a:gd name="connsiteX2" fmla="*/ 2309168 w 2309168"/>
                <a:gd name="connsiteY2" fmla="*/ 270099 h 746155"/>
                <a:gd name="connsiteX3" fmla="*/ 2121417 w 2309168"/>
                <a:gd name="connsiteY3" fmla="*/ 707462 h 746155"/>
                <a:gd name="connsiteX4" fmla="*/ 1156661 w 2309168"/>
                <a:gd name="connsiteY4" fmla="*/ 480091 h 746155"/>
                <a:gd name="connsiteX5" fmla="*/ 139604 w 2309168"/>
                <a:gd name="connsiteY5" fmla="*/ 746155 h 746155"/>
                <a:gd name="connsiteX6" fmla="*/ 0 w 2309168"/>
                <a:gd name="connsiteY6" fmla="*/ 259772 h 746155"/>
                <a:gd name="connsiteX0" fmla="*/ 0 w 2309168"/>
                <a:gd name="connsiteY0" fmla="*/ 259772 h 746155"/>
                <a:gd name="connsiteX1" fmla="*/ 1166388 w 2309168"/>
                <a:gd name="connsiteY1" fmla="*/ 20 h 746155"/>
                <a:gd name="connsiteX2" fmla="*/ 2309168 w 2309168"/>
                <a:gd name="connsiteY2" fmla="*/ 270099 h 746155"/>
                <a:gd name="connsiteX3" fmla="*/ 2121417 w 2309168"/>
                <a:gd name="connsiteY3" fmla="*/ 707462 h 746155"/>
                <a:gd name="connsiteX4" fmla="*/ 1156661 w 2309168"/>
                <a:gd name="connsiteY4" fmla="*/ 480091 h 746155"/>
                <a:gd name="connsiteX5" fmla="*/ 139604 w 2309168"/>
                <a:gd name="connsiteY5" fmla="*/ 746155 h 746155"/>
                <a:gd name="connsiteX6" fmla="*/ 0 w 2309168"/>
                <a:gd name="connsiteY6" fmla="*/ 259772 h 746155"/>
                <a:gd name="connsiteX0" fmla="*/ 0 w 2309168"/>
                <a:gd name="connsiteY0" fmla="*/ 226793 h 746567"/>
                <a:gd name="connsiteX1" fmla="*/ 1166388 w 2309168"/>
                <a:gd name="connsiteY1" fmla="*/ 432 h 746567"/>
                <a:gd name="connsiteX2" fmla="*/ 2309168 w 2309168"/>
                <a:gd name="connsiteY2" fmla="*/ 270511 h 746567"/>
                <a:gd name="connsiteX3" fmla="*/ 2121417 w 2309168"/>
                <a:gd name="connsiteY3" fmla="*/ 707874 h 746567"/>
                <a:gd name="connsiteX4" fmla="*/ 1156661 w 2309168"/>
                <a:gd name="connsiteY4" fmla="*/ 480503 h 746567"/>
                <a:gd name="connsiteX5" fmla="*/ 139604 w 2309168"/>
                <a:gd name="connsiteY5" fmla="*/ 746567 h 746567"/>
                <a:gd name="connsiteX6" fmla="*/ 0 w 2309168"/>
                <a:gd name="connsiteY6" fmla="*/ 226793 h 746567"/>
                <a:gd name="connsiteX0" fmla="*/ 0 w 2309168"/>
                <a:gd name="connsiteY0" fmla="*/ 226663 h 746437"/>
                <a:gd name="connsiteX1" fmla="*/ 1166388 w 2309168"/>
                <a:gd name="connsiteY1" fmla="*/ 302 h 746437"/>
                <a:gd name="connsiteX2" fmla="*/ 2309168 w 2309168"/>
                <a:gd name="connsiteY2" fmla="*/ 270381 h 746437"/>
                <a:gd name="connsiteX3" fmla="*/ 2121417 w 2309168"/>
                <a:gd name="connsiteY3" fmla="*/ 707744 h 746437"/>
                <a:gd name="connsiteX4" fmla="*/ 1156661 w 2309168"/>
                <a:gd name="connsiteY4" fmla="*/ 480373 h 746437"/>
                <a:gd name="connsiteX5" fmla="*/ 139604 w 2309168"/>
                <a:gd name="connsiteY5" fmla="*/ 746437 h 746437"/>
                <a:gd name="connsiteX6" fmla="*/ 0 w 2309168"/>
                <a:gd name="connsiteY6" fmla="*/ 226663 h 746437"/>
                <a:gd name="connsiteX0" fmla="*/ 0 w 2309168"/>
                <a:gd name="connsiteY0" fmla="*/ 226614 h 746388"/>
                <a:gd name="connsiteX1" fmla="*/ 1166388 w 2309168"/>
                <a:gd name="connsiteY1" fmla="*/ 253 h 746388"/>
                <a:gd name="connsiteX2" fmla="*/ 2309168 w 2309168"/>
                <a:gd name="connsiteY2" fmla="*/ 270332 h 746388"/>
                <a:gd name="connsiteX3" fmla="*/ 2121417 w 2309168"/>
                <a:gd name="connsiteY3" fmla="*/ 707695 h 746388"/>
                <a:gd name="connsiteX4" fmla="*/ 1156661 w 2309168"/>
                <a:gd name="connsiteY4" fmla="*/ 480324 h 746388"/>
                <a:gd name="connsiteX5" fmla="*/ 139604 w 2309168"/>
                <a:gd name="connsiteY5" fmla="*/ 746388 h 746388"/>
                <a:gd name="connsiteX6" fmla="*/ 0 w 2309168"/>
                <a:gd name="connsiteY6" fmla="*/ 226614 h 746388"/>
                <a:gd name="connsiteX0" fmla="*/ 0 w 2309168"/>
                <a:gd name="connsiteY0" fmla="*/ 231692 h 746328"/>
                <a:gd name="connsiteX1" fmla="*/ 1166388 w 2309168"/>
                <a:gd name="connsiteY1" fmla="*/ 193 h 746328"/>
                <a:gd name="connsiteX2" fmla="*/ 2309168 w 2309168"/>
                <a:gd name="connsiteY2" fmla="*/ 270272 h 746328"/>
                <a:gd name="connsiteX3" fmla="*/ 2121417 w 2309168"/>
                <a:gd name="connsiteY3" fmla="*/ 707635 h 746328"/>
                <a:gd name="connsiteX4" fmla="*/ 1156661 w 2309168"/>
                <a:gd name="connsiteY4" fmla="*/ 480264 h 746328"/>
                <a:gd name="connsiteX5" fmla="*/ 139604 w 2309168"/>
                <a:gd name="connsiteY5" fmla="*/ 746328 h 746328"/>
                <a:gd name="connsiteX6" fmla="*/ 0 w 2309168"/>
                <a:gd name="connsiteY6" fmla="*/ 231692 h 746328"/>
                <a:gd name="connsiteX0" fmla="*/ 0 w 2309168"/>
                <a:gd name="connsiteY0" fmla="*/ 231692 h 707635"/>
                <a:gd name="connsiteX1" fmla="*/ 1166388 w 2309168"/>
                <a:gd name="connsiteY1" fmla="*/ 193 h 707635"/>
                <a:gd name="connsiteX2" fmla="*/ 2309168 w 2309168"/>
                <a:gd name="connsiteY2" fmla="*/ 270272 h 707635"/>
                <a:gd name="connsiteX3" fmla="*/ 2121417 w 2309168"/>
                <a:gd name="connsiteY3" fmla="*/ 707635 h 707635"/>
                <a:gd name="connsiteX4" fmla="*/ 1156661 w 2309168"/>
                <a:gd name="connsiteY4" fmla="*/ 480264 h 707635"/>
                <a:gd name="connsiteX5" fmla="*/ 172995 w 2309168"/>
                <a:gd name="connsiteY5" fmla="*/ 684683 h 707635"/>
                <a:gd name="connsiteX6" fmla="*/ 0 w 2309168"/>
                <a:gd name="connsiteY6" fmla="*/ 231692 h 707635"/>
                <a:gd name="connsiteX0" fmla="*/ 0 w 2309168"/>
                <a:gd name="connsiteY0" fmla="*/ 231692 h 707635"/>
                <a:gd name="connsiteX1" fmla="*/ 1166388 w 2309168"/>
                <a:gd name="connsiteY1" fmla="*/ 193 h 707635"/>
                <a:gd name="connsiteX2" fmla="*/ 2309168 w 2309168"/>
                <a:gd name="connsiteY2" fmla="*/ 270272 h 707635"/>
                <a:gd name="connsiteX3" fmla="*/ 2121417 w 2309168"/>
                <a:gd name="connsiteY3" fmla="*/ 707635 h 707635"/>
                <a:gd name="connsiteX4" fmla="*/ 1156661 w 2309168"/>
                <a:gd name="connsiteY4" fmla="*/ 480264 h 707635"/>
                <a:gd name="connsiteX5" fmla="*/ 172995 w 2309168"/>
                <a:gd name="connsiteY5" fmla="*/ 684683 h 707635"/>
                <a:gd name="connsiteX6" fmla="*/ 0 w 2309168"/>
                <a:gd name="connsiteY6" fmla="*/ 231692 h 707635"/>
                <a:gd name="connsiteX0" fmla="*/ 0 w 2309168"/>
                <a:gd name="connsiteY0" fmla="*/ 231692 h 715340"/>
                <a:gd name="connsiteX1" fmla="*/ 1166388 w 2309168"/>
                <a:gd name="connsiteY1" fmla="*/ 193 h 715340"/>
                <a:gd name="connsiteX2" fmla="*/ 2309168 w 2309168"/>
                <a:gd name="connsiteY2" fmla="*/ 270272 h 715340"/>
                <a:gd name="connsiteX3" fmla="*/ 2123986 w 2309168"/>
                <a:gd name="connsiteY3" fmla="*/ 715340 h 715340"/>
                <a:gd name="connsiteX4" fmla="*/ 1156661 w 2309168"/>
                <a:gd name="connsiteY4" fmla="*/ 480264 h 715340"/>
                <a:gd name="connsiteX5" fmla="*/ 172995 w 2309168"/>
                <a:gd name="connsiteY5" fmla="*/ 684683 h 715340"/>
                <a:gd name="connsiteX6" fmla="*/ 0 w 2309168"/>
                <a:gd name="connsiteY6" fmla="*/ 231692 h 715340"/>
                <a:gd name="connsiteX0" fmla="*/ 0 w 2309168"/>
                <a:gd name="connsiteY0" fmla="*/ 231692 h 715340"/>
                <a:gd name="connsiteX1" fmla="*/ 1166388 w 2309168"/>
                <a:gd name="connsiteY1" fmla="*/ 193 h 715340"/>
                <a:gd name="connsiteX2" fmla="*/ 2309168 w 2309168"/>
                <a:gd name="connsiteY2" fmla="*/ 270272 h 715340"/>
                <a:gd name="connsiteX3" fmla="*/ 2123986 w 2309168"/>
                <a:gd name="connsiteY3" fmla="*/ 715340 h 715340"/>
                <a:gd name="connsiteX4" fmla="*/ 1156661 w 2309168"/>
                <a:gd name="connsiteY4" fmla="*/ 480264 h 715340"/>
                <a:gd name="connsiteX5" fmla="*/ 172995 w 2309168"/>
                <a:gd name="connsiteY5" fmla="*/ 684683 h 715340"/>
                <a:gd name="connsiteX6" fmla="*/ 0 w 2309168"/>
                <a:gd name="connsiteY6" fmla="*/ 231692 h 715340"/>
                <a:gd name="connsiteX0" fmla="*/ 0 w 2309168"/>
                <a:gd name="connsiteY0" fmla="*/ 231692 h 715340"/>
                <a:gd name="connsiteX1" fmla="*/ 1166388 w 2309168"/>
                <a:gd name="connsiteY1" fmla="*/ 193 h 715340"/>
                <a:gd name="connsiteX2" fmla="*/ 2309168 w 2309168"/>
                <a:gd name="connsiteY2" fmla="*/ 270272 h 715340"/>
                <a:gd name="connsiteX3" fmla="*/ 2123986 w 2309168"/>
                <a:gd name="connsiteY3" fmla="*/ 715340 h 715340"/>
                <a:gd name="connsiteX4" fmla="*/ 1156661 w 2309168"/>
                <a:gd name="connsiteY4" fmla="*/ 480264 h 715340"/>
                <a:gd name="connsiteX5" fmla="*/ 172995 w 2309168"/>
                <a:gd name="connsiteY5" fmla="*/ 684683 h 715340"/>
                <a:gd name="connsiteX6" fmla="*/ 0 w 2309168"/>
                <a:gd name="connsiteY6" fmla="*/ 231692 h 715340"/>
                <a:gd name="connsiteX0" fmla="*/ 0 w 2314305"/>
                <a:gd name="connsiteY0" fmla="*/ 231543 h 715191"/>
                <a:gd name="connsiteX1" fmla="*/ 1166388 w 2314305"/>
                <a:gd name="connsiteY1" fmla="*/ 44 h 715191"/>
                <a:gd name="connsiteX2" fmla="*/ 2314305 w 2314305"/>
                <a:gd name="connsiteY2" fmla="*/ 249575 h 715191"/>
                <a:gd name="connsiteX3" fmla="*/ 2123986 w 2314305"/>
                <a:gd name="connsiteY3" fmla="*/ 715191 h 715191"/>
                <a:gd name="connsiteX4" fmla="*/ 1156661 w 2314305"/>
                <a:gd name="connsiteY4" fmla="*/ 480115 h 715191"/>
                <a:gd name="connsiteX5" fmla="*/ 172995 w 2314305"/>
                <a:gd name="connsiteY5" fmla="*/ 684534 h 715191"/>
                <a:gd name="connsiteX6" fmla="*/ 0 w 2314305"/>
                <a:gd name="connsiteY6" fmla="*/ 231543 h 715191"/>
                <a:gd name="connsiteX0" fmla="*/ 0 w 2314305"/>
                <a:gd name="connsiteY0" fmla="*/ 231543 h 715191"/>
                <a:gd name="connsiteX1" fmla="*/ 1166388 w 2314305"/>
                <a:gd name="connsiteY1" fmla="*/ 44 h 715191"/>
                <a:gd name="connsiteX2" fmla="*/ 2314305 w 2314305"/>
                <a:gd name="connsiteY2" fmla="*/ 249575 h 715191"/>
                <a:gd name="connsiteX3" fmla="*/ 2123986 w 2314305"/>
                <a:gd name="connsiteY3" fmla="*/ 715191 h 715191"/>
                <a:gd name="connsiteX4" fmla="*/ 1156661 w 2314305"/>
                <a:gd name="connsiteY4" fmla="*/ 480115 h 715191"/>
                <a:gd name="connsiteX5" fmla="*/ 172995 w 2314305"/>
                <a:gd name="connsiteY5" fmla="*/ 684534 h 715191"/>
                <a:gd name="connsiteX6" fmla="*/ 0 w 2314305"/>
                <a:gd name="connsiteY6" fmla="*/ 231543 h 715191"/>
                <a:gd name="connsiteX0" fmla="*/ 0 w 2314305"/>
                <a:gd name="connsiteY0" fmla="*/ 231550 h 715198"/>
                <a:gd name="connsiteX1" fmla="*/ 1166388 w 2314305"/>
                <a:gd name="connsiteY1" fmla="*/ 51 h 715198"/>
                <a:gd name="connsiteX2" fmla="*/ 2314305 w 2314305"/>
                <a:gd name="connsiteY2" fmla="*/ 249582 h 715198"/>
                <a:gd name="connsiteX3" fmla="*/ 2123986 w 2314305"/>
                <a:gd name="connsiteY3" fmla="*/ 715198 h 715198"/>
                <a:gd name="connsiteX4" fmla="*/ 1156661 w 2314305"/>
                <a:gd name="connsiteY4" fmla="*/ 480122 h 715198"/>
                <a:gd name="connsiteX5" fmla="*/ 172995 w 2314305"/>
                <a:gd name="connsiteY5" fmla="*/ 684541 h 715198"/>
                <a:gd name="connsiteX6" fmla="*/ 0 w 2314305"/>
                <a:gd name="connsiteY6" fmla="*/ 231550 h 715198"/>
                <a:gd name="connsiteX0" fmla="*/ 0 w 2314305"/>
                <a:gd name="connsiteY0" fmla="*/ 233092 h 716740"/>
                <a:gd name="connsiteX1" fmla="*/ 1166388 w 2314305"/>
                <a:gd name="connsiteY1" fmla="*/ 1593 h 716740"/>
                <a:gd name="connsiteX2" fmla="*/ 2314305 w 2314305"/>
                <a:gd name="connsiteY2" fmla="*/ 251124 h 716740"/>
                <a:gd name="connsiteX3" fmla="*/ 2123986 w 2314305"/>
                <a:gd name="connsiteY3" fmla="*/ 716740 h 716740"/>
                <a:gd name="connsiteX4" fmla="*/ 1156661 w 2314305"/>
                <a:gd name="connsiteY4" fmla="*/ 481664 h 716740"/>
                <a:gd name="connsiteX5" fmla="*/ 172995 w 2314305"/>
                <a:gd name="connsiteY5" fmla="*/ 686083 h 716740"/>
                <a:gd name="connsiteX6" fmla="*/ 0 w 2314305"/>
                <a:gd name="connsiteY6" fmla="*/ 233092 h 716740"/>
                <a:gd name="connsiteX0" fmla="*/ 0 w 2314305"/>
                <a:gd name="connsiteY0" fmla="*/ 231523 h 715171"/>
                <a:gd name="connsiteX1" fmla="*/ 1166388 w 2314305"/>
                <a:gd name="connsiteY1" fmla="*/ 24 h 715171"/>
                <a:gd name="connsiteX2" fmla="*/ 2314305 w 2314305"/>
                <a:gd name="connsiteY2" fmla="*/ 249555 h 715171"/>
                <a:gd name="connsiteX3" fmla="*/ 2123986 w 2314305"/>
                <a:gd name="connsiteY3" fmla="*/ 715171 h 715171"/>
                <a:gd name="connsiteX4" fmla="*/ 1156661 w 2314305"/>
                <a:gd name="connsiteY4" fmla="*/ 480095 h 715171"/>
                <a:gd name="connsiteX5" fmla="*/ 172995 w 2314305"/>
                <a:gd name="connsiteY5" fmla="*/ 684514 h 715171"/>
                <a:gd name="connsiteX6" fmla="*/ 0 w 2314305"/>
                <a:gd name="connsiteY6" fmla="*/ 231523 h 715171"/>
                <a:gd name="connsiteX0" fmla="*/ 0 w 2314305"/>
                <a:gd name="connsiteY0" fmla="*/ 231550 h 715198"/>
                <a:gd name="connsiteX1" fmla="*/ 1166388 w 2314305"/>
                <a:gd name="connsiteY1" fmla="*/ 51 h 715198"/>
                <a:gd name="connsiteX2" fmla="*/ 2314305 w 2314305"/>
                <a:gd name="connsiteY2" fmla="*/ 249582 h 715198"/>
                <a:gd name="connsiteX3" fmla="*/ 2123986 w 2314305"/>
                <a:gd name="connsiteY3" fmla="*/ 715198 h 715198"/>
                <a:gd name="connsiteX4" fmla="*/ 1156661 w 2314305"/>
                <a:gd name="connsiteY4" fmla="*/ 480122 h 715198"/>
                <a:gd name="connsiteX5" fmla="*/ 172995 w 2314305"/>
                <a:gd name="connsiteY5" fmla="*/ 684541 h 715198"/>
                <a:gd name="connsiteX6" fmla="*/ 0 w 2314305"/>
                <a:gd name="connsiteY6" fmla="*/ 231550 h 715198"/>
                <a:gd name="connsiteX0" fmla="*/ 0 w 2314305"/>
                <a:gd name="connsiteY0" fmla="*/ 232088 h 715736"/>
                <a:gd name="connsiteX1" fmla="*/ 1166388 w 2314305"/>
                <a:gd name="connsiteY1" fmla="*/ 589 h 715736"/>
                <a:gd name="connsiteX2" fmla="*/ 2314305 w 2314305"/>
                <a:gd name="connsiteY2" fmla="*/ 250120 h 715736"/>
                <a:gd name="connsiteX3" fmla="*/ 2123986 w 2314305"/>
                <a:gd name="connsiteY3" fmla="*/ 715736 h 715736"/>
                <a:gd name="connsiteX4" fmla="*/ 1156661 w 2314305"/>
                <a:gd name="connsiteY4" fmla="*/ 480660 h 715736"/>
                <a:gd name="connsiteX5" fmla="*/ 172995 w 2314305"/>
                <a:gd name="connsiteY5" fmla="*/ 685079 h 715736"/>
                <a:gd name="connsiteX6" fmla="*/ 0 w 2314305"/>
                <a:gd name="connsiteY6" fmla="*/ 232088 h 715736"/>
                <a:gd name="connsiteX0" fmla="*/ 0 w 2314305"/>
                <a:gd name="connsiteY0" fmla="*/ 232088 h 715736"/>
                <a:gd name="connsiteX1" fmla="*/ 1166388 w 2314305"/>
                <a:gd name="connsiteY1" fmla="*/ 589 h 715736"/>
                <a:gd name="connsiteX2" fmla="*/ 2314305 w 2314305"/>
                <a:gd name="connsiteY2" fmla="*/ 250120 h 715736"/>
                <a:gd name="connsiteX3" fmla="*/ 2123986 w 2314305"/>
                <a:gd name="connsiteY3" fmla="*/ 715736 h 715736"/>
                <a:gd name="connsiteX4" fmla="*/ 1156661 w 2314305"/>
                <a:gd name="connsiteY4" fmla="*/ 480660 h 715736"/>
                <a:gd name="connsiteX5" fmla="*/ 172995 w 2314305"/>
                <a:gd name="connsiteY5" fmla="*/ 685079 h 715736"/>
                <a:gd name="connsiteX6" fmla="*/ 0 w 2314305"/>
                <a:gd name="connsiteY6" fmla="*/ 232088 h 715736"/>
                <a:gd name="connsiteX0" fmla="*/ 0 w 2314305"/>
                <a:gd name="connsiteY0" fmla="*/ 232088 h 715736"/>
                <a:gd name="connsiteX1" fmla="*/ 1166388 w 2314305"/>
                <a:gd name="connsiteY1" fmla="*/ 589 h 715736"/>
                <a:gd name="connsiteX2" fmla="*/ 2314305 w 2314305"/>
                <a:gd name="connsiteY2" fmla="*/ 250120 h 715736"/>
                <a:gd name="connsiteX3" fmla="*/ 2123986 w 2314305"/>
                <a:gd name="connsiteY3" fmla="*/ 715736 h 715736"/>
                <a:gd name="connsiteX4" fmla="*/ 1156661 w 2314305"/>
                <a:gd name="connsiteY4" fmla="*/ 480660 h 715736"/>
                <a:gd name="connsiteX5" fmla="*/ 172995 w 2314305"/>
                <a:gd name="connsiteY5" fmla="*/ 685079 h 715736"/>
                <a:gd name="connsiteX6" fmla="*/ 0 w 2314305"/>
                <a:gd name="connsiteY6" fmla="*/ 232088 h 715736"/>
                <a:gd name="connsiteX0" fmla="*/ 0 w 2314305"/>
                <a:gd name="connsiteY0" fmla="*/ 232060 h 715708"/>
                <a:gd name="connsiteX1" fmla="*/ 1166388 w 2314305"/>
                <a:gd name="connsiteY1" fmla="*/ 561 h 715708"/>
                <a:gd name="connsiteX2" fmla="*/ 2314305 w 2314305"/>
                <a:gd name="connsiteY2" fmla="*/ 250092 h 715708"/>
                <a:gd name="connsiteX3" fmla="*/ 2123986 w 2314305"/>
                <a:gd name="connsiteY3" fmla="*/ 715708 h 715708"/>
                <a:gd name="connsiteX4" fmla="*/ 1156661 w 2314305"/>
                <a:gd name="connsiteY4" fmla="*/ 480632 h 715708"/>
                <a:gd name="connsiteX5" fmla="*/ 172995 w 2314305"/>
                <a:gd name="connsiteY5" fmla="*/ 685051 h 715708"/>
                <a:gd name="connsiteX6" fmla="*/ 0 w 2314305"/>
                <a:gd name="connsiteY6" fmla="*/ 232060 h 7157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314305" h="715708">
                  <a:moveTo>
                    <a:pt x="0" y="232060"/>
                  </a:moveTo>
                  <a:cubicBezTo>
                    <a:pt x="116349" y="135016"/>
                    <a:pt x="772966" y="-10150"/>
                    <a:pt x="1166388" y="561"/>
                  </a:cubicBezTo>
                  <a:cubicBezTo>
                    <a:pt x="1559810" y="11272"/>
                    <a:pt x="1962415" y="54514"/>
                    <a:pt x="2314305" y="250092"/>
                  </a:cubicBezTo>
                  <a:cubicBezTo>
                    <a:pt x="2236857" y="411910"/>
                    <a:pt x="2305049" y="284904"/>
                    <a:pt x="2123986" y="715708"/>
                  </a:cubicBezTo>
                  <a:cubicBezTo>
                    <a:pt x="2077752" y="646036"/>
                    <a:pt x="1616289" y="480632"/>
                    <a:pt x="1156661" y="480632"/>
                  </a:cubicBezTo>
                  <a:cubicBezTo>
                    <a:pt x="697033" y="480632"/>
                    <a:pt x="257593" y="589531"/>
                    <a:pt x="172995" y="685051"/>
                  </a:cubicBezTo>
                  <a:lnTo>
                    <a:pt x="0" y="232060"/>
                  </a:lnTo>
                  <a:close/>
                </a:path>
              </a:pathLst>
            </a:custGeom>
            <a:solidFill>
              <a:srgbClr val="0070C0"/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32" name="Block Arc 1">
              <a:extLst>
                <a:ext uri="{FF2B5EF4-FFF2-40B4-BE49-F238E27FC236}">
                  <a16:creationId xmlns:a16="http://schemas.microsoft.com/office/drawing/2014/main" id="{B4F8E2D6-18EA-98C6-BFEB-64A67E8236C4}"/>
                </a:ext>
              </a:extLst>
            </p:cNvPr>
            <p:cNvSpPr/>
            <p:nvPr/>
          </p:nvSpPr>
          <p:spPr>
            <a:xfrm rot="18602280">
              <a:off x="5465551" y="1431121"/>
              <a:ext cx="2314305" cy="715708"/>
            </a:xfrm>
            <a:custGeom>
              <a:avLst/>
              <a:gdLst>
                <a:gd name="connsiteX0" fmla="*/ 0 w 2391141"/>
                <a:gd name="connsiteY0" fmla="*/ 726679 h 1453358"/>
                <a:gd name="connsiteX1" fmla="*/ 1195571 w 2391141"/>
                <a:gd name="connsiteY1" fmla="*/ 0 h 1453358"/>
                <a:gd name="connsiteX2" fmla="*/ 2391142 w 2391141"/>
                <a:gd name="connsiteY2" fmla="*/ 726679 h 1453358"/>
                <a:gd name="connsiteX3" fmla="*/ 2027802 w 2391141"/>
                <a:gd name="connsiteY3" fmla="*/ 726679 h 1453358"/>
                <a:gd name="connsiteX4" fmla="*/ 1195571 w 2391141"/>
                <a:gd name="connsiteY4" fmla="*/ 363339 h 1453358"/>
                <a:gd name="connsiteX5" fmla="*/ 363340 w 2391141"/>
                <a:gd name="connsiteY5" fmla="*/ 726679 h 1453358"/>
                <a:gd name="connsiteX6" fmla="*/ 0 w 2391141"/>
                <a:gd name="connsiteY6" fmla="*/ 726679 h 1453358"/>
                <a:gd name="connsiteX0" fmla="*/ 0 w 2614878"/>
                <a:gd name="connsiteY0" fmla="*/ 727830 h 727830"/>
                <a:gd name="connsiteX1" fmla="*/ 1195571 w 2614878"/>
                <a:gd name="connsiteY1" fmla="*/ 1151 h 727830"/>
                <a:gd name="connsiteX2" fmla="*/ 2614878 w 2614878"/>
                <a:gd name="connsiteY2" fmla="*/ 611098 h 727830"/>
                <a:gd name="connsiteX3" fmla="*/ 2027802 w 2614878"/>
                <a:gd name="connsiteY3" fmla="*/ 727830 h 727830"/>
                <a:gd name="connsiteX4" fmla="*/ 1195571 w 2614878"/>
                <a:gd name="connsiteY4" fmla="*/ 364490 h 727830"/>
                <a:gd name="connsiteX5" fmla="*/ 363340 w 2614878"/>
                <a:gd name="connsiteY5" fmla="*/ 727830 h 727830"/>
                <a:gd name="connsiteX6" fmla="*/ 0 w 2614878"/>
                <a:gd name="connsiteY6" fmla="*/ 727830 h 727830"/>
                <a:gd name="connsiteX0" fmla="*/ 0 w 2614878"/>
                <a:gd name="connsiteY0" fmla="*/ 727830 h 727830"/>
                <a:gd name="connsiteX1" fmla="*/ 1195571 w 2614878"/>
                <a:gd name="connsiteY1" fmla="*/ 1151 h 727830"/>
                <a:gd name="connsiteX2" fmla="*/ 2614878 w 2614878"/>
                <a:gd name="connsiteY2" fmla="*/ 611098 h 727830"/>
                <a:gd name="connsiteX3" fmla="*/ 2251538 w 2614878"/>
                <a:gd name="connsiteY3" fmla="*/ 669464 h 727830"/>
                <a:gd name="connsiteX4" fmla="*/ 1195571 w 2614878"/>
                <a:gd name="connsiteY4" fmla="*/ 364490 h 727830"/>
                <a:gd name="connsiteX5" fmla="*/ 363340 w 2614878"/>
                <a:gd name="connsiteY5" fmla="*/ 727830 h 727830"/>
                <a:gd name="connsiteX6" fmla="*/ 0 w 2614878"/>
                <a:gd name="connsiteY6" fmla="*/ 727830 h 727830"/>
                <a:gd name="connsiteX0" fmla="*/ 0 w 2780249"/>
                <a:gd name="connsiteY0" fmla="*/ 590533 h 726720"/>
                <a:gd name="connsiteX1" fmla="*/ 1360942 w 2780249"/>
                <a:gd name="connsiteY1" fmla="*/ 41 h 726720"/>
                <a:gd name="connsiteX2" fmla="*/ 2780249 w 2780249"/>
                <a:gd name="connsiteY2" fmla="*/ 609988 h 726720"/>
                <a:gd name="connsiteX3" fmla="*/ 2416909 w 2780249"/>
                <a:gd name="connsiteY3" fmla="*/ 668354 h 726720"/>
                <a:gd name="connsiteX4" fmla="*/ 1360942 w 2780249"/>
                <a:gd name="connsiteY4" fmla="*/ 363380 h 726720"/>
                <a:gd name="connsiteX5" fmla="*/ 528711 w 2780249"/>
                <a:gd name="connsiteY5" fmla="*/ 726720 h 726720"/>
                <a:gd name="connsiteX6" fmla="*/ 0 w 2780249"/>
                <a:gd name="connsiteY6" fmla="*/ 590533 h 726720"/>
                <a:gd name="connsiteX0" fmla="*/ 0 w 2780249"/>
                <a:gd name="connsiteY0" fmla="*/ 590533 h 668354"/>
                <a:gd name="connsiteX1" fmla="*/ 1360942 w 2780249"/>
                <a:gd name="connsiteY1" fmla="*/ 41 h 668354"/>
                <a:gd name="connsiteX2" fmla="*/ 2780249 w 2780249"/>
                <a:gd name="connsiteY2" fmla="*/ 609988 h 668354"/>
                <a:gd name="connsiteX3" fmla="*/ 2416909 w 2780249"/>
                <a:gd name="connsiteY3" fmla="*/ 668354 h 668354"/>
                <a:gd name="connsiteX4" fmla="*/ 1360942 w 2780249"/>
                <a:gd name="connsiteY4" fmla="*/ 363380 h 668354"/>
                <a:gd name="connsiteX5" fmla="*/ 275792 w 2780249"/>
                <a:gd name="connsiteY5" fmla="*/ 639171 h 668354"/>
                <a:gd name="connsiteX6" fmla="*/ 0 w 2780249"/>
                <a:gd name="connsiteY6" fmla="*/ 590533 h 668354"/>
                <a:gd name="connsiteX0" fmla="*/ 0 w 2780249"/>
                <a:gd name="connsiteY0" fmla="*/ 590533 h 668354"/>
                <a:gd name="connsiteX1" fmla="*/ 1360942 w 2780249"/>
                <a:gd name="connsiteY1" fmla="*/ 41 h 668354"/>
                <a:gd name="connsiteX2" fmla="*/ 2780249 w 2780249"/>
                <a:gd name="connsiteY2" fmla="*/ 609988 h 668354"/>
                <a:gd name="connsiteX3" fmla="*/ 2416909 w 2780249"/>
                <a:gd name="connsiteY3" fmla="*/ 668354 h 668354"/>
                <a:gd name="connsiteX4" fmla="*/ 1351215 w 2780249"/>
                <a:gd name="connsiteY4" fmla="*/ 480112 h 668354"/>
                <a:gd name="connsiteX5" fmla="*/ 275792 w 2780249"/>
                <a:gd name="connsiteY5" fmla="*/ 639171 h 668354"/>
                <a:gd name="connsiteX6" fmla="*/ 0 w 2780249"/>
                <a:gd name="connsiteY6" fmla="*/ 590533 h 668354"/>
                <a:gd name="connsiteX0" fmla="*/ 0 w 2780249"/>
                <a:gd name="connsiteY0" fmla="*/ 590533 h 775358"/>
                <a:gd name="connsiteX1" fmla="*/ 1360942 w 2780249"/>
                <a:gd name="connsiteY1" fmla="*/ 41 h 775358"/>
                <a:gd name="connsiteX2" fmla="*/ 2780249 w 2780249"/>
                <a:gd name="connsiteY2" fmla="*/ 609988 h 775358"/>
                <a:gd name="connsiteX3" fmla="*/ 2329360 w 2780249"/>
                <a:gd name="connsiteY3" fmla="*/ 775358 h 775358"/>
                <a:gd name="connsiteX4" fmla="*/ 1351215 w 2780249"/>
                <a:gd name="connsiteY4" fmla="*/ 480112 h 775358"/>
                <a:gd name="connsiteX5" fmla="*/ 275792 w 2780249"/>
                <a:gd name="connsiteY5" fmla="*/ 639171 h 775358"/>
                <a:gd name="connsiteX6" fmla="*/ 0 w 2780249"/>
                <a:gd name="connsiteY6" fmla="*/ 590533 h 775358"/>
                <a:gd name="connsiteX0" fmla="*/ 0 w 2673245"/>
                <a:gd name="connsiteY0" fmla="*/ 600391 h 785216"/>
                <a:gd name="connsiteX1" fmla="*/ 1360942 w 2673245"/>
                <a:gd name="connsiteY1" fmla="*/ 9899 h 785216"/>
                <a:gd name="connsiteX2" fmla="*/ 2673245 w 2673245"/>
                <a:gd name="connsiteY2" fmla="*/ 405837 h 785216"/>
                <a:gd name="connsiteX3" fmla="*/ 2329360 w 2673245"/>
                <a:gd name="connsiteY3" fmla="*/ 785216 h 785216"/>
                <a:gd name="connsiteX4" fmla="*/ 1351215 w 2673245"/>
                <a:gd name="connsiteY4" fmla="*/ 489970 h 785216"/>
                <a:gd name="connsiteX5" fmla="*/ 275792 w 2673245"/>
                <a:gd name="connsiteY5" fmla="*/ 649029 h 785216"/>
                <a:gd name="connsiteX6" fmla="*/ 0 w 2673245"/>
                <a:gd name="connsiteY6" fmla="*/ 600391 h 785216"/>
                <a:gd name="connsiteX0" fmla="*/ 0 w 2673245"/>
                <a:gd name="connsiteY0" fmla="*/ 593348 h 778173"/>
                <a:gd name="connsiteX1" fmla="*/ 1360942 w 2673245"/>
                <a:gd name="connsiteY1" fmla="*/ 2856 h 778173"/>
                <a:gd name="connsiteX2" fmla="*/ 2673245 w 2673245"/>
                <a:gd name="connsiteY2" fmla="*/ 398794 h 778173"/>
                <a:gd name="connsiteX3" fmla="*/ 2329360 w 2673245"/>
                <a:gd name="connsiteY3" fmla="*/ 778173 h 778173"/>
                <a:gd name="connsiteX4" fmla="*/ 1351215 w 2673245"/>
                <a:gd name="connsiteY4" fmla="*/ 482927 h 778173"/>
                <a:gd name="connsiteX5" fmla="*/ 275792 w 2673245"/>
                <a:gd name="connsiteY5" fmla="*/ 641986 h 778173"/>
                <a:gd name="connsiteX6" fmla="*/ 0 w 2673245"/>
                <a:gd name="connsiteY6" fmla="*/ 593348 h 778173"/>
                <a:gd name="connsiteX0" fmla="*/ 0 w 2478691"/>
                <a:gd name="connsiteY0" fmla="*/ 293714 h 809279"/>
                <a:gd name="connsiteX1" fmla="*/ 1166388 w 2478691"/>
                <a:gd name="connsiteY1" fmla="*/ 33962 h 809279"/>
                <a:gd name="connsiteX2" fmla="*/ 2478691 w 2478691"/>
                <a:gd name="connsiteY2" fmla="*/ 429900 h 809279"/>
                <a:gd name="connsiteX3" fmla="*/ 2134806 w 2478691"/>
                <a:gd name="connsiteY3" fmla="*/ 809279 h 809279"/>
                <a:gd name="connsiteX4" fmla="*/ 1156661 w 2478691"/>
                <a:gd name="connsiteY4" fmla="*/ 514033 h 809279"/>
                <a:gd name="connsiteX5" fmla="*/ 81238 w 2478691"/>
                <a:gd name="connsiteY5" fmla="*/ 673092 h 809279"/>
                <a:gd name="connsiteX6" fmla="*/ 0 w 2478691"/>
                <a:gd name="connsiteY6" fmla="*/ 293714 h 809279"/>
                <a:gd name="connsiteX0" fmla="*/ 0 w 2478691"/>
                <a:gd name="connsiteY0" fmla="*/ 262275 h 777840"/>
                <a:gd name="connsiteX1" fmla="*/ 1166388 w 2478691"/>
                <a:gd name="connsiteY1" fmla="*/ 2523 h 777840"/>
                <a:gd name="connsiteX2" fmla="*/ 2478691 w 2478691"/>
                <a:gd name="connsiteY2" fmla="*/ 398461 h 777840"/>
                <a:gd name="connsiteX3" fmla="*/ 2134806 w 2478691"/>
                <a:gd name="connsiteY3" fmla="*/ 777840 h 777840"/>
                <a:gd name="connsiteX4" fmla="*/ 1156661 w 2478691"/>
                <a:gd name="connsiteY4" fmla="*/ 482594 h 777840"/>
                <a:gd name="connsiteX5" fmla="*/ 81238 w 2478691"/>
                <a:gd name="connsiteY5" fmla="*/ 641653 h 777840"/>
                <a:gd name="connsiteX6" fmla="*/ 0 w 2478691"/>
                <a:gd name="connsiteY6" fmla="*/ 262275 h 777840"/>
                <a:gd name="connsiteX0" fmla="*/ 0 w 2478691"/>
                <a:gd name="connsiteY0" fmla="*/ 262275 h 777841"/>
                <a:gd name="connsiteX1" fmla="*/ 1166388 w 2478691"/>
                <a:gd name="connsiteY1" fmla="*/ 2523 h 777841"/>
                <a:gd name="connsiteX2" fmla="*/ 2478691 w 2478691"/>
                <a:gd name="connsiteY2" fmla="*/ 398461 h 777841"/>
                <a:gd name="connsiteX3" fmla="*/ 2134806 w 2478691"/>
                <a:gd name="connsiteY3" fmla="*/ 777840 h 777841"/>
                <a:gd name="connsiteX4" fmla="*/ 1156661 w 2478691"/>
                <a:gd name="connsiteY4" fmla="*/ 482594 h 777841"/>
                <a:gd name="connsiteX5" fmla="*/ 178515 w 2478691"/>
                <a:gd name="connsiteY5" fmla="*/ 777841 h 777841"/>
                <a:gd name="connsiteX6" fmla="*/ 0 w 2478691"/>
                <a:gd name="connsiteY6" fmla="*/ 262275 h 777841"/>
                <a:gd name="connsiteX0" fmla="*/ 0 w 2478691"/>
                <a:gd name="connsiteY0" fmla="*/ 262275 h 777840"/>
                <a:gd name="connsiteX1" fmla="*/ 1166388 w 2478691"/>
                <a:gd name="connsiteY1" fmla="*/ 2523 h 777840"/>
                <a:gd name="connsiteX2" fmla="*/ 2478691 w 2478691"/>
                <a:gd name="connsiteY2" fmla="*/ 398461 h 777840"/>
                <a:gd name="connsiteX3" fmla="*/ 2134806 w 2478691"/>
                <a:gd name="connsiteY3" fmla="*/ 777840 h 777840"/>
                <a:gd name="connsiteX4" fmla="*/ 1156661 w 2478691"/>
                <a:gd name="connsiteY4" fmla="*/ 482594 h 777840"/>
                <a:gd name="connsiteX5" fmla="*/ 139604 w 2478691"/>
                <a:gd name="connsiteY5" fmla="*/ 748658 h 777840"/>
                <a:gd name="connsiteX6" fmla="*/ 0 w 2478691"/>
                <a:gd name="connsiteY6" fmla="*/ 262275 h 777840"/>
                <a:gd name="connsiteX0" fmla="*/ 0 w 2478691"/>
                <a:gd name="connsiteY0" fmla="*/ 262275 h 777840"/>
                <a:gd name="connsiteX1" fmla="*/ 1166388 w 2478691"/>
                <a:gd name="connsiteY1" fmla="*/ 2523 h 777840"/>
                <a:gd name="connsiteX2" fmla="*/ 2478691 w 2478691"/>
                <a:gd name="connsiteY2" fmla="*/ 398461 h 777840"/>
                <a:gd name="connsiteX3" fmla="*/ 2134806 w 2478691"/>
                <a:gd name="connsiteY3" fmla="*/ 777840 h 777840"/>
                <a:gd name="connsiteX4" fmla="*/ 1156661 w 2478691"/>
                <a:gd name="connsiteY4" fmla="*/ 482594 h 777840"/>
                <a:gd name="connsiteX5" fmla="*/ 139604 w 2478691"/>
                <a:gd name="connsiteY5" fmla="*/ 748658 h 777840"/>
                <a:gd name="connsiteX6" fmla="*/ 0 w 2478691"/>
                <a:gd name="connsiteY6" fmla="*/ 262275 h 777840"/>
                <a:gd name="connsiteX0" fmla="*/ 0 w 2478691"/>
                <a:gd name="connsiteY0" fmla="*/ 262275 h 797295"/>
                <a:gd name="connsiteX1" fmla="*/ 1166388 w 2478691"/>
                <a:gd name="connsiteY1" fmla="*/ 2523 h 797295"/>
                <a:gd name="connsiteX2" fmla="*/ 2478691 w 2478691"/>
                <a:gd name="connsiteY2" fmla="*/ 398461 h 797295"/>
                <a:gd name="connsiteX3" fmla="*/ 2144534 w 2478691"/>
                <a:gd name="connsiteY3" fmla="*/ 797295 h 797295"/>
                <a:gd name="connsiteX4" fmla="*/ 1156661 w 2478691"/>
                <a:gd name="connsiteY4" fmla="*/ 482594 h 797295"/>
                <a:gd name="connsiteX5" fmla="*/ 139604 w 2478691"/>
                <a:gd name="connsiteY5" fmla="*/ 748658 h 797295"/>
                <a:gd name="connsiteX6" fmla="*/ 0 w 2478691"/>
                <a:gd name="connsiteY6" fmla="*/ 262275 h 797295"/>
                <a:gd name="connsiteX0" fmla="*/ 0 w 2478691"/>
                <a:gd name="connsiteY0" fmla="*/ 262275 h 797295"/>
                <a:gd name="connsiteX1" fmla="*/ 1166388 w 2478691"/>
                <a:gd name="connsiteY1" fmla="*/ 2523 h 797295"/>
                <a:gd name="connsiteX2" fmla="*/ 2478691 w 2478691"/>
                <a:gd name="connsiteY2" fmla="*/ 398461 h 797295"/>
                <a:gd name="connsiteX3" fmla="*/ 2144534 w 2478691"/>
                <a:gd name="connsiteY3" fmla="*/ 797295 h 797295"/>
                <a:gd name="connsiteX4" fmla="*/ 1156661 w 2478691"/>
                <a:gd name="connsiteY4" fmla="*/ 482594 h 797295"/>
                <a:gd name="connsiteX5" fmla="*/ 139604 w 2478691"/>
                <a:gd name="connsiteY5" fmla="*/ 748658 h 797295"/>
                <a:gd name="connsiteX6" fmla="*/ 0 w 2478691"/>
                <a:gd name="connsiteY6" fmla="*/ 262275 h 797295"/>
                <a:gd name="connsiteX0" fmla="*/ 0 w 2309168"/>
                <a:gd name="connsiteY0" fmla="*/ 259772 h 794792"/>
                <a:gd name="connsiteX1" fmla="*/ 1166388 w 2309168"/>
                <a:gd name="connsiteY1" fmla="*/ 20 h 794792"/>
                <a:gd name="connsiteX2" fmla="*/ 2309168 w 2309168"/>
                <a:gd name="connsiteY2" fmla="*/ 270099 h 794792"/>
                <a:gd name="connsiteX3" fmla="*/ 2144534 w 2309168"/>
                <a:gd name="connsiteY3" fmla="*/ 794792 h 794792"/>
                <a:gd name="connsiteX4" fmla="*/ 1156661 w 2309168"/>
                <a:gd name="connsiteY4" fmla="*/ 480091 h 794792"/>
                <a:gd name="connsiteX5" fmla="*/ 139604 w 2309168"/>
                <a:gd name="connsiteY5" fmla="*/ 746155 h 794792"/>
                <a:gd name="connsiteX6" fmla="*/ 0 w 2309168"/>
                <a:gd name="connsiteY6" fmla="*/ 259772 h 794792"/>
                <a:gd name="connsiteX0" fmla="*/ 0 w 2309168"/>
                <a:gd name="connsiteY0" fmla="*/ 259772 h 794792"/>
                <a:gd name="connsiteX1" fmla="*/ 1166388 w 2309168"/>
                <a:gd name="connsiteY1" fmla="*/ 20 h 794792"/>
                <a:gd name="connsiteX2" fmla="*/ 2309168 w 2309168"/>
                <a:gd name="connsiteY2" fmla="*/ 270099 h 794792"/>
                <a:gd name="connsiteX3" fmla="*/ 2144534 w 2309168"/>
                <a:gd name="connsiteY3" fmla="*/ 794792 h 794792"/>
                <a:gd name="connsiteX4" fmla="*/ 1156661 w 2309168"/>
                <a:gd name="connsiteY4" fmla="*/ 480091 h 794792"/>
                <a:gd name="connsiteX5" fmla="*/ 139604 w 2309168"/>
                <a:gd name="connsiteY5" fmla="*/ 746155 h 794792"/>
                <a:gd name="connsiteX6" fmla="*/ 0 w 2309168"/>
                <a:gd name="connsiteY6" fmla="*/ 259772 h 794792"/>
                <a:gd name="connsiteX0" fmla="*/ 0 w 2309168"/>
                <a:gd name="connsiteY0" fmla="*/ 259772 h 746155"/>
                <a:gd name="connsiteX1" fmla="*/ 1166388 w 2309168"/>
                <a:gd name="connsiteY1" fmla="*/ 20 h 746155"/>
                <a:gd name="connsiteX2" fmla="*/ 2309168 w 2309168"/>
                <a:gd name="connsiteY2" fmla="*/ 270099 h 746155"/>
                <a:gd name="connsiteX3" fmla="*/ 2121417 w 2309168"/>
                <a:gd name="connsiteY3" fmla="*/ 707462 h 746155"/>
                <a:gd name="connsiteX4" fmla="*/ 1156661 w 2309168"/>
                <a:gd name="connsiteY4" fmla="*/ 480091 h 746155"/>
                <a:gd name="connsiteX5" fmla="*/ 139604 w 2309168"/>
                <a:gd name="connsiteY5" fmla="*/ 746155 h 746155"/>
                <a:gd name="connsiteX6" fmla="*/ 0 w 2309168"/>
                <a:gd name="connsiteY6" fmla="*/ 259772 h 746155"/>
                <a:gd name="connsiteX0" fmla="*/ 0 w 2309168"/>
                <a:gd name="connsiteY0" fmla="*/ 259772 h 746155"/>
                <a:gd name="connsiteX1" fmla="*/ 1166388 w 2309168"/>
                <a:gd name="connsiteY1" fmla="*/ 20 h 746155"/>
                <a:gd name="connsiteX2" fmla="*/ 2309168 w 2309168"/>
                <a:gd name="connsiteY2" fmla="*/ 270099 h 746155"/>
                <a:gd name="connsiteX3" fmla="*/ 2121417 w 2309168"/>
                <a:gd name="connsiteY3" fmla="*/ 707462 h 746155"/>
                <a:gd name="connsiteX4" fmla="*/ 1156661 w 2309168"/>
                <a:gd name="connsiteY4" fmla="*/ 480091 h 746155"/>
                <a:gd name="connsiteX5" fmla="*/ 139604 w 2309168"/>
                <a:gd name="connsiteY5" fmla="*/ 746155 h 746155"/>
                <a:gd name="connsiteX6" fmla="*/ 0 w 2309168"/>
                <a:gd name="connsiteY6" fmla="*/ 259772 h 746155"/>
                <a:gd name="connsiteX0" fmla="*/ 0 w 2309168"/>
                <a:gd name="connsiteY0" fmla="*/ 226793 h 746567"/>
                <a:gd name="connsiteX1" fmla="*/ 1166388 w 2309168"/>
                <a:gd name="connsiteY1" fmla="*/ 432 h 746567"/>
                <a:gd name="connsiteX2" fmla="*/ 2309168 w 2309168"/>
                <a:gd name="connsiteY2" fmla="*/ 270511 h 746567"/>
                <a:gd name="connsiteX3" fmla="*/ 2121417 w 2309168"/>
                <a:gd name="connsiteY3" fmla="*/ 707874 h 746567"/>
                <a:gd name="connsiteX4" fmla="*/ 1156661 w 2309168"/>
                <a:gd name="connsiteY4" fmla="*/ 480503 h 746567"/>
                <a:gd name="connsiteX5" fmla="*/ 139604 w 2309168"/>
                <a:gd name="connsiteY5" fmla="*/ 746567 h 746567"/>
                <a:gd name="connsiteX6" fmla="*/ 0 w 2309168"/>
                <a:gd name="connsiteY6" fmla="*/ 226793 h 746567"/>
                <a:gd name="connsiteX0" fmla="*/ 0 w 2309168"/>
                <a:gd name="connsiteY0" fmla="*/ 226663 h 746437"/>
                <a:gd name="connsiteX1" fmla="*/ 1166388 w 2309168"/>
                <a:gd name="connsiteY1" fmla="*/ 302 h 746437"/>
                <a:gd name="connsiteX2" fmla="*/ 2309168 w 2309168"/>
                <a:gd name="connsiteY2" fmla="*/ 270381 h 746437"/>
                <a:gd name="connsiteX3" fmla="*/ 2121417 w 2309168"/>
                <a:gd name="connsiteY3" fmla="*/ 707744 h 746437"/>
                <a:gd name="connsiteX4" fmla="*/ 1156661 w 2309168"/>
                <a:gd name="connsiteY4" fmla="*/ 480373 h 746437"/>
                <a:gd name="connsiteX5" fmla="*/ 139604 w 2309168"/>
                <a:gd name="connsiteY5" fmla="*/ 746437 h 746437"/>
                <a:gd name="connsiteX6" fmla="*/ 0 w 2309168"/>
                <a:gd name="connsiteY6" fmla="*/ 226663 h 746437"/>
                <a:gd name="connsiteX0" fmla="*/ 0 w 2309168"/>
                <a:gd name="connsiteY0" fmla="*/ 226614 h 746388"/>
                <a:gd name="connsiteX1" fmla="*/ 1166388 w 2309168"/>
                <a:gd name="connsiteY1" fmla="*/ 253 h 746388"/>
                <a:gd name="connsiteX2" fmla="*/ 2309168 w 2309168"/>
                <a:gd name="connsiteY2" fmla="*/ 270332 h 746388"/>
                <a:gd name="connsiteX3" fmla="*/ 2121417 w 2309168"/>
                <a:gd name="connsiteY3" fmla="*/ 707695 h 746388"/>
                <a:gd name="connsiteX4" fmla="*/ 1156661 w 2309168"/>
                <a:gd name="connsiteY4" fmla="*/ 480324 h 746388"/>
                <a:gd name="connsiteX5" fmla="*/ 139604 w 2309168"/>
                <a:gd name="connsiteY5" fmla="*/ 746388 h 746388"/>
                <a:gd name="connsiteX6" fmla="*/ 0 w 2309168"/>
                <a:gd name="connsiteY6" fmla="*/ 226614 h 746388"/>
                <a:gd name="connsiteX0" fmla="*/ 0 w 2309168"/>
                <a:gd name="connsiteY0" fmla="*/ 231692 h 746328"/>
                <a:gd name="connsiteX1" fmla="*/ 1166388 w 2309168"/>
                <a:gd name="connsiteY1" fmla="*/ 193 h 746328"/>
                <a:gd name="connsiteX2" fmla="*/ 2309168 w 2309168"/>
                <a:gd name="connsiteY2" fmla="*/ 270272 h 746328"/>
                <a:gd name="connsiteX3" fmla="*/ 2121417 w 2309168"/>
                <a:gd name="connsiteY3" fmla="*/ 707635 h 746328"/>
                <a:gd name="connsiteX4" fmla="*/ 1156661 w 2309168"/>
                <a:gd name="connsiteY4" fmla="*/ 480264 h 746328"/>
                <a:gd name="connsiteX5" fmla="*/ 139604 w 2309168"/>
                <a:gd name="connsiteY5" fmla="*/ 746328 h 746328"/>
                <a:gd name="connsiteX6" fmla="*/ 0 w 2309168"/>
                <a:gd name="connsiteY6" fmla="*/ 231692 h 746328"/>
                <a:gd name="connsiteX0" fmla="*/ 0 w 2309168"/>
                <a:gd name="connsiteY0" fmla="*/ 231692 h 707635"/>
                <a:gd name="connsiteX1" fmla="*/ 1166388 w 2309168"/>
                <a:gd name="connsiteY1" fmla="*/ 193 h 707635"/>
                <a:gd name="connsiteX2" fmla="*/ 2309168 w 2309168"/>
                <a:gd name="connsiteY2" fmla="*/ 270272 h 707635"/>
                <a:gd name="connsiteX3" fmla="*/ 2121417 w 2309168"/>
                <a:gd name="connsiteY3" fmla="*/ 707635 h 707635"/>
                <a:gd name="connsiteX4" fmla="*/ 1156661 w 2309168"/>
                <a:gd name="connsiteY4" fmla="*/ 480264 h 707635"/>
                <a:gd name="connsiteX5" fmla="*/ 172995 w 2309168"/>
                <a:gd name="connsiteY5" fmla="*/ 684683 h 707635"/>
                <a:gd name="connsiteX6" fmla="*/ 0 w 2309168"/>
                <a:gd name="connsiteY6" fmla="*/ 231692 h 707635"/>
                <a:gd name="connsiteX0" fmla="*/ 0 w 2309168"/>
                <a:gd name="connsiteY0" fmla="*/ 231692 h 707635"/>
                <a:gd name="connsiteX1" fmla="*/ 1166388 w 2309168"/>
                <a:gd name="connsiteY1" fmla="*/ 193 h 707635"/>
                <a:gd name="connsiteX2" fmla="*/ 2309168 w 2309168"/>
                <a:gd name="connsiteY2" fmla="*/ 270272 h 707635"/>
                <a:gd name="connsiteX3" fmla="*/ 2121417 w 2309168"/>
                <a:gd name="connsiteY3" fmla="*/ 707635 h 707635"/>
                <a:gd name="connsiteX4" fmla="*/ 1156661 w 2309168"/>
                <a:gd name="connsiteY4" fmla="*/ 480264 h 707635"/>
                <a:gd name="connsiteX5" fmla="*/ 172995 w 2309168"/>
                <a:gd name="connsiteY5" fmla="*/ 684683 h 707635"/>
                <a:gd name="connsiteX6" fmla="*/ 0 w 2309168"/>
                <a:gd name="connsiteY6" fmla="*/ 231692 h 707635"/>
                <a:gd name="connsiteX0" fmla="*/ 0 w 2309168"/>
                <a:gd name="connsiteY0" fmla="*/ 231692 h 715340"/>
                <a:gd name="connsiteX1" fmla="*/ 1166388 w 2309168"/>
                <a:gd name="connsiteY1" fmla="*/ 193 h 715340"/>
                <a:gd name="connsiteX2" fmla="*/ 2309168 w 2309168"/>
                <a:gd name="connsiteY2" fmla="*/ 270272 h 715340"/>
                <a:gd name="connsiteX3" fmla="*/ 2123986 w 2309168"/>
                <a:gd name="connsiteY3" fmla="*/ 715340 h 715340"/>
                <a:gd name="connsiteX4" fmla="*/ 1156661 w 2309168"/>
                <a:gd name="connsiteY4" fmla="*/ 480264 h 715340"/>
                <a:gd name="connsiteX5" fmla="*/ 172995 w 2309168"/>
                <a:gd name="connsiteY5" fmla="*/ 684683 h 715340"/>
                <a:gd name="connsiteX6" fmla="*/ 0 w 2309168"/>
                <a:gd name="connsiteY6" fmla="*/ 231692 h 715340"/>
                <a:gd name="connsiteX0" fmla="*/ 0 w 2309168"/>
                <a:gd name="connsiteY0" fmla="*/ 231692 h 715340"/>
                <a:gd name="connsiteX1" fmla="*/ 1166388 w 2309168"/>
                <a:gd name="connsiteY1" fmla="*/ 193 h 715340"/>
                <a:gd name="connsiteX2" fmla="*/ 2309168 w 2309168"/>
                <a:gd name="connsiteY2" fmla="*/ 270272 h 715340"/>
                <a:gd name="connsiteX3" fmla="*/ 2123986 w 2309168"/>
                <a:gd name="connsiteY3" fmla="*/ 715340 h 715340"/>
                <a:gd name="connsiteX4" fmla="*/ 1156661 w 2309168"/>
                <a:gd name="connsiteY4" fmla="*/ 480264 h 715340"/>
                <a:gd name="connsiteX5" fmla="*/ 172995 w 2309168"/>
                <a:gd name="connsiteY5" fmla="*/ 684683 h 715340"/>
                <a:gd name="connsiteX6" fmla="*/ 0 w 2309168"/>
                <a:gd name="connsiteY6" fmla="*/ 231692 h 715340"/>
                <a:gd name="connsiteX0" fmla="*/ 0 w 2309168"/>
                <a:gd name="connsiteY0" fmla="*/ 231692 h 715340"/>
                <a:gd name="connsiteX1" fmla="*/ 1166388 w 2309168"/>
                <a:gd name="connsiteY1" fmla="*/ 193 h 715340"/>
                <a:gd name="connsiteX2" fmla="*/ 2309168 w 2309168"/>
                <a:gd name="connsiteY2" fmla="*/ 270272 h 715340"/>
                <a:gd name="connsiteX3" fmla="*/ 2123986 w 2309168"/>
                <a:gd name="connsiteY3" fmla="*/ 715340 h 715340"/>
                <a:gd name="connsiteX4" fmla="*/ 1156661 w 2309168"/>
                <a:gd name="connsiteY4" fmla="*/ 480264 h 715340"/>
                <a:gd name="connsiteX5" fmla="*/ 172995 w 2309168"/>
                <a:gd name="connsiteY5" fmla="*/ 684683 h 715340"/>
                <a:gd name="connsiteX6" fmla="*/ 0 w 2309168"/>
                <a:gd name="connsiteY6" fmla="*/ 231692 h 715340"/>
                <a:gd name="connsiteX0" fmla="*/ 0 w 2314305"/>
                <a:gd name="connsiteY0" fmla="*/ 231543 h 715191"/>
                <a:gd name="connsiteX1" fmla="*/ 1166388 w 2314305"/>
                <a:gd name="connsiteY1" fmla="*/ 44 h 715191"/>
                <a:gd name="connsiteX2" fmla="*/ 2314305 w 2314305"/>
                <a:gd name="connsiteY2" fmla="*/ 249575 h 715191"/>
                <a:gd name="connsiteX3" fmla="*/ 2123986 w 2314305"/>
                <a:gd name="connsiteY3" fmla="*/ 715191 h 715191"/>
                <a:gd name="connsiteX4" fmla="*/ 1156661 w 2314305"/>
                <a:gd name="connsiteY4" fmla="*/ 480115 h 715191"/>
                <a:gd name="connsiteX5" fmla="*/ 172995 w 2314305"/>
                <a:gd name="connsiteY5" fmla="*/ 684534 h 715191"/>
                <a:gd name="connsiteX6" fmla="*/ 0 w 2314305"/>
                <a:gd name="connsiteY6" fmla="*/ 231543 h 715191"/>
                <a:gd name="connsiteX0" fmla="*/ 0 w 2314305"/>
                <a:gd name="connsiteY0" fmla="*/ 231543 h 715191"/>
                <a:gd name="connsiteX1" fmla="*/ 1166388 w 2314305"/>
                <a:gd name="connsiteY1" fmla="*/ 44 h 715191"/>
                <a:gd name="connsiteX2" fmla="*/ 2314305 w 2314305"/>
                <a:gd name="connsiteY2" fmla="*/ 249575 h 715191"/>
                <a:gd name="connsiteX3" fmla="*/ 2123986 w 2314305"/>
                <a:gd name="connsiteY3" fmla="*/ 715191 h 715191"/>
                <a:gd name="connsiteX4" fmla="*/ 1156661 w 2314305"/>
                <a:gd name="connsiteY4" fmla="*/ 480115 h 715191"/>
                <a:gd name="connsiteX5" fmla="*/ 172995 w 2314305"/>
                <a:gd name="connsiteY5" fmla="*/ 684534 h 715191"/>
                <a:gd name="connsiteX6" fmla="*/ 0 w 2314305"/>
                <a:gd name="connsiteY6" fmla="*/ 231543 h 715191"/>
                <a:gd name="connsiteX0" fmla="*/ 0 w 2314305"/>
                <a:gd name="connsiteY0" fmla="*/ 231550 h 715198"/>
                <a:gd name="connsiteX1" fmla="*/ 1166388 w 2314305"/>
                <a:gd name="connsiteY1" fmla="*/ 51 h 715198"/>
                <a:gd name="connsiteX2" fmla="*/ 2314305 w 2314305"/>
                <a:gd name="connsiteY2" fmla="*/ 249582 h 715198"/>
                <a:gd name="connsiteX3" fmla="*/ 2123986 w 2314305"/>
                <a:gd name="connsiteY3" fmla="*/ 715198 h 715198"/>
                <a:gd name="connsiteX4" fmla="*/ 1156661 w 2314305"/>
                <a:gd name="connsiteY4" fmla="*/ 480122 h 715198"/>
                <a:gd name="connsiteX5" fmla="*/ 172995 w 2314305"/>
                <a:gd name="connsiteY5" fmla="*/ 684541 h 715198"/>
                <a:gd name="connsiteX6" fmla="*/ 0 w 2314305"/>
                <a:gd name="connsiteY6" fmla="*/ 231550 h 715198"/>
                <a:gd name="connsiteX0" fmla="*/ 0 w 2314305"/>
                <a:gd name="connsiteY0" fmla="*/ 233092 h 716740"/>
                <a:gd name="connsiteX1" fmla="*/ 1166388 w 2314305"/>
                <a:gd name="connsiteY1" fmla="*/ 1593 h 716740"/>
                <a:gd name="connsiteX2" fmla="*/ 2314305 w 2314305"/>
                <a:gd name="connsiteY2" fmla="*/ 251124 h 716740"/>
                <a:gd name="connsiteX3" fmla="*/ 2123986 w 2314305"/>
                <a:gd name="connsiteY3" fmla="*/ 716740 h 716740"/>
                <a:gd name="connsiteX4" fmla="*/ 1156661 w 2314305"/>
                <a:gd name="connsiteY4" fmla="*/ 481664 h 716740"/>
                <a:gd name="connsiteX5" fmla="*/ 172995 w 2314305"/>
                <a:gd name="connsiteY5" fmla="*/ 686083 h 716740"/>
                <a:gd name="connsiteX6" fmla="*/ 0 w 2314305"/>
                <a:gd name="connsiteY6" fmla="*/ 233092 h 716740"/>
                <a:gd name="connsiteX0" fmla="*/ 0 w 2314305"/>
                <a:gd name="connsiteY0" fmla="*/ 231523 h 715171"/>
                <a:gd name="connsiteX1" fmla="*/ 1166388 w 2314305"/>
                <a:gd name="connsiteY1" fmla="*/ 24 h 715171"/>
                <a:gd name="connsiteX2" fmla="*/ 2314305 w 2314305"/>
                <a:gd name="connsiteY2" fmla="*/ 249555 h 715171"/>
                <a:gd name="connsiteX3" fmla="*/ 2123986 w 2314305"/>
                <a:gd name="connsiteY3" fmla="*/ 715171 h 715171"/>
                <a:gd name="connsiteX4" fmla="*/ 1156661 w 2314305"/>
                <a:gd name="connsiteY4" fmla="*/ 480095 h 715171"/>
                <a:gd name="connsiteX5" fmla="*/ 172995 w 2314305"/>
                <a:gd name="connsiteY5" fmla="*/ 684514 h 715171"/>
                <a:gd name="connsiteX6" fmla="*/ 0 w 2314305"/>
                <a:gd name="connsiteY6" fmla="*/ 231523 h 715171"/>
                <a:gd name="connsiteX0" fmla="*/ 0 w 2314305"/>
                <a:gd name="connsiteY0" fmla="*/ 231550 h 715198"/>
                <a:gd name="connsiteX1" fmla="*/ 1166388 w 2314305"/>
                <a:gd name="connsiteY1" fmla="*/ 51 h 715198"/>
                <a:gd name="connsiteX2" fmla="*/ 2314305 w 2314305"/>
                <a:gd name="connsiteY2" fmla="*/ 249582 h 715198"/>
                <a:gd name="connsiteX3" fmla="*/ 2123986 w 2314305"/>
                <a:gd name="connsiteY3" fmla="*/ 715198 h 715198"/>
                <a:gd name="connsiteX4" fmla="*/ 1156661 w 2314305"/>
                <a:gd name="connsiteY4" fmla="*/ 480122 h 715198"/>
                <a:gd name="connsiteX5" fmla="*/ 172995 w 2314305"/>
                <a:gd name="connsiteY5" fmla="*/ 684541 h 715198"/>
                <a:gd name="connsiteX6" fmla="*/ 0 w 2314305"/>
                <a:gd name="connsiteY6" fmla="*/ 231550 h 715198"/>
                <a:gd name="connsiteX0" fmla="*/ 0 w 2314305"/>
                <a:gd name="connsiteY0" fmla="*/ 232088 h 715736"/>
                <a:gd name="connsiteX1" fmla="*/ 1166388 w 2314305"/>
                <a:gd name="connsiteY1" fmla="*/ 589 h 715736"/>
                <a:gd name="connsiteX2" fmla="*/ 2314305 w 2314305"/>
                <a:gd name="connsiteY2" fmla="*/ 250120 h 715736"/>
                <a:gd name="connsiteX3" fmla="*/ 2123986 w 2314305"/>
                <a:gd name="connsiteY3" fmla="*/ 715736 h 715736"/>
                <a:gd name="connsiteX4" fmla="*/ 1156661 w 2314305"/>
                <a:gd name="connsiteY4" fmla="*/ 480660 h 715736"/>
                <a:gd name="connsiteX5" fmla="*/ 172995 w 2314305"/>
                <a:gd name="connsiteY5" fmla="*/ 685079 h 715736"/>
                <a:gd name="connsiteX6" fmla="*/ 0 w 2314305"/>
                <a:gd name="connsiteY6" fmla="*/ 232088 h 715736"/>
                <a:gd name="connsiteX0" fmla="*/ 0 w 2314305"/>
                <a:gd name="connsiteY0" fmla="*/ 232088 h 715736"/>
                <a:gd name="connsiteX1" fmla="*/ 1166388 w 2314305"/>
                <a:gd name="connsiteY1" fmla="*/ 589 h 715736"/>
                <a:gd name="connsiteX2" fmla="*/ 2314305 w 2314305"/>
                <a:gd name="connsiteY2" fmla="*/ 250120 h 715736"/>
                <a:gd name="connsiteX3" fmla="*/ 2123986 w 2314305"/>
                <a:gd name="connsiteY3" fmla="*/ 715736 h 715736"/>
                <a:gd name="connsiteX4" fmla="*/ 1156661 w 2314305"/>
                <a:gd name="connsiteY4" fmla="*/ 480660 h 715736"/>
                <a:gd name="connsiteX5" fmla="*/ 172995 w 2314305"/>
                <a:gd name="connsiteY5" fmla="*/ 685079 h 715736"/>
                <a:gd name="connsiteX6" fmla="*/ 0 w 2314305"/>
                <a:gd name="connsiteY6" fmla="*/ 232088 h 715736"/>
                <a:gd name="connsiteX0" fmla="*/ 0 w 2314305"/>
                <a:gd name="connsiteY0" fmla="*/ 232088 h 715736"/>
                <a:gd name="connsiteX1" fmla="*/ 1166388 w 2314305"/>
                <a:gd name="connsiteY1" fmla="*/ 589 h 715736"/>
                <a:gd name="connsiteX2" fmla="*/ 2314305 w 2314305"/>
                <a:gd name="connsiteY2" fmla="*/ 250120 h 715736"/>
                <a:gd name="connsiteX3" fmla="*/ 2123986 w 2314305"/>
                <a:gd name="connsiteY3" fmla="*/ 715736 h 715736"/>
                <a:gd name="connsiteX4" fmla="*/ 1156661 w 2314305"/>
                <a:gd name="connsiteY4" fmla="*/ 480660 h 715736"/>
                <a:gd name="connsiteX5" fmla="*/ 172995 w 2314305"/>
                <a:gd name="connsiteY5" fmla="*/ 685079 h 715736"/>
                <a:gd name="connsiteX6" fmla="*/ 0 w 2314305"/>
                <a:gd name="connsiteY6" fmla="*/ 232088 h 715736"/>
                <a:gd name="connsiteX0" fmla="*/ 0 w 2314305"/>
                <a:gd name="connsiteY0" fmla="*/ 232060 h 715708"/>
                <a:gd name="connsiteX1" fmla="*/ 1166388 w 2314305"/>
                <a:gd name="connsiteY1" fmla="*/ 561 h 715708"/>
                <a:gd name="connsiteX2" fmla="*/ 2314305 w 2314305"/>
                <a:gd name="connsiteY2" fmla="*/ 250092 h 715708"/>
                <a:gd name="connsiteX3" fmla="*/ 2123986 w 2314305"/>
                <a:gd name="connsiteY3" fmla="*/ 715708 h 715708"/>
                <a:gd name="connsiteX4" fmla="*/ 1156661 w 2314305"/>
                <a:gd name="connsiteY4" fmla="*/ 480632 h 715708"/>
                <a:gd name="connsiteX5" fmla="*/ 172995 w 2314305"/>
                <a:gd name="connsiteY5" fmla="*/ 685051 h 715708"/>
                <a:gd name="connsiteX6" fmla="*/ 0 w 2314305"/>
                <a:gd name="connsiteY6" fmla="*/ 232060 h 7157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314305" h="715708">
                  <a:moveTo>
                    <a:pt x="0" y="232060"/>
                  </a:moveTo>
                  <a:cubicBezTo>
                    <a:pt x="116349" y="135016"/>
                    <a:pt x="772966" y="-10150"/>
                    <a:pt x="1166388" y="561"/>
                  </a:cubicBezTo>
                  <a:cubicBezTo>
                    <a:pt x="1559810" y="11272"/>
                    <a:pt x="1962415" y="54514"/>
                    <a:pt x="2314305" y="250092"/>
                  </a:cubicBezTo>
                  <a:cubicBezTo>
                    <a:pt x="2236857" y="411910"/>
                    <a:pt x="2305049" y="284904"/>
                    <a:pt x="2123986" y="715708"/>
                  </a:cubicBezTo>
                  <a:cubicBezTo>
                    <a:pt x="2077752" y="646036"/>
                    <a:pt x="1616289" y="480632"/>
                    <a:pt x="1156661" y="480632"/>
                  </a:cubicBezTo>
                  <a:cubicBezTo>
                    <a:pt x="697033" y="480632"/>
                    <a:pt x="257593" y="589531"/>
                    <a:pt x="172995" y="685051"/>
                  </a:cubicBezTo>
                  <a:lnTo>
                    <a:pt x="0" y="232060"/>
                  </a:lnTo>
                  <a:close/>
                </a:path>
              </a:pathLst>
            </a:custGeom>
            <a:solidFill>
              <a:srgbClr val="252260"/>
            </a:solidFill>
            <a:ln>
              <a:solidFill>
                <a:srgbClr val="2522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231557ED-A284-9D82-8F50-FACE480B5960}"/>
                </a:ext>
              </a:extLst>
            </p:cNvPr>
            <p:cNvSpPr txBox="1"/>
            <p:nvPr/>
          </p:nvSpPr>
          <p:spPr>
            <a:xfrm rot="6218390">
              <a:off x="9925946" y="3694976"/>
              <a:ext cx="1841899" cy="638175"/>
            </a:xfrm>
            <a:prstGeom prst="rect">
              <a:avLst/>
            </a:prstGeom>
            <a:noFill/>
          </p:spPr>
          <p:txBody>
            <a:bodyPr wrap="square" rtlCol="0">
              <a:prstTxWarp prst="textArchUp">
                <a:avLst/>
              </a:prstTxWarp>
              <a:spAutoFit/>
            </a:bodyPr>
            <a:lstStyle/>
            <a:p>
              <a:pPr algn="ctr"/>
              <a:r>
                <a:rPr lang="en-US" sz="2400" dirty="0">
                  <a:solidFill>
                    <a:schemeClr val="bg1"/>
                  </a:solidFill>
                </a:rPr>
                <a:t>Learn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63F64FA1-4BBC-DC51-2D35-E45F43C26CDF}"/>
                </a:ext>
              </a:extLst>
            </p:cNvPr>
            <p:cNvSpPr txBox="1"/>
            <p:nvPr/>
          </p:nvSpPr>
          <p:spPr>
            <a:xfrm rot="9167093">
              <a:off x="8638078" y="5306238"/>
              <a:ext cx="1841899" cy="638175"/>
            </a:xfrm>
            <a:prstGeom prst="rect">
              <a:avLst/>
            </a:prstGeom>
            <a:noFill/>
          </p:spPr>
          <p:txBody>
            <a:bodyPr wrap="square" rtlCol="0">
              <a:prstTxWarp prst="textArchUp">
                <a:avLst/>
              </a:prstTxWarp>
              <a:spAutoFit/>
            </a:bodyPr>
            <a:lstStyle/>
            <a:p>
              <a:pPr algn="ctr"/>
              <a:r>
                <a:rPr lang="en-US" sz="2400" dirty="0">
                  <a:solidFill>
                    <a:schemeClr val="bg1"/>
                  </a:solidFill>
                </a:rPr>
                <a:t>Engage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0FD5E362-163B-5154-5195-399652C77B82}"/>
                </a:ext>
              </a:extLst>
            </p:cNvPr>
            <p:cNvSpPr txBox="1"/>
            <p:nvPr/>
          </p:nvSpPr>
          <p:spPr>
            <a:xfrm rot="12622647">
              <a:off x="6593675" y="5243488"/>
              <a:ext cx="1841899" cy="638175"/>
            </a:xfrm>
            <a:prstGeom prst="rect">
              <a:avLst/>
            </a:prstGeom>
            <a:noFill/>
          </p:spPr>
          <p:txBody>
            <a:bodyPr wrap="square" rtlCol="0">
              <a:prstTxWarp prst="textArchUp">
                <a:avLst/>
              </a:prstTxWarp>
              <a:spAutoFit/>
            </a:bodyPr>
            <a:lstStyle/>
            <a:p>
              <a:pPr algn="ctr"/>
              <a:r>
                <a:rPr lang="en-US" sz="2400" dirty="0">
                  <a:solidFill>
                    <a:schemeClr val="bg1"/>
                  </a:solidFill>
                </a:rPr>
                <a:t>Invite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C27CA2F5-BDEC-5785-A20B-D32512751740}"/>
                </a:ext>
              </a:extLst>
            </p:cNvPr>
            <p:cNvSpPr txBox="1"/>
            <p:nvPr/>
          </p:nvSpPr>
          <p:spPr>
            <a:xfrm rot="15697400">
              <a:off x="5263361" y="3507272"/>
              <a:ext cx="2027125" cy="638175"/>
            </a:xfrm>
            <a:prstGeom prst="rect">
              <a:avLst/>
            </a:prstGeom>
            <a:noFill/>
          </p:spPr>
          <p:txBody>
            <a:bodyPr wrap="square" rtlCol="0">
              <a:prstTxWarp prst="textArchUp">
                <a:avLst>
                  <a:gd name="adj" fmla="val 10820778"/>
                </a:avLst>
              </a:prstTxWarp>
              <a:spAutoFit/>
            </a:bodyPr>
            <a:lstStyle/>
            <a:p>
              <a:pPr algn="ctr"/>
              <a:r>
                <a:rPr lang="en-US" sz="2400" dirty="0">
                  <a:solidFill>
                    <a:schemeClr val="bg1"/>
                  </a:solidFill>
                </a:rPr>
                <a:t>Appreciate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F911F9D9-BA73-36C1-78DB-DA3637C70A50}"/>
                </a:ext>
              </a:extLst>
            </p:cNvPr>
            <p:cNvSpPr txBox="1"/>
            <p:nvPr/>
          </p:nvSpPr>
          <p:spPr>
            <a:xfrm rot="18734748">
              <a:off x="5921532" y="1587556"/>
              <a:ext cx="1841899" cy="638175"/>
            </a:xfrm>
            <a:prstGeom prst="rect">
              <a:avLst/>
            </a:prstGeom>
            <a:noFill/>
          </p:spPr>
          <p:txBody>
            <a:bodyPr wrap="square" rtlCol="0">
              <a:prstTxWarp prst="textArchUp">
                <a:avLst/>
              </a:prstTxWarp>
              <a:spAutoFit/>
            </a:bodyPr>
            <a:lstStyle/>
            <a:p>
              <a:pPr algn="ctr"/>
              <a:r>
                <a:rPr lang="en-US" sz="2400" dirty="0">
                  <a:solidFill>
                    <a:schemeClr val="bg1"/>
                  </a:solidFill>
                </a:rPr>
                <a:t>Motivate</a:t>
              </a:r>
            </a:p>
          </p:txBody>
        </p:sp>
        <p:sp>
          <p:nvSpPr>
            <p:cNvPr id="39" name="Isosceles Triangle 38">
              <a:extLst>
                <a:ext uri="{FF2B5EF4-FFF2-40B4-BE49-F238E27FC236}">
                  <a16:creationId xmlns:a16="http://schemas.microsoft.com/office/drawing/2014/main" id="{25465B30-316D-CC23-242B-0DEB9ED23094}"/>
                </a:ext>
              </a:extLst>
            </p:cNvPr>
            <p:cNvSpPr/>
            <p:nvPr/>
          </p:nvSpPr>
          <p:spPr>
            <a:xfrm rot="6649031">
              <a:off x="9283774" y="854270"/>
              <a:ext cx="1097280" cy="457200"/>
            </a:xfrm>
            <a:prstGeom prst="triangle">
              <a:avLst>
                <a:gd name="adj" fmla="val 49630"/>
              </a:avLst>
            </a:prstGeom>
            <a:solidFill>
              <a:srgbClr val="EE4238"/>
            </a:solidFill>
            <a:ln>
              <a:solidFill>
                <a:srgbClr val="EE423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1" name="Block Arc 1">
              <a:extLst>
                <a:ext uri="{FF2B5EF4-FFF2-40B4-BE49-F238E27FC236}">
                  <a16:creationId xmlns:a16="http://schemas.microsoft.com/office/drawing/2014/main" id="{3529E33E-5241-CD2F-CFB8-447E540A987C}"/>
                </a:ext>
              </a:extLst>
            </p:cNvPr>
            <p:cNvSpPr/>
            <p:nvPr/>
          </p:nvSpPr>
          <p:spPr>
            <a:xfrm>
              <a:off x="7436948" y="567120"/>
              <a:ext cx="2314305" cy="715708"/>
            </a:xfrm>
            <a:custGeom>
              <a:avLst/>
              <a:gdLst>
                <a:gd name="connsiteX0" fmla="*/ 0 w 2391141"/>
                <a:gd name="connsiteY0" fmla="*/ 726679 h 1453358"/>
                <a:gd name="connsiteX1" fmla="*/ 1195571 w 2391141"/>
                <a:gd name="connsiteY1" fmla="*/ 0 h 1453358"/>
                <a:gd name="connsiteX2" fmla="*/ 2391142 w 2391141"/>
                <a:gd name="connsiteY2" fmla="*/ 726679 h 1453358"/>
                <a:gd name="connsiteX3" fmla="*/ 2027802 w 2391141"/>
                <a:gd name="connsiteY3" fmla="*/ 726679 h 1453358"/>
                <a:gd name="connsiteX4" fmla="*/ 1195571 w 2391141"/>
                <a:gd name="connsiteY4" fmla="*/ 363339 h 1453358"/>
                <a:gd name="connsiteX5" fmla="*/ 363340 w 2391141"/>
                <a:gd name="connsiteY5" fmla="*/ 726679 h 1453358"/>
                <a:gd name="connsiteX6" fmla="*/ 0 w 2391141"/>
                <a:gd name="connsiteY6" fmla="*/ 726679 h 1453358"/>
                <a:gd name="connsiteX0" fmla="*/ 0 w 2614878"/>
                <a:gd name="connsiteY0" fmla="*/ 727830 h 727830"/>
                <a:gd name="connsiteX1" fmla="*/ 1195571 w 2614878"/>
                <a:gd name="connsiteY1" fmla="*/ 1151 h 727830"/>
                <a:gd name="connsiteX2" fmla="*/ 2614878 w 2614878"/>
                <a:gd name="connsiteY2" fmla="*/ 611098 h 727830"/>
                <a:gd name="connsiteX3" fmla="*/ 2027802 w 2614878"/>
                <a:gd name="connsiteY3" fmla="*/ 727830 h 727830"/>
                <a:gd name="connsiteX4" fmla="*/ 1195571 w 2614878"/>
                <a:gd name="connsiteY4" fmla="*/ 364490 h 727830"/>
                <a:gd name="connsiteX5" fmla="*/ 363340 w 2614878"/>
                <a:gd name="connsiteY5" fmla="*/ 727830 h 727830"/>
                <a:gd name="connsiteX6" fmla="*/ 0 w 2614878"/>
                <a:gd name="connsiteY6" fmla="*/ 727830 h 727830"/>
                <a:gd name="connsiteX0" fmla="*/ 0 w 2614878"/>
                <a:gd name="connsiteY0" fmla="*/ 727830 h 727830"/>
                <a:gd name="connsiteX1" fmla="*/ 1195571 w 2614878"/>
                <a:gd name="connsiteY1" fmla="*/ 1151 h 727830"/>
                <a:gd name="connsiteX2" fmla="*/ 2614878 w 2614878"/>
                <a:gd name="connsiteY2" fmla="*/ 611098 h 727830"/>
                <a:gd name="connsiteX3" fmla="*/ 2251538 w 2614878"/>
                <a:gd name="connsiteY3" fmla="*/ 669464 h 727830"/>
                <a:gd name="connsiteX4" fmla="*/ 1195571 w 2614878"/>
                <a:gd name="connsiteY4" fmla="*/ 364490 h 727830"/>
                <a:gd name="connsiteX5" fmla="*/ 363340 w 2614878"/>
                <a:gd name="connsiteY5" fmla="*/ 727830 h 727830"/>
                <a:gd name="connsiteX6" fmla="*/ 0 w 2614878"/>
                <a:gd name="connsiteY6" fmla="*/ 727830 h 727830"/>
                <a:gd name="connsiteX0" fmla="*/ 0 w 2780249"/>
                <a:gd name="connsiteY0" fmla="*/ 590533 h 726720"/>
                <a:gd name="connsiteX1" fmla="*/ 1360942 w 2780249"/>
                <a:gd name="connsiteY1" fmla="*/ 41 h 726720"/>
                <a:gd name="connsiteX2" fmla="*/ 2780249 w 2780249"/>
                <a:gd name="connsiteY2" fmla="*/ 609988 h 726720"/>
                <a:gd name="connsiteX3" fmla="*/ 2416909 w 2780249"/>
                <a:gd name="connsiteY3" fmla="*/ 668354 h 726720"/>
                <a:gd name="connsiteX4" fmla="*/ 1360942 w 2780249"/>
                <a:gd name="connsiteY4" fmla="*/ 363380 h 726720"/>
                <a:gd name="connsiteX5" fmla="*/ 528711 w 2780249"/>
                <a:gd name="connsiteY5" fmla="*/ 726720 h 726720"/>
                <a:gd name="connsiteX6" fmla="*/ 0 w 2780249"/>
                <a:gd name="connsiteY6" fmla="*/ 590533 h 726720"/>
                <a:gd name="connsiteX0" fmla="*/ 0 w 2780249"/>
                <a:gd name="connsiteY0" fmla="*/ 590533 h 668354"/>
                <a:gd name="connsiteX1" fmla="*/ 1360942 w 2780249"/>
                <a:gd name="connsiteY1" fmla="*/ 41 h 668354"/>
                <a:gd name="connsiteX2" fmla="*/ 2780249 w 2780249"/>
                <a:gd name="connsiteY2" fmla="*/ 609988 h 668354"/>
                <a:gd name="connsiteX3" fmla="*/ 2416909 w 2780249"/>
                <a:gd name="connsiteY3" fmla="*/ 668354 h 668354"/>
                <a:gd name="connsiteX4" fmla="*/ 1360942 w 2780249"/>
                <a:gd name="connsiteY4" fmla="*/ 363380 h 668354"/>
                <a:gd name="connsiteX5" fmla="*/ 275792 w 2780249"/>
                <a:gd name="connsiteY5" fmla="*/ 639171 h 668354"/>
                <a:gd name="connsiteX6" fmla="*/ 0 w 2780249"/>
                <a:gd name="connsiteY6" fmla="*/ 590533 h 668354"/>
                <a:gd name="connsiteX0" fmla="*/ 0 w 2780249"/>
                <a:gd name="connsiteY0" fmla="*/ 590533 h 668354"/>
                <a:gd name="connsiteX1" fmla="*/ 1360942 w 2780249"/>
                <a:gd name="connsiteY1" fmla="*/ 41 h 668354"/>
                <a:gd name="connsiteX2" fmla="*/ 2780249 w 2780249"/>
                <a:gd name="connsiteY2" fmla="*/ 609988 h 668354"/>
                <a:gd name="connsiteX3" fmla="*/ 2416909 w 2780249"/>
                <a:gd name="connsiteY3" fmla="*/ 668354 h 668354"/>
                <a:gd name="connsiteX4" fmla="*/ 1351215 w 2780249"/>
                <a:gd name="connsiteY4" fmla="*/ 480112 h 668354"/>
                <a:gd name="connsiteX5" fmla="*/ 275792 w 2780249"/>
                <a:gd name="connsiteY5" fmla="*/ 639171 h 668354"/>
                <a:gd name="connsiteX6" fmla="*/ 0 w 2780249"/>
                <a:gd name="connsiteY6" fmla="*/ 590533 h 668354"/>
                <a:gd name="connsiteX0" fmla="*/ 0 w 2780249"/>
                <a:gd name="connsiteY0" fmla="*/ 590533 h 775358"/>
                <a:gd name="connsiteX1" fmla="*/ 1360942 w 2780249"/>
                <a:gd name="connsiteY1" fmla="*/ 41 h 775358"/>
                <a:gd name="connsiteX2" fmla="*/ 2780249 w 2780249"/>
                <a:gd name="connsiteY2" fmla="*/ 609988 h 775358"/>
                <a:gd name="connsiteX3" fmla="*/ 2329360 w 2780249"/>
                <a:gd name="connsiteY3" fmla="*/ 775358 h 775358"/>
                <a:gd name="connsiteX4" fmla="*/ 1351215 w 2780249"/>
                <a:gd name="connsiteY4" fmla="*/ 480112 h 775358"/>
                <a:gd name="connsiteX5" fmla="*/ 275792 w 2780249"/>
                <a:gd name="connsiteY5" fmla="*/ 639171 h 775358"/>
                <a:gd name="connsiteX6" fmla="*/ 0 w 2780249"/>
                <a:gd name="connsiteY6" fmla="*/ 590533 h 775358"/>
                <a:gd name="connsiteX0" fmla="*/ 0 w 2673245"/>
                <a:gd name="connsiteY0" fmla="*/ 600391 h 785216"/>
                <a:gd name="connsiteX1" fmla="*/ 1360942 w 2673245"/>
                <a:gd name="connsiteY1" fmla="*/ 9899 h 785216"/>
                <a:gd name="connsiteX2" fmla="*/ 2673245 w 2673245"/>
                <a:gd name="connsiteY2" fmla="*/ 405837 h 785216"/>
                <a:gd name="connsiteX3" fmla="*/ 2329360 w 2673245"/>
                <a:gd name="connsiteY3" fmla="*/ 785216 h 785216"/>
                <a:gd name="connsiteX4" fmla="*/ 1351215 w 2673245"/>
                <a:gd name="connsiteY4" fmla="*/ 489970 h 785216"/>
                <a:gd name="connsiteX5" fmla="*/ 275792 w 2673245"/>
                <a:gd name="connsiteY5" fmla="*/ 649029 h 785216"/>
                <a:gd name="connsiteX6" fmla="*/ 0 w 2673245"/>
                <a:gd name="connsiteY6" fmla="*/ 600391 h 785216"/>
                <a:gd name="connsiteX0" fmla="*/ 0 w 2673245"/>
                <a:gd name="connsiteY0" fmla="*/ 593348 h 778173"/>
                <a:gd name="connsiteX1" fmla="*/ 1360942 w 2673245"/>
                <a:gd name="connsiteY1" fmla="*/ 2856 h 778173"/>
                <a:gd name="connsiteX2" fmla="*/ 2673245 w 2673245"/>
                <a:gd name="connsiteY2" fmla="*/ 398794 h 778173"/>
                <a:gd name="connsiteX3" fmla="*/ 2329360 w 2673245"/>
                <a:gd name="connsiteY3" fmla="*/ 778173 h 778173"/>
                <a:gd name="connsiteX4" fmla="*/ 1351215 w 2673245"/>
                <a:gd name="connsiteY4" fmla="*/ 482927 h 778173"/>
                <a:gd name="connsiteX5" fmla="*/ 275792 w 2673245"/>
                <a:gd name="connsiteY5" fmla="*/ 641986 h 778173"/>
                <a:gd name="connsiteX6" fmla="*/ 0 w 2673245"/>
                <a:gd name="connsiteY6" fmla="*/ 593348 h 778173"/>
                <a:gd name="connsiteX0" fmla="*/ 0 w 2478691"/>
                <a:gd name="connsiteY0" fmla="*/ 293714 h 809279"/>
                <a:gd name="connsiteX1" fmla="*/ 1166388 w 2478691"/>
                <a:gd name="connsiteY1" fmla="*/ 33962 h 809279"/>
                <a:gd name="connsiteX2" fmla="*/ 2478691 w 2478691"/>
                <a:gd name="connsiteY2" fmla="*/ 429900 h 809279"/>
                <a:gd name="connsiteX3" fmla="*/ 2134806 w 2478691"/>
                <a:gd name="connsiteY3" fmla="*/ 809279 h 809279"/>
                <a:gd name="connsiteX4" fmla="*/ 1156661 w 2478691"/>
                <a:gd name="connsiteY4" fmla="*/ 514033 h 809279"/>
                <a:gd name="connsiteX5" fmla="*/ 81238 w 2478691"/>
                <a:gd name="connsiteY5" fmla="*/ 673092 h 809279"/>
                <a:gd name="connsiteX6" fmla="*/ 0 w 2478691"/>
                <a:gd name="connsiteY6" fmla="*/ 293714 h 809279"/>
                <a:gd name="connsiteX0" fmla="*/ 0 w 2478691"/>
                <a:gd name="connsiteY0" fmla="*/ 262275 h 777840"/>
                <a:gd name="connsiteX1" fmla="*/ 1166388 w 2478691"/>
                <a:gd name="connsiteY1" fmla="*/ 2523 h 777840"/>
                <a:gd name="connsiteX2" fmla="*/ 2478691 w 2478691"/>
                <a:gd name="connsiteY2" fmla="*/ 398461 h 777840"/>
                <a:gd name="connsiteX3" fmla="*/ 2134806 w 2478691"/>
                <a:gd name="connsiteY3" fmla="*/ 777840 h 777840"/>
                <a:gd name="connsiteX4" fmla="*/ 1156661 w 2478691"/>
                <a:gd name="connsiteY4" fmla="*/ 482594 h 777840"/>
                <a:gd name="connsiteX5" fmla="*/ 81238 w 2478691"/>
                <a:gd name="connsiteY5" fmla="*/ 641653 h 777840"/>
                <a:gd name="connsiteX6" fmla="*/ 0 w 2478691"/>
                <a:gd name="connsiteY6" fmla="*/ 262275 h 777840"/>
                <a:gd name="connsiteX0" fmla="*/ 0 w 2478691"/>
                <a:gd name="connsiteY0" fmla="*/ 262275 h 777841"/>
                <a:gd name="connsiteX1" fmla="*/ 1166388 w 2478691"/>
                <a:gd name="connsiteY1" fmla="*/ 2523 h 777841"/>
                <a:gd name="connsiteX2" fmla="*/ 2478691 w 2478691"/>
                <a:gd name="connsiteY2" fmla="*/ 398461 h 777841"/>
                <a:gd name="connsiteX3" fmla="*/ 2134806 w 2478691"/>
                <a:gd name="connsiteY3" fmla="*/ 777840 h 777841"/>
                <a:gd name="connsiteX4" fmla="*/ 1156661 w 2478691"/>
                <a:gd name="connsiteY4" fmla="*/ 482594 h 777841"/>
                <a:gd name="connsiteX5" fmla="*/ 178515 w 2478691"/>
                <a:gd name="connsiteY5" fmla="*/ 777841 h 777841"/>
                <a:gd name="connsiteX6" fmla="*/ 0 w 2478691"/>
                <a:gd name="connsiteY6" fmla="*/ 262275 h 777841"/>
                <a:gd name="connsiteX0" fmla="*/ 0 w 2478691"/>
                <a:gd name="connsiteY0" fmla="*/ 262275 h 777840"/>
                <a:gd name="connsiteX1" fmla="*/ 1166388 w 2478691"/>
                <a:gd name="connsiteY1" fmla="*/ 2523 h 777840"/>
                <a:gd name="connsiteX2" fmla="*/ 2478691 w 2478691"/>
                <a:gd name="connsiteY2" fmla="*/ 398461 h 777840"/>
                <a:gd name="connsiteX3" fmla="*/ 2134806 w 2478691"/>
                <a:gd name="connsiteY3" fmla="*/ 777840 h 777840"/>
                <a:gd name="connsiteX4" fmla="*/ 1156661 w 2478691"/>
                <a:gd name="connsiteY4" fmla="*/ 482594 h 777840"/>
                <a:gd name="connsiteX5" fmla="*/ 139604 w 2478691"/>
                <a:gd name="connsiteY5" fmla="*/ 748658 h 777840"/>
                <a:gd name="connsiteX6" fmla="*/ 0 w 2478691"/>
                <a:gd name="connsiteY6" fmla="*/ 262275 h 777840"/>
                <a:gd name="connsiteX0" fmla="*/ 0 w 2478691"/>
                <a:gd name="connsiteY0" fmla="*/ 262275 h 777840"/>
                <a:gd name="connsiteX1" fmla="*/ 1166388 w 2478691"/>
                <a:gd name="connsiteY1" fmla="*/ 2523 h 777840"/>
                <a:gd name="connsiteX2" fmla="*/ 2478691 w 2478691"/>
                <a:gd name="connsiteY2" fmla="*/ 398461 h 777840"/>
                <a:gd name="connsiteX3" fmla="*/ 2134806 w 2478691"/>
                <a:gd name="connsiteY3" fmla="*/ 777840 h 777840"/>
                <a:gd name="connsiteX4" fmla="*/ 1156661 w 2478691"/>
                <a:gd name="connsiteY4" fmla="*/ 482594 h 777840"/>
                <a:gd name="connsiteX5" fmla="*/ 139604 w 2478691"/>
                <a:gd name="connsiteY5" fmla="*/ 748658 h 777840"/>
                <a:gd name="connsiteX6" fmla="*/ 0 w 2478691"/>
                <a:gd name="connsiteY6" fmla="*/ 262275 h 777840"/>
                <a:gd name="connsiteX0" fmla="*/ 0 w 2478691"/>
                <a:gd name="connsiteY0" fmla="*/ 262275 h 797295"/>
                <a:gd name="connsiteX1" fmla="*/ 1166388 w 2478691"/>
                <a:gd name="connsiteY1" fmla="*/ 2523 h 797295"/>
                <a:gd name="connsiteX2" fmla="*/ 2478691 w 2478691"/>
                <a:gd name="connsiteY2" fmla="*/ 398461 h 797295"/>
                <a:gd name="connsiteX3" fmla="*/ 2144534 w 2478691"/>
                <a:gd name="connsiteY3" fmla="*/ 797295 h 797295"/>
                <a:gd name="connsiteX4" fmla="*/ 1156661 w 2478691"/>
                <a:gd name="connsiteY4" fmla="*/ 482594 h 797295"/>
                <a:gd name="connsiteX5" fmla="*/ 139604 w 2478691"/>
                <a:gd name="connsiteY5" fmla="*/ 748658 h 797295"/>
                <a:gd name="connsiteX6" fmla="*/ 0 w 2478691"/>
                <a:gd name="connsiteY6" fmla="*/ 262275 h 797295"/>
                <a:gd name="connsiteX0" fmla="*/ 0 w 2478691"/>
                <a:gd name="connsiteY0" fmla="*/ 262275 h 797295"/>
                <a:gd name="connsiteX1" fmla="*/ 1166388 w 2478691"/>
                <a:gd name="connsiteY1" fmla="*/ 2523 h 797295"/>
                <a:gd name="connsiteX2" fmla="*/ 2478691 w 2478691"/>
                <a:gd name="connsiteY2" fmla="*/ 398461 h 797295"/>
                <a:gd name="connsiteX3" fmla="*/ 2144534 w 2478691"/>
                <a:gd name="connsiteY3" fmla="*/ 797295 h 797295"/>
                <a:gd name="connsiteX4" fmla="*/ 1156661 w 2478691"/>
                <a:gd name="connsiteY4" fmla="*/ 482594 h 797295"/>
                <a:gd name="connsiteX5" fmla="*/ 139604 w 2478691"/>
                <a:gd name="connsiteY5" fmla="*/ 748658 h 797295"/>
                <a:gd name="connsiteX6" fmla="*/ 0 w 2478691"/>
                <a:gd name="connsiteY6" fmla="*/ 262275 h 797295"/>
                <a:gd name="connsiteX0" fmla="*/ 0 w 2309168"/>
                <a:gd name="connsiteY0" fmla="*/ 259772 h 794792"/>
                <a:gd name="connsiteX1" fmla="*/ 1166388 w 2309168"/>
                <a:gd name="connsiteY1" fmla="*/ 20 h 794792"/>
                <a:gd name="connsiteX2" fmla="*/ 2309168 w 2309168"/>
                <a:gd name="connsiteY2" fmla="*/ 270099 h 794792"/>
                <a:gd name="connsiteX3" fmla="*/ 2144534 w 2309168"/>
                <a:gd name="connsiteY3" fmla="*/ 794792 h 794792"/>
                <a:gd name="connsiteX4" fmla="*/ 1156661 w 2309168"/>
                <a:gd name="connsiteY4" fmla="*/ 480091 h 794792"/>
                <a:gd name="connsiteX5" fmla="*/ 139604 w 2309168"/>
                <a:gd name="connsiteY5" fmla="*/ 746155 h 794792"/>
                <a:gd name="connsiteX6" fmla="*/ 0 w 2309168"/>
                <a:gd name="connsiteY6" fmla="*/ 259772 h 794792"/>
                <a:gd name="connsiteX0" fmla="*/ 0 w 2309168"/>
                <a:gd name="connsiteY0" fmla="*/ 259772 h 794792"/>
                <a:gd name="connsiteX1" fmla="*/ 1166388 w 2309168"/>
                <a:gd name="connsiteY1" fmla="*/ 20 h 794792"/>
                <a:gd name="connsiteX2" fmla="*/ 2309168 w 2309168"/>
                <a:gd name="connsiteY2" fmla="*/ 270099 h 794792"/>
                <a:gd name="connsiteX3" fmla="*/ 2144534 w 2309168"/>
                <a:gd name="connsiteY3" fmla="*/ 794792 h 794792"/>
                <a:gd name="connsiteX4" fmla="*/ 1156661 w 2309168"/>
                <a:gd name="connsiteY4" fmla="*/ 480091 h 794792"/>
                <a:gd name="connsiteX5" fmla="*/ 139604 w 2309168"/>
                <a:gd name="connsiteY5" fmla="*/ 746155 h 794792"/>
                <a:gd name="connsiteX6" fmla="*/ 0 w 2309168"/>
                <a:gd name="connsiteY6" fmla="*/ 259772 h 794792"/>
                <a:gd name="connsiteX0" fmla="*/ 0 w 2309168"/>
                <a:gd name="connsiteY0" fmla="*/ 259772 h 746155"/>
                <a:gd name="connsiteX1" fmla="*/ 1166388 w 2309168"/>
                <a:gd name="connsiteY1" fmla="*/ 20 h 746155"/>
                <a:gd name="connsiteX2" fmla="*/ 2309168 w 2309168"/>
                <a:gd name="connsiteY2" fmla="*/ 270099 h 746155"/>
                <a:gd name="connsiteX3" fmla="*/ 2121417 w 2309168"/>
                <a:gd name="connsiteY3" fmla="*/ 707462 h 746155"/>
                <a:gd name="connsiteX4" fmla="*/ 1156661 w 2309168"/>
                <a:gd name="connsiteY4" fmla="*/ 480091 h 746155"/>
                <a:gd name="connsiteX5" fmla="*/ 139604 w 2309168"/>
                <a:gd name="connsiteY5" fmla="*/ 746155 h 746155"/>
                <a:gd name="connsiteX6" fmla="*/ 0 w 2309168"/>
                <a:gd name="connsiteY6" fmla="*/ 259772 h 746155"/>
                <a:gd name="connsiteX0" fmla="*/ 0 w 2309168"/>
                <a:gd name="connsiteY0" fmla="*/ 259772 h 746155"/>
                <a:gd name="connsiteX1" fmla="*/ 1166388 w 2309168"/>
                <a:gd name="connsiteY1" fmla="*/ 20 h 746155"/>
                <a:gd name="connsiteX2" fmla="*/ 2309168 w 2309168"/>
                <a:gd name="connsiteY2" fmla="*/ 270099 h 746155"/>
                <a:gd name="connsiteX3" fmla="*/ 2121417 w 2309168"/>
                <a:gd name="connsiteY3" fmla="*/ 707462 h 746155"/>
                <a:gd name="connsiteX4" fmla="*/ 1156661 w 2309168"/>
                <a:gd name="connsiteY4" fmla="*/ 480091 h 746155"/>
                <a:gd name="connsiteX5" fmla="*/ 139604 w 2309168"/>
                <a:gd name="connsiteY5" fmla="*/ 746155 h 746155"/>
                <a:gd name="connsiteX6" fmla="*/ 0 w 2309168"/>
                <a:gd name="connsiteY6" fmla="*/ 259772 h 746155"/>
                <a:gd name="connsiteX0" fmla="*/ 0 w 2309168"/>
                <a:gd name="connsiteY0" fmla="*/ 226793 h 746567"/>
                <a:gd name="connsiteX1" fmla="*/ 1166388 w 2309168"/>
                <a:gd name="connsiteY1" fmla="*/ 432 h 746567"/>
                <a:gd name="connsiteX2" fmla="*/ 2309168 w 2309168"/>
                <a:gd name="connsiteY2" fmla="*/ 270511 h 746567"/>
                <a:gd name="connsiteX3" fmla="*/ 2121417 w 2309168"/>
                <a:gd name="connsiteY3" fmla="*/ 707874 h 746567"/>
                <a:gd name="connsiteX4" fmla="*/ 1156661 w 2309168"/>
                <a:gd name="connsiteY4" fmla="*/ 480503 h 746567"/>
                <a:gd name="connsiteX5" fmla="*/ 139604 w 2309168"/>
                <a:gd name="connsiteY5" fmla="*/ 746567 h 746567"/>
                <a:gd name="connsiteX6" fmla="*/ 0 w 2309168"/>
                <a:gd name="connsiteY6" fmla="*/ 226793 h 746567"/>
                <a:gd name="connsiteX0" fmla="*/ 0 w 2309168"/>
                <a:gd name="connsiteY0" fmla="*/ 226663 h 746437"/>
                <a:gd name="connsiteX1" fmla="*/ 1166388 w 2309168"/>
                <a:gd name="connsiteY1" fmla="*/ 302 h 746437"/>
                <a:gd name="connsiteX2" fmla="*/ 2309168 w 2309168"/>
                <a:gd name="connsiteY2" fmla="*/ 270381 h 746437"/>
                <a:gd name="connsiteX3" fmla="*/ 2121417 w 2309168"/>
                <a:gd name="connsiteY3" fmla="*/ 707744 h 746437"/>
                <a:gd name="connsiteX4" fmla="*/ 1156661 w 2309168"/>
                <a:gd name="connsiteY4" fmla="*/ 480373 h 746437"/>
                <a:gd name="connsiteX5" fmla="*/ 139604 w 2309168"/>
                <a:gd name="connsiteY5" fmla="*/ 746437 h 746437"/>
                <a:gd name="connsiteX6" fmla="*/ 0 w 2309168"/>
                <a:gd name="connsiteY6" fmla="*/ 226663 h 746437"/>
                <a:gd name="connsiteX0" fmla="*/ 0 w 2309168"/>
                <a:gd name="connsiteY0" fmla="*/ 226614 h 746388"/>
                <a:gd name="connsiteX1" fmla="*/ 1166388 w 2309168"/>
                <a:gd name="connsiteY1" fmla="*/ 253 h 746388"/>
                <a:gd name="connsiteX2" fmla="*/ 2309168 w 2309168"/>
                <a:gd name="connsiteY2" fmla="*/ 270332 h 746388"/>
                <a:gd name="connsiteX3" fmla="*/ 2121417 w 2309168"/>
                <a:gd name="connsiteY3" fmla="*/ 707695 h 746388"/>
                <a:gd name="connsiteX4" fmla="*/ 1156661 w 2309168"/>
                <a:gd name="connsiteY4" fmla="*/ 480324 h 746388"/>
                <a:gd name="connsiteX5" fmla="*/ 139604 w 2309168"/>
                <a:gd name="connsiteY5" fmla="*/ 746388 h 746388"/>
                <a:gd name="connsiteX6" fmla="*/ 0 w 2309168"/>
                <a:gd name="connsiteY6" fmla="*/ 226614 h 746388"/>
                <a:gd name="connsiteX0" fmla="*/ 0 w 2309168"/>
                <a:gd name="connsiteY0" fmla="*/ 231692 h 746328"/>
                <a:gd name="connsiteX1" fmla="*/ 1166388 w 2309168"/>
                <a:gd name="connsiteY1" fmla="*/ 193 h 746328"/>
                <a:gd name="connsiteX2" fmla="*/ 2309168 w 2309168"/>
                <a:gd name="connsiteY2" fmla="*/ 270272 h 746328"/>
                <a:gd name="connsiteX3" fmla="*/ 2121417 w 2309168"/>
                <a:gd name="connsiteY3" fmla="*/ 707635 h 746328"/>
                <a:gd name="connsiteX4" fmla="*/ 1156661 w 2309168"/>
                <a:gd name="connsiteY4" fmla="*/ 480264 h 746328"/>
                <a:gd name="connsiteX5" fmla="*/ 139604 w 2309168"/>
                <a:gd name="connsiteY5" fmla="*/ 746328 h 746328"/>
                <a:gd name="connsiteX6" fmla="*/ 0 w 2309168"/>
                <a:gd name="connsiteY6" fmla="*/ 231692 h 746328"/>
                <a:gd name="connsiteX0" fmla="*/ 0 w 2309168"/>
                <a:gd name="connsiteY0" fmla="*/ 231692 h 707635"/>
                <a:gd name="connsiteX1" fmla="*/ 1166388 w 2309168"/>
                <a:gd name="connsiteY1" fmla="*/ 193 h 707635"/>
                <a:gd name="connsiteX2" fmla="*/ 2309168 w 2309168"/>
                <a:gd name="connsiteY2" fmla="*/ 270272 h 707635"/>
                <a:gd name="connsiteX3" fmla="*/ 2121417 w 2309168"/>
                <a:gd name="connsiteY3" fmla="*/ 707635 h 707635"/>
                <a:gd name="connsiteX4" fmla="*/ 1156661 w 2309168"/>
                <a:gd name="connsiteY4" fmla="*/ 480264 h 707635"/>
                <a:gd name="connsiteX5" fmla="*/ 172995 w 2309168"/>
                <a:gd name="connsiteY5" fmla="*/ 684683 h 707635"/>
                <a:gd name="connsiteX6" fmla="*/ 0 w 2309168"/>
                <a:gd name="connsiteY6" fmla="*/ 231692 h 707635"/>
                <a:gd name="connsiteX0" fmla="*/ 0 w 2309168"/>
                <a:gd name="connsiteY0" fmla="*/ 231692 h 707635"/>
                <a:gd name="connsiteX1" fmla="*/ 1166388 w 2309168"/>
                <a:gd name="connsiteY1" fmla="*/ 193 h 707635"/>
                <a:gd name="connsiteX2" fmla="*/ 2309168 w 2309168"/>
                <a:gd name="connsiteY2" fmla="*/ 270272 h 707635"/>
                <a:gd name="connsiteX3" fmla="*/ 2121417 w 2309168"/>
                <a:gd name="connsiteY3" fmla="*/ 707635 h 707635"/>
                <a:gd name="connsiteX4" fmla="*/ 1156661 w 2309168"/>
                <a:gd name="connsiteY4" fmla="*/ 480264 h 707635"/>
                <a:gd name="connsiteX5" fmla="*/ 172995 w 2309168"/>
                <a:gd name="connsiteY5" fmla="*/ 684683 h 707635"/>
                <a:gd name="connsiteX6" fmla="*/ 0 w 2309168"/>
                <a:gd name="connsiteY6" fmla="*/ 231692 h 707635"/>
                <a:gd name="connsiteX0" fmla="*/ 0 w 2309168"/>
                <a:gd name="connsiteY0" fmla="*/ 231692 h 715340"/>
                <a:gd name="connsiteX1" fmla="*/ 1166388 w 2309168"/>
                <a:gd name="connsiteY1" fmla="*/ 193 h 715340"/>
                <a:gd name="connsiteX2" fmla="*/ 2309168 w 2309168"/>
                <a:gd name="connsiteY2" fmla="*/ 270272 h 715340"/>
                <a:gd name="connsiteX3" fmla="*/ 2123986 w 2309168"/>
                <a:gd name="connsiteY3" fmla="*/ 715340 h 715340"/>
                <a:gd name="connsiteX4" fmla="*/ 1156661 w 2309168"/>
                <a:gd name="connsiteY4" fmla="*/ 480264 h 715340"/>
                <a:gd name="connsiteX5" fmla="*/ 172995 w 2309168"/>
                <a:gd name="connsiteY5" fmla="*/ 684683 h 715340"/>
                <a:gd name="connsiteX6" fmla="*/ 0 w 2309168"/>
                <a:gd name="connsiteY6" fmla="*/ 231692 h 715340"/>
                <a:gd name="connsiteX0" fmla="*/ 0 w 2309168"/>
                <a:gd name="connsiteY0" fmla="*/ 231692 h 715340"/>
                <a:gd name="connsiteX1" fmla="*/ 1166388 w 2309168"/>
                <a:gd name="connsiteY1" fmla="*/ 193 h 715340"/>
                <a:gd name="connsiteX2" fmla="*/ 2309168 w 2309168"/>
                <a:gd name="connsiteY2" fmla="*/ 270272 h 715340"/>
                <a:gd name="connsiteX3" fmla="*/ 2123986 w 2309168"/>
                <a:gd name="connsiteY3" fmla="*/ 715340 h 715340"/>
                <a:gd name="connsiteX4" fmla="*/ 1156661 w 2309168"/>
                <a:gd name="connsiteY4" fmla="*/ 480264 h 715340"/>
                <a:gd name="connsiteX5" fmla="*/ 172995 w 2309168"/>
                <a:gd name="connsiteY5" fmla="*/ 684683 h 715340"/>
                <a:gd name="connsiteX6" fmla="*/ 0 w 2309168"/>
                <a:gd name="connsiteY6" fmla="*/ 231692 h 715340"/>
                <a:gd name="connsiteX0" fmla="*/ 0 w 2309168"/>
                <a:gd name="connsiteY0" fmla="*/ 231692 h 715340"/>
                <a:gd name="connsiteX1" fmla="*/ 1166388 w 2309168"/>
                <a:gd name="connsiteY1" fmla="*/ 193 h 715340"/>
                <a:gd name="connsiteX2" fmla="*/ 2309168 w 2309168"/>
                <a:gd name="connsiteY2" fmla="*/ 270272 h 715340"/>
                <a:gd name="connsiteX3" fmla="*/ 2123986 w 2309168"/>
                <a:gd name="connsiteY3" fmla="*/ 715340 h 715340"/>
                <a:gd name="connsiteX4" fmla="*/ 1156661 w 2309168"/>
                <a:gd name="connsiteY4" fmla="*/ 480264 h 715340"/>
                <a:gd name="connsiteX5" fmla="*/ 172995 w 2309168"/>
                <a:gd name="connsiteY5" fmla="*/ 684683 h 715340"/>
                <a:gd name="connsiteX6" fmla="*/ 0 w 2309168"/>
                <a:gd name="connsiteY6" fmla="*/ 231692 h 715340"/>
                <a:gd name="connsiteX0" fmla="*/ 0 w 2314305"/>
                <a:gd name="connsiteY0" fmla="*/ 231543 h 715191"/>
                <a:gd name="connsiteX1" fmla="*/ 1166388 w 2314305"/>
                <a:gd name="connsiteY1" fmla="*/ 44 h 715191"/>
                <a:gd name="connsiteX2" fmla="*/ 2314305 w 2314305"/>
                <a:gd name="connsiteY2" fmla="*/ 249575 h 715191"/>
                <a:gd name="connsiteX3" fmla="*/ 2123986 w 2314305"/>
                <a:gd name="connsiteY3" fmla="*/ 715191 h 715191"/>
                <a:gd name="connsiteX4" fmla="*/ 1156661 w 2314305"/>
                <a:gd name="connsiteY4" fmla="*/ 480115 h 715191"/>
                <a:gd name="connsiteX5" fmla="*/ 172995 w 2314305"/>
                <a:gd name="connsiteY5" fmla="*/ 684534 h 715191"/>
                <a:gd name="connsiteX6" fmla="*/ 0 w 2314305"/>
                <a:gd name="connsiteY6" fmla="*/ 231543 h 715191"/>
                <a:gd name="connsiteX0" fmla="*/ 0 w 2314305"/>
                <a:gd name="connsiteY0" fmla="*/ 231543 h 715191"/>
                <a:gd name="connsiteX1" fmla="*/ 1166388 w 2314305"/>
                <a:gd name="connsiteY1" fmla="*/ 44 h 715191"/>
                <a:gd name="connsiteX2" fmla="*/ 2314305 w 2314305"/>
                <a:gd name="connsiteY2" fmla="*/ 249575 h 715191"/>
                <a:gd name="connsiteX3" fmla="*/ 2123986 w 2314305"/>
                <a:gd name="connsiteY3" fmla="*/ 715191 h 715191"/>
                <a:gd name="connsiteX4" fmla="*/ 1156661 w 2314305"/>
                <a:gd name="connsiteY4" fmla="*/ 480115 h 715191"/>
                <a:gd name="connsiteX5" fmla="*/ 172995 w 2314305"/>
                <a:gd name="connsiteY5" fmla="*/ 684534 h 715191"/>
                <a:gd name="connsiteX6" fmla="*/ 0 w 2314305"/>
                <a:gd name="connsiteY6" fmla="*/ 231543 h 715191"/>
                <a:gd name="connsiteX0" fmla="*/ 0 w 2314305"/>
                <a:gd name="connsiteY0" fmla="*/ 231550 h 715198"/>
                <a:gd name="connsiteX1" fmla="*/ 1166388 w 2314305"/>
                <a:gd name="connsiteY1" fmla="*/ 51 h 715198"/>
                <a:gd name="connsiteX2" fmla="*/ 2314305 w 2314305"/>
                <a:gd name="connsiteY2" fmla="*/ 249582 h 715198"/>
                <a:gd name="connsiteX3" fmla="*/ 2123986 w 2314305"/>
                <a:gd name="connsiteY3" fmla="*/ 715198 h 715198"/>
                <a:gd name="connsiteX4" fmla="*/ 1156661 w 2314305"/>
                <a:gd name="connsiteY4" fmla="*/ 480122 h 715198"/>
                <a:gd name="connsiteX5" fmla="*/ 172995 w 2314305"/>
                <a:gd name="connsiteY5" fmla="*/ 684541 h 715198"/>
                <a:gd name="connsiteX6" fmla="*/ 0 w 2314305"/>
                <a:gd name="connsiteY6" fmla="*/ 231550 h 715198"/>
                <a:gd name="connsiteX0" fmla="*/ 0 w 2314305"/>
                <a:gd name="connsiteY0" fmla="*/ 233092 h 716740"/>
                <a:gd name="connsiteX1" fmla="*/ 1166388 w 2314305"/>
                <a:gd name="connsiteY1" fmla="*/ 1593 h 716740"/>
                <a:gd name="connsiteX2" fmla="*/ 2314305 w 2314305"/>
                <a:gd name="connsiteY2" fmla="*/ 251124 h 716740"/>
                <a:gd name="connsiteX3" fmla="*/ 2123986 w 2314305"/>
                <a:gd name="connsiteY3" fmla="*/ 716740 h 716740"/>
                <a:gd name="connsiteX4" fmla="*/ 1156661 w 2314305"/>
                <a:gd name="connsiteY4" fmla="*/ 481664 h 716740"/>
                <a:gd name="connsiteX5" fmla="*/ 172995 w 2314305"/>
                <a:gd name="connsiteY5" fmla="*/ 686083 h 716740"/>
                <a:gd name="connsiteX6" fmla="*/ 0 w 2314305"/>
                <a:gd name="connsiteY6" fmla="*/ 233092 h 716740"/>
                <a:gd name="connsiteX0" fmla="*/ 0 w 2314305"/>
                <a:gd name="connsiteY0" fmla="*/ 231523 h 715171"/>
                <a:gd name="connsiteX1" fmla="*/ 1166388 w 2314305"/>
                <a:gd name="connsiteY1" fmla="*/ 24 h 715171"/>
                <a:gd name="connsiteX2" fmla="*/ 2314305 w 2314305"/>
                <a:gd name="connsiteY2" fmla="*/ 249555 h 715171"/>
                <a:gd name="connsiteX3" fmla="*/ 2123986 w 2314305"/>
                <a:gd name="connsiteY3" fmla="*/ 715171 h 715171"/>
                <a:gd name="connsiteX4" fmla="*/ 1156661 w 2314305"/>
                <a:gd name="connsiteY4" fmla="*/ 480095 h 715171"/>
                <a:gd name="connsiteX5" fmla="*/ 172995 w 2314305"/>
                <a:gd name="connsiteY5" fmla="*/ 684514 h 715171"/>
                <a:gd name="connsiteX6" fmla="*/ 0 w 2314305"/>
                <a:gd name="connsiteY6" fmla="*/ 231523 h 715171"/>
                <a:gd name="connsiteX0" fmla="*/ 0 w 2314305"/>
                <a:gd name="connsiteY0" fmla="*/ 231550 h 715198"/>
                <a:gd name="connsiteX1" fmla="*/ 1166388 w 2314305"/>
                <a:gd name="connsiteY1" fmla="*/ 51 h 715198"/>
                <a:gd name="connsiteX2" fmla="*/ 2314305 w 2314305"/>
                <a:gd name="connsiteY2" fmla="*/ 249582 h 715198"/>
                <a:gd name="connsiteX3" fmla="*/ 2123986 w 2314305"/>
                <a:gd name="connsiteY3" fmla="*/ 715198 h 715198"/>
                <a:gd name="connsiteX4" fmla="*/ 1156661 w 2314305"/>
                <a:gd name="connsiteY4" fmla="*/ 480122 h 715198"/>
                <a:gd name="connsiteX5" fmla="*/ 172995 w 2314305"/>
                <a:gd name="connsiteY5" fmla="*/ 684541 h 715198"/>
                <a:gd name="connsiteX6" fmla="*/ 0 w 2314305"/>
                <a:gd name="connsiteY6" fmla="*/ 231550 h 715198"/>
                <a:gd name="connsiteX0" fmla="*/ 0 w 2314305"/>
                <a:gd name="connsiteY0" fmla="*/ 232088 h 715736"/>
                <a:gd name="connsiteX1" fmla="*/ 1166388 w 2314305"/>
                <a:gd name="connsiteY1" fmla="*/ 589 h 715736"/>
                <a:gd name="connsiteX2" fmla="*/ 2314305 w 2314305"/>
                <a:gd name="connsiteY2" fmla="*/ 250120 h 715736"/>
                <a:gd name="connsiteX3" fmla="*/ 2123986 w 2314305"/>
                <a:gd name="connsiteY3" fmla="*/ 715736 h 715736"/>
                <a:gd name="connsiteX4" fmla="*/ 1156661 w 2314305"/>
                <a:gd name="connsiteY4" fmla="*/ 480660 h 715736"/>
                <a:gd name="connsiteX5" fmla="*/ 172995 w 2314305"/>
                <a:gd name="connsiteY5" fmla="*/ 685079 h 715736"/>
                <a:gd name="connsiteX6" fmla="*/ 0 w 2314305"/>
                <a:gd name="connsiteY6" fmla="*/ 232088 h 715736"/>
                <a:gd name="connsiteX0" fmla="*/ 0 w 2314305"/>
                <a:gd name="connsiteY0" fmla="*/ 232088 h 715736"/>
                <a:gd name="connsiteX1" fmla="*/ 1166388 w 2314305"/>
                <a:gd name="connsiteY1" fmla="*/ 589 h 715736"/>
                <a:gd name="connsiteX2" fmla="*/ 2314305 w 2314305"/>
                <a:gd name="connsiteY2" fmla="*/ 250120 h 715736"/>
                <a:gd name="connsiteX3" fmla="*/ 2123986 w 2314305"/>
                <a:gd name="connsiteY3" fmla="*/ 715736 h 715736"/>
                <a:gd name="connsiteX4" fmla="*/ 1156661 w 2314305"/>
                <a:gd name="connsiteY4" fmla="*/ 480660 h 715736"/>
                <a:gd name="connsiteX5" fmla="*/ 172995 w 2314305"/>
                <a:gd name="connsiteY5" fmla="*/ 685079 h 715736"/>
                <a:gd name="connsiteX6" fmla="*/ 0 w 2314305"/>
                <a:gd name="connsiteY6" fmla="*/ 232088 h 715736"/>
                <a:gd name="connsiteX0" fmla="*/ 0 w 2314305"/>
                <a:gd name="connsiteY0" fmla="*/ 232088 h 715736"/>
                <a:gd name="connsiteX1" fmla="*/ 1166388 w 2314305"/>
                <a:gd name="connsiteY1" fmla="*/ 589 h 715736"/>
                <a:gd name="connsiteX2" fmla="*/ 2314305 w 2314305"/>
                <a:gd name="connsiteY2" fmla="*/ 250120 h 715736"/>
                <a:gd name="connsiteX3" fmla="*/ 2123986 w 2314305"/>
                <a:gd name="connsiteY3" fmla="*/ 715736 h 715736"/>
                <a:gd name="connsiteX4" fmla="*/ 1156661 w 2314305"/>
                <a:gd name="connsiteY4" fmla="*/ 480660 h 715736"/>
                <a:gd name="connsiteX5" fmla="*/ 172995 w 2314305"/>
                <a:gd name="connsiteY5" fmla="*/ 685079 h 715736"/>
                <a:gd name="connsiteX6" fmla="*/ 0 w 2314305"/>
                <a:gd name="connsiteY6" fmla="*/ 232088 h 715736"/>
                <a:gd name="connsiteX0" fmla="*/ 0 w 2314305"/>
                <a:gd name="connsiteY0" fmla="*/ 232060 h 715708"/>
                <a:gd name="connsiteX1" fmla="*/ 1166388 w 2314305"/>
                <a:gd name="connsiteY1" fmla="*/ 561 h 715708"/>
                <a:gd name="connsiteX2" fmla="*/ 2314305 w 2314305"/>
                <a:gd name="connsiteY2" fmla="*/ 250092 h 715708"/>
                <a:gd name="connsiteX3" fmla="*/ 2123986 w 2314305"/>
                <a:gd name="connsiteY3" fmla="*/ 715708 h 715708"/>
                <a:gd name="connsiteX4" fmla="*/ 1156661 w 2314305"/>
                <a:gd name="connsiteY4" fmla="*/ 480632 h 715708"/>
                <a:gd name="connsiteX5" fmla="*/ 172995 w 2314305"/>
                <a:gd name="connsiteY5" fmla="*/ 685051 h 715708"/>
                <a:gd name="connsiteX6" fmla="*/ 0 w 2314305"/>
                <a:gd name="connsiteY6" fmla="*/ 232060 h 7157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314305" h="715708">
                  <a:moveTo>
                    <a:pt x="0" y="232060"/>
                  </a:moveTo>
                  <a:cubicBezTo>
                    <a:pt x="116349" y="135016"/>
                    <a:pt x="772966" y="-10150"/>
                    <a:pt x="1166388" y="561"/>
                  </a:cubicBezTo>
                  <a:cubicBezTo>
                    <a:pt x="1559810" y="11272"/>
                    <a:pt x="1962415" y="54514"/>
                    <a:pt x="2314305" y="250092"/>
                  </a:cubicBezTo>
                  <a:cubicBezTo>
                    <a:pt x="2236857" y="411910"/>
                    <a:pt x="2305049" y="284904"/>
                    <a:pt x="2123986" y="715708"/>
                  </a:cubicBezTo>
                  <a:cubicBezTo>
                    <a:pt x="2077752" y="646036"/>
                    <a:pt x="1616289" y="480632"/>
                    <a:pt x="1156661" y="480632"/>
                  </a:cubicBezTo>
                  <a:cubicBezTo>
                    <a:pt x="697033" y="480632"/>
                    <a:pt x="257593" y="589531"/>
                    <a:pt x="172995" y="685051"/>
                  </a:cubicBezTo>
                  <a:lnTo>
                    <a:pt x="0" y="232060"/>
                  </a:lnTo>
                  <a:close/>
                </a:path>
              </a:pathLst>
            </a:custGeom>
            <a:solidFill>
              <a:srgbClr val="EE4238"/>
            </a:solidFill>
            <a:ln>
              <a:solidFill>
                <a:srgbClr val="EE423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42" name="Isosceles Triangle 41">
              <a:extLst>
                <a:ext uri="{FF2B5EF4-FFF2-40B4-BE49-F238E27FC236}">
                  <a16:creationId xmlns:a16="http://schemas.microsoft.com/office/drawing/2014/main" id="{46DE5F07-0471-0A3F-6AFD-3BFD6B898674}"/>
                </a:ext>
              </a:extLst>
            </p:cNvPr>
            <p:cNvSpPr/>
            <p:nvPr/>
          </p:nvSpPr>
          <p:spPr>
            <a:xfrm rot="12756092">
              <a:off x="10065502" y="5009385"/>
              <a:ext cx="1097280" cy="457200"/>
            </a:xfrm>
            <a:prstGeom prst="triangle">
              <a:avLst>
                <a:gd name="adj" fmla="val 49630"/>
              </a:avLst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3" name="Isosceles Triangle 42">
              <a:extLst>
                <a:ext uri="{FF2B5EF4-FFF2-40B4-BE49-F238E27FC236}">
                  <a16:creationId xmlns:a16="http://schemas.microsoft.com/office/drawing/2014/main" id="{2BC97496-F1E9-8929-9C8D-9E63A6B6396C}"/>
                </a:ext>
              </a:extLst>
            </p:cNvPr>
            <p:cNvSpPr/>
            <p:nvPr/>
          </p:nvSpPr>
          <p:spPr>
            <a:xfrm rot="16200000">
              <a:off x="7908379" y="5962727"/>
              <a:ext cx="1097280" cy="457201"/>
            </a:xfrm>
            <a:prstGeom prst="triangle">
              <a:avLst>
                <a:gd name="adj" fmla="val 49630"/>
              </a:avLst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4" name="Isosceles Triangle 43">
              <a:extLst>
                <a:ext uri="{FF2B5EF4-FFF2-40B4-BE49-F238E27FC236}">
                  <a16:creationId xmlns:a16="http://schemas.microsoft.com/office/drawing/2014/main" id="{C1190D59-94E8-8EC4-61AF-8939C7842BC4}"/>
                </a:ext>
              </a:extLst>
            </p:cNvPr>
            <p:cNvSpPr/>
            <p:nvPr/>
          </p:nvSpPr>
          <p:spPr>
            <a:xfrm rot="19068017">
              <a:off x="5803319" y="4833342"/>
              <a:ext cx="1097280" cy="457200"/>
            </a:xfrm>
            <a:prstGeom prst="triangle">
              <a:avLst>
                <a:gd name="adj" fmla="val 49630"/>
              </a:avLst>
            </a:prstGeom>
            <a:solidFill>
              <a:srgbClr val="33CCCC"/>
            </a:solidFill>
            <a:ln>
              <a:solidFill>
                <a:srgbClr val="33CCC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5" name="Isosceles Triangle 44">
              <a:extLst>
                <a:ext uri="{FF2B5EF4-FFF2-40B4-BE49-F238E27FC236}">
                  <a16:creationId xmlns:a16="http://schemas.microsoft.com/office/drawing/2014/main" id="{9B058550-4646-8974-5746-453593B8A7FC}"/>
                </a:ext>
              </a:extLst>
            </p:cNvPr>
            <p:cNvSpPr/>
            <p:nvPr/>
          </p:nvSpPr>
          <p:spPr>
            <a:xfrm rot="722318">
              <a:off x="5436198" y="2460377"/>
              <a:ext cx="1097280" cy="457200"/>
            </a:xfrm>
            <a:prstGeom prst="triangle">
              <a:avLst>
                <a:gd name="adj" fmla="val 49630"/>
              </a:avLst>
            </a:prstGeom>
            <a:solidFill>
              <a:srgbClr val="0070C0"/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6" name="Isosceles Triangle 45">
              <a:extLst>
                <a:ext uri="{FF2B5EF4-FFF2-40B4-BE49-F238E27FC236}">
                  <a16:creationId xmlns:a16="http://schemas.microsoft.com/office/drawing/2014/main" id="{17D407F5-0259-BBE9-6AEB-3492EE40456E}"/>
                </a:ext>
              </a:extLst>
            </p:cNvPr>
            <p:cNvSpPr/>
            <p:nvPr/>
          </p:nvSpPr>
          <p:spPr>
            <a:xfrm rot="4150195">
              <a:off x="7002567" y="831281"/>
              <a:ext cx="1097280" cy="457200"/>
            </a:xfrm>
            <a:prstGeom prst="triangle">
              <a:avLst>
                <a:gd name="adj" fmla="val 49630"/>
              </a:avLst>
            </a:prstGeom>
            <a:solidFill>
              <a:srgbClr val="252260"/>
            </a:solidFill>
            <a:ln>
              <a:solidFill>
                <a:srgbClr val="2522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5D7B85F6-4BBA-7CF8-6123-31340330E1A3}"/>
                </a:ext>
              </a:extLst>
            </p:cNvPr>
            <p:cNvSpPr txBox="1"/>
            <p:nvPr/>
          </p:nvSpPr>
          <p:spPr>
            <a:xfrm>
              <a:off x="7612778" y="888506"/>
              <a:ext cx="1841899" cy="638175"/>
            </a:xfrm>
            <a:prstGeom prst="rect">
              <a:avLst/>
            </a:prstGeom>
            <a:noFill/>
          </p:spPr>
          <p:txBody>
            <a:bodyPr wrap="square" rtlCol="0">
              <a:prstTxWarp prst="textArchUp">
                <a:avLst/>
              </a:prstTxWarp>
              <a:spAutoFit/>
            </a:bodyPr>
            <a:lstStyle/>
            <a:p>
              <a:pPr algn="ctr"/>
              <a:r>
                <a:rPr lang="en-US" sz="2400" dirty="0">
                  <a:solidFill>
                    <a:schemeClr val="bg1"/>
                  </a:solidFill>
                </a:rPr>
                <a:t>Inspire</a:t>
              </a: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B05A5FAC-3559-2009-AF28-26E331DB17C5}"/>
                </a:ext>
              </a:extLst>
            </p:cNvPr>
            <p:cNvSpPr txBox="1"/>
            <p:nvPr/>
          </p:nvSpPr>
          <p:spPr>
            <a:xfrm rot="520636">
              <a:off x="6621384" y="2323639"/>
              <a:ext cx="3973684" cy="212365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400" dirty="0">
                  <a:solidFill>
                    <a:srgbClr val="252260"/>
                  </a:solidFill>
                </a:rPr>
                <a:t>Donor </a:t>
              </a:r>
            </a:p>
            <a:p>
              <a:pPr algn="ctr"/>
              <a:r>
                <a:rPr lang="en-US" sz="4400" dirty="0">
                  <a:solidFill>
                    <a:srgbClr val="252260"/>
                  </a:solidFill>
                </a:rPr>
                <a:t>Engagement </a:t>
              </a:r>
            </a:p>
            <a:p>
              <a:pPr algn="ctr"/>
              <a:r>
                <a:rPr lang="en-US" sz="4400" dirty="0">
                  <a:solidFill>
                    <a:srgbClr val="252260"/>
                  </a:solidFill>
                </a:rPr>
                <a:t>Cycle</a:t>
              </a:r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C149EBC4-7700-6663-D5C6-4B02EBFA77F1}"/>
              </a:ext>
            </a:extLst>
          </p:cNvPr>
          <p:cNvGrpSpPr/>
          <p:nvPr/>
        </p:nvGrpSpPr>
        <p:grpSpPr>
          <a:xfrm>
            <a:off x="0" y="6078071"/>
            <a:ext cx="12192000" cy="779929"/>
            <a:chOff x="0" y="6078071"/>
            <a:chExt cx="12192000" cy="779929"/>
          </a:xfrm>
        </p:grpSpPr>
        <p:sp>
          <p:nvSpPr>
            <p:cNvPr id="4" name="Rectangle 24">
              <a:extLst>
                <a:ext uri="{FF2B5EF4-FFF2-40B4-BE49-F238E27FC236}">
                  <a16:creationId xmlns:a16="http://schemas.microsoft.com/office/drawing/2014/main" id="{6F830BC7-67F6-354E-260B-EC215967BEA1}"/>
                </a:ext>
              </a:extLst>
            </p:cNvPr>
            <p:cNvSpPr/>
            <p:nvPr/>
          </p:nvSpPr>
          <p:spPr>
            <a:xfrm>
              <a:off x="0" y="6078071"/>
              <a:ext cx="12192000" cy="779929"/>
            </a:xfrm>
            <a:custGeom>
              <a:avLst/>
              <a:gdLst>
                <a:gd name="connsiteX0" fmla="*/ 0 w 12876028"/>
                <a:gd name="connsiteY0" fmla="*/ 0 h 1662721"/>
                <a:gd name="connsiteX1" fmla="*/ 12876028 w 12876028"/>
                <a:gd name="connsiteY1" fmla="*/ 0 h 1662721"/>
                <a:gd name="connsiteX2" fmla="*/ 12876028 w 12876028"/>
                <a:gd name="connsiteY2" fmla="*/ 1662721 h 1662721"/>
                <a:gd name="connsiteX3" fmla="*/ 0 w 12876028"/>
                <a:gd name="connsiteY3" fmla="*/ 1662721 h 1662721"/>
                <a:gd name="connsiteX4" fmla="*/ 0 w 12876028"/>
                <a:gd name="connsiteY4" fmla="*/ 0 h 1662721"/>
                <a:gd name="connsiteX0" fmla="*/ 0 w 12876028"/>
                <a:gd name="connsiteY0" fmla="*/ 893135 h 1662721"/>
                <a:gd name="connsiteX1" fmla="*/ 12876028 w 12876028"/>
                <a:gd name="connsiteY1" fmla="*/ 0 h 1662721"/>
                <a:gd name="connsiteX2" fmla="*/ 12876028 w 12876028"/>
                <a:gd name="connsiteY2" fmla="*/ 1662721 h 1662721"/>
                <a:gd name="connsiteX3" fmla="*/ 0 w 12876028"/>
                <a:gd name="connsiteY3" fmla="*/ 1662721 h 1662721"/>
                <a:gd name="connsiteX4" fmla="*/ 0 w 12876028"/>
                <a:gd name="connsiteY4" fmla="*/ 893135 h 16627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876028" h="1662721">
                  <a:moveTo>
                    <a:pt x="0" y="893135"/>
                  </a:moveTo>
                  <a:lnTo>
                    <a:pt x="12876028" y="0"/>
                  </a:lnTo>
                  <a:lnTo>
                    <a:pt x="12876028" y="1662721"/>
                  </a:lnTo>
                  <a:lnTo>
                    <a:pt x="0" y="1662721"/>
                  </a:lnTo>
                  <a:lnTo>
                    <a:pt x="0" y="893135"/>
                  </a:lnTo>
                  <a:close/>
                </a:path>
              </a:pathLst>
            </a:custGeom>
            <a:solidFill>
              <a:srgbClr val="DD403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F57AACA3-2976-8EDE-00FC-DC46EF3358A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4486" b="24288"/>
            <a:stretch/>
          </p:blipFill>
          <p:spPr>
            <a:xfrm>
              <a:off x="9825318" y="6236638"/>
              <a:ext cx="2079811" cy="559334"/>
            </a:xfrm>
            <a:prstGeom prst="rect">
              <a:avLst/>
            </a:prstGeom>
          </p:spPr>
        </p:pic>
      </p:grp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5DABC5-8FD0-79B1-E236-68C19D5D06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-1" y="6492875"/>
            <a:ext cx="528919" cy="365125"/>
          </a:xfrm>
        </p:spPr>
        <p:txBody>
          <a:bodyPr/>
          <a:lstStyle/>
          <a:p>
            <a:fld id="{0F897CD2-57D8-4610-8E64-C03C1E4E4E05}" type="slidenum">
              <a:rPr lang="en-US" sz="1600" b="1" smtClean="0">
                <a:solidFill>
                  <a:schemeClr val="bg1"/>
                </a:solidFill>
              </a:rPr>
              <a:t>25</a:t>
            </a:fld>
            <a:endParaRPr lang="en-US" sz="16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811459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9CBED602-B9AA-4E30-811B-082728B0E948}"/>
              </a:ext>
            </a:extLst>
          </p:cNvPr>
          <p:cNvGrpSpPr/>
          <p:nvPr/>
        </p:nvGrpSpPr>
        <p:grpSpPr>
          <a:xfrm>
            <a:off x="0" y="6078071"/>
            <a:ext cx="12192000" cy="779929"/>
            <a:chOff x="0" y="6078071"/>
            <a:chExt cx="12192000" cy="779929"/>
          </a:xfrm>
        </p:grpSpPr>
        <p:sp>
          <p:nvSpPr>
            <p:cNvPr id="3" name="Rectangle 24">
              <a:extLst>
                <a:ext uri="{FF2B5EF4-FFF2-40B4-BE49-F238E27FC236}">
                  <a16:creationId xmlns:a16="http://schemas.microsoft.com/office/drawing/2014/main" id="{C367CC84-698C-26A1-9D0F-CDAA043943DB}"/>
                </a:ext>
              </a:extLst>
            </p:cNvPr>
            <p:cNvSpPr/>
            <p:nvPr/>
          </p:nvSpPr>
          <p:spPr>
            <a:xfrm>
              <a:off x="0" y="6078071"/>
              <a:ext cx="12192000" cy="779929"/>
            </a:xfrm>
            <a:custGeom>
              <a:avLst/>
              <a:gdLst>
                <a:gd name="connsiteX0" fmla="*/ 0 w 12876028"/>
                <a:gd name="connsiteY0" fmla="*/ 0 h 1662721"/>
                <a:gd name="connsiteX1" fmla="*/ 12876028 w 12876028"/>
                <a:gd name="connsiteY1" fmla="*/ 0 h 1662721"/>
                <a:gd name="connsiteX2" fmla="*/ 12876028 w 12876028"/>
                <a:gd name="connsiteY2" fmla="*/ 1662721 h 1662721"/>
                <a:gd name="connsiteX3" fmla="*/ 0 w 12876028"/>
                <a:gd name="connsiteY3" fmla="*/ 1662721 h 1662721"/>
                <a:gd name="connsiteX4" fmla="*/ 0 w 12876028"/>
                <a:gd name="connsiteY4" fmla="*/ 0 h 1662721"/>
                <a:gd name="connsiteX0" fmla="*/ 0 w 12876028"/>
                <a:gd name="connsiteY0" fmla="*/ 893135 h 1662721"/>
                <a:gd name="connsiteX1" fmla="*/ 12876028 w 12876028"/>
                <a:gd name="connsiteY1" fmla="*/ 0 h 1662721"/>
                <a:gd name="connsiteX2" fmla="*/ 12876028 w 12876028"/>
                <a:gd name="connsiteY2" fmla="*/ 1662721 h 1662721"/>
                <a:gd name="connsiteX3" fmla="*/ 0 w 12876028"/>
                <a:gd name="connsiteY3" fmla="*/ 1662721 h 1662721"/>
                <a:gd name="connsiteX4" fmla="*/ 0 w 12876028"/>
                <a:gd name="connsiteY4" fmla="*/ 893135 h 16627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876028" h="1662721">
                  <a:moveTo>
                    <a:pt x="0" y="893135"/>
                  </a:moveTo>
                  <a:lnTo>
                    <a:pt x="12876028" y="0"/>
                  </a:lnTo>
                  <a:lnTo>
                    <a:pt x="12876028" y="1662721"/>
                  </a:lnTo>
                  <a:lnTo>
                    <a:pt x="0" y="1662721"/>
                  </a:lnTo>
                  <a:lnTo>
                    <a:pt x="0" y="893135"/>
                  </a:lnTo>
                  <a:close/>
                </a:path>
              </a:pathLst>
            </a:custGeom>
            <a:solidFill>
              <a:srgbClr val="DD403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706977B5-0C6C-A11B-E6C8-969AC985CA5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t="24486" b="24288"/>
            <a:stretch/>
          </p:blipFill>
          <p:spPr>
            <a:xfrm>
              <a:off x="9825318" y="6236638"/>
              <a:ext cx="2079811" cy="559334"/>
            </a:xfrm>
            <a:prstGeom prst="rect">
              <a:avLst/>
            </a:prstGeom>
          </p:spPr>
        </p:pic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81561FA0-D1C7-AD45-AAC2-3F6D42047E16}"/>
              </a:ext>
            </a:extLst>
          </p:cNvPr>
          <p:cNvSpPr txBox="1"/>
          <p:nvPr/>
        </p:nvSpPr>
        <p:spPr>
          <a:xfrm>
            <a:off x="286871" y="1107886"/>
            <a:ext cx="11341022" cy="51706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28700" indent="-571500">
              <a:spcAft>
                <a:spcPts val="1200"/>
              </a:spcAft>
              <a:buClr>
                <a:srgbClr val="EE4238"/>
              </a:buClr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252260"/>
                </a:solidFill>
                <a:latin typeface="Century Gothic" panose="020B0502020202020204" pitchFamily="34" charset="0"/>
              </a:rPr>
              <a:t>Make it easy to connect</a:t>
            </a:r>
          </a:p>
          <a:p>
            <a:pPr marL="1028700" indent="-571500">
              <a:spcAft>
                <a:spcPts val="1200"/>
              </a:spcAft>
              <a:buClr>
                <a:srgbClr val="EE4238"/>
              </a:buClr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252260"/>
                </a:solidFill>
                <a:latin typeface="Century Gothic" panose="020B0502020202020204" pitchFamily="34" charset="0"/>
              </a:rPr>
              <a:t>Good first impression</a:t>
            </a:r>
          </a:p>
          <a:p>
            <a:pPr marL="1028700" indent="-571500">
              <a:spcAft>
                <a:spcPts val="1200"/>
              </a:spcAft>
              <a:buClr>
                <a:srgbClr val="EE4238"/>
              </a:buClr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252260"/>
                </a:solidFill>
                <a:latin typeface="Century Gothic" panose="020B0502020202020204" pitchFamily="34" charset="0"/>
              </a:rPr>
              <a:t>Make a small donation, purchase event tickets or join membership</a:t>
            </a:r>
          </a:p>
          <a:p>
            <a:pPr marL="1028700" indent="-571500">
              <a:spcAft>
                <a:spcPts val="1200"/>
              </a:spcAft>
              <a:buClr>
                <a:srgbClr val="EE4238"/>
              </a:buClr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252260"/>
                </a:solidFill>
                <a:latin typeface="Century Gothic" panose="020B0502020202020204" pitchFamily="34" charset="0"/>
              </a:rPr>
              <a:t>See &amp; sign up for volunteer opportunities</a:t>
            </a:r>
          </a:p>
          <a:p>
            <a:pPr marL="1028700" indent="-571500">
              <a:spcAft>
                <a:spcPts val="1200"/>
              </a:spcAft>
              <a:buClr>
                <a:srgbClr val="EE4238"/>
              </a:buClr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252260"/>
                </a:solidFill>
                <a:latin typeface="Century Gothic" panose="020B0502020202020204" pitchFamily="34" charset="0"/>
              </a:rPr>
              <a:t>Text-2-Give or QR Codes</a:t>
            </a:r>
          </a:p>
          <a:p>
            <a:pPr marL="1028700" indent="-571500">
              <a:spcAft>
                <a:spcPts val="1200"/>
              </a:spcAft>
              <a:buClr>
                <a:srgbClr val="EE4238"/>
              </a:buClr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252260"/>
                </a:solidFill>
                <a:latin typeface="Century Gothic" panose="020B0502020202020204" pitchFamily="34" charset="0"/>
              </a:rPr>
              <a:t>Welcome packages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4786D73-D047-34CE-2FF2-AFCCFD23A2EA}"/>
              </a:ext>
            </a:extLst>
          </p:cNvPr>
          <p:cNvSpPr/>
          <p:nvPr/>
        </p:nvSpPr>
        <p:spPr>
          <a:xfrm>
            <a:off x="0" y="0"/>
            <a:ext cx="12192000" cy="959224"/>
          </a:xfrm>
          <a:prstGeom prst="rect">
            <a:avLst/>
          </a:prstGeom>
          <a:solidFill>
            <a:srgbClr val="F181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B6DD2AD-DD20-A6EB-4CAF-5FC2073501D5}"/>
              </a:ext>
            </a:extLst>
          </p:cNvPr>
          <p:cNvSpPr txBox="1"/>
          <p:nvPr/>
        </p:nvSpPr>
        <p:spPr>
          <a:xfrm>
            <a:off x="672353" y="69954"/>
            <a:ext cx="1123277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dirty="0">
                <a:solidFill>
                  <a:schemeClr val="bg1"/>
                </a:solidFill>
                <a:latin typeface="Century Gothic" panose="020B0502020202020204" pitchFamily="34" charset="0"/>
              </a:rPr>
              <a:t>Connect – Easy entry points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4B063A-56FC-68F3-AF34-DCF071DE86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-1" y="6492875"/>
            <a:ext cx="528919" cy="365125"/>
          </a:xfrm>
        </p:spPr>
        <p:txBody>
          <a:bodyPr/>
          <a:lstStyle/>
          <a:p>
            <a:fld id="{0F897CD2-57D8-4610-8E64-C03C1E4E4E05}" type="slidenum">
              <a:rPr lang="en-US" sz="1600" b="1" smtClean="0">
                <a:solidFill>
                  <a:schemeClr val="bg1"/>
                </a:solidFill>
              </a:rPr>
              <a:t>26</a:t>
            </a:fld>
            <a:endParaRPr lang="en-US" sz="16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4407667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9CBED602-B9AA-4E30-811B-082728B0E948}"/>
              </a:ext>
            </a:extLst>
          </p:cNvPr>
          <p:cNvGrpSpPr/>
          <p:nvPr/>
        </p:nvGrpSpPr>
        <p:grpSpPr>
          <a:xfrm>
            <a:off x="0" y="6316825"/>
            <a:ext cx="12192000" cy="541176"/>
            <a:chOff x="0" y="6078071"/>
            <a:chExt cx="12192000" cy="779929"/>
          </a:xfrm>
        </p:grpSpPr>
        <p:sp>
          <p:nvSpPr>
            <p:cNvPr id="3" name="Rectangle 24">
              <a:extLst>
                <a:ext uri="{FF2B5EF4-FFF2-40B4-BE49-F238E27FC236}">
                  <a16:creationId xmlns:a16="http://schemas.microsoft.com/office/drawing/2014/main" id="{C367CC84-698C-26A1-9D0F-CDAA043943DB}"/>
                </a:ext>
              </a:extLst>
            </p:cNvPr>
            <p:cNvSpPr/>
            <p:nvPr/>
          </p:nvSpPr>
          <p:spPr>
            <a:xfrm>
              <a:off x="0" y="6078071"/>
              <a:ext cx="12192000" cy="779929"/>
            </a:xfrm>
            <a:custGeom>
              <a:avLst/>
              <a:gdLst>
                <a:gd name="connsiteX0" fmla="*/ 0 w 12876028"/>
                <a:gd name="connsiteY0" fmla="*/ 0 h 1662721"/>
                <a:gd name="connsiteX1" fmla="*/ 12876028 w 12876028"/>
                <a:gd name="connsiteY1" fmla="*/ 0 h 1662721"/>
                <a:gd name="connsiteX2" fmla="*/ 12876028 w 12876028"/>
                <a:gd name="connsiteY2" fmla="*/ 1662721 h 1662721"/>
                <a:gd name="connsiteX3" fmla="*/ 0 w 12876028"/>
                <a:gd name="connsiteY3" fmla="*/ 1662721 h 1662721"/>
                <a:gd name="connsiteX4" fmla="*/ 0 w 12876028"/>
                <a:gd name="connsiteY4" fmla="*/ 0 h 1662721"/>
                <a:gd name="connsiteX0" fmla="*/ 0 w 12876028"/>
                <a:gd name="connsiteY0" fmla="*/ 893135 h 1662721"/>
                <a:gd name="connsiteX1" fmla="*/ 12876028 w 12876028"/>
                <a:gd name="connsiteY1" fmla="*/ 0 h 1662721"/>
                <a:gd name="connsiteX2" fmla="*/ 12876028 w 12876028"/>
                <a:gd name="connsiteY2" fmla="*/ 1662721 h 1662721"/>
                <a:gd name="connsiteX3" fmla="*/ 0 w 12876028"/>
                <a:gd name="connsiteY3" fmla="*/ 1662721 h 1662721"/>
                <a:gd name="connsiteX4" fmla="*/ 0 w 12876028"/>
                <a:gd name="connsiteY4" fmla="*/ 893135 h 16627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876028" h="1662721">
                  <a:moveTo>
                    <a:pt x="0" y="893135"/>
                  </a:moveTo>
                  <a:lnTo>
                    <a:pt x="12876028" y="0"/>
                  </a:lnTo>
                  <a:lnTo>
                    <a:pt x="12876028" y="1662721"/>
                  </a:lnTo>
                  <a:lnTo>
                    <a:pt x="0" y="1662721"/>
                  </a:lnTo>
                  <a:lnTo>
                    <a:pt x="0" y="893135"/>
                  </a:lnTo>
                  <a:close/>
                </a:path>
              </a:pathLst>
            </a:custGeom>
            <a:solidFill>
              <a:srgbClr val="DD403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706977B5-0C6C-A11B-E6C8-969AC985CA5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t="24486" b="24288"/>
            <a:stretch/>
          </p:blipFill>
          <p:spPr>
            <a:xfrm>
              <a:off x="10468947" y="6236638"/>
              <a:ext cx="1436181" cy="559334"/>
            </a:xfrm>
            <a:prstGeom prst="rect">
              <a:avLst/>
            </a:prstGeom>
          </p:spPr>
        </p:pic>
      </p:grp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4B063A-56FC-68F3-AF34-DCF071DE86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-1" y="6578082"/>
            <a:ext cx="528919" cy="279918"/>
          </a:xfrm>
        </p:spPr>
        <p:txBody>
          <a:bodyPr/>
          <a:lstStyle/>
          <a:p>
            <a:fld id="{0F897CD2-57D8-4610-8E64-C03C1E4E4E05}" type="slidenum">
              <a:rPr lang="en-US" sz="1600" b="1" smtClean="0">
                <a:solidFill>
                  <a:schemeClr val="bg1"/>
                </a:solidFill>
              </a:rPr>
              <a:t>27</a:t>
            </a:fld>
            <a:endParaRPr lang="en-US" sz="1600" b="1" dirty="0">
              <a:solidFill>
                <a:schemeClr val="bg1"/>
              </a:solidFill>
            </a:endParaRPr>
          </a:p>
        </p:txBody>
      </p:sp>
      <p:pic>
        <p:nvPicPr>
          <p:cNvPr id="7" name="Picture 6" descr="A close-up of a document&#10;&#10;Description automatically generated">
            <a:extLst>
              <a:ext uri="{FF2B5EF4-FFF2-40B4-BE49-F238E27FC236}">
                <a16:creationId xmlns:a16="http://schemas.microsoft.com/office/drawing/2014/main" id="{5849CAB1-1939-ECDA-3BF5-556AF4835E4B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6259"/>
          <a:stretch/>
        </p:blipFill>
        <p:spPr>
          <a:xfrm>
            <a:off x="2440299" y="606489"/>
            <a:ext cx="7311403" cy="48631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50616854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9CBED602-B9AA-4E30-811B-082728B0E948}"/>
              </a:ext>
            </a:extLst>
          </p:cNvPr>
          <p:cNvGrpSpPr/>
          <p:nvPr/>
        </p:nvGrpSpPr>
        <p:grpSpPr>
          <a:xfrm>
            <a:off x="0" y="6316825"/>
            <a:ext cx="12192000" cy="541176"/>
            <a:chOff x="0" y="6078071"/>
            <a:chExt cx="12192000" cy="779929"/>
          </a:xfrm>
        </p:grpSpPr>
        <p:sp>
          <p:nvSpPr>
            <p:cNvPr id="3" name="Rectangle 24">
              <a:extLst>
                <a:ext uri="{FF2B5EF4-FFF2-40B4-BE49-F238E27FC236}">
                  <a16:creationId xmlns:a16="http://schemas.microsoft.com/office/drawing/2014/main" id="{C367CC84-698C-26A1-9D0F-CDAA043943DB}"/>
                </a:ext>
              </a:extLst>
            </p:cNvPr>
            <p:cNvSpPr/>
            <p:nvPr/>
          </p:nvSpPr>
          <p:spPr>
            <a:xfrm>
              <a:off x="0" y="6078071"/>
              <a:ext cx="12192000" cy="779929"/>
            </a:xfrm>
            <a:custGeom>
              <a:avLst/>
              <a:gdLst>
                <a:gd name="connsiteX0" fmla="*/ 0 w 12876028"/>
                <a:gd name="connsiteY0" fmla="*/ 0 h 1662721"/>
                <a:gd name="connsiteX1" fmla="*/ 12876028 w 12876028"/>
                <a:gd name="connsiteY1" fmla="*/ 0 h 1662721"/>
                <a:gd name="connsiteX2" fmla="*/ 12876028 w 12876028"/>
                <a:gd name="connsiteY2" fmla="*/ 1662721 h 1662721"/>
                <a:gd name="connsiteX3" fmla="*/ 0 w 12876028"/>
                <a:gd name="connsiteY3" fmla="*/ 1662721 h 1662721"/>
                <a:gd name="connsiteX4" fmla="*/ 0 w 12876028"/>
                <a:gd name="connsiteY4" fmla="*/ 0 h 1662721"/>
                <a:gd name="connsiteX0" fmla="*/ 0 w 12876028"/>
                <a:gd name="connsiteY0" fmla="*/ 893135 h 1662721"/>
                <a:gd name="connsiteX1" fmla="*/ 12876028 w 12876028"/>
                <a:gd name="connsiteY1" fmla="*/ 0 h 1662721"/>
                <a:gd name="connsiteX2" fmla="*/ 12876028 w 12876028"/>
                <a:gd name="connsiteY2" fmla="*/ 1662721 h 1662721"/>
                <a:gd name="connsiteX3" fmla="*/ 0 w 12876028"/>
                <a:gd name="connsiteY3" fmla="*/ 1662721 h 1662721"/>
                <a:gd name="connsiteX4" fmla="*/ 0 w 12876028"/>
                <a:gd name="connsiteY4" fmla="*/ 893135 h 16627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876028" h="1662721">
                  <a:moveTo>
                    <a:pt x="0" y="893135"/>
                  </a:moveTo>
                  <a:lnTo>
                    <a:pt x="12876028" y="0"/>
                  </a:lnTo>
                  <a:lnTo>
                    <a:pt x="12876028" y="1662721"/>
                  </a:lnTo>
                  <a:lnTo>
                    <a:pt x="0" y="1662721"/>
                  </a:lnTo>
                  <a:lnTo>
                    <a:pt x="0" y="893135"/>
                  </a:lnTo>
                  <a:close/>
                </a:path>
              </a:pathLst>
            </a:custGeom>
            <a:solidFill>
              <a:srgbClr val="DD403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706977B5-0C6C-A11B-E6C8-969AC985CA5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t="24486" b="24288"/>
            <a:stretch/>
          </p:blipFill>
          <p:spPr>
            <a:xfrm>
              <a:off x="10468947" y="6236638"/>
              <a:ext cx="1436181" cy="559334"/>
            </a:xfrm>
            <a:prstGeom prst="rect">
              <a:avLst/>
            </a:prstGeom>
          </p:spPr>
        </p:pic>
      </p:grp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4B063A-56FC-68F3-AF34-DCF071DE86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-1" y="6578082"/>
            <a:ext cx="528919" cy="279918"/>
          </a:xfrm>
        </p:spPr>
        <p:txBody>
          <a:bodyPr/>
          <a:lstStyle/>
          <a:p>
            <a:fld id="{0F897CD2-57D8-4610-8E64-C03C1E4E4E05}" type="slidenum">
              <a:rPr lang="en-US" sz="1600" b="1" smtClean="0">
                <a:solidFill>
                  <a:schemeClr val="bg1"/>
                </a:solidFill>
              </a:rPr>
              <a:t>28</a:t>
            </a:fld>
            <a:endParaRPr lang="en-US" sz="1600" b="1" dirty="0">
              <a:solidFill>
                <a:schemeClr val="bg1"/>
              </a:solidFill>
            </a:endParaRPr>
          </a:p>
        </p:txBody>
      </p:sp>
      <p:pic>
        <p:nvPicPr>
          <p:cNvPr id="8" name="Picture 7" descr="A close-up of a document&#10;&#10;Description automatically generated">
            <a:extLst>
              <a:ext uri="{FF2B5EF4-FFF2-40B4-BE49-F238E27FC236}">
                <a16:creationId xmlns:a16="http://schemas.microsoft.com/office/drawing/2014/main" id="{D538826F-A788-86A9-19C0-65339C04201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3333"/>
          <a:stretch/>
        </p:blipFill>
        <p:spPr>
          <a:xfrm>
            <a:off x="1944283" y="765111"/>
            <a:ext cx="8303434" cy="479593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65487588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D5C5515-93AC-28C5-DBAF-E8F0684E991E}"/>
              </a:ext>
            </a:extLst>
          </p:cNvPr>
          <p:cNvSpPr/>
          <p:nvPr/>
        </p:nvSpPr>
        <p:spPr>
          <a:xfrm>
            <a:off x="5239077" y="856849"/>
            <a:ext cx="5213448" cy="1210123"/>
          </a:xfrm>
          <a:prstGeom prst="rect">
            <a:avLst/>
          </a:prstGeom>
          <a:solidFill>
            <a:srgbClr val="FFD9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Isosceles Triangle 25">
            <a:extLst>
              <a:ext uri="{FF2B5EF4-FFF2-40B4-BE49-F238E27FC236}">
                <a16:creationId xmlns:a16="http://schemas.microsoft.com/office/drawing/2014/main" id="{187A778D-2547-34D1-A5F5-97BC24E5AE17}"/>
              </a:ext>
            </a:extLst>
          </p:cNvPr>
          <p:cNvSpPr/>
          <p:nvPr/>
        </p:nvSpPr>
        <p:spPr>
          <a:xfrm rot="5400000">
            <a:off x="9876762" y="988753"/>
            <a:ext cx="1859690" cy="869879"/>
          </a:xfrm>
          <a:prstGeom prst="triangle">
            <a:avLst/>
          </a:prstGeom>
          <a:solidFill>
            <a:srgbClr val="FFD96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A836DBD-B06B-C6BB-0A42-DFA3BD67A78B}"/>
              </a:ext>
            </a:extLst>
          </p:cNvPr>
          <p:cNvSpPr txBox="1"/>
          <p:nvPr/>
        </p:nvSpPr>
        <p:spPr>
          <a:xfrm>
            <a:off x="5223162" y="869694"/>
            <a:ext cx="602786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600" dirty="0">
                <a:solidFill>
                  <a:schemeClr val="bg1"/>
                </a:solidFill>
                <a:latin typeface="Century Gothic" panose="020B0502020202020204" pitchFamily="34" charset="0"/>
              </a:rPr>
              <a:t>Learn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4ADFE021-7A52-F9D3-8D15-8995D4F0F921}"/>
              </a:ext>
            </a:extLst>
          </p:cNvPr>
          <p:cNvGrpSpPr/>
          <p:nvPr/>
        </p:nvGrpSpPr>
        <p:grpSpPr>
          <a:xfrm rot="18278007">
            <a:off x="513246" y="130367"/>
            <a:ext cx="5998332" cy="6071765"/>
            <a:chOff x="5436198" y="511241"/>
            <a:chExt cx="6314184" cy="6217518"/>
          </a:xfrm>
        </p:grpSpPr>
        <p:sp>
          <p:nvSpPr>
            <p:cNvPr id="4" name="Block Arc 1">
              <a:extLst>
                <a:ext uri="{FF2B5EF4-FFF2-40B4-BE49-F238E27FC236}">
                  <a16:creationId xmlns:a16="http://schemas.microsoft.com/office/drawing/2014/main" id="{3F548CDE-172C-5260-CE20-2F4807EE1972}"/>
                </a:ext>
              </a:extLst>
            </p:cNvPr>
            <p:cNvSpPr/>
            <p:nvPr/>
          </p:nvSpPr>
          <p:spPr>
            <a:xfrm rot="3037373">
              <a:off x="9392654" y="1530696"/>
              <a:ext cx="2314305" cy="715708"/>
            </a:xfrm>
            <a:custGeom>
              <a:avLst/>
              <a:gdLst>
                <a:gd name="connsiteX0" fmla="*/ 0 w 2391141"/>
                <a:gd name="connsiteY0" fmla="*/ 726679 h 1453358"/>
                <a:gd name="connsiteX1" fmla="*/ 1195571 w 2391141"/>
                <a:gd name="connsiteY1" fmla="*/ 0 h 1453358"/>
                <a:gd name="connsiteX2" fmla="*/ 2391142 w 2391141"/>
                <a:gd name="connsiteY2" fmla="*/ 726679 h 1453358"/>
                <a:gd name="connsiteX3" fmla="*/ 2027802 w 2391141"/>
                <a:gd name="connsiteY3" fmla="*/ 726679 h 1453358"/>
                <a:gd name="connsiteX4" fmla="*/ 1195571 w 2391141"/>
                <a:gd name="connsiteY4" fmla="*/ 363339 h 1453358"/>
                <a:gd name="connsiteX5" fmla="*/ 363340 w 2391141"/>
                <a:gd name="connsiteY5" fmla="*/ 726679 h 1453358"/>
                <a:gd name="connsiteX6" fmla="*/ 0 w 2391141"/>
                <a:gd name="connsiteY6" fmla="*/ 726679 h 1453358"/>
                <a:gd name="connsiteX0" fmla="*/ 0 w 2614878"/>
                <a:gd name="connsiteY0" fmla="*/ 727830 h 727830"/>
                <a:gd name="connsiteX1" fmla="*/ 1195571 w 2614878"/>
                <a:gd name="connsiteY1" fmla="*/ 1151 h 727830"/>
                <a:gd name="connsiteX2" fmla="*/ 2614878 w 2614878"/>
                <a:gd name="connsiteY2" fmla="*/ 611098 h 727830"/>
                <a:gd name="connsiteX3" fmla="*/ 2027802 w 2614878"/>
                <a:gd name="connsiteY3" fmla="*/ 727830 h 727830"/>
                <a:gd name="connsiteX4" fmla="*/ 1195571 w 2614878"/>
                <a:gd name="connsiteY4" fmla="*/ 364490 h 727830"/>
                <a:gd name="connsiteX5" fmla="*/ 363340 w 2614878"/>
                <a:gd name="connsiteY5" fmla="*/ 727830 h 727830"/>
                <a:gd name="connsiteX6" fmla="*/ 0 w 2614878"/>
                <a:gd name="connsiteY6" fmla="*/ 727830 h 727830"/>
                <a:gd name="connsiteX0" fmla="*/ 0 w 2614878"/>
                <a:gd name="connsiteY0" fmla="*/ 727830 h 727830"/>
                <a:gd name="connsiteX1" fmla="*/ 1195571 w 2614878"/>
                <a:gd name="connsiteY1" fmla="*/ 1151 h 727830"/>
                <a:gd name="connsiteX2" fmla="*/ 2614878 w 2614878"/>
                <a:gd name="connsiteY2" fmla="*/ 611098 h 727830"/>
                <a:gd name="connsiteX3" fmla="*/ 2251538 w 2614878"/>
                <a:gd name="connsiteY3" fmla="*/ 669464 h 727830"/>
                <a:gd name="connsiteX4" fmla="*/ 1195571 w 2614878"/>
                <a:gd name="connsiteY4" fmla="*/ 364490 h 727830"/>
                <a:gd name="connsiteX5" fmla="*/ 363340 w 2614878"/>
                <a:gd name="connsiteY5" fmla="*/ 727830 h 727830"/>
                <a:gd name="connsiteX6" fmla="*/ 0 w 2614878"/>
                <a:gd name="connsiteY6" fmla="*/ 727830 h 727830"/>
                <a:gd name="connsiteX0" fmla="*/ 0 w 2780249"/>
                <a:gd name="connsiteY0" fmla="*/ 590533 h 726720"/>
                <a:gd name="connsiteX1" fmla="*/ 1360942 w 2780249"/>
                <a:gd name="connsiteY1" fmla="*/ 41 h 726720"/>
                <a:gd name="connsiteX2" fmla="*/ 2780249 w 2780249"/>
                <a:gd name="connsiteY2" fmla="*/ 609988 h 726720"/>
                <a:gd name="connsiteX3" fmla="*/ 2416909 w 2780249"/>
                <a:gd name="connsiteY3" fmla="*/ 668354 h 726720"/>
                <a:gd name="connsiteX4" fmla="*/ 1360942 w 2780249"/>
                <a:gd name="connsiteY4" fmla="*/ 363380 h 726720"/>
                <a:gd name="connsiteX5" fmla="*/ 528711 w 2780249"/>
                <a:gd name="connsiteY5" fmla="*/ 726720 h 726720"/>
                <a:gd name="connsiteX6" fmla="*/ 0 w 2780249"/>
                <a:gd name="connsiteY6" fmla="*/ 590533 h 726720"/>
                <a:gd name="connsiteX0" fmla="*/ 0 w 2780249"/>
                <a:gd name="connsiteY0" fmla="*/ 590533 h 668354"/>
                <a:gd name="connsiteX1" fmla="*/ 1360942 w 2780249"/>
                <a:gd name="connsiteY1" fmla="*/ 41 h 668354"/>
                <a:gd name="connsiteX2" fmla="*/ 2780249 w 2780249"/>
                <a:gd name="connsiteY2" fmla="*/ 609988 h 668354"/>
                <a:gd name="connsiteX3" fmla="*/ 2416909 w 2780249"/>
                <a:gd name="connsiteY3" fmla="*/ 668354 h 668354"/>
                <a:gd name="connsiteX4" fmla="*/ 1360942 w 2780249"/>
                <a:gd name="connsiteY4" fmla="*/ 363380 h 668354"/>
                <a:gd name="connsiteX5" fmla="*/ 275792 w 2780249"/>
                <a:gd name="connsiteY5" fmla="*/ 639171 h 668354"/>
                <a:gd name="connsiteX6" fmla="*/ 0 w 2780249"/>
                <a:gd name="connsiteY6" fmla="*/ 590533 h 668354"/>
                <a:gd name="connsiteX0" fmla="*/ 0 w 2780249"/>
                <a:gd name="connsiteY0" fmla="*/ 590533 h 668354"/>
                <a:gd name="connsiteX1" fmla="*/ 1360942 w 2780249"/>
                <a:gd name="connsiteY1" fmla="*/ 41 h 668354"/>
                <a:gd name="connsiteX2" fmla="*/ 2780249 w 2780249"/>
                <a:gd name="connsiteY2" fmla="*/ 609988 h 668354"/>
                <a:gd name="connsiteX3" fmla="*/ 2416909 w 2780249"/>
                <a:gd name="connsiteY3" fmla="*/ 668354 h 668354"/>
                <a:gd name="connsiteX4" fmla="*/ 1351215 w 2780249"/>
                <a:gd name="connsiteY4" fmla="*/ 480112 h 668354"/>
                <a:gd name="connsiteX5" fmla="*/ 275792 w 2780249"/>
                <a:gd name="connsiteY5" fmla="*/ 639171 h 668354"/>
                <a:gd name="connsiteX6" fmla="*/ 0 w 2780249"/>
                <a:gd name="connsiteY6" fmla="*/ 590533 h 668354"/>
                <a:gd name="connsiteX0" fmla="*/ 0 w 2780249"/>
                <a:gd name="connsiteY0" fmla="*/ 590533 h 775358"/>
                <a:gd name="connsiteX1" fmla="*/ 1360942 w 2780249"/>
                <a:gd name="connsiteY1" fmla="*/ 41 h 775358"/>
                <a:gd name="connsiteX2" fmla="*/ 2780249 w 2780249"/>
                <a:gd name="connsiteY2" fmla="*/ 609988 h 775358"/>
                <a:gd name="connsiteX3" fmla="*/ 2329360 w 2780249"/>
                <a:gd name="connsiteY3" fmla="*/ 775358 h 775358"/>
                <a:gd name="connsiteX4" fmla="*/ 1351215 w 2780249"/>
                <a:gd name="connsiteY4" fmla="*/ 480112 h 775358"/>
                <a:gd name="connsiteX5" fmla="*/ 275792 w 2780249"/>
                <a:gd name="connsiteY5" fmla="*/ 639171 h 775358"/>
                <a:gd name="connsiteX6" fmla="*/ 0 w 2780249"/>
                <a:gd name="connsiteY6" fmla="*/ 590533 h 775358"/>
                <a:gd name="connsiteX0" fmla="*/ 0 w 2673245"/>
                <a:gd name="connsiteY0" fmla="*/ 600391 h 785216"/>
                <a:gd name="connsiteX1" fmla="*/ 1360942 w 2673245"/>
                <a:gd name="connsiteY1" fmla="*/ 9899 h 785216"/>
                <a:gd name="connsiteX2" fmla="*/ 2673245 w 2673245"/>
                <a:gd name="connsiteY2" fmla="*/ 405837 h 785216"/>
                <a:gd name="connsiteX3" fmla="*/ 2329360 w 2673245"/>
                <a:gd name="connsiteY3" fmla="*/ 785216 h 785216"/>
                <a:gd name="connsiteX4" fmla="*/ 1351215 w 2673245"/>
                <a:gd name="connsiteY4" fmla="*/ 489970 h 785216"/>
                <a:gd name="connsiteX5" fmla="*/ 275792 w 2673245"/>
                <a:gd name="connsiteY5" fmla="*/ 649029 h 785216"/>
                <a:gd name="connsiteX6" fmla="*/ 0 w 2673245"/>
                <a:gd name="connsiteY6" fmla="*/ 600391 h 785216"/>
                <a:gd name="connsiteX0" fmla="*/ 0 w 2673245"/>
                <a:gd name="connsiteY0" fmla="*/ 593348 h 778173"/>
                <a:gd name="connsiteX1" fmla="*/ 1360942 w 2673245"/>
                <a:gd name="connsiteY1" fmla="*/ 2856 h 778173"/>
                <a:gd name="connsiteX2" fmla="*/ 2673245 w 2673245"/>
                <a:gd name="connsiteY2" fmla="*/ 398794 h 778173"/>
                <a:gd name="connsiteX3" fmla="*/ 2329360 w 2673245"/>
                <a:gd name="connsiteY3" fmla="*/ 778173 h 778173"/>
                <a:gd name="connsiteX4" fmla="*/ 1351215 w 2673245"/>
                <a:gd name="connsiteY4" fmla="*/ 482927 h 778173"/>
                <a:gd name="connsiteX5" fmla="*/ 275792 w 2673245"/>
                <a:gd name="connsiteY5" fmla="*/ 641986 h 778173"/>
                <a:gd name="connsiteX6" fmla="*/ 0 w 2673245"/>
                <a:gd name="connsiteY6" fmla="*/ 593348 h 778173"/>
                <a:gd name="connsiteX0" fmla="*/ 0 w 2478691"/>
                <a:gd name="connsiteY0" fmla="*/ 293714 h 809279"/>
                <a:gd name="connsiteX1" fmla="*/ 1166388 w 2478691"/>
                <a:gd name="connsiteY1" fmla="*/ 33962 h 809279"/>
                <a:gd name="connsiteX2" fmla="*/ 2478691 w 2478691"/>
                <a:gd name="connsiteY2" fmla="*/ 429900 h 809279"/>
                <a:gd name="connsiteX3" fmla="*/ 2134806 w 2478691"/>
                <a:gd name="connsiteY3" fmla="*/ 809279 h 809279"/>
                <a:gd name="connsiteX4" fmla="*/ 1156661 w 2478691"/>
                <a:gd name="connsiteY4" fmla="*/ 514033 h 809279"/>
                <a:gd name="connsiteX5" fmla="*/ 81238 w 2478691"/>
                <a:gd name="connsiteY5" fmla="*/ 673092 h 809279"/>
                <a:gd name="connsiteX6" fmla="*/ 0 w 2478691"/>
                <a:gd name="connsiteY6" fmla="*/ 293714 h 809279"/>
                <a:gd name="connsiteX0" fmla="*/ 0 w 2478691"/>
                <a:gd name="connsiteY0" fmla="*/ 262275 h 777840"/>
                <a:gd name="connsiteX1" fmla="*/ 1166388 w 2478691"/>
                <a:gd name="connsiteY1" fmla="*/ 2523 h 777840"/>
                <a:gd name="connsiteX2" fmla="*/ 2478691 w 2478691"/>
                <a:gd name="connsiteY2" fmla="*/ 398461 h 777840"/>
                <a:gd name="connsiteX3" fmla="*/ 2134806 w 2478691"/>
                <a:gd name="connsiteY3" fmla="*/ 777840 h 777840"/>
                <a:gd name="connsiteX4" fmla="*/ 1156661 w 2478691"/>
                <a:gd name="connsiteY4" fmla="*/ 482594 h 777840"/>
                <a:gd name="connsiteX5" fmla="*/ 81238 w 2478691"/>
                <a:gd name="connsiteY5" fmla="*/ 641653 h 777840"/>
                <a:gd name="connsiteX6" fmla="*/ 0 w 2478691"/>
                <a:gd name="connsiteY6" fmla="*/ 262275 h 777840"/>
                <a:gd name="connsiteX0" fmla="*/ 0 w 2478691"/>
                <a:gd name="connsiteY0" fmla="*/ 262275 h 777841"/>
                <a:gd name="connsiteX1" fmla="*/ 1166388 w 2478691"/>
                <a:gd name="connsiteY1" fmla="*/ 2523 h 777841"/>
                <a:gd name="connsiteX2" fmla="*/ 2478691 w 2478691"/>
                <a:gd name="connsiteY2" fmla="*/ 398461 h 777841"/>
                <a:gd name="connsiteX3" fmla="*/ 2134806 w 2478691"/>
                <a:gd name="connsiteY3" fmla="*/ 777840 h 777841"/>
                <a:gd name="connsiteX4" fmla="*/ 1156661 w 2478691"/>
                <a:gd name="connsiteY4" fmla="*/ 482594 h 777841"/>
                <a:gd name="connsiteX5" fmla="*/ 178515 w 2478691"/>
                <a:gd name="connsiteY5" fmla="*/ 777841 h 777841"/>
                <a:gd name="connsiteX6" fmla="*/ 0 w 2478691"/>
                <a:gd name="connsiteY6" fmla="*/ 262275 h 777841"/>
                <a:gd name="connsiteX0" fmla="*/ 0 w 2478691"/>
                <a:gd name="connsiteY0" fmla="*/ 262275 h 777840"/>
                <a:gd name="connsiteX1" fmla="*/ 1166388 w 2478691"/>
                <a:gd name="connsiteY1" fmla="*/ 2523 h 777840"/>
                <a:gd name="connsiteX2" fmla="*/ 2478691 w 2478691"/>
                <a:gd name="connsiteY2" fmla="*/ 398461 h 777840"/>
                <a:gd name="connsiteX3" fmla="*/ 2134806 w 2478691"/>
                <a:gd name="connsiteY3" fmla="*/ 777840 h 777840"/>
                <a:gd name="connsiteX4" fmla="*/ 1156661 w 2478691"/>
                <a:gd name="connsiteY4" fmla="*/ 482594 h 777840"/>
                <a:gd name="connsiteX5" fmla="*/ 139604 w 2478691"/>
                <a:gd name="connsiteY5" fmla="*/ 748658 h 777840"/>
                <a:gd name="connsiteX6" fmla="*/ 0 w 2478691"/>
                <a:gd name="connsiteY6" fmla="*/ 262275 h 777840"/>
                <a:gd name="connsiteX0" fmla="*/ 0 w 2478691"/>
                <a:gd name="connsiteY0" fmla="*/ 262275 h 777840"/>
                <a:gd name="connsiteX1" fmla="*/ 1166388 w 2478691"/>
                <a:gd name="connsiteY1" fmla="*/ 2523 h 777840"/>
                <a:gd name="connsiteX2" fmla="*/ 2478691 w 2478691"/>
                <a:gd name="connsiteY2" fmla="*/ 398461 h 777840"/>
                <a:gd name="connsiteX3" fmla="*/ 2134806 w 2478691"/>
                <a:gd name="connsiteY3" fmla="*/ 777840 h 777840"/>
                <a:gd name="connsiteX4" fmla="*/ 1156661 w 2478691"/>
                <a:gd name="connsiteY4" fmla="*/ 482594 h 777840"/>
                <a:gd name="connsiteX5" fmla="*/ 139604 w 2478691"/>
                <a:gd name="connsiteY5" fmla="*/ 748658 h 777840"/>
                <a:gd name="connsiteX6" fmla="*/ 0 w 2478691"/>
                <a:gd name="connsiteY6" fmla="*/ 262275 h 777840"/>
                <a:gd name="connsiteX0" fmla="*/ 0 w 2478691"/>
                <a:gd name="connsiteY0" fmla="*/ 262275 h 797295"/>
                <a:gd name="connsiteX1" fmla="*/ 1166388 w 2478691"/>
                <a:gd name="connsiteY1" fmla="*/ 2523 h 797295"/>
                <a:gd name="connsiteX2" fmla="*/ 2478691 w 2478691"/>
                <a:gd name="connsiteY2" fmla="*/ 398461 h 797295"/>
                <a:gd name="connsiteX3" fmla="*/ 2144534 w 2478691"/>
                <a:gd name="connsiteY3" fmla="*/ 797295 h 797295"/>
                <a:gd name="connsiteX4" fmla="*/ 1156661 w 2478691"/>
                <a:gd name="connsiteY4" fmla="*/ 482594 h 797295"/>
                <a:gd name="connsiteX5" fmla="*/ 139604 w 2478691"/>
                <a:gd name="connsiteY5" fmla="*/ 748658 h 797295"/>
                <a:gd name="connsiteX6" fmla="*/ 0 w 2478691"/>
                <a:gd name="connsiteY6" fmla="*/ 262275 h 797295"/>
                <a:gd name="connsiteX0" fmla="*/ 0 w 2478691"/>
                <a:gd name="connsiteY0" fmla="*/ 262275 h 797295"/>
                <a:gd name="connsiteX1" fmla="*/ 1166388 w 2478691"/>
                <a:gd name="connsiteY1" fmla="*/ 2523 h 797295"/>
                <a:gd name="connsiteX2" fmla="*/ 2478691 w 2478691"/>
                <a:gd name="connsiteY2" fmla="*/ 398461 h 797295"/>
                <a:gd name="connsiteX3" fmla="*/ 2144534 w 2478691"/>
                <a:gd name="connsiteY3" fmla="*/ 797295 h 797295"/>
                <a:gd name="connsiteX4" fmla="*/ 1156661 w 2478691"/>
                <a:gd name="connsiteY4" fmla="*/ 482594 h 797295"/>
                <a:gd name="connsiteX5" fmla="*/ 139604 w 2478691"/>
                <a:gd name="connsiteY5" fmla="*/ 748658 h 797295"/>
                <a:gd name="connsiteX6" fmla="*/ 0 w 2478691"/>
                <a:gd name="connsiteY6" fmla="*/ 262275 h 797295"/>
                <a:gd name="connsiteX0" fmla="*/ 0 w 2309168"/>
                <a:gd name="connsiteY0" fmla="*/ 259772 h 794792"/>
                <a:gd name="connsiteX1" fmla="*/ 1166388 w 2309168"/>
                <a:gd name="connsiteY1" fmla="*/ 20 h 794792"/>
                <a:gd name="connsiteX2" fmla="*/ 2309168 w 2309168"/>
                <a:gd name="connsiteY2" fmla="*/ 270099 h 794792"/>
                <a:gd name="connsiteX3" fmla="*/ 2144534 w 2309168"/>
                <a:gd name="connsiteY3" fmla="*/ 794792 h 794792"/>
                <a:gd name="connsiteX4" fmla="*/ 1156661 w 2309168"/>
                <a:gd name="connsiteY4" fmla="*/ 480091 h 794792"/>
                <a:gd name="connsiteX5" fmla="*/ 139604 w 2309168"/>
                <a:gd name="connsiteY5" fmla="*/ 746155 h 794792"/>
                <a:gd name="connsiteX6" fmla="*/ 0 w 2309168"/>
                <a:gd name="connsiteY6" fmla="*/ 259772 h 794792"/>
                <a:gd name="connsiteX0" fmla="*/ 0 w 2309168"/>
                <a:gd name="connsiteY0" fmla="*/ 259772 h 794792"/>
                <a:gd name="connsiteX1" fmla="*/ 1166388 w 2309168"/>
                <a:gd name="connsiteY1" fmla="*/ 20 h 794792"/>
                <a:gd name="connsiteX2" fmla="*/ 2309168 w 2309168"/>
                <a:gd name="connsiteY2" fmla="*/ 270099 h 794792"/>
                <a:gd name="connsiteX3" fmla="*/ 2144534 w 2309168"/>
                <a:gd name="connsiteY3" fmla="*/ 794792 h 794792"/>
                <a:gd name="connsiteX4" fmla="*/ 1156661 w 2309168"/>
                <a:gd name="connsiteY4" fmla="*/ 480091 h 794792"/>
                <a:gd name="connsiteX5" fmla="*/ 139604 w 2309168"/>
                <a:gd name="connsiteY5" fmla="*/ 746155 h 794792"/>
                <a:gd name="connsiteX6" fmla="*/ 0 w 2309168"/>
                <a:gd name="connsiteY6" fmla="*/ 259772 h 794792"/>
                <a:gd name="connsiteX0" fmla="*/ 0 w 2309168"/>
                <a:gd name="connsiteY0" fmla="*/ 259772 h 746155"/>
                <a:gd name="connsiteX1" fmla="*/ 1166388 w 2309168"/>
                <a:gd name="connsiteY1" fmla="*/ 20 h 746155"/>
                <a:gd name="connsiteX2" fmla="*/ 2309168 w 2309168"/>
                <a:gd name="connsiteY2" fmla="*/ 270099 h 746155"/>
                <a:gd name="connsiteX3" fmla="*/ 2121417 w 2309168"/>
                <a:gd name="connsiteY3" fmla="*/ 707462 h 746155"/>
                <a:gd name="connsiteX4" fmla="*/ 1156661 w 2309168"/>
                <a:gd name="connsiteY4" fmla="*/ 480091 h 746155"/>
                <a:gd name="connsiteX5" fmla="*/ 139604 w 2309168"/>
                <a:gd name="connsiteY5" fmla="*/ 746155 h 746155"/>
                <a:gd name="connsiteX6" fmla="*/ 0 w 2309168"/>
                <a:gd name="connsiteY6" fmla="*/ 259772 h 746155"/>
                <a:gd name="connsiteX0" fmla="*/ 0 w 2309168"/>
                <a:gd name="connsiteY0" fmla="*/ 259772 h 746155"/>
                <a:gd name="connsiteX1" fmla="*/ 1166388 w 2309168"/>
                <a:gd name="connsiteY1" fmla="*/ 20 h 746155"/>
                <a:gd name="connsiteX2" fmla="*/ 2309168 w 2309168"/>
                <a:gd name="connsiteY2" fmla="*/ 270099 h 746155"/>
                <a:gd name="connsiteX3" fmla="*/ 2121417 w 2309168"/>
                <a:gd name="connsiteY3" fmla="*/ 707462 h 746155"/>
                <a:gd name="connsiteX4" fmla="*/ 1156661 w 2309168"/>
                <a:gd name="connsiteY4" fmla="*/ 480091 h 746155"/>
                <a:gd name="connsiteX5" fmla="*/ 139604 w 2309168"/>
                <a:gd name="connsiteY5" fmla="*/ 746155 h 746155"/>
                <a:gd name="connsiteX6" fmla="*/ 0 w 2309168"/>
                <a:gd name="connsiteY6" fmla="*/ 259772 h 746155"/>
                <a:gd name="connsiteX0" fmla="*/ 0 w 2309168"/>
                <a:gd name="connsiteY0" fmla="*/ 226793 h 746567"/>
                <a:gd name="connsiteX1" fmla="*/ 1166388 w 2309168"/>
                <a:gd name="connsiteY1" fmla="*/ 432 h 746567"/>
                <a:gd name="connsiteX2" fmla="*/ 2309168 w 2309168"/>
                <a:gd name="connsiteY2" fmla="*/ 270511 h 746567"/>
                <a:gd name="connsiteX3" fmla="*/ 2121417 w 2309168"/>
                <a:gd name="connsiteY3" fmla="*/ 707874 h 746567"/>
                <a:gd name="connsiteX4" fmla="*/ 1156661 w 2309168"/>
                <a:gd name="connsiteY4" fmla="*/ 480503 h 746567"/>
                <a:gd name="connsiteX5" fmla="*/ 139604 w 2309168"/>
                <a:gd name="connsiteY5" fmla="*/ 746567 h 746567"/>
                <a:gd name="connsiteX6" fmla="*/ 0 w 2309168"/>
                <a:gd name="connsiteY6" fmla="*/ 226793 h 746567"/>
                <a:gd name="connsiteX0" fmla="*/ 0 w 2309168"/>
                <a:gd name="connsiteY0" fmla="*/ 226663 h 746437"/>
                <a:gd name="connsiteX1" fmla="*/ 1166388 w 2309168"/>
                <a:gd name="connsiteY1" fmla="*/ 302 h 746437"/>
                <a:gd name="connsiteX2" fmla="*/ 2309168 w 2309168"/>
                <a:gd name="connsiteY2" fmla="*/ 270381 h 746437"/>
                <a:gd name="connsiteX3" fmla="*/ 2121417 w 2309168"/>
                <a:gd name="connsiteY3" fmla="*/ 707744 h 746437"/>
                <a:gd name="connsiteX4" fmla="*/ 1156661 w 2309168"/>
                <a:gd name="connsiteY4" fmla="*/ 480373 h 746437"/>
                <a:gd name="connsiteX5" fmla="*/ 139604 w 2309168"/>
                <a:gd name="connsiteY5" fmla="*/ 746437 h 746437"/>
                <a:gd name="connsiteX6" fmla="*/ 0 w 2309168"/>
                <a:gd name="connsiteY6" fmla="*/ 226663 h 746437"/>
                <a:gd name="connsiteX0" fmla="*/ 0 w 2309168"/>
                <a:gd name="connsiteY0" fmla="*/ 226614 h 746388"/>
                <a:gd name="connsiteX1" fmla="*/ 1166388 w 2309168"/>
                <a:gd name="connsiteY1" fmla="*/ 253 h 746388"/>
                <a:gd name="connsiteX2" fmla="*/ 2309168 w 2309168"/>
                <a:gd name="connsiteY2" fmla="*/ 270332 h 746388"/>
                <a:gd name="connsiteX3" fmla="*/ 2121417 w 2309168"/>
                <a:gd name="connsiteY3" fmla="*/ 707695 h 746388"/>
                <a:gd name="connsiteX4" fmla="*/ 1156661 w 2309168"/>
                <a:gd name="connsiteY4" fmla="*/ 480324 h 746388"/>
                <a:gd name="connsiteX5" fmla="*/ 139604 w 2309168"/>
                <a:gd name="connsiteY5" fmla="*/ 746388 h 746388"/>
                <a:gd name="connsiteX6" fmla="*/ 0 w 2309168"/>
                <a:gd name="connsiteY6" fmla="*/ 226614 h 746388"/>
                <a:gd name="connsiteX0" fmla="*/ 0 w 2309168"/>
                <a:gd name="connsiteY0" fmla="*/ 231692 h 746328"/>
                <a:gd name="connsiteX1" fmla="*/ 1166388 w 2309168"/>
                <a:gd name="connsiteY1" fmla="*/ 193 h 746328"/>
                <a:gd name="connsiteX2" fmla="*/ 2309168 w 2309168"/>
                <a:gd name="connsiteY2" fmla="*/ 270272 h 746328"/>
                <a:gd name="connsiteX3" fmla="*/ 2121417 w 2309168"/>
                <a:gd name="connsiteY3" fmla="*/ 707635 h 746328"/>
                <a:gd name="connsiteX4" fmla="*/ 1156661 w 2309168"/>
                <a:gd name="connsiteY4" fmla="*/ 480264 h 746328"/>
                <a:gd name="connsiteX5" fmla="*/ 139604 w 2309168"/>
                <a:gd name="connsiteY5" fmla="*/ 746328 h 746328"/>
                <a:gd name="connsiteX6" fmla="*/ 0 w 2309168"/>
                <a:gd name="connsiteY6" fmla="*/ 231692 h 746328"/>
                <a:gd name="connsiteX0" fmla="*/ 0 w 2309168"/>
                <a:gd name="connsiteY0" fmla="*/ 231692 h 707635"/>
                <a:gd name="connsiteX1" fmla="*/ 1166388 w 2309168"/>
                <a:gd name="connsiteY1" fmla="*/ 193 h 707635"/>
                <a:gd name="connsiteX2" fmla="*/ 2309168 w 2309168"/>
                <a:gd name="connsiteY2" fmla="*/ 270272 h 707635"/>
                <a:gd name="connsiteX3" fmla="*/ 2121417 w 2309168"/>
                <a:gd name="connsiteY3" fmla="*/ 707635 h 707635"/>
                <a:gd name="connsiteX4" fmla="*/ 1156661 w 2309168"/>
                <a:gd name="connsiteY4" fmla="*/ 480264 h 707635"/>
                <a:gd name="connsiteX5" fmla="*/ 172995 w 2309168"/>
                <a:gd name="connsiteY5" fmla="*/ 684683 h 707635"/>
                <a:gd name="connsiteX6" fmla="*/ 0 w 2309168"/>
                <a:gd name="connsiteY6" fmla="*/ 231692 h 707635"/>
                <a:gd name="connsiteX0" fmla="*/ 0 w 2309168"/>
                <a:gd name="connsiteY0" fmla="*/ 231692 h 707635"/>
                <a:gd name="connsiteX1" fmla="*/ 1166388 w 2309168"/>
                <a:gd name="connsiteY1" fmla="*/ 193 h 707635"/>
                <a:gd name="connsiteX2" fmla="*/ 2309168 w 2309168"/>
                <a:gd name="connsiteY2" fmla="*/ 270272 h 707635"/>
                <a:gd name="connsiteX3" fmla="*/ 2121417 w 2309168"/>
                <a:gd name="connsiteY3" fmla="*/ 707635 h 707635"/>
                <a:gd name="connsiteX4" fmla="*/ 1156661 w 2309168"/>
                <a:gd name="connsiteY4" fmla="*/ 480264 h 707635"/>
                <a:gd name="connsiteX5" fmla="*/ 172995 w 2309168"/>
                <a:gd name="connsiteY5" fmla="*/ 684683 h 707635"/>
                <a:gd name="connsiteX6" fmla="*/ 0 w 2309168"/>
                <a:gd name="connsiteY6" fmla="*/ 231692 h 707635"/>
                <a:gd name="connsiteX0" fmla="*/ 0 w 2309168"/>
                <a:gd name="connsiteY0" fmla="*/ 231692 h 715340"/>
                <a:gd name="connsiteX1" fmla="*/ 1166388 w 2309168"/>
                <a:gd name="connsiteY1" fmla="*/ 193 h 715340"/>
                <a:gd name="connsiteX2" fmla="*/ 2309168 w 2309168"/>
                <a:gd name="connsiteY2" fmla="*/ 270272 h 715340"/>
                <a:gd name="connsiteX3" fmla="*/ 2123986 w 2309168"/>
                <a:gd name="connsiteY3" fmla="*/ 715340 h 715340"/>
                <a:gd name="connsiteX4" fmla="*/ 1156661 w 2309168"/>
                <a:gd name="connsiteY4" fmla="*/ 480264 h 715340"/>
                <a:gd name="connsiteX5" fmla="*/ 172995 w 2309168"/>
                <a:gd name="connsiteY5" fmla="*/ 684683 h 715340"/>
                <a:gd name="connsiteX6" fmla="*/ 0 w 2309168"/>
                <a:gd name="connsiteY6" fmla="*/ 231692 h 715340"/>
                <a:gd name="connsiteX0" fmla="*/ 0 w 2309168"/>
                <a:gd name="connsiteY0" fmla="*/ 231692 h 715340"/>
                <a:gd name="connsiteX1" fmla="*/ 1166388 w 2309168"/>
                <a:gd name="connsiteY1" fmla="*/ 193 h 715340"/>
                <a:gd name="connsiteX2" fmla="*/ 2309168 w 2309168"/>
                <a:gd name="connsiteY2" fmla="*/ 270272 h 715340"/>
                <a:gd name="connsiteX3" fmla="*/ 2123986 w 2309168"/>
                <a:gd name="connsiteY3" fmla="*/ 715340 h 715340"/>
                <a:gd name="connsiteX4" fmla="*/ 1156661 w 2309168"/>
                <a:gd name="connsiteY4" fmla="*/ 480264 h 715340"/>
                <a:gd name="connsiteX5" fmla="*/ 172995 w 2309168"/>
                <a:gd name="connsiteY5" fmla="*/ 684683 h 715340"/>
                <a:gd name="connsiteX6" fmla="*/ 0 w 2309168"/>
                <a:gd name="connsiteY6" fmla="*/ 231692 h 715340"/>
                <a:gd name="connsiteX0" fmla="*/ 0 w 2309168"/>
                <a:gd name="connsiteY0" fmla="*/ 231692 h 715340"/>
                <a:gd name="connsiteX1" fmla="*/ 1166388 w 2309168"/>
                <a:gd name="connsiteY1" fmla="*/ 193 h 715340"/>
                <a:gd name="connsiteX2" fmla="*/ 2309168 w 2309168"/>
                <a:gd name="connsiteY2" fmla="*/ 270272 h 715340"/>
                <a:gd name="connsiteX3" fmla="*/ 2123986 w 2309168"/>
                <a:gd name="connsiteY3" fmla="*/ 715340 h 715340"/>
                <a:gd name="connsiteX4" fmla="*/ 1156661 w 2309168"/>
                <a:gd name="connsiteY4" fmla="*/ 480264 h 715340"/>
                <a:gd name="connsiteX5" fmla="*/ 172995 w 2309168"/>
                <a:gd name="connsiteY5" fmla="*/ 684683 h 715340"/>
                <a:gd name="connsiteX6" fmla="*/ 0 w 2309168"/>
                <a:gd name="connsiteY6" fmla="*/ 231692 h 715340"/>
                <a:gd name="connsiteX0" fmla="*/ 0 w 2314305"/>
                <a:gd name="connsiteY0" fmla="*/ 231543 h 715191"/>
                <a:gd name="connsiteX1" fmla="*/ 1166388 w 2314305"/>
                <a:gd name="connsiteY1" fmla="*/ 44 h 715191"/>
                <a:gd name="connsiteX2" fmla="*/ 2314305 w 2314305"/>
                <a:gd name="connsiteY2" fmla="*/ 249575 h 715191"/>
                <a:gd name="connsiteX3" fmla="*/ 2123986 w 2314305"/>
                <a:gd name="connsiteY3" fmla="*/ 715191 h 715191"/>
                <a:gd name="connsiteX4" fmla="*/ 1156661 w 2314305"/>
                <a:gd name="connsiteY4" fmla="*/ 480115 h 715191"/>
                <a:gd name="connsiteX5" fmla="*/ 172995 w 2314305"/>
                <a:gd name="connsiteY5" fmla="*/ 684534 h 715191"/>
                <a:gd name="connsiteX6" fmla="*/ 0 w 2314305"/>
                <a:gd name="connsiteY6" fmla="*/ 231543 h 715191"/>
                <a:gd name="connsiteX0" fmla="*/ 0 w 2314305"/>
                <a:gd name="connsiteY0" fmla="*/ 231543 h 715191"/>
                <a:gd name="connsiteX1" fmla="*/ 1166388 w 2314305"/>
                <a:gd name="connsiteY1" fmla="*/ 44 h 715191"/>
                <a:gd name="connsiteX2" fmla="*/ 2314305 w 2314305"/>
                <a:gd name="connsiteY2" fmla="*/ 249575 h 715191"/>
                <a:gd name="connsiteX3" fmla="*/ 2123986 w 2314305"/>
                <a:gd name="connsiteY3" fmla="*/ 715191 h 715191"/>
                <a:gd name="connsiteX4" fmla="*/ 1156661 w 2314305"/>
                <a:gd name="connsiteY4" fmla="*/ 480115 h 715191"/>
                <a:gd name="connsiteX5" fmla="*/ 172995 w 2314305"/>
                <a:gd name="connsiteY5" fmla="*/ 684534 h 715191"/>
                <a:gd name="connsiteX6" fmla="*/ 0 w 2314305"/>
                <a:gd name="connsiteY6" fmla="*/ 231543 h 715191"/>
                <a:gd name="connsiteX0" fmla="*/ 0 w 2314305"/>
                <a:gd name="connsiteY0" fmla="*/ 231550 h 715198"/>
                <a:gd name="connsiteX1" fmla="*/ 1166388 w 2314305"/>
                <a:gd name="connsiteY1" fmla="*/ 51 h 715198"/>
                <a:gd name="connsiteX2" fmla="*/ 2314305 w 2314305"/>
                <a:gd name="connsiteY2" fmla="*/ 249582 h 715198"/>
                <a:gd name="connsiteX3" fmla="*/ 2123986 w 2314305"/>
                <a:gd name="connsiteY3" fmla="*/ 715198 h 715198"/>
                <a:gd name="connsiteX4" fmla="*/ 1156661 w 2314305"/>
                <a:gd name="connsiteY4" fmla="*/ 480122 h 715198"/>
                <a:gd name="connsiteX5" fmla="*/ 172995 w 2314305"/>
                <a:gd name="connsiteY5" fmla="*/ 684541 h 715198"/>
                <a:gd name="connsiteX6" fmla="*/ 0 w 2314305"/>
                <a:gd name="connsiteY6" fmla="*/ 231550 h 715198"/>
                <a:gd name="connsiteX0" fmla="*/ 0 w 2314305"/>
                <a:gd name="connsiteY0" fmla="*/ 233092 h 716740"/>
                <a:gd name="connsiteX1" fmla="*/ 1166388 w 2314305"/>
                <a:gd name="connsiteY1" fmla="*/ 1593 h 716740"/>
                <a:gd name="connsiteX2" fmla="*/ 2314305 w 2314305"/>
                <a:gd name="connsiteY2" fmla="*/ 251124 h 716740"/>
                <a:gd name="connsiteX3" fmla="*/ 2123986 w 2314305"/>
                <a:gd name="connsiteY3" fmla="*/ 716740 h 716740"/>
                <a:gd name="connsiteX4" fmla="*/ 1156661 w 2314305"/>
                <a:gd name="connsiteY4" fmla="*/ 481664 h 716740"/>
                <a:gd name="connsiteX5" fmla="*/ 172995 w 2314305"/>
                <a:gd name="connsiteY5" fmla="*/ 686083 h 716740"/>
                <a:gd name="connsiteX6" fmla="*/ 0 w 2314305"/>
                <a:gd name="connsiteY6" fmla="*/ 233092 h 716740"/>
                <a:gd name="connsiteX0" fmla="*/ 0 w 2314305"/>
                <a:gd name="connsiteY0" fmla="*/ 231523 h 715171"/>
                <a:gd name="connsiteX1" fmla="*/ 1166388 w 2314305"/>
                <a:gd name="connsiteY1" fmla="*/ 24 h 715171"/>
                <a:gd name="connsiteX2" fmla="*/ 2314305 w 2314305"/>
                <a:gd name="connsiteY2" fmla="*/ 249555 h 715171"/>
                <a:gd name="connsiteX3" fmla="*/ 2123986 w 2314305"/>
                <a:gd name="connsiteY3" fmla="*/ 715171 h 715171"/>
                <a:gd name="connsiteX4" fmla="*/ 1156661 w 2314305"/>
                <a:gd name="connsiteY4" fmla="*/ 480095 h 715171"/>
                <a:gd name="connsiteX5" fmla="*/ 172995 w 2314305"/>
                <a:gd name="connsiteY5" fmla="*/ 684514 h 715171"/>
                <a:gd name="connsiteX6" fmla="*/ 0 w 2314305"/>
                <a:gd name="connsiteY6" fmla="*/ 231523 h 715171"/>
                <a:gd name="connsiteX0" fmla="*/ 0 w 2314305"/>
                <a:gd name="connsiteY0" fmla="*/ 231550 h 715198"/>
                <a:gd name="connsiteX1" fmla="*/ 1166388 w 2314305"/>
                <a:gd name="connsiteY1" fmla="*/ 51 h 715198"/>
                <a:gd name="connsiteX2" fmla="*/ 2314305 w 2314305"/>
                <a:gd name="connsiteY2" fmla="*/ 249582 h 715198"/>
                <a:gd name="connsiteX3" fmla="*/ 2123986 w 2314305"/>
                <a:gd name="connsiteY3" fmla="*/ 715198 h 715198"/>
                <a:gd name="connsiteX4" fmla="*/ 1156661 w 2314305"/>
                <a:gd name="connsiteY4" fmla="*/ 480122 h 715198"/>
                <a:gd name="connsiteX5" fmla="*/ 172995 w 2314305"/>
                <a:gd name="connsiteY5" fmla="*/ 684541 h 715198"/>
                <a:gd name="connsiteX6" fmla="*/ 0 w 2314305"/>
                <a:gd name="connsiteY6" fmla="*/ 231550 h 715198"/>
                <a:gd name="connsiteX0" fmla="*/ 0 w 2314305"/>
                <a:gd name="connsiteY0" fmla="*/ 232088 h 715736"/>
                <a:gd name="connsiteX1" fmla="*/ 1166388 w 2314305"/>
                <a:gd name="connsiteY1" fmla="*/ 589 h 715736"/>
                <a:gd name="connsiteX2" fmla="*/ 2314305 w 2314305"/>
                <a:gd name="connsiteY2" fmla="*/ 250120 h 715736"/>
                <a:gd name="connsiteX3" fmla="*/ 2123986 w 2314305"/>
                <a:gd name="connsiteY3" fmla="*/ 715736 h 715736"/>
                <a:gd name="connsiteX4" fmla="*/ 1156661 w 2314305"/>
                <a:gd name="connsiteY4" fmla="*/ 480660 h 715736"/>
                <a:gd name="connsiteX5" fmla="*/ 172995 w 2314305"/>
                <a:gd name="connsiteY5" fmla="*/ 685079 h 715736"/>
                <a:gd name="connsiteX6" fmla="*/ 0 w 2314305"/>
                <a:gd name="connsiteY6" fmla="*/ 232088 h 715736"/>
                <a:gd name="connsiteX0" fmla="*/ 0 w 2314305"/>
                <a:gd name="connsiteY0" fmla="*/ 232088 h 715736"/>
                <a:gd name="connsiteX1" fmla="*/ 1166388 w 2314305"/>
                <a:gd name="connsiteY1" fmla="*/ 589 h 715736"/>
                <a:gd name="connsiteX2" fmla="*/ 2314305 w 2314305"/>
                <a:gd name="connsiteY2" fmla="*/ 250120 h 715736"/>
                <a:gd name="connsiteX3" fmla="*/ 2123986 w 2314305"/>
                <a:gd name="connsiteY3" fmla="*/ 715736 h 715736"/>
                <a:gd name="connsiteX4" fmla="*/ 1156661 w 2314305"/>
                <a:gd name="connsiteY4" fmla="*/ 480660 h 715736"/>
                <a:gd name="connsiteX5" fmla="*/ 172995 w 2314305"/>
                <a:gd name="connsiteY5" fmla="*/ 685079 h 715736"/>
                <a:gd name="connsiteX6" fmla="*/ 0 w 2314305"/>
                <a:gd name="connsiteY6" fmla="*/ 232088 h 715736"/>
                <a:gd name="connsiteX0" fmla="*/ 0 w 2314305"/>
                <a:gd name="connsiteY0" fmla="*/ 232088 h 715736"/>
                <a:gd name="connsiteX1" fmla="*/ 1166388 w 2314305"/>
                <a:gd name="connsiteY1" fmla="*/ 589 h 715736"/>
                <a:gd name="connsiteX2" fmla="*/ 2314305 w 2314305"/>
                <a:gd name="connsiteY2" fmla="*/ 250120 h 715736"/>
                <a:gd name="connsiteX3" fmla="*/ 2123986 w 2314305"/>
                <a:gd name="connsiteY3" fmla="*/ 715736 h 715736"/>
                <a:gd name="connsiteX4" fmla="*/ 1156661 w 2314305"/>
                <a:gd name="connsiteY4" fmla="*/ 480660 h 715736"/>
                <a:gd name="connsiteX5" fmla="*/ 172995 w 2314305"/>
                <a:gd name="connsiteY5" fmla="*/ 685079 h 715736"/>
                <a:gd name="connsiteX6" fmla="*/ 0 w 2314305"/>
                <a:gd name="connsiteY6" fmla="*/ 232088 h 715736"/>
                <a:gd name="connsiteX0" fmla="*/ 0 w 2314305"/>
                <a:gd name="connsiteY0" fmla="*/ 232060 h 715708"/>
                <a:gd name="connsiteX1" fmla="*/ 1166388 w 2314305"/>
                <a:gd name="connsiteY1" fmla="*/ 561 h 715708"/>
                <a:gd name="connsiteX2" fmla="*/ 2314305 w 2314305"/>
                <a:gd name="connsiteY2" fmla="*/ 250092 h 715708"/>
                <a:gd name="connsiteX3" fmla="*/ 2123986 w 2314305"/>
                <a:gd name="connsiteY3" fmla="*/ 715708 h 715708"/>
                <a:gd name="connsiteX4" fmla="*/ 1156661 w 2314305"/>
                <a:gd name="connsiteY4" fmla="*/ 480632 h 715708"/>
                <a:gd name="connsiteX5" fmla="*/ 172995 w 2314305"/>
                <a:gd name="connsiteY5" fmla="*/ 685051 h 715708"/>
                <a:gd name="connsiteX6" fmla="*/ 0 w 2314305"/>
                <a:gd name="connsiteY6" fmla="*/ 232060 h 7157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314305" h="715708">
                  <a:moveTo>
                    <a:pt x="0" y="232060"/>
                  </a:moveTo>
                  <a:cubicBezTo>
                    <a:pt x="116349" y="135016"/>
                    <a:pt x="772966" y="-10150"/>
                    <a:pt x="1166388" y="561"/>
                  </a:cubicBezTo>
                  <a:cubicBezTo>
                    <a:pt x="1559810" y="11272"/>
                    <a:pt x="1962415" y="54514"/>
                    <a:pt x="2314305" y="250092"/>
                  </a:cubicBezTo>
                  <a:cubicBezTo>
                    <a:pt x="2236857" y="411910"/>
                    <a:pt x="2305049" y="284904"/>
                    <a:pt x="2123986" y="715708"/>
                  </a:cubicBezTo>
                  <a:cubicBezTo>
                    <a:pt x="2077752" y="646036"/>
                    <a:pt x="1616289" y="480632"/>
                    <a:pt x="1156661" y="480632"/>
                  </a:cubicBezTo>
                  <a:cubicBezTo>
                    <a:pt x="697033" y="480632"/>
                    <a:pt x="257593" y="589531"/>
                    <a:pt x="172995" y="685051"/>
                  </a:cubicBezTo>
                  <a:lnTo>
                    <a:pt x="0" y="232060"/>
                  </a:lnTo>
                  <a:close/>
                </a:path>
              </a:pathLst>
            </a:custGeom>
            <a:solidFill>
              <a:srgbClr val="F18120"/>
            </a:solidFill>
            <a:ln>
              <a:solidFill>
                <a:srgbClr val="F1812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6" name="Block Arc 1">
              <a:extLst>
                <a:ext uri="{FF2B5EF4-FFF2-40B4-BE49-F238E27FC236}">
                  <a16:creationId xmlns:a16="http://schemas.microsoft.com/office/drawing/2014/main" id="{77F81D69-D021-608D-0773-D3DDE81CC74F}"/>
                </a:ext>
              </a:extLst>
            </p:cNvPr>
            <p:cNvSpPr/>
            <p:nvPr/>
          </p:nvSpPr>
          <p:spPr>
            <a:xfrm rot="9231251">
              <a:off x="8493305" y="5452344"/>
              <a:ext cx="2314305" cy="715708"/>
            </a:xfrm>
            <a:custGeom>
              <a:avLst/>
              <a:gdLst>
                <a:gd name="connsiteX0" fmla="*/ 0 w 2391141"/>
                <a:gd name="connsiteY0" fmla="*/ 726679 h 1453358"/>
                <a:gd name="connsiteX1" fmla="*/ 1195571 w 2391141"/>
                <a:gd name="connsiteY1" fmla="*/ 0 h 1453358"/>
                <a:gd name="connsiteX2" fmla="*/ 2391142 w 2391141"/>
                <a:gd name="connsiteY2" fmla="*/ 726679 h 1453358"/>
                <a:gd name="connsiteX3" fmla="*/ 2027802 w 2391141"/>
                <a:gd name="connsiteY3" fmla="*/ 726679 h 1453358"/>
                <a:gd name="connsiteX4" fmla="*/ 1195571 w 2391141"/>
                <a:gd name="connsiteY4" fmla="*/ 363339 h 1453358"/>
                <a:gd name="connsiteX5" fmla="*/ 363340 w 2391141"/>
                <a:gd name="connsiteY5" fmla="*/ 726679 h 1453358"/>
                <a:gd name="connsiteX6" fmla="*/ 0 w 2391141"/>
                <a:gd name="connsiteY6" fmla="*/ 726679 h 1453358"/>
                <a:gd name="connsiteX0" fmla="*/ 0 w 2614878"/>
                <a:gd name="connsiteY0" fmla="*/ 727830 h 727830"/>
                <a:gd name="connsiteX1" fmla="*/ 1195571 w 2614878"/>
                <a:gd name="connsiteY1" fmla="*/ 1151 h 727830"/>
                <a:gd name="connsiteX2" fmla="*/ 2614878 w 2614878"/>
                <a:gd name="connsiteY2" fmla="*/ 611098 h 727830"/>
                <a:gd name="connsiteX3" fmla="*/ 2027802 w 2614878"/>
                <a:gd name="connsiteY3" fmla="*/ 727830 h 727830"/>
                <a:gd name="connsiteX4" fmla="*/ 1195571 w 2614878"/>
                <a:gd name="connsiteY4" fmla="*/ 364490 h 727830"/>
                <a:gd name="connsiteX5" fmla="*/ 363340 w 2614878"/>
                <a:gd name="connsiteY5" fmla="*/ 727830 h 727830"/>
                <a:gd name="connsiteX6" fmla="*/ 0 w 2614878"/>
                <a:gd name="connsiteY6" fmla="*/ 727830 h 727830"/>
                <a:gd name="connsiteX0" fmla="*/ 0 w 2614878"/>
                <a:gd name="connsiteY0" fmla="*/ 727830 h 727830"/>
                <a:gd name="connsiteX1" fmla="*/ 1195571 w 2614878"/>
                <a:gd name="connsiteY1" fmla="*/ 1151 h 727830"/>
                <a:gd name="connsiteX2" fmla="*/ 2614878 w 2614878"/>
                <a:gd name="connsiteY2" fmla="*/ 611098 h 727830"/>
                <a:gd name="connsiteX3" fmla="*/ 2251538 w 2614878"/>
                <a:gd name="connsiteY3" fmla="*/ 669464 h 727830"/>
                <a:gd name="connsiteX4" fmla="*/ 1195571 w 2614878"/>
                <a:gd name="connsiteY4" fmla="*/ 364490 h 727830"/>
                <a:gd name="connsiteX5" fmla="*/ 363340 w 2614878"/>
                <a:gd name="connsiteY5" fmla="*/ 727830 h 727830"/>
                <a:gd name="connsiteX6" fmla="*/ 0 w 2614878"/>
                <a:gd name="connsiteY6" fmla="*/ 727830 h 727830"/>
                <a:gd name="connsiteX0" fmla="*/ 0 w 2780249"/>
                <a:gd name="connsiteY0" fmla="*/ 590533 h 726720"/>
                <a:gd name="connsiteX1" fmla="*/ 1360942 w 2780249"/>
                <a:gd name="connsiteY1" fmla="*/ 41 h 726720"/>
                <a:gd name="connsiteX2" fmla="*/ 2780249 w 2780249"/>
                <a:gd name="connsiteY2" fmla="*/ 609988 h 726720"/>
                <a:gd name="connsiteX3" fmla="*/ 2416909 w 2780249"/>
                <a:gd name="connsiteY3" fmla="*/ 668354 h 726720"/>
                <a:gd name="connsiteX4" fmla="*/ 1360942 w 2780249"/>
                <a:gd name="connsiteY4" fmla="*/ 363380 h 726720"/>
                <a:gd name="connsiteX5" fmla="*/ 528711 w 2780249"/>
                <a:gd name="connsiteY5" fmla="*/ 726720 h 726720"/>
                <a:gd name="connsiteX6" fmla="*/ 0 w 2780249"/>
                <a:gd name="connsiteY6" fmla="*/ 590533 h 726720"/>
                <a:gd name="connsiteX0" fmla="*/ 0 w 2780249"/>
                <a:gd name="connsiteY0" fmla="*/ 590533 h 668354"/>
                <a:gd name="connsiteX1" fmla="*/ 1360942 w 2780249"/>
                <a:gd name="connsiteY1" fmla="*/ 41 h 668354"/>
                <a:gd name="connsiteX2" fmla="*/ 2780249 w 2780249"/>
                <a:gd name="connsiteY2" fmla="*/ 609988 h 668354"/>
                <a:gd name="connsiteX3" fmla="*/ 2416909 w 2780249"/>
                <a:gd name="connsiteY3" fmla="*/ 668354 h 668354"/>
                <a:gd name="connsiteX4" fmla="*/ 1360942 w 2780249"/>
                <a:gd name="connsiteY4" fmla="*/ 363380 h 668354"/>
                <a:gd name="connsiteX5" fmla="*/ 275792 w 2780249"/>
                <a:gd name="connsiteY5" fmla="*/ 639171 h 668354"/>
                <a:gd name="connsiteX6" fmla="*/ 0 w 2780249"/>
                <a:gd name="connsiteY6" fmla="*/ 590533 h 668354"/>
                <a:gd name="connsiteX0" fmla="*/ 0 w 2780249"/>
                <a:gd name="connsiteY0" fmla="*/ 590533 h 668354"/>
                <a:gd name="connsiteX1" fmla="*/ 1360942 w 2780249"/>
                <a:gd name="connsiteY1" fmla="*/ 41 h 668354"/>
                <a:gd name="connsiteX2" fmla="*/ 2780249 w 2780249"/>
                <a:gd name="connsiteY2" fmla="*/ 609988 h 668354"/>
                <a:gd name="connsiteX3" fmla="*/ 2416909 w 2780249"/>
                <a:gd name="connsiteY3" fmla="*/ 668354 h 668354"/>
                <a:gd name="connsiteX4" fmla="*/ 1351215 w 2780249"/>
                <a:gd name="connsiteY4" fmla="*/ 480112 h 668354"/>
                <a:gd name="connsiteX5" fmla="*/ 275792 w 2780249"/>
                <a:gd name="connsiteY5" fmla="*/ 639171 h 668354"/>
                <a:gd name="connsiteX6" fmla="*/ 0 w 2780249"/>
                <a:gd name="connsiteY6" fmla="*/ 590533 h 668354"/>
                <a:gd name="connsiteX0" fmla="*/ 0 w 2780249"/>
                <a:gd name="connsiteY0" fmla="*/ 590533 h 775358"/>
                <a:gd name="connsiteX1" fmla="*/ 1360942 w 2780249"/>
                <a:gd name="connsiteY1" fmla="*/ 41 h 775358"/>
                <a:gd name="connsiteX2" fmla="*/ 2780249 w 2780249"/>
                <a:gd name="connsiteY2" fmla="*/ 609988 h 775358"/>
                <a:gd name="connsiteX3" fmla="*/ 2329360 w 2780249"/>
                <a:gd name="connsiteY3" fmla="*/ 775358 h 775358"/>
                <a:gd name="connsiteX4" fmla="*/ 1351215 w 2780249"/>
                <a:gd name="connsiteY4" fmla="*/ 480112 h 775358"/>
                <a:gd name="connsiteX5" fmla="*/ 275792 w 2780249"/>
                <a:gd name="connsiteY5" fmla="*/ 639171 h 775358"/>
                <a:gd name="connsiteX6" fmla="*/ 0 w 2780249"/>
                <a:gd name="connsiteY6" fmla="*/ 590533 h 775358"/>
                <a:gd name="connsiteX0" fmla="*/ 0 w 2673245"/>
                <a:gd name="connsiteY0" fmla="*/ 600391 h 785216"/>
                <a:gd name="connsiteX1" fmla="*/ 1360942 w 2673245"/>
                <a:gd name="connsiteY1" fmla="*/ 9899 h 785216"/>
                <a:gd name="connsiteX2" fmla="*/ 2673245 w 2673245"/>
                <a:gd name="connsiteY2" fmla="*/ 405837 h 785216"/>
                <a:gd name="connsiteX3" fmla="*/ 2329360 w 2673245"/>
                <a:gd name="connsiteY3" fmla="*/ 785216 h 785216"/>
                <a:gd name="connsiteX4" fmla="*/ 1351215 w 2673245"/>
                <a:gd name="connsiteY4" fmla="*/ 489970 h 785216"/>
                <a:gd name="connsiteX5" fmla="*/ 275792 w 2673245"/>
                <a:gd name="connsiteY5" fmla="*/ 649029 h 785216"/>
                <a:gd name="connsiteX6" fmla="*/ 0 w 2673245"/>
                <a:gd name="connsiteY6" fmla="*/ 600391 h 785216"/>
                <a:gd name="connsiteX0" fmla="*/ 0 w 2673245"/>
                <a:gd name="connsiteY0" fmla="*/ 593348 h 778173"/>
                <a:gd name="connsiteX1" fmla="*/ 1360942 w 2673245"/>
                <a:gd name="connsiteY1" fmla="*/ 2856 h 778173"/>
                <a:gd name="connsiteX2" fmla="*/ 2673245 w 2673245"/>
                <a:gd name="connsiteY2" fmla="*/ 398794 h 778173"/>
                <a:gd name="connsiteX3" fmla="*/ 2329360 w 2673245"/>
                <a:gd name="connsiteY3" fmla="*/ 778173 h 778173"/>
                <a:gd name="connsiteX4" fmla="*/ 1351215 w 2673245"/>
                <a:gd name="connsiteY4" fmla="*/ 482927 h 778173"/>
                <a:gd name="connsiteX5" fmla="*/ 275792 w 2673245"/>
                <a:gd name="connsiteY5" fmla="*/ 641986 h 778173"/>
                <a:gd name="connsiteX6" fmla="*/ 0 w 2673245"/>
                <a:gd name="connsiteY6" fmla="*/ 593348 h 778173"/>
                <a:gd name="connsiteX0" fmla="*/ 0 w 2478691"/>
                <a:gd name="connsiteY0" fmla="*/ 293714 h 809279"/>
                <a:gd name="connsiteX1" fmla="*/ 1166388 w 2478691"/>
                <a:gd name="connsiteY1" fmla="*/ 33962 h 809279"/>
                <a:gd name="connsiteX2" fmla="*/ 2478691 w 2478691"/>
                <a:gd name="connsiteY2" fmla="*/ 429900 h 809279"/>
                <a:gd name="connsiteX3" fmla="*/ 2134806 w 2478691"/>
                <a:gd name="connsiteY3" fmla="*/ 809279 h 809279"/>
                <a:gd name="connsiteX4" fmla="*/ 1156661 w 2478691"/>
                <a:gd name="connsiteY4" fmla="*/ 514033 h 809279"/>
                <a:gd name="connsiteX5" fmla="*/ 81238 w 2478691"/>
                <a:gd name="connsiteY5" fmla="*/ 673092 h 809279"/>
                <a:gd name="connsiteX6" fmla="*/ 0 w 2478691"/>
                <a:gd name="connsiteY6" fmla="*/ 293714 h 809279"/>
                <a:gd name="connsiteX0" fmla="*/ 0 w 2478691"/>
                <a:gd name="connsiteY0" fmla="*/ 262275 h 777840"/>
                <a:gd name="connsiteX1" fmla="*/ 1166388 w 2478691"/>
                <a:gd name="connsiteY1" fmla="*/ 2523 h 777840"/>
                <a:gd name="connsiteX2" fmla="*/ 2478691 w 2478691"/>
                <a:gd name="connsiteY2" fmla="*/ 398461 h 777840"/>
                <a:gd name="connsiteX3" fmla="*/ 2134806 w 2478691"/>
                <a:gd name="connsiteY3" fmla="*/ 777840 h 777840"/>
                <a:gd name="connsiteX4" fmla="*/ 1156661 w 2478691"/>
                <a:gd name="connsiteY4" fmla="*/ 482594 h 777840"/>
                <a:gd name="connsiteX5" fmla="*/ 81238 w 2478691"/>
                <a:gd name="connsiteY5" fmla="*/ 641653 h 777840"/>
                <a:gd name="connsiteX6" fmla="*/ 0 w 2478691"/>
                <a:gd name="connsiteY6" fmla="*/ 262275 h 777840"/>
                <a:gd name="connsiteX0" fmla="*/ 0 w 2478691"/>
                <a:gd name="connsiteY0" fmla="*/ 262275 h 777841"/>
                <a:gd name="connsiteX1" fmla="*/ 1166388 w 2478691"/>
                <a:gd name="connsiteY1" fmla="*/ 2523 h 777841"/>
                <a:gd name="connsiteX2" fmla="*/ 2478691 w 2478691"/>
                <a:gd name="connsiteY2" fmla="*/ 398461 h 777841"/>
                <a:gd name="connsiteX3" fmla="*/ 2134806 w 2478691"/>
                <a:gd name="connsiteY3" fmla="*/ 777840 h 777841"/>
                <a:gd name="connsiteX4" fmla="*/ 1156661 w 2478691"/>
                <a:gd name="connsiteY4" fmla="*/ 482594 h 777841"/>
                <a:gd name="connsiteX5" fmla="*/ 178515 w 2478691"/>
                <a:gd name="connsiteY5" fmla="*/ 777841 h 777841"/>
                <a:gd name="connsiteX6" fmla="*/ 0 w 2478691"/>
                <a:gd name="connsiteY6" fmla="*/ 262275 h 777841"/>
                <a:gd name="connsiteX0" fmla="*/ 0 w 2478691"/>
                <a:gd name="connsiteY0" fmla="*/ 262275 h 777840"/>
                <a:gd name="connsiteX1" fmla="*/ 1166388 w 2478691"/>
                <a:gd name="connsiteY1" fmla="*/ 2523 h 777840"/>
                <a:gd name="connsiteX2" fmla="*/ 2478691 w 2478691"/>
                <a:gd name="connsiteY2" fmla="*/ 398461 h 777840"/>
                <a:gd name="connsiteX3" fmla="*/ 2134806 w 2478691"/>
                <a:gd name="connsiteY3" fmla="*/ 777840 h 777840"/>
                <a:gd name="connsiteX4" fmla="*/ 1156661 w 2478691"/>
                <a:gd name="connsiteY4" fmla="*/ 482594 h 777840"/>
                <a:gd name="connsiteX5" fmla="*/ 139604 w 2478691"/>
                <a:gd name="connsiteY5" fmla="*/ 748658 h 777840"/>
                <a:gd name="connsiteX6" fmla="*/ 0 w 2478691"/>
                <a:gd name="connsiteY6" fmla="*/ 262275 h 777840"/>
                <a:gd name="connsiteX0" fmla="*/ 0 w 2478691"/>
                <a:gd name="connsiteY0" fmla="*/ 262275 h 777840"/>
                <a:gd name="connsiteX1" fmla="*/ 1166388 w 2478691"/>
                <a:gd name="connsiteY1" fmla="*/ 2523 h 777840"/>
                <a:gd name="connsiteX2" fmla="*/ 2478691 w 2478691"/>
                <a:gd name="connsiteY2" fmla="*/ 398461 h 777840"/>
                <a:gd name="connsiteX3" fmla="*/ 2134806 w 2478691"/>
                <a:gd name="connsiteY3" fmla="*/ 777840 h 777840"/>
                <a:gd name="connsiteX4" fmla="*/ 1156661 w 2478691"/>
                <a:gd name="connsiteY4" fmla="*/ 482594 h 777840"/>
                <a:gd name="connsiteX5" fmla="*/ 139604 w 2478691"/>
                <a:gd name="connsiteY5" fmla="*/ 748658 h 777840"/>
                <a:gd name="connsiteX6" fmla="*/ 0 w 2478691"/>
                <a:gd name="connsiteY6" fmla="*/ 262275 h 777840"/>
                <a:gd name="connsiteX0" fmla="*/ 0 w 2478691"/>
                <a:gd name="connsiteY0" fmla="*/ 262275 h 797295"/>
                <a:gd name="connsiteX1" fmla="*/ 1166388 w 2478691"/>
                <a:gd name="connsiteY1" fmla="*/ 2523 h 797295"/>
                <a:gd name="connsiteX2" fmla="*/ 2478691 w 2478691"/>
                <a:gd name="connsiteY2" fmla="*/ 398461 h 797295"/>
                <a:gd name="connsiteX3" fmla="*/ 2144534 w 2478691"/>
                <a:gd name="connsiteY3" fmla="*/ 797295 h 797295"/>
                <a:gd name="connsiteX4" fmla="*/ 1156661 w 2478691"/>
                <a:gd name="connsiteY4" fmla="*/ 482594 h 797295"/>
                <a:gd name="connsiteX5" fmla="*/ 139604 w 2478691"/>
                <a:gd name="connsiteY5" fmla="*/ 748658 h 797295"/>
                <a:gd name="connsiteX6" fmla="*/ 0 w 2478691"/>
                <a:gd name="connsiteY6" fmla="*/ 262275 h 797295"/>
                <a:gd name="connsiteX0" fmla="*/ 0 w 2478691"/>
                <a:gd name="connsiteY0" fmla="*/ 262275 h 797295"/>
                <a:gd name="connsiteX1" fmla="*/ 1166388 w 2478691"/>
                <a:gd name="connsiteY1" fmla="*/ 2523 h 797295"/>
                <a:gd name="connsiteX2" fmla="*/ 2478691 w 2478691"/>
                <a:gd name="connsiteY2" fmla="*/ 398461 h 797295"/>
                <a:gd name="connsiteX3" fmla="*/ 2144534 w 2478691"/>
                <a:gd name="connsiteY3" fmla="*/ 797295 h 797295"/>
                <a:gd name="connsiteX4" fmla="*/ 1156661 w 2478691"/>
                <a:gd name="connsiteY4" fmla="*/ 482594 h 797295"/>
                <a:gd name="connsiteX5" fmla="*/ 139604 w 2478691"/>
                <a:gd name="connsiteY5" fmla="*/ 748658 h 797295"/>
                <a:gd name="connsiteX6" fmla="*/ 0 w 2478691"/>
                <a:gd name="connsiteY6" fmla="*/ 262275 h 797295"/>
                <a:gd name="connsiteX0" fmla="*/ 0 w 2309168"/>
                <a:gd name="connsiteY0" fmla="*/ 259772 h 794792"/>
                <a:gd name="connsiteX1" fmla="*/ 1166388 w 2309168"/>
                <a:gd name="connsiteY1" fmla="*/ 20 h 794792"/>
                <a:gd name="connsiteX2" fmla="*/ 2309168 w 2309168"/>
                <a:gd name="connsiteY2" fmla="*/ 270099 h 794792"/>
                <a:gd name="connsiteX3" fmla="*/ 2144534 w 2309168"/>
                <a:gd name="connsiteY3" fmla="*/ 794792 h 794792"/>
                <a:gd name="connsiteX4" fmla="*/ 1156661 w 2309168"/>
                <a:gd name="connsiteY4" fmla="*/ 480091 h 794792"/>
                <a:gd name="connsiteX5" fmla="*/ 139604 w 2309168"/>
                <a:gd name="connsiteY5" fmla="*/ 746155 h 794792"/>
                <a:gd name="connsiteX6" fmla="*/ 0 w 2309168"/>
                <a:gd name="connsiteY6" fmla="*/ 259772 h 794792"/>
                <a:gd name="connsiteX0" fmla="*/ 0 w 2309168"/>
                <a:gd name="connsiteY0" fmla="*/ 259772 h 794792"/>
                <a:gd name="connsiteX1" fmla="*/ 1166388 w 2309168"/>
                <a:gd name="connsiteY1" fmla="*/ 20 h 794792"/>
                <a:gd name="connsiteX2" fmla="*/ 2309168 w 2309168"/>
                <a:gd name="connsiteY2" fmla="*/ 270099 h 794792"/>
                <a:gd name="connsiteX3" fmla="*/ 2144534 w 2309168"/>
                <a:gd name="connsiteY3" fmla="*/ 794792 h 794792"/>
                <a:gd name="connsiteX4" fmla="*/ 1156661 w 2309168"/>
                <a:gd name="connsiteY4" fmla="*/ 480091 h 794792"/>
                <a:gd name="connsiteX5" fmla="*/ 139604 w 2309168"/>
                <a:gd name="connsiteY5" fmla="*/ 746155 h 794792"/>
                <a:gd name="connsiteX6" fmla="*/ 0 w 2309168"/>
                <a:gd name="connsiteY6" fmla="*/ 259772 h 794792"/>
                <a:gd name="connsiteX0" fmla="*/ 0 w 2309168"/>
                <a:gd name="connsiteY0" fmla="*/ 259772 h 746155"/>
                <a:gd name="connsiteX1" fmla="*/ 1166388 w 2309168"/>
                <a:gd name="connsiteY1" fmla="*/ 20 h 746155"/>
                <a:gd name="connsiteX2" fmla="*/ 2309168 w 2309168"/>
                <a:gd name="connsiteY2" fmla="*/ 270099 h 746155"/>
                <a:gd name="connsiteX3" fmla="*/ 2121417 w 2309168"/>
                <a:gd name="connsiteY3" fmla="*/ 707462 h 746155"/>
                <a:gd name="connsiteX4" fmla="*/ 1156661 w 2309168"/>
                <a:gd name="connsiteY4" fmla="*/ 480091 h 746155"/>
                <a:gd name="connsiteX5" fmla="*/ 139604 w 2309168"/>
                <a:gd name="connsiteY5" fmla="*/ 746155 h 746155"/>
                <a:gd name="connsiteX6" fmla="*/ 0 w 2309168"/>
                <a:gd name="connsiteY6" fmla="*/ 259772 h 746155"/>
                <a:gd name="connsiteX0" fmla="*/ 0 w 2309168"/>
                <a:gd name="connsiteY0" fmla="*/ 259772 h 746155"/>
                <a:gd name="connsiteX1" fmla="*/ 1166388 w 2309168"/>
                <a:gd name="connsiteY1" fmla="*/ 20 h 746155"/>
                <a:gd name="connsiteX2" fmla="*/ 2309168 w 2309168"/>
                <a:gd name="connsiteY2" fmla="*/ 270099 h 746155"/>
                <a:gd name="connsiteX3" fmla="*/ 2121417 w 2309168"/>
                <a:gd name="connsiteY3" fmla="*/ 707462 h 746155"/>
                <a:gd name="connsiteX4" fmla="*/ 1156661 w 2309168"/>
                <a:gd name="connsiteY4" fmla="*/ 480091 h 746155"/>
                <a:gd name="connsiteX5" fmla="*/ 139604 w 2309168"/>
                <a:gd name="connsiteY5" fmla="*/ 746155 h 746155"/>
                <a:gd name="connsiteX6" fmla="*/ 0 w 2309168"/>
                <a:gd name="connsiteY6" fmla="*/ 259772 h 746155"/>
                <a:gd name="connsiteX0" fmla="*/ 0 w 2309168"/>
                <a:gd name="connsiteY0" fmla="*/ 226793 h 746567"/>
                <a:gd name="connsiteX1" fmla="*/ 1166388 w 2309168"/>
                <a:gd name="connsiteY1" fmla="*/ 432 h 746567"/>
                <a:gd name="connsiteX2" fmla="*/ 2309168 w 2309168"/>
                <a:gd name="connsiteY2" fmla="*/ 270511 h 746567"/>
                <a:gd name="connsiteX3" fmla="*/ 2121417 w 2309168"/>
                <a:gd name="connsiteY3" fmla="*/ 707874 h 746567"/>
                <a:gd name="connsiteX4" fmla="*/ 1156661 w 2309168"/>
                <a:gd name="connsiteY4" fmla="*/ 480503 h 746567"/>
                <a:gd name="connsiteX5" fmla="*/ 139604 w 2309168"/>
                <a:gd name="connsiteY5" fmla="*/ 746567 h 746567"/>
                <a:gd name="connsiteX6" fmla="*/ 0 w 2309168"/>
                <a:gd name="connsiteY6" fmla="*/ 226793 h 746567"/>
                <a:gd name="connsiteX0" fmla="*/ 0 w 2309168"/>
                <a:gd name="connsiteY0" fmla="*/ 226663 h 746437"/>
                <a:gd name="connsiteX1" fmla="*/ 1166388 w 2309168"/>
                <a:gd name="connsiteY1" fmla="*/ 302 h 746437"/>
                <a:gd name="connsiteX2" fmla="*/ 2309168 w 2309168"/>
                <a:gd name="connsiteY2" fmla="*/ 270381 h 746437"/>
                <a:gd name="connsiteX3" fmla="*/ 2121417 w 2309168"/>
                <a:gd name="connsiteY3" fmla="*/ 707744 h 746437"/>
                <a:gd name="connsiteX4" fmla="*/ 1156661 w 2309168"/>
                <a:gd name="connsiteY4" fmla="*/ 480373 h 746437"/>
                <a:gd name="connsiteX5" fmla="*/ 139604 w 2309168"/>
                <a:gd name="connsiteY5" fmla="*/ 746437 h 746437"/>
                <a:gd name="connsiteX6" fmla="*/ 0 w 2309168"/>
                <a:gd name="connsiteY6" fmla="*/ 226663 h 746437"/>
                <a:gd name="connsiteX0" fmla="*/ 0 w 2309168"/>
                <a:gd name="connsiteY0" fmla="*/ 226614 h 746388"/>
                <a:gd name="connsiteX1" fmla="*/ 1166388 w 2309168"/>
                <a:gd name="connsiteY1" fmla="*/ 253 h 746388"/>
                <a:gd name="connsiteX2" fmla="*/ 2309168 w 2309168"/>
                <a:gd name="connsiteY2" fmla="*/ 270332 h 746388"/>
                <a:gd name="connsiteX3" fmla="*/ 2121417 w 2309168"/>
                <a:gd name="connsiteY3" fmla="*/ 707695 h 746388"/>
                <a:gd name="connsiteX4" fmla="*/ 1156661 w 2309168"/>
                <a:gd name="connsiteY4" fmla="*/ 480324 h 746388"/>
                <a:gd name="connsiteX5" fmla="*/ 139604 w 2309168"/>
                <a:gd name="connsiteY5" fmla="*/ 746388 h 746388"/>
                <a:gd name="connsiteX6" fmla="*/ 0 w 2309168"/>
                <a:gd name="connsiteY6" fmla="*/ 226614 h 746388"/>
                <a:gd name="connsiteX0" fmla="*/ 0 w 2309168"/>
                <a:gd name="connsiteY0" fmla="*/ 231692 h 746328"/>
                <a:gd name="connsiteX1" fmla="*/ 1166388 w 2309168"/>
                <a:gd name="connsiteY1" fmla="*/ 193 h 746328"/>
                <a:gd name="connsiteX2" fmla="*/ 2309168 w 2309168"/>
                <a:gd name="connsiteY2" fmla="*/ 270272 h 746328"/>
                <a:gd name="connsiteX3" fmla="*/ 2121417 w 2309168"/>
                <a:gd name="connsiteY3" fmla="*/ 707635 h 746328"/>
                <a:gd name="connsiteX4" fmla="*/ 1156661 w 2309168"/>
                <a:gd name="connsiteY4" fmla="*/ 480264 h 746328"/>
                <a:gd name="connsiteX5" fmla="*/ 139604 w 2309168"/>
                <a:gd name="connsiteY5" fmla="*/ 746328 h 746328"/>
                <a:gd name="connsiteX6" fmla="*/ 0 w 2309168"/>
                <a:gd name="connsiteY6" fmla="*/ 231692 h 746328"/>
                <a:gd name="connsiteX0" fmla="*/ 0 w 2309168"/>
                <a:gd name="connsiteY0" fmla="*/ 231692 h 707635"/>
                <a:gd name="connsiteX1" fmla="*/ 1166388 w 2309168"/>
                <a:gd name="connsiteY1" fmla="*/ 193 h 707635"/>
                <a:gd name="connsiteX2" fmla="*/ 2309168 w 2309168"/>
                <a:gd name="connsiteY2" fmla="*/ 270272 h 707635"/>
                <a:gd name="connsiteX3" fmla="*/ 2121417 w 2309168"/>
                <a:gd name="connsiteY3" fmla="*/ 707635 h 707635"/>
                <a:gd name="connsiteX4" fmla="*/ 1156661 w 2309168"/>
                <a:gd name="connsiteY4" fmla="*/ 480264 h 707635"/>
                <a:gd name="connsiteX5" fmla="*/ 172995 w 2309168"/>
                <a:gd name="connsiteY5" fmla="*/ 684683 h 707635"/>
                <a:gd name="connsiteX6" fmla="*/ 0 w 2309168"/>
                <a:gd name="connsiteY6" fmla="*/ 231692 h 707635"/>
                <a:gd name="connsiteX0" fmla="*/ 0 w 2309168"/>
                <a:gd name="connsiteY0" fmla="*/ 231692 h 707635"/>
                <a:gd name="connsiteX1" fmla="*/ 1166388 w 2309168"/>
                <a:gd name="connsiteY1" fmla="*/ 193 h 707635"/>
                <a:gd name="connsiteX2" fmla="*/ 2309168 w 2309168"/>
                <a:gd name="connsiteY2" fmla="*/ 270272 h 707635"/>
                <a:gd name="connsiteX3" fmla="*/ 2121417 w 2309168"/>
                <a:gd name="connsiteY3" fmla="*/ 707635 h 707635"/>
                <a:gd name="connsiteX4" fmla="*/ 1156661 w 2309168"/>
                <a:gd name="connsiteY4" fmla="*/ 480264 h 707635"/>
                <a:gd name="connsiteX5" fmla="*/ 172995 w 2309168"/>
                <a:gd name="connsiteY5" fmla="*/ 684683 h 707635"/>
                <a:gd name="connsiteX6" fmla="*/ 0 w 2309168"/>
                <a:gd name="connsiteY6" fmla="*/ 231692 h 707635"/>
                <a:gd name="connsiteX0" fmla="*/ 0 w 2309168"/>
                <a:gd name="connsiteY0" fmla="*/ 231692 h 715340"/>
                <a:gd name="connsiteX1" fmla="*/ 1166388 w 2309168"/>
                <a:gd name="connsiteY1" fmla="*/ 193 h 715340"/>
                <a:gd name="connsiteX2" fmla="*/ 2309168 w 2309168"/>
                <a:gd name="connsiteY2" fmla="*/ 270272 h 715340"/>
                <a:gd name="connsiteX3" fmla="*/ 2123986 w 2309168"/>
                <a:gd name="connsiteY3" fmla="*/ 715340 h 715340"/>
                <a:gd name="connsiteX4" fmla="*/ 1156661 w 2309168"/>
                <a:gd name="connsiteY4" fmla="*/ 480264 h 715340"/>
                <a:gd name="connsiteX5" fmla="*/ 172995 w 2309168"/>
                <a:gd name="connsiteY5" fmla="*/ 684683 h 715340"/>
                <a:gd name="connsiteX6" fmla="*/ 0 w 2309168"/>
                <a:gd name="connsiteY6" fmla="*/ 231692 h 715340"/>
                <a:gd name="connsiteX0" fmla="*/ 0 w 2309168"/>
                <a:gd name="connsiteY0" fmla="*/ 231692 h 715340"/>
                <a:gd name="connsiteX1" fmla="*/ 1166388 w 2309168"/>
                <a:gd name="connsiteY1" fmla="*/ 193 h 715340"/>
                <a:gd name="connsiteX2" fmla="*/ 2309168 w 2309168"/>
                <a:gd name="connsiteY2" fmla="*/ 270272 h 715340"/>
                <a:gd name="connsiteX3" fmla="*/ 2123986 w 2309168"/>
                <a:gd name="connsiteY3" fmla="*/ 715340 h 715340"/>
                <a:gd name="connsiteX4" fmla="*/ 1156661 w 2309168"/>
                <a:gd name="connsiteY4" fmla="*/ 480264 h 715340"/>
                <a:gd name="connsiteX5" fmla="*/ 172995 w 2309168"/>
                <a:gd name="connsiteY5" fmla="*/ 684683 h 715340"/>
                <a:gd name="connsiteX6" fmla="*/ 0 w 2309168"/>
                <a:gd name="connsiteY6" fmla="*/ 231692 h 715340"/>
                <a:gd name="connsiteX0" fmla="*/ 0 w 2309168"/>
                <a:gd name="connsiteY0" fmla="*/ 231692 h 715340"/>
                <a:gd name="connsiteX1" fmla="*/ 1166388 w 2309168"/>
                <a:gd name="connsiteY1" fmla="*/ 193 h 715340"/>
                <a:gd name="connsiteX2" fmla="*/ 2309168 w 2309168"/>
                <a:gd name="connsiteY2" fmla="*/ 270272 h 715340"/>
                <a:gd name="connsiteX3" fmla="*/ 2123986 w 2309168"/>
                <a:gd name="connsiteY3" fmla="*/ 715340 h 715340"/>
                <a:gd name="connsiteX4" fmla="*/ 1156661 w 2309168"/>
                <a:gd name="connsiteY4" fmla="*/ 480264 h 715340"/>
                <a:gd name="connsiteX5" fmla="*/ 172995 w 2309168"/>
                <a:gd name="connsiteY5" fmla="*/ 684683 h 715340"/>
                <a:gd name="connsiteX6" fmla="*/ 0 w 2309168"/>
                <a:gd name="connsiteY6" fmla="*/ 231692 h 715340"/>
                <a:gd name="connsiteX0" fmla="*/ 0 w 2314305"/>
                <a:gd name="connsiteY0" fmla="*/ 231543 h 715191"/>
                <a:gd name="connsiteX1" fmla="*/ 1166388 w 2314305"/>
                <a:gd name="connsiteY1" fmla="*/ 44 h 715191"/>
                <a:gd name="connsiteX2" fmla="*/ 2314305 w 2314305"/>
                <a:gd name="connsiteY2" fmla="*/ 249575 h 715191"/>
                <a:gd name="connsiteX3" fmla="*/ 2123986 w 2314305"/>
                <a:gd name="connsiteY3" fmla="*/ 715191 h 715191"/>
                <a:gd name="connsiteX4" fmla="*/ 1156661 w 2314305"/>
                <a:gd name="connsiteY4" fmla="*/ 480115 h 715191"/>
                <a:gd name="connsiteX5" fmla="*/ 172995 w 2314305"/>
                <a:gd name="connsiteY5" fmla="*/ 684534 h 715191"/>
                <a:gd name="connsiteX6" fmla="*/ 0 w 2314305"/>
                <a:gd name="connsiteY6" fmla="*/ 231543 h 715191"/>
                <a:gd name="connsiteX0" fmla="*/ 0 w 2314305"/>
                <a:gd name="connsiteY0" fmla="*/ 231543 h 715191"/>
                <a:gd name="connsiteX1" fmla="*/ 1166388 w 2314305"/>
                <a:gd name="connsiteY1" fmla="*/ 44 h 715191"/>
                <a:gd name="connsiteX2" fmla="*/ 2314305 w 2314305"/>
                <a:gd name="connsiteY2" fmla="*/ 249575 h 715191"/>
                <a:gd name="connsiteX3" fmla="*/ 2123986 w 2314305"/>
                <a:gd name="connsiteY3" fmla="*/ 715191 h 715191"/>
                <a:gd name="connsiteX4" fmla="*/ 1156661 w 2314305"/>
                <a:gd name="connsiteY4" fmla="*/ 480115 h 715191"/>
                <a:gd name="connsiteX5" fmla="*/ 172995 w 2314305"/>
                <a:gd name="connsiteY5" fmla="*/ 684534 h 715191"/>
                <a:gd name="connsiteX6" fmla="*/ 0 w 2314305"/>
                <a:gd name="connsiteY6" fmla="*/ 231543 h 715191"/>
                <a:gd name="connsiteX0" fmla="*/ 0 w 2314305"/>
                <a:gd name="connsiteY0" fmla="*/ 231550 h 715198"/>
                <a:gd name="connsiteX1" fmla="*/ 1166388 w 2314305"/>
                <a:gd name="connsiteY1" fmla="*/ 51 h 715198"/>
                <a:gd name="connsiteX2" fmla="*/ 2314305 w 2314305"/>
                <a:gd name="connsiteY2" fmla="*/ 249582 h 715198"/>
                <a:gd name="connsiteX3" fmla="*/ 2123986 w 2314305"/>
                <a:gd name="connsiteY3" fmla="*/ 715198 h 715198"/>
                <a:gd name="connsiteX4" fmla="*/ 1156661 w 2314305"/>
                <a:gd name="connsiteY4" fmla="*/ 480122 h 715198"/>
                <a:gd name="connsiteX5" fmla="*/ 172995 w 2314305"/>
                <a:gd name="connsiteY5" fmla="*/ 684541 h 715198"/>
                <a:gd name="connsiteX6" fmla="*/ 0 w 2314305"/>
                <a:gd name="connsiteY6" fmla="*/ 231550 h 715198"/>
                <a:gd name="connsiteX0" fmla="*/ 0 w 2314305"/>
                <a:gd name="connsiteY0" fmla="*/ 233092 h 716740"/>
                <a:gd name="connsiteX1" fmla="*/ 1166388 w 2314305"/>
                <a:gd name="connsiteY1" fmla="*/ 1593 h 716740"/>
                <a:gd name="connsiteX2" fmla="*/ 2314305 w 2314305"/>
                <a:gd name="connsiteY2" fmla="*/ 251124 h 716740"/>
                <a:gd name="connsiteX3" fmla="*/ 2123986 w 2314305"/>
                <a:gd name="connsiteY3" fmla="*/ 716740 h 716740"/>
                <a:gd name="connsiteX4" fmla="*/ 1156661 w 2314305"/>
                <a:gd name="connsiteY4" fmla="*/ 481664 h 716740"/>
                <a:gd name="connsiteX5" fmla="*/ 172995 w 2314305"/>
                <a:gd name="connsiteY5" fmla="*/ 686083 h 716740"/>
                <a:gd name="connsiteX6" fmla="*/ 0 w 2314305"/>
                <a:gd name="connsiteY6" fmla="*/ 233092 h 716740"/>
                <a:gd name="connsiteX0" fmla="*/ 0 w 2314305"/>
                <a:gd name="connsiteY0" fmla="*/ 231523 h 715171"/>
                <a:gd name="connsiteX1" fmla="*/ 1166388 w 2314305"/>
                <a:gd name="connsiteY1" fmla="*/ 24 h 715171"/>
                <a:gd name="connsiteX2" fmla="*/ 2314305 w 2314305"/>
                <a:gd name="connsiteY2" fmla="*/ 249555 h 715171"/>
                <a:gd name="connsiteX3" fmla="*/ 2123986 w 2314305"/>
                <a:gd name="connsiteY3" fmla="*/ 715171 h 715171"/>
                <a:gd name="connsiteX4" fmla="*/ 1156661 w 2314305"/>
                <a:gd name="connsiteY4" fmla="*/ 480095 h 715171"/>
                <a:gd name="connsiteX5" fmla="*/ 172995 w 2314305"/>
                <a:gd name="connsiteY5" fmla="*/ 684514 h 715171"/>
                <a:gd name="connsiteX6" fmla="*/ 0 w 2314305"/>
                <a:gd name="connsiteY6" fmla="*/ 231523 h 715171"/>
                <a:gd name="connsiteX0" fmla="*/ 0 w 2314305"/>
                <a:gd name="connsiteY0" fmla="*/ 231550 h 715198"/>
                <a:gd name="connsiteX1" fmla="*/ 1166388 w 2314305"/>
                <a:gd name="connsiteY1" fmla="*/ 51 h 715198"/>
                <a:gd name="connsiteX2" fmla="*/ 2314305 w 2314305"/>
                <a:gd name="connsiteY2" fmla="*/ 249582 h 715198"/>
                <a:gd name="connsiteX3" fmla="*/ 2123986 w 2314305"/>
                <a:gd name="connsiteY3" fmla="*/ 715198 h 715198"/>
                <a:gd name="connsiteX4" fmla="*/ 1156661 w 2314305"/>
                <a:gd name="connsiteY4" fmla="*/ 480122 h 715198"/>
                <a:gd name="connsiteX5" fmla="*/ 172995 w 2314305"/>
                <a:gd name="connsiteY5" fmla="*/ 684541 h 715198"/>
                <a:gd name="connsiteX6" fmla="*/ 0 w 2314305"/>
                <a:gd name="connsiteY6" fmla="*/ 231550 h 715198"/>
                <a:gd name="connsiteX0" fmla="*/ 0 w 2314305"/>
                <a:gd name="connsiteY0" fmla="*/ 232088 h 715736"/>
                <a:gd name="connsiteX1" fmla="*/ 1166388 w 2314305"/>
                <a:gd name="connsiteY1" fmla="*/ 589 h 715736"/>
                <a:gd name="connsiteX2" fmla="*/ 2314305 w 2314305"/>
                <a:gd name="connsiteY2" fmla="*/ 250120 h 715736"/>
                <a:gd name="connsiteX3" fmla="*/ 2123986 w 2314305"/>
                <a:gd name="connsiteY3" fmla="*/ 715736 h 715736"/>
                <a:gd name="connsiteX4" fmla="*/ 1156661 w 2314305"/>
                <a:gd name="connsiteY4" fmla="*/ 480660 h 715736"/>
                <a:gd name="connsiteX5" fmla="*/ 172995 w 2314305"/>
                <a:gd name="connsiteY5" fmla="*/ 685079 h 715736"/>
                <a:gd name="connsiteX6" fmla="*/ 0 w 2314305"/>
                <a:gd name="connsiteY6" fmla="*/ 232088 h 715736"/>
                <a:gd name="connsiteX0" fmla="*/ 0 w 2314305"/>
                <a:gd name="connsiteY0" fmla="*/ 232088 h 715736"/>
                <a:gd name="connsiteX1" fmla="*/ 1166388 w 2314305"/>
                <a:gd name="connsiteY1" fmla="*/ 589 h 715736"/>
                <a:gd name="connsiteX2" fmla="*/ 2314305 w 2314305"/>
                <a:gd name="connsiteY2" fmla="*/ 250120 h 715736"/>
                <a:gd name="connsiteX3" fmla="*/ 2123986 w 2314305"/>
                <a:gd name="connsiteY3" fmla="*/ 715736 h 715736"/>
                <a:gd name="connsiteX4" fmla="*/ 1156661 w 2314305"/>
                <a:gd name="connsiteY4" fmla="*/ 480660 h 715736"/>
                <a:gd name="connsiteX5" fmla="*/ 172995 w 2314305"/>
                <a:gd name="connsiteY5" fmla="*/ 685079 h 715736"/>
                <a:gd name="connsiteX6" fmla="*/ 0 w 2314305"/>
                <a:gd name="connsiteY6" fmla="*/ 232088 h 715736"/>
                <a:gd name="connsiteX0" fmla="*/ 0 w 2314305"/>
                <a:gd name="connsiteY0" fmla="*/ 232088 h 715736"/>
                <a:gd name="connsiteX1" fmla="*/ 1166388 w 2314305"/>
                <a:gd name="connsiteY1" fmla="*/ 589 h 715736"/>
                <a:gd name="connsiteX2" fmla="*/ 2314305 w 2314305"/>
                <a:gd name="connsiteY2" fmla="*/ 250120 h 715736"/>
                <a:gd name="connsiteX3" fmla="*/ 2123986 w 2314305"/>
                <a:gd name="connsiteY3" fmla="*/ 715736 h 715736"/>
                <a:gd name="connsiteX4" fmla="*/ 1156661 w 2314305"/>
                <a:gd name="connsiteY4" fmla="*/ 480660 h 715736"/>
                <a:gd name="connsiteX5" fmla="*/ 172995 w 2314305"/>
                <a:gd name="connsiteY5" fmla="*/ 685079 h 715736"/>
                <a:gd name="connsiteX6" fmla="*/ 0 w 2314305"/>
                <a:gd name="connsiteY6" fmla="*/ 232088 h 715736"/>
                <a:gd name="connsiteX0" fmla="*/ 0 w 2314305"/>
                <a:gd name="connsiteY0" fmla="*/ 232060 h 715708"/>
                <a:gd name="connsiteX1" fmla="*/ 1166388 w 2314305"/>
                <a:gd name="connsiteY1" fmla="*/ 561 h 715708"/>
                <a:gd name="connsiteX2" fmla="*/ 2314305 w 2314305"/>
                <a:gd name="connsiteY2" fmla="*/ 250092 h 715708"/>
                <a:gd name="connsiteX3" fmla="*/ 2123986 w 2314305"/>
                <a:gd name="connsiteY3" fmla="*/ 715708 h 715708"/>
                <a:gd name="connsiteX4" fmla="*/ 1156661 w 2314305"/>
                <a:gd name="connsiteY4" fmla="*/ 480632 h 715708"/>
                <a:gd name="connsiteX5" fmla="*/ 172995 w 2314305"/>
                <a:gd name="connsiteY5" fmla="*/ 685051 h 715708"/>
                <a:gd name="connsiteX6" fmla="*/ 0 w 2314305"/>
                <a:gd name="connsiteY6" fmla="*/ 232060 h 7157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314305" h="715708">
                  <a:moveTo>
                    <a:pt x="0" y="232060"/>
                  </a:moveTo>
                  <a:cubicBezTo>
                    <a:pt x="116349" y="135016"/>
                    <a:pt x="772966" y="-10150"/>
                    <a:pt x="1166388" y="561"/>
                  </a:cubicBezTo>
                  <a:cubicBezTo>
                    <a:pt x="1559810" y="11272"/>
                    <a:pt x="1962415" y="54514"/>
                    <a:pt x="2314305" y="250092"/>
                  </a:cubicBezTo>
                  <a:cubicBezTo>
                    <a:pt x="2236857" y="411910"/>
                    <a:pt x="2305049" y="284904"/>
                    <a:pt x="2123986" y="715708"/>
                  </a:cubicBezTo>
                  <a:cubicBezTo>
                    <a:pt x="2077752" y="646036"/>
                    <a:pt x="1616289" y="480632"/>
                    <a:pt x="1156661" y="480632"/>
                  </a:cubicBezTo>
                  <a:cubicBezTo>
                    <a:pt x="697033" y="480632"/>
                    <a:pt x="257593" y="589531"/>
                    <a:pt x="172995" y="685051"/>
                  </a:cubicBezTo>
                  <a:lnTo>
                    <a:pt x="0" y="232060"/>
                  </a:lnTo>
                  <a:close/>
                </a:path>
              </a:pathLst>
            </a:cu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7" name="Block Arc 1">
              <a:extLst>
                <a:ext uri="{FF2B5EF4-FFF2-40B4-BE49-F238E27FC236}">
                  <a16:creationId xmlns:a16="http://schemas.microsoft.com/office/drawing/2014/main" id="{6B34A44E-4DEB-6EDA-544F-227DCA97D88F}"/>
                </a:ext>
              </a:extLst>
            </p:cNvPr>
            <p:cNvSpPr/>
            <p:nvPr/>
          </p:nvSpPr>
          <p:spPr>
            <a:xfrm rot="12383279">
              <a:off x="6255443" y="5432031"/>
              <a:ext cx="2314305" cy="715708"/>
            </a:xfrm>
            <a:custGeom>
              <a:avLst/>
              <a:gdLst>
                <a:gd name="connsiteX0" fmla="*/ 0 w 2391141"/>
                <a:gd name="connsiteY0" fmla="*/ 726679 h 1453358"/>
                <a:gd name="connsiteX1" fmla="*/ 1195571 w 2391141"/>
                <a:gd name="connsiteY1" fmla="*/ 0 h 1453358"/>
                <a:gd name="connsiteX2" fmla="*/ 2391142 w 2391141"/>
                <a:gd name="connsiteY2" fmla="*/ 726679 h 1453358"/>
                <a:gd name="connsiteX3" fmla="*/ 2027802 w 2391141"/>
                <a:gd name="connsiteY3" fmla="*/ 726679 h 1453358"/>
                <a:gd name="connsiteX4" fmla="*/ 1195571 w 2391141"/>
                <a:gd name="connsiteY4" fmla="*/ 363339 h 1453358"/>
                <a:gd name="connsiteX5" fmla="*/ 363340 w 2391141"/>
                <a:gd name="connsiteY5" fmla="*/ 726679 h 1453358"/>
                <a:gd name="connsiteX6" fmla="*/ 0 w 2391141"/>
                <a:gd name="connsiteY6" fmla="*/ 726679 h 1453358"/>
                <a:gd name="connsiteX0" fmla="*/ 0 w 2614878"/>
                <a:gd name="connsiteY0" fmla="*/ 727830 h 727830"/>
                <a:gd name="connsiteX1" fmla="*/ 1195571 w 2614878"/>
                <a:gd name="connsiteY1" fmla="*/ 1151 h 727830"/>
                <a:gd name="connsiteX2" fmla="*/ 2614878 w 2614878"/>
                <a:gd name="connsiteY2" fmla="*/ 611098 h 727830"/>
                <a:gd name="connsiteX3" fmla="*/ 2027802 w 2614878"/>
                <a:gd name="connsiteY3" fmla="*/ 727830 h 727830"/>
                <a:gd name="connsiteX4" fmla="*/ 1195571 w 2614878"/>
                <a:gd name="connsiteY4" fmla="*/ 364490 h 727830"/>
                <a:gd name="connsiteX5" fmla="*/ 363340 w 2614878"/>
                <a:gd name="connsiteY5" fmla="*/ 727830 h 727830"/>
                <a:gd name="connsiteX6" fmla="*/ 0 w 2614878"/>
                <a:gd name="connsiteY6" fmla="*/ 727830 h 727830"/>
                <a:gd name="connsiteX0" fmla="*/ 0 w 2614878"/>
                <a:gd name="connsiteY0" fmla="*/ 727830 h 727830"/>
                <a:gd name="connsiteX1" fmla="*/ 1195571 w 2614878"/>
                <a:gd name="connsiteY1" fmla="*/ 1151 h 727830"/>
                <a:gd name="connsiteX2" fmla="*/ 2614878 w 2614878"/>
                <a:gd name="connsiteY2" fmla="*/ 611098 h 727830"/>
                <a:gd name="connsiteX3" fmla="*/ 2251538 w 2614878"/>
                <a:gd name="connsiteY3" fmla="*/ 669464 h 727830"/>
                <a:gd name="connsiteX4" fmla="*/ 1195571 w 2614878"/>
                <a:gd name="connsiteY4" fmla="*/ 364490 h 727830"/>
                <a:gd name="connsiteX5" fmla="*/ 363340 w 2614878"/>
                <a:gd name="connsiteY5" fmla="*/ 727830 h 727830"/>
                <a:gd name="connsiteX6" fmla="*/ 0 w 2614878"/>
                <a:gd name="connsiteY6" fmla="*/ 727830 h 727830"/>
                <a:gd name="connsiteX0" fmla="*/ 0 w 2780249"/>
                <a:gd name="connsiteY0" fmla="*/ 590533 h 726720"/>
                <a:gd name="connsiteX1" fmla="*/ 1360942 w 2780249"/>
                <a:gd name="connsiteY1" fmla="*/ 41 h 726720"/>
                <a:gd name="connsiteX2" fmla="*/ 2780249 w 2780249"/>
                <a:gd name="connsiteY2" fmla="*/ 609988 h 726720"/>
                <a:gd name="connsiteX3" fmla="*/ 2416909 w 2780249"/>
                <a:gd name="connsiteY3" fmla="*/ 668354 h 726720"/>
                <a:gd name="connsiteX4" fmla="*/ 1360942 w 2780249"/>
                <a:gd name="connsiteY4" fmla="*/ 363380 h 726720"/>
                <a:gd name="connsiteX5" fmla="*/ 528711 w 2780249"/>
                <a:gd name="connsiteY5" fmla="*/ 726720 h 726720"/>
                <a:gd name="connsiteX6" fmla="*/ 0 w 2780249"/>
                <a:gd name="connsiteY6" fmla="*/ 590533 h 726720"/>
                <a:gd name="connsiteX0" fmla="*/ 0 w 2780249"/>
                <a:gd name="connsiteY0" fmla="*/ 590533 h 668354"/>
                <a:gd name="connsiteX1" fmla="*/ 1360942 w 2780249"/>
                <a:gd name="connsiteY1" fmla="*/ 41 h 668354"/>
                <a:gd name="connsiteX2" fmla="*/ 2780249 w 2780249"/>
                <a:gd name="connsiteY2" fmla="*/ 609988 h 668354"/>
                <a:gd name="connsiteX3" fmla="*/ 2416909 w 2780249"/>
                <a:gd name="connsiteY3" fmla="*/ 668354 h 668354"/>
                <a:gd name="connsiteX4" fmla="*/ 1360942 w 2780249"/>
                <a:gd name="connsiteY4" fmla="*/ 363380 h 668354"/>
                <a:gd name="connsiteX5" fmla="*/ 275792 w 2780249"/>
                <a:gd name="connsiteY5" fmla="*/ 639171 h 668354"/>
                <a:gd name="connsiteX6" fmla="*/ 0 w 2780249"/>
                <a:gd name="connsiteY6" fmla="*/ 590533 h 668354"/>
                <a:gd name="connsiteX0" fmla="*/ 0 w 2780249"/>
                <a:gd name="connsiteY0" fmla="*/ 590533 h 668354"/>
                <a:gd name="connsiteX1" fmla="*/ 1360942 w 2780249"/>
                <a:gd name="connsiteY1" fmla="*/ 41 h 668354"/>
                <a:gd name="connsiteX2" fmla="*/ 2780249 w 2780249"/>
                <a:gd name="connsiteY2" fmla="*/ 609988 h 668354"/>
                <a:gd name="connsiteX3" fmla="*/ 2416909 w 2780249"/>
                <a:gd name="connsiteY3" fmla="*/ 668354 h 668354"/>
                <a:gd name="connsiteX4" fmla="*/ 1351215 w 2780249"/>
                <a:gd name="connsiteY4" fmla="*/ 480112 h 668354"/>
                <a:gd name="connsiteX5" fmla="*/ 275792 w 2780249"/>
                <a:gd name="connsiteY5" fmla="*/ 639171 h 668354"/>
                <a:gd name="connsiteX6" fmla="*/ 0 w 2780249"/>
                <a:gd name="connsiteY6" fmla="*/ 590533 h 668354"/>
                <a:gd name="connsiteX0" fmla="*/ 0 w 2780249"/>
                <a:gd name="connsiteY0" fmla="*/ 590533 h 775358"/>
                <a:gd name="connsiteX1" fmla="*/ 1360942 w 2780249"/>
                <a:gd name="connsiteY1" fmla="*/ 41 h 775358"/>
                <a:gd name="connsiteX2" fmla="*/ 2780249 w 2780249"/>
                <a:gd name="connsiteY2" fmla="*/ 609988 h 775358"/>
                <a:gd name="connsiteX3" fmla="*/ 2329360 w 2780249"/>
                <a:gd name="connsiteY3" fmla="*/ 775358 h 775358"/>
                <a:gd name="connsiteX4" fmla="*/ 1351215 w 2780249"/>
                <a:gd name="connsiteY4" fmla="*/ 480112 h 775358"/>
                <a:gd name="connsiteX5" fmla="*/ 275792 w 2780249"/>
                <a:gd name="connsiteY5" fmla="*/ 639171 h 775358"/>
                <a:gd name="connsiteX6" fmla="*/ 0 w 2780249"/>
                <a:gd name="connsiteY6" fmla="*/ 590533 h 775358"/>
                <a:gd name="connsiteX0" fmla="*/ 0 w 2673245"/>
                <a:gd name="connsiteY0" fmla="*/ 600391 h 785216"/>
                <a:gd name="connsiteX1" fmla="*/ 1360942 w 2673245"/>
                <a:gd name="connsiteY1" fmla="*/ 9899 h 785216"/>
                <a:gd name="connsiteX2" fmla="*/ 2673245 w 2673245"/>
                <a:gd name="connsiteY2" fmla="*/ 405837 h 785216"/>
                <a:gd name="connsiteX3" fmla="*/ 2329360 w 2673245"/>
                <a:gd name="connsiteY3" fmla="*/ 785216 h 785216"/>
                <a:gd name="connsiteX4" fmla="*/ 1351215 w 2673245"/>
                <a:gd name="connsiteY4" fmla="*/ 489970 h 785216"/>
                <a:gd name="connsiteX5" fmla="*/ 275792 w 2673245"/>
                <a:gd name="connsiteY5" fmla="*/ 649029 h 785216"/>
                <a:gd name="connsiteX6" fmla="*/ 0 w 2673245"/>
                <a:gd name="connsiteY6" fmla="*/ 600391 h 785216"/>
                <a:gd name="connsiteX0" fmla="*/ 0 w 2673245"/>
                <a:gd name="connsiteY0" fmla="*/ 593348 h 778173"/>
                <a:gd name="connsiteX1" fmla="*/ 1360942 w 2673245"/>
                <a:gd name="connsiteY1" fmla="*/ 2856 h 778173"/>
                <a:gd name="connsiteX2" fmla="*/ 2673245 w 2673245"/>
                <a:gd name="connsiteY2" fmla="*/ 398794 h 778173"/>
                <a:gd name="connsiteX3" fmla="*/ 2329360 w 2673245"/>
                <a:gd name="connsiteY3" fmla="*/ 778173 h 778173"/>
                <a:gd name="connsiteX4" fmla="*/ 1351215 w 2673245"/>
                <a:gd name="connsiteY4" fmla="*/ 482927 h 778173"/>
                <a:gd name="connsiteX5" fmla="*/ 275792 w 2673245"/>
                <a:gd name="connsiteY5" fmla="*/ 641986 h 778173"/>
                <a:gd name="connsiteX6" fmla="*/ 0 w 2673245"/>
                <a:gd name="connsiteY6" fmla="*/ 593348 h 778173"/>
                <a:gd name="connsiteX0" fmla="*/ 0 w 2478691"/>
                <a:gd name="connsiteY0" fmla="*/ 293714 h 809279"/>
                <a:gd name="connsiteX1" fmla="*/ 1166388 w 2478691"/>
                <a:gd name="connsiteY1" fmla="*/ 33962 h 809279"/>
                <a:gd name="connsiteX2" fmla="*/ 2478691 w 2478691"/>
                <a:gd name="connsiteY2" fmla="*/ 429900 h 809279"/>
                <a:gd name="connsiteX3" fmla="*/ 2134806 w 2478691"/>
                <a:gd name="connsiteY3" fmla="*/ 809279 h 809279"/>
                <a:gd name="connsiteX4" fmla="*/ 1156661 w 2478691"/>
                <a:gd name="connsiteY4" fmla="*/ 514033 h 809279"/>
                <a:gd name="connsiteX5" fmla="*/ 81238 w 2478691"/>
                <a:gd name="connsiteY5" fmla="*/ 673092 h 809279"/>
                <a:gd name="connsiteX6" fmla="*/ 0 w 2478691"/>
                <a:gd name="connsiteY6" fmla="*/ 293714 h 809279"/>
                <a:gd name="connsiteX0" fmla="*/ 0 w 2478691"/>
                <a:gd name="connsiteY0" fmla="*/ 262275 h 777840"/>
                <a:gd name="connsiteX1" fmla="*/ 1166388 w 2478691"/>
                <a:gd name="connsiteY1" fmla="*/ 2523 h 777840"/>
                <a:gd name="connsiteX2" fmla="*/ 2478691 w 2478691"/>
                <a:gd name="connsiteY2" fmla="*/ 398461 h 777840"/>
                <a:gd name="connsiteX3" fmla="*/ 2134806 w 2478691"/>
                <a:gd name="connsiteY3" fmla="*/ 777840 h 777840"/>
                <a:gd name="connsiteX4" fmla="*/ 1156661 w 2478691"/>
                <a:gd name="connsiteY4" fmla="*/ 482594 h 777840"/>
                <a:gd name="connsiteX5" fmla="*/ 81238 w 2478691"/>
                <a:gd name="connsiteY5" fmla="*/ 641653 h 777840"/>
                <a:gd name="connsiteX6" fmla="*/ 0 w 2478691"/>
                <a:gd name="connsiteY6" fmla="*/ 262275 h 777840"/>
                <a:gd name="connsiteX0" fmla="*/ 0 w 2478691"/>
                <a:gd name="connsiteY0" fmla="*/ 262275 h 777841"/>
                <a:gd name="connsiteX1" fmla="*/ 1166388 w 2478691"/>
                <a:gd name="connsiteY1" fmla="*/ 2523 h 777841"/>
                <a:gd name="connsiteX2" fmla="*/ 2478691 w 2478691"/>
                <a:gd name="connsiteY2" fmla="*/ 398461 h 777841"/>
                <a:gd name="connsiteX3" fmla="*/ 2134806 w 2478691"/>
                <a:gd name="connsiteY3" fmla="*/ 777840 h 777841"/>
                <a:gd name="connsiteX4" fmla="*/ 1156661 w 2478691"/>
                <a:gd name="connsiteY4" fmla="*/ 482594 h 777841"/>
                <a:gd name="connsiteX5" fmla="*/ 178515 w 2478691"/>
                <a:gd name="connsiteY5" fmla="*/ 777841 h 777841"/>
                <a:gd name="connsiteX6" fmla="*/ 0 w 2478691"/>
                <a:gd name="connsiteY6" fmla="*/ 262275 h 777841"/>
                <a:gd name="connsiteX0" fmla="*/ 0 w 2478691"/>
                <a:gd name="connsiteY0" fmla="*/ 262275 h 777840"/>
                <a:gd name="connsiteX1" fmla="*/ 1166388 w 2478691"/>
                <a:gd name="connsiteY1" fmla="*/ 2523 h 777840"/>
                <a:gd name="connsiteX2" fmla="*/ 2478691 w 2478691"/>
                <a:gd name="connsiteY2" fmla="*/ 398461 h 777840"/>
                <a:gd name="connsiteX3" fmla="*/ 2134806 w 2478691"/>
                <a:gd name="connsiteY3" fmla="*/ 777840 h 777840"/>
                <a:gd name="connsiteX4" fmla="*/ 1156661 w 2478691"/>
                <a:gd name="connsiteY4" fmla="*/ 482594 h 777840"/>
                <a:gd name="connsiteX5" fmla="*/ 139604 w 2478691"/>
                <a:gd name="connsiteY5" fmla="*/ 748658 h 777840"/>
                <a:gd name="connsiteX6" fmla="*/ 0 w 2478691"/>
                <a:gd name="connsiteY6" fmla="*/ 262275 h 777840"/>
                <a:gd name="connsiteX0" fmla="*/ 0 w 2478691"/>
                <a:gd name="connsiteY0" fmla="*/ 262275 h 777840"/>
                <a:gd name="connsiteX1" fmla="*/ 1166388 w 2478691"/>
                <a:gd name="connsiteY1" fmla="*/ 2523 h 777840"/>
                <a:gd name="connsiteX2" fmla="*/ 2478691 w 2478691"/>
                <a:gd name="connsiteY2" fmla="*/ 398461 h 777840"/>
                <a:gd name="connsiteX3" fmla="*/ 2134806 w 2478691"/>
                <a:gd name="connsiteY3" fmla="*/ 777840 h 777840"/>
                <a:gd name="connsiteX4" fmla="*/ 1156661 w 2478691"/>
                <a:gd name="connsiteY4" fmla="*/ 482594 h 777840"/>
                <a:gd name="connsiteX5" fmla="*/ 139604 w 2478691"/>
                <a:gd name="connsiteY5" fmla="*/ 748658 h 777840"/>
                <a:gd name="connsiteX6" fmla="*/ 0 w 2478691"/>
                <a:gd name="connsiteY6" fmla="*/ 262275 h 777840"/>
                <a:gd name="connsiteX0" fmla="*/ 0 w 2478691"/>
                <a:gd name="connsiteY0" fmla="*/ 262275 h 797295"/>
                <a:gd name="connsiteX1" fmla="*/ 1166388 w 2478691"/>
                <a:gd name="connsiteY1" fmla="*/ 2523 h 797295"/>
                <a:gd name="connsiteX2" fmla="*/ 2478691 w 2478691"/>
                <a:gd name="connsiteY2" fmla="*/ 398461 h 797295"/>
                <a:gd name="connsiteX3" fmla="*/ 2144534 w 2478691"/>
                <a:gd name="connsiteY3" fmla="*/ 797295 h 797295"/>
                <a:gd name="connsiteX4" fmla="*/ 1156661 w 2478691"/>
                <a:gd name="connsiteY4" fmla="*/ 482594 h 797295"/>
                <a:gd name="connsiteX5" fmla="*/ 139604 w 2478691"/>
                <a:gd name="connsiteY5" fmla="*/ 748658 h 797295"/>
                <a:gd name="connsiteX6" fmla="*/ 0 w 2478691"/>
                <a:gd name="connsiteY6" fmla="*/ 262275 h 797295"/>
                <a:gd name="connsiteX0" fmla="*/ 0 w 2478691"/>
                <a:gd name="connsiteY0" fmla="*/ 262275 h 797295"/>
                <a:gd name="connsiteX1" fmla="*/ 1166388 w 2478691"/>
                <a:gd name="connsiteY1" fmla="*/ 2523 h 797295"/>
                <a:gd name="connsiteX2" fmla="*/ 2478691 w 2478691"/>
                <a:gd name="connsiteY2" fmla="*/ 398461 h 797295"/>
                <a:gd name="connsiteX3" fmla="*/ 2144534 w 2478691"/>
                <a:gd name="connsiteY3" fmla="*/ 797295 h 797295"/>
                <a:gd name="connsiteX4" fmla="*/ 1156661 w 2478691"/>
                <a:gd name="connsiteY4" fmla="*/ 482594 h 797295"/>
                <a:gd name="connsiteX5" fmla="*/ 139604 w 2478691"/>
                <a:gd name="connsiteY5" fmla="*/ 748658 h 797295"/>
                <a:gd name="connsiteX6" fmla="*/ 0 w 2478691"/>
                <a:gd name="connsiteY6" fmla="*/ 262275 h 797295"/>
                <a:gd name="connsiteX0" fmla="*/ 0 w 2309168"/>
                <a:gd name="connsiteY0" fmla="*/ 259772 h 794792"/>
                <a:gd name="connsiteX1" fmla="*/ 1166388 w 2309168"/>
                <a:gd name="connsiteY1" fmla="*/ 20 h 794792"/>
                <a:gd name="connsiteX2" fmla="*/ 2309168 w 2309168"/>
                <a:gd name="connsiteY2" fmla="*/ 270099 h 794792"/>
                <a:gd name="connsiteX3" fmla="*/ 2144534 w 2309168"/>
                <a:gd name="connsiteY3" fmla="*/ 794792 h 794792"/>
                <a:gd name="connsiteX4" fmla="*/ 1156661 w 2309168"/>
                <a:gd name="connsiteY4" fmla="*/ 480091 h 794792"/>
                <a:gd name="connsiteX5" fmla="*/ 139604 w 2309168"/>
                <a:gd name="connsiteY5" fmla="*/ 746155 h 794792"/>
                <a:gd name="connsiteX6" fmla="*/ 0 w 2309168"/>
                <a:gd name="connsiteY6" fmla="*/ 259772 h 794792"/>
                <a:gd name="connsiteX0" fmla="*/ 0 w 2309168"/>
                <a:gd name="connsiteY0" fmla="*/ 259772 h 794792"/>
                <a:gd name="connsiteX1" fmla="*/ 1166388 w 2309168"/>
                <a:gd name="connsiteY1" fmla="*/ 20 h 794792"/>
                <a:gd name="connsiteX2" fmla="*/ 2309168 w 2309168"/>
                <a:gd name="connsiteY2" fmla="*/ 270099 h 794792"/>
                <a:gd name="connsiteX3" fmla="*/ 2144534 w 2309168"/>
                <a:gd name="connsiteY3" fmla="*/ 794792 h 794792"/>
                <a:gd name="connsiteX4" fmla="*/ 1156661 w 2309168"/>
                <a:gd name="connsiteY4" fmla="*/ 480091 h 794792"/>
                <a:gd name="connsiteX5" fmla="*/ 139604 w 2309168"/>
                <a:gd name="connsiteY5" fmla="*/ 746155 h 794792"/>
                <a:gd name="connsiteX6" fmla="*/ 0 w 2309168"/>
                <a:gd name="connsiteY6" fmla="*/ 259772 h 794792"/>
                <a:gd name="connsiteX0" fmla="*/ 0 w 2309168"/>
                <a:gd name="connsiteY0" fmla="*/ 259772 h 746155"/>
                <a:gd name="connsiteX1" fmla="*/ 1166388 w 2309168"/>
                <a:gd name="connsiteY1" fmla="*/ 20 h 746155"/>
                <a:gd name="connsiteX2" fmla="*/ 2309168 w 2309168"/>
                <a:gd name="connsiteY2" fmla="*/ 270099 h 746155"/>
                <a:gd name="connsiteX3" fmla="*/ 2121417 w 2309168"/>
                <a:gd name="connsiteY3" fmla="*/ 707462 h 746155"/>
                <a:gd name="connsiteX4" fmla="*/ 1156661 w 2309168"/>
                <a:gd name="connsiteY4" fmla="*/ 480091 h 746155"/>
                <a:gd name="connsiteX5" fmla="*/ 139604 w 2309168"/>
                <a:gd name="connsiteY5" fmla="*/ 746155 h 746155"/>
                <a:gd name="connsiteX6" fmla="*/ 0 w 2309168"/>
                <a:gd name="connsiteY6" fmla="*/ 259772 h 746155"/>
                <a:gd name="connsiteX0" fmla="*/ 0 w 2309168"/>
                <a:gd name="connsiteY0" fmla="*/ 259772 h 746155"/>
                <a:gd name="connsiteX1" fmla="*/ 1166388 w 2309168"/>
                <a:gd name="connsiteY1" fmla="*/ 20 h 746155"/>
                <a:gd name="connsiteX2" fmla="*/ 2309168 w 2309168"/>
                <a:gd name="connsiteY2" fmla="*/ 270099 h 746155"/>
                <a:gd name="connsiteX3" fmla="*/ 2121417 w 2309168"/>
                <a:gd name="connsiteY3" fmla="*/ 707462 h 746155"/>
                <a:gd name="connsiteX4" fmla="*/ 1156661 w 2309168"/>
                <a:gd name="connsiteY4" fmla="*/ 480091 h 746155"/>
                <a:gd name="connsiteX5" fmla="*/ 139604 w 2309168"/>
                <a:gd name="connsiteY5" fmla="*/ 746155 h 746155"/>
                <a:gd name="connsiteX6" fmla="*/ 0 w 2309168"/>
                <a:gd name="connsiteY6" fmla="*/ 259772 h 746155"/>
                <a:gd name="connsiteX0" fmla="*/ 0 w 2309168"/>
                <a:gd name="connsiteY0" fmla="*/ 226793 h 746567"/>
                <a:gd name="connsiteX1" fmla="*/ 1166388 w 2309168"/>
                <a:gd name="connsiteY1" fmla="*/ 432 h 746567"/>
                <a:gd name="connsiteX2" fmla="*/ 2309168 w 2309168"/>
                <a:gd name="connsiteY2" fmla="*/ 270511 h 746567"/>
                <a:gd name="connsiteX3" fmla="*/ 2121417 w 2309168"/>
                <a:gd name="connsiteY3" fmla="*/ 707874 h 746567"/>
                <a:gd name="connsiteX4" fmla="*/ 1156661 w 2309168"/>
                <a:gd name="connsiteY4" fmla="*/ 480503 h 746567"/>
                <a:gd name="connsiteX5" fmla="*/ 139604 w 2309168"/>
                <a:gd name="connsiteY5" fmla="*/ 746567 h 746567"/>
                <a:gd name="connsiteX6" fmla="*/ 0 w 2309168"/>
                <a:gd name="connsiteY6" fmla="*/ 226793 h 746567"/>
                <a:gd name="connsiteX0" fmla="*/ 0 w 2309168"/>
                <a:gd name="connsiteY0" fmla="*/ 226663 h 746437"/>
                <a:gd name="connsiteX1" fmla="*/ 1166388 w 2309168"/>
                <a:gd name="connsiteY1" fmla="*/ 302 h 746437"/>
                <a:gd name="connsiteX2" fmla="*/ 2309168 w 2309168"/>
                <a:gd name="connsiteY2" fmla="*/ 270381 h 746437"/>
                <a:gd name="connsiteX3" fmla="*/ 2121417 w 2309168"/>
                <a:gd name="connsiteY3" fmla="*/ 707744 h 746437"/>
                <a:gd name="connsiteX4" fmla="*/ 1156661 w 2309168"/>
                <a:gd name="connsiteY4" fmla="*/ 480373 h 746437"/>
                <a:gd name="connsiteX5" fmla="*/ 139604 w 2309168"/>
                <a:gd name="connsiteY5" fmla="*/ 746437 h 746437"/>
                <a:gd name="connsiteX6" fmla="*/ 0 w 2309168"/>
                <a:gd name="connsiteY6" fmla="*/ 226663 h 746437"/>
                <a:gd name="connsiteX0" fmla="*/ 0 w 2309168"/>
                <a:gd name="connsiteY0" fmla="*/ 226614 h 746388"/>
                <a:gd name="connsiteX1" fmla="*/ 1166388 w 2309168"/>
                <a:gd name="connsiteY1" fmla="*/ 253 h 746388"/>
                <a:gd name="connsiteX2" fmla="*/ 2309168 w 2309168"/>
                <a:gd name="connsiteY2" fmla="*/ 270332 h 746388"/>
                <a:gd name="connsiteX3" fmla="*/ 2121417 w 2309168"/>
                <a:gd name="connsiteY3" fmla="*/ 707695 h 746388"/>
                <a:gd name="connsiteX4" fmla="*/ 1156661 w 2309168"/>
                <a:gd name="connsiteY4" fmla="*/ 480324 h 746388"/>
                <a:gd name="connsiteX5" fmla="*/ 139604 w 2309168"/>
                <a:gd name="connsiteY5" fmla="*/ 746388 h 746388"/>
                <a:gd name="connsiteX6" fmla="*/ 0 w 2309168"/>
                <a:gd name="connsiteY6" fmla="*/ 226614 h 746388"/>
                <a:gd name="connsiteX0" fmla="*/ 0 w 2309168"/>
                <a:gd name="connsiteY0" fmla="*/ 231692 h 746328"/>
                <a:gd name="connsiteX1" fmla="*/ 1166388 w 2309168"/>
                <a:gd name="connsiteY1" fmla="*/ 193 h 746328"/>
                <a:gd name="connsiteX2" fmla="*/ 2309168 w 2309168"/>
                <a:gd name="connsiteY2" fmla="*/ 270272 h 746328"/>
                <a:gd name="connsiteX3" fmla="*/ 2121417 w 2309168"/>
                <a:gd name="connsiteY3" fmla="*/ 707635 h 746328"/>
                <a:gd name="connsiteX4" fmla="*/ 1156661 w 2309168"/>
                <a:gd name="connsiteY4" fmla="*/ 480264 h 746328"/>
                <a:gd name="connsiteX5" fmla="*/ 139604 w 2309168"/>
                <a:gd name="connsiteY5" fmla="*/ 746328 h 746328"/>
                <a:gd name="connsiteX6" fmla="*/ 0 w 2309168"/>
                <a:gd name="connsiteY6" fmla="*/ 231692 h 746328"/>
                <a:gd name="connsiteX0" fmla="*/ 0 w 2309168"/>
                <a:gd name="connsiteY0" fmla="*/ 231692 h 707635"/>
                <a:gd name="connsiteX1" fmla="*/ 1166388 w 2309168"/>
                <a:gd name="connsiteY1" fmla="*/ 193 h 707635"/>
                <a:gd name="connsiteX2" fmla="*/ 2309168 w 2309168"/>
                <a:gd name="connsiteY2" fmla="*/ 270272 h 707635"/>
                <a:gd name="connsiteX3" fmla="*/ 2121417 w 2309168"/>
                <a:gd name="connsiteY3" fmla="*/ 707635 h 707635"/>
                <a:gd name="connsiteX4" fmla="*/ 1156661 w 2309168"/>
                <a:gd name="connsiteY4" fmla="*/ 480264 h 707635"/>
                <a:gd name="connsiteX5" fmla="*/ 172995 w 2309168"/>
                <a:gd name="connsiteY5" fmla="*/ 684683 h 707635"/>
                <a:gd name="connsiteX6" fmla="*/ 0 w 2309168"/>
                <a:gd name="connsiteY6" fmla="*/ 231692 h 707635"/>
                <a:gd name="connsiteX0" fmla="*/ 0 w 2309168"/>
                <a:gd name="connsiteY0" fmla="*/ 231692 h 707635"/>
                <a:gd name="connsiteX1" fmla="*/ 1166388 w 2309168"/>
                <a:gd name="connsiteY1" fmla="*/ 193 h 707635"/>
                <a:gd name="connsiteX2" fmla="*/ 2309168 w 2309168"/>
                <a:gd name="connsiteY2" fmla="*/ 270272 h 707635"/>
                <a:gd name="connsiteX3" fmla="*/ 2121417 w 2309168"/>
                <a:gd name="connsiteY3" fmla="*/ 707635 h 707635"/>
                <a:gd name="connsiteX4" fmla="*/ 1156661 w 2309168"/>
                <a:gd name="connsiteY4" fmla="*/ 480264 h 707635"/>
                <a:gd name="connsiteX5" fmla="*/ 172995 w 2309168"/>
                <a:gd name="connsiteY5" fmla="*/ 684683 h 707635"/>
                <a:gd name="connsiteX6" fmla="*/ 0 w 2309168"/>
                <a:gd name="connsiteY6" fmla="*/ 231692 h 707635"/>
                <a:gd name="connsiteX0" fmla="*/ 0 w 2309168"/>
                <a:gd name="connsiteY0" fmla="*/ 231692 h 715340"/>
                <a:gd name="connsiteX1" fmla="*/ 1166388 w 2309168"/>
                <a:gd name="connsiteY1" fmla="*/ 193 h 715340"/>
                <a:gd name="connsiteX2" fmla="*/ 2309168 w 2309168"/>
                <a:gd name="connsiteY2" fmla="*/ 270272 h 715340"/>
                <a:gd name="connsiteX3" fmla="*/ 2123986 w 2309168"/>
                <a:gd name="connsiteY3" fmla="*/ 715340 h 715340"/>
                <a:gd name="connsiteX4" fmla="*/ 1156661 w 2309168"/>
                <a:gd name="connsiteY4" fmla="*/ 480264 h 715340"/>
                <a:gd name="connsiteX5" fmla="*/ 172995 w 2309168"/>
                <a:gd name="connsiteY5" fmla="*/ 684683 h 715340"/>
                <a:gd name="connsiteX6" fmla="*/ 0 w 2309168"/>
                <a:gd name="connsiteY6" fmla="*/ 231692 h 715340"/>
                <a:gd name="connsiteX0" fmla="*/ 0 w 2309168"/>
                <a:gd name="connsiteY0" fmla="*/ 231692 h 715340"/>
                <a:gd name="connsiteX1" fmla="*/ 1166388 w 2309168"/>
                <a:gd name="connsiteY1" fmla="*/ 193 h 715340"/>
                <a:gd name="connsiteX2" fmla="*/ 2309168 w 2309168"/>
                <a:gd name="connsiteY2" fmla="*/ 270272 h 715340"/>
                <a:gd name="connsiteX3" fmla="*/ 2123986 w 2309168"/>
                <a:gd name="connsiteY3" fmla="*/ 715340 h 715340"/>
                <a:gd name="connsiteX4" fmla="*/ 1156661 w 2309168"/>
                <a:gd name="connsiteY4" fmla="*/ 480264 h 715340"/>
                <a:gd name="connsiteX5" fmla="*/ 172995 w 2309168"/>
                <a:gd name="connsiteY5" fmla="*/ 684683 h 715340"/>
                <a:gd name="connsiteX6" fmla="*/ 0 w 2309168"/>
                <a:gd name="connsiteY6" fmla="*/ 231692 h 715340"/>
                <a:gd name="connsiteX0" fmla="*/ 0 w 2309168"/>
                <a:gd name="connsiteY0" fmla="*/ 231692 h 715340"/>
                <a:gd name="connsiteX1" fmla="*/ 1166388 w 2309168"/>
                <a:gd name="connsiteY1" fmla="*/ 193 h 715340"/>
                <a:gd name="connsiteX2" fmla="*/ 2309168 w 2309168"/>
                <a:gd name="connsiteY2" fmla="*/ 270272 h 715340"/>
                <a:gd name="connsiteX3" fmla="*/ 2123986 w 2309168"/>
                <a:gd name="connsiteY3" fmla="*/ 715340 h 715340"/>
                <a:gd name="connsiteX4" fmla="*/ 1156661 w 2309168"/>
                <a:gd name="connsiteY4" fmla="*/ 480264 h 715340"/>
                <a:gd name="connsiteX5" fmla="*/ 172995 w 2309168"/>
                <a:gd name="connsiteY5" fmla="*/ 684683 h 715340"/>
                <a:gd name="connsiteX6" fmla="*/ 0 w 2309168"/>
                <a:gd name="connsiteY6" fmla="*/ 231692 h 715340"/>
                <a:gd name="connsiteX0" fmla="*/ 0 w 2314305"/>
                <a:gd name="connsiteY0" fmla="*/ 231543 h 715191"/>
                <a:gd name="connsiteX1" fmla="*/ 1166388 w 2314305"/>
                <a:gd name="connsiteY1" fmla="*/ 44 h 715191"/>
                <a:gd name="connsiteX2" fmla="*/ 2314305 w 2314305"/>
                <a:gd name="connsiteY2" fmla="*/ 249575 h 715191"/>
                <a:gd name="connsiteX3" fmla="*/ 2123986 w 2314305"/>
                <a:gd name="connsiteY3" fmla="*/ 715191 h 715191"/>
                <a:gd name="connsiteX4" fmla="*/ 1156661 w 2314305"/>
                <a:gd name="connsiteY4" fmla="*/ 480115 h 715191"/>
                <a:gd name="connsiteX5" fmla="*/ 172995 w 2314305"/>
                <a:gd name="connsiteY5" fmla="*/ 684534 h 715191"/>
                <a:gd name="connsiteX6" fmla="*/ 0 w 2314305"/>
                <a:gd name="connsiteY6" fmla="*/ 231543 h 715191"/>
                <a:gd name="connsiteX0" fmla="*/ 0 w 2314305"/>
                <a:gd name="connsiteY0" fmla="*/ 231543 h 715191"/>
                <a:gd name="connsiteX1" fmla="*/ 1166388 w 2314305"/>
                <a:gd name="connsiteY1" fmla="*/ 44 h 715191"/>
                <a:gd name="connsiteX2" fmla="*/ 2314305 w 2314305"/>
                <a:gd name="connsiteY2" fmla="*/ 249575 h 715191"/>
                <a:gd name="connsiteX3" fmla="*/ 2123986 w 2314305"/>
                <a:gd name="connsiteY3" fmla="*/ 715191 h 715191"/>
                <a:gd name="connsiteX4" fmla="*/ 1156661 w 2314305"/>
                <a:gd name="connsiteY4" fmla="*/ 480115 h 715191"/>
                <a:gd name="connsiteX5" fmla="*/ 172995 w 2314305"/>
                <a:gd name="connsiteY5" fmla="*/ 684534 h 715191"/>
                <a:gd name="connsiteX6" fmla="*/ 0 w 2314305"/>
                <a:gd name="connsiteY6" fmla="*/ 231543 h 715191"/>
                <a:gd name="connsiteX0" fmla="*/ 0 w 2314305"/>
                <a:gd name="connsiteY0" fmla="*/ 231550 h 715198"/>
                <a:gd name="connsiteX1" fmla="*/ 1166388 w 2314305"/>
                <a:gd name="connsiteY1" fmla="*/ 51 h 715198"/>
                <a:gd name="connsiteX2" fmla="*/ 2314305 w 2314305"/>
                <a:gd name="connsiteY2" fmla="*/ 249582 h 715198"/>
                <a:gd name="connsiteX3" fmla="*/ 2123986 w 2314305"/>
                <a:gd name="connsiteY3" fmla="*/ 715198 h 715198"/>
                <a:gd name="connsiteX4" fmla="*/ 1156661 w 2314305"/>
                <a:gd name="connsiteY4" fmla="*/ 480122 h 715198"/>
                <a:gd name="connsiteX5" fmla="*/ 172995 w 2314305"/>
                <a:gd name="connsiteY5" fmla="*/ 684541 h 715198"/>
                <a:gd name="connsiteX6" fmla="*/ 0 w 2314305"/>
                <a:gd name="connsiteY6" fmla="*/ 231550 h 715198"/>
                <a:gd name="connsiteX0" fmla="*/ 0 w 2314305"/>
                <a:gd name="connsiteY0" fmla="*/ 233092 h 716740"/>
                <a:gd name="connsiteX1" fmla="*/ 1166388 w 2314305"/>
                <a:gd name="connsiteY1" fmla="*/ 1593 h 716740"/>
                <a:gd name="connsiteX2" fmla="*/ 2314305 w 2314305"/>
                <a:gd name="connsiteY2" fmla="*/ 251124 h 716740"/>
                <a:gd name="connsiteX3" fmla="*/ 2123986 w 2314305"/>
                <a:gd name="connsiteY3" fmla="*/ 716740 h 716740"/>
                <a:gd name="connsiteX4" fmla="*/ 1156661 w 2314305"/>
                <a:gd name="connsiteY4" fmla="*/ 481664 h 716740"/>
                <a:gd name="connsiteX5" fmla="*/ 172995 w 2314305"/>
                <a:gd name="connsiteY5" fmla="*/ 686083 h 716740"/>
                <a:gd name="connsiteX6" fmla="*/ 0 w 2314305"/>
                <a:gd name="connsiteY6" fmla="*/ 233092 h 716740"/>
                <a:gd name="connsiteX0" fmla="*/ 0 w 2314305"/>
                <a:gd name="connsiteY0" fmla="*/ 231523 h 715171"/>
                <a:gd name="connsiteX1" fmla="*/ 1166388 w 2314305"/>
                <a:gd name="connsiteY1" fmla="*/ 24 h 715171"/>
                <a:gd name="connsiteX2" fmla="*/ 2314305 w 2314305"/>
                <a:gd name="connsiteY2" fmla="*/ 249555 h 715171"/>
                <a:gd name="connsiteX3" fmla="*/ 2123986 w 2314305"/>
                <a:gd name="connsiteY3" fmla="*/ 715171 h 715171"/>
                <a:gd name="connsiteX4" fmla="*/ 1156661 w 2314305"/>
                <a:gd name="connsiteY4" fmla="*/ 480095 h 715171"/>
                <a:gd name="connsiteX5" fmla="*/ 172995 w 2314305"/>
                <a:gd name="connsiteY5" fmla="*/ 684514 h 715171"/>
                <a:gd name="connsiteX6" fmla="*/ 0 w 2314305"/>
                <a:gd name="connsiteY6" fmla="*/ 231523 h 715171"/>
                <a:gd name="connsiteX0" fmla="*/ 0 w 2314305"/>
                <a:gd name="connsiteY0" fmla="*/ 231550 h 715198"/>
                <a:gd name="connsiteX1" fmla="*/ 1166388 w 2314305"/>
                <a:gd name="connsiteY1" fmla="*/ 51 h 715198"/>
                <a:gd name="connsiteX2" fmla="*/ 2314305 w 2314305"/>
                <a:gd name="connsiteY2" fmla="*/ 249582 h 715198"/>
                <a:gd name="connsiteX3" fmla="*/ 2123986 w 2314305"/>
                <a:gd name="connsiteY3" fmla="*/ 715198 h 715198"/>
                <a:gd name="connsiteX4" fmla="*/ 1156661 w 2314305"/>
                <a:gd name="connsiteY4" fmla="*/ 480122 h 715198"/>
                <a:gd name="connsiteX5" fmla="*/ 172995 w 2314305"/>
                <a:gd name="connsiteY5" fmla="*/ 684541 h 715198"/>
                <a:gd name="connsiteX6" fmla="*/ 0 w 2314305"/>
                <a:gd name="connsiteY6" fmla="*/ 231550 h 715198"/>
                <a:gd name="connsiteX0" fmla="*/ 0 w 2314305"/>
                <a:gd name="connsiteY0" fmla="*/ 232088 h 715736"/>
                <a:gd name="connsiteX1" fmla="*/ 1166388 w 2314305"/>
                <a:gd name="connsiteY1" fmla="*/ 589 h 715736"/>
                <a:gd name="connsiteX2" fmla="*/ 2314305 w 2314305"/>
                <a:gd name="connsiteY2" fmla="*/ 250120 h 715736"/>
                <a:gd name="connsiteX3" fmla="*/ 2123986 w 2314305"/>
                <a:gd name="connsiteY3" fmla="*/ 715736 h 715736"/>
                <a:gd name="connsiteX4" fmla="*/ 1156661 w 2314305"/>
                <a:gd name="connsiteY4" fmla="*/ 480660 h 715736"/>
                <a:gd name="connsiteX5" fmla="*/ 172995 w 2314305"/>
                <a:gd name="connsiteY5" fmla="*/ 685079 h 715736"/>
                <a:gd name="connsiteX6" fmla="*/ 0 w 2314305"/>
                <a:gd name="connsiteY6" fmla="*/ 232088 h 715736"/>
                <a:gd name="connsiteX0" fmla="*/ 0 w 2314305"/>
                <a:gd name="connsiteY0" fmla="*/ 232088 h 715736"/>
                <a:gd name="connsiteX1" fmla="*/ 1166388 w 2314305"/>
                <a:gd name="connsiteY1" fmla="*/ 589 h 715736"/>
                <a:gd name="connsiteX2" fmla="*/ 2314305 w 2314305"/>
                <a:gd name="connsiteY2" fmla="*/ 250120 h 715736"/>
                <a:gd name="connsiteX3" fmla="*/ 2123986 w 2314305"/>
                <a:gd name="connsiteY3" fmla="*/ 715736 h 715736"/>
                <a:gd name="connsiteX4" fmla="*/ 1156661 w 2314305"/>
                <a:gd name="connsiteY4" fmla="*/ 480660 h 715736"/>
                <a:gd name="connsiteX5" fmla="*/ 172995 w 2314305"/>
                <a:gd name="connsiteY5" fmla="*/ 685079 h 715736"/>
                <a:gd name="connsiteX6" fmla="*/ 0 w 2314305"/>
                <a:gd name="connsiteY6" fmla="*/ 232088 h 715736"/>
                <a:gd name="connsiteX0" fmla="*/ 0 w 2314305"/>
                <a:gd name="connsiteY0" fmla="*/ 232088 h 715736"/>
                <a:gd name="connsiteX1" fmla="*/ 1166388 w 2314305"/>
                <a:gd name="connsiteY1" fmla="*/ 589 h 715736"/>
                <a:gd name="connsiteX2" fmla="*/ 2314305 w 2314305"/>
                <a:gd name="connsiteY2" fmla="*/ 250120 h 715736"/>
                <a:gd name="connsiteX3" fmla="*/ 2123986 w 2314305"/>
                <a:gd name="connsiteY3" fmla="*/ 715736 h 715736"/>
                <a:gd name="connsiteX4" fmla="*/ 1156661 w 2314305"/>
                <a:gd name="connsiteY4" fmla="*/ 480660 h 715736"/>
                <a:gd name="connsiteX5" fmla="*/ 172995 w 2314305"/>
                <a:gd name="connsiteY5" fmla="*/ 685079 h 715736"/>
                <a:gd name="connsiteX6" fmla="*/ 0 w 2314305"/>
                <a:gd name="connsiteY6" fmla="*/ 232088 h 715736"/>
                <a:gd name="connsiteX0" fmla="*/ 0 w 2314305"/>
                <a:gd name="connsiteY0" fmla="*/ 232060 h 715708"/>
                <a:gd name="connsiteX1" fmla="*/ 1166388 w 2314305"/>
                <a:gd name="connsiteY1" fmla="*/ 561 h 715708"/>
                <a:gd name="connsiteX2" fmla="*/ 2314305 w 2314305"/>
                <a:gd name="connsiteY2" fmla="*/ 250092 h 715708"/>
                <a:gd name="connsiteX3" fmla="*/ 2123986 w 2314305"/>
                <a:gd name="connsiteY3" fmla="*/ 715708 h 715708"/>
                <a:gd name="connsiteX4" fmla="*/ 1156661 w 2314305"/>
                <a:gd name="connsiteY4" fmla="*/ 480632 h 715708"/>
                <a:gd name="connsiteX5" fmla="*/ 172995 w 2314305"/>
                <a:gd name="connsiteY5" fmla="*/ 685051 h 715708"/>
                <a:gd name="connsiteX6" fmla="*/ 0 w 2314305"/>
                <a:gd name="connsiteY6" fmla="*/ 232060 h 7157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314305" h="715708">
                  <a:moveTo>
                    <a:pt x="0" y="232060"/>
                  </a:moveTo>
                  <a:cubicBezTo>
                    <a:pt x="116349" y="135016"/>
                    <a:pt x="772966" y="-10150"/>
                    <a:pt x="1166388" y="561"/>
                  </a:cubicBezTo>
                  <a:cubicBezTo>
                    <a:pt x="1559810" y="11272"/>
                    <a:pt x="1962415" y="54514"/>
                    <a:pt x="2314305" y="250092"/>
                  </a:cubicBezTo>
                  <a:cubicBezTo>
                    <a:pt x="2236857" y="411910"/>
                    <a:pt x="2305049" y="284904"/>
                    <a:pt x="2123986" y="715708"/>
                  </a:cubicBezTo>
                  <a:cubicBezTo>
                    <a:pt x="2077752" y="646036"/>
                    <a:pt x="1616289" y="480632"/>
                    <a:pt x="1156661" y="480632"/>
                  </a:cubicBezTo>
                  <a:cubicBezTo>
                    <a:pt x="697033" y="480632"/>
                    <a:pt x="257593" y="589531"/>
                    <a:pt x="172995" y="685051"/>
                  </a:cubicBezTo>
                  <a:lnTo>
                    <a:pt x="0" y="232060"/>
                  </a:lnTo>
                  <a:close/>
                </a:path>
              </a:pathLst>
            </a:custGeom>
            <a:solidFill>
              <a:srgbClr val="33CCCC"/>
            </a:solidFill>
            <a:ln>
              <a:solidFill>
                <a:srgbClr val="33CCC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8" name="Block Arc 1">
              <a:extLst>
                <a:ext uri="{FF2B5EF4-FFF2-40B4-BE49-F238E27FC236}">
                  <a16:creationId xmlns:a16="http://schemas.microsoft.com/office/drawing/2014/main" id="{AA32AB03-ABD1-EA41-ACC2-05087F227CCA}"/>
                </a:ext>
              </a:extLst>
            </p:cNvPr>
            <p:cNvSpPr/>
            <p:nvPr/>
          </p:nvSpPr>
          <p:spPr>
            <a:xfrm rot="15530126">
              <a:off x="4891919" y="3623815"/>
              <a:ext cx="2314305" cy="715708"/>
            </a:xfrm>
            <a:custGeom>
              <a:avLst/>
              <a:gdLst>
                <a:gd name="connsiteX0" fmla="*/ 0 w 2391141"/>
                <a:gd name="connsiteY0" fmla="*/ 726679 h 1453358"/>
                <a:gd name="connsiteX1" fmla="*/ 1195571 w 2391141"/>
                <a:gd name="connsiteY1" fmla="*/ 0 h 1453358"/>
                <a:gd name="connsiteX2" fmla="*/ 2391142 w 2391141"/>
                <a:gd name="connsiteY2" fmla="*/ 726679 h 1453358"/>
                <a:gd name="connsiteX3" fmla="*/ 2027802 w 2391141"/>
                <a:gd name="connsiteY3" fmla="*/ 726679 h 1453358"/>
                <a:gd name="connsiteX4" fmla="*/ 1195571 w 2391141"/>
                <a:gd name="connsiteY4" fmla="*/ 363339 h 1453358"/>
                <a:gd name="connsiteX5" fmla="*/ 363340 w 2391141"/>
                <a:gd name="connsiteY5" fmla="*/ 726679 h 1453358"/>
                <a:gd name="connsiteX6" fmla="*/ 0 w 2391141"/>
                <a:gd name="connsiteY6" fmla="*/ 726679 h 1453358"/>
                <a:gd name="connsiteX0" fmla="*/ 0 w 2614878"/>
                <a:gd name="connsiteY0" fmla="*/ 727830 h 727830"/>
                <a:gd name="connsiteX1" fmla="*/ 1195571 w 2614878"/>
                <a:gd name="connsiteY1" fmla="*/ 1151 h 727830"/>
                <a:gd name="connsiteX2" fmla="*/ 2614878 w 2614878"/>
                <a:gd name="connsiteY2" fmla="*/ 611098 h 727830"/>
                <a:gd name="connsiteX3" fmla="*/ 2027802 w 2614878"/>
                <a:gd name="connsiteY3" fmla="*/ 727830 h 727830"/>
                <a:gd name="connsiteX4" fmla="*/ 1195571 w 2614878"/>
                <a:gd name="connsiteY4" fmla="*/ 364490 h 727830"/>
                <a:gd name="connsiteX5" fmla="*/ 363340 w 2614878"/>
                <a:gd name="connsiteY5" fmla="*/ 727830 h 727830"/>
                <a:gd name="connsiteX6" fmla="*/ 0 w 2614878"/>
                <a:gd name="connsiteY6" fmla="*/ 727830 h 727830"/>
                <a:gd name="connsiteX0" fmla="*/ 0 w 2614878"/>
                <a:gd name="connsiteY0" fmla="*/ 727830 h 727830"/>
                <a:gd name="connsiteX1" fmla="*/ 1195571 w 2614878"/>
                <a:gd name="connsiteY1" fmla="*/ 1151 h 727830"/>
                <a:gd name="connsiteX2" fmla="*/ 2614878 w 2614878"/>
                <a:gd name="connsiteY2" fmla="*/ 611098 h 727830"/>
                <a:gd name="connsiteX3" fmla="*/ 2251538 w 2614878"/>
                <a:gd name="connsiteY3" fmla="*/ 669464 h 727830"/>
                <a:gd name="connsiteX4" fmla="*/ 1195571 w 2614878"/>
                <a:gd name="connsiteY4" fmla="*/ 364490 h 727830"/>
                <a:gd name="connsiteX5" fmla="*/ 363340 w 2614878"/>
                <a:gd name="connsiteY5" fmla="*/ 727830 h 727830"/>
                <a:gd name="connsiteX6" fmla="*/ 0 w 2614878"/>
                <a:gd name="connsiteY6" fmla="*/ 727830 h 727830"/>
                <a:gd name="connsiteX0" fmla="*/ 0 w 2780249"/>
                <a:gd name="connsiteY0" fmla="*/ 590533 h 726720"/>
                <a:gd name="connsiteX1" fmla="*/ 1360942 w 2780249"/>
                <a:gd name="connsiteY1" fmla="*/ 41 h 726720"/>
                <a:gd name="connsiteX2" fmla="*/ 2780249 w 2780249"/>
                <a:gd name="connsiteY2" fmla="*/ 609988 h 726720"/>
                <a:gd name="connsiteX3" fmla="*/ 2416909 w 2780249"/>
                <a:gd name="connsiteY3" fmla="*/ 668354 h 726720"/>
                <a:gd name="connsiteX4" fmla="*/ 1360942 w 2780249"/>
                <a:gd name="connsiteY4" fmla="*/ 363380 h 726720"/>
                <a:gd name="connsiteX5" fmla="*/ 528711 w 2780249"/>
                <a:gd name="connsiteY5" fmla="*/ 726720 h 726720"/>
                <a:gd name="connsiteX6" fmla="*/ 0 w 2780249"/>
                <a:gd name="connsiteY6" fmla="*/ 590533 h 726720"/>
                <a:gd name="connsiteX0" fmla="*/ 0 w 2780249"/>
                <a:gd name="connsiteY0" fmla="*/ 590533 h 668354"/>
                <a:gd name="connsiteX1" fmla="*/ 1360942 w 2780249"/>
                <a:gd name="connsiteY1" fmla="*/ 41 h 668354"/>
                <a:gd name="connsiteX2" fmla="*/ 2780249 w 2780249"/>
                <a:gd name="connsiteY2" fmla="*/ 609988 h 668354"/>
                <a:gd name="connsiteX3" fmla="*/ 2416909 w 2780249"/>
                <a:gd name="connsiteY3" fmla="*/ 668354 h 668354"/>
                <a:gd name="connsiteX4" fmla="*/ 1360942 w 2780249"/>
                <a:gd name="connsiteY4" fmla="*/ 363380 h 668354"/>
                <a:gd name="connsiteX5" fmla="*/ 275792 w 2780249"/>
                <a:gd name="connsiteY5" fmla="*/ 639171 h 668354"/>
                <a:gd name="connsiteX6" fmla="*/ 0 w 2780249"/>
                <a:gd name="connsiteY6" fmla="*/ 590533 h 668354"/>
                <a:gd name="connsiteX0" fmla="*/ 0 w 2780249"/>
                <a:gd name="connsiteY0" fmla="*/ 590533 h 668354"/>
                <a:gd name="connsiteX1" fmla="*/ 1360942 w 2780249"/>
                <a:gd name="connsiteY1" fmla="*/ 41 h 668354"/>
                <a:gd name="connsiteX2" fmla="*/ 2780249 w 2780249"/>
                <a:gd name="connsiteY2" fmla="*/ 609988 h 668354"/>
                <a:gd name="connsiteX3" fmla="*/ 2416909 w 2780249"/>
                <a:gd name="connsiteY3" fmla="*/ 668354 h 668354"/>
                <a:gd name="connsiteX4" fmla="*/ 1351215 w 2780249"/>
                <a:gd name="connsiteY4" fmla="*/ 480112 h 668354"/>
                <a:gd name="connsiteX5" fmla="*/ 275792 w 2780249"/>
                <a:gd name="connsiteY5" fmla="*/ 639171 h 668354"/>
                <a:gd name="connsiteX6" fmla="*/ 0 w 2780249"/>
                <a:gd name="connsiteY6" fmla="*/ 590533 h 668354"/>
                <a:gd name="connsiteX0" fmla="*/ 0 w 2780249"/>
                <a:gd name="connsiteY0" fmla="*/ 590533 h 775358"/>
                <a:gd name="connsiteX1" fmla="*/ 1360942 w 2780249"/>
                <a:gd name="connsiteY1" fmla="*/ 41 h 775358"/>
                <a:gd name="connsiteX2" fmla="*/ 2780249 w 2780249"/>
                <a:gd name="connsiteY2" fmla="*/ 609988 h 775358"/>
                <a:gd name="connsiteX3" fmla="*/ 2329360 w 2780249"/>
                <a:gd name="connsiteY3" fmla="*/ 775358 h 775358"/>
                <a:gd name="connsiteX4" fmla="*/ 1351215 w 2780249"/>
                <a:gd name="connsiteY4" fmla="*/ 480112 h 775358"/>
                <a:gd name="connsiteX5" fmla="*/ 275792 w 2780249"/>
                <a:gd name="connsiteY5" fmla="*/ 639171 h 775358"/>
                <a:gd name="connsiteX6" fmla="*/ 0 w 2780249"/>
                <a:gd name="connsiteY6" fmla="*/ 590533 h 775358"/>
                <a:gd name="connsiteX0" fmla="*/ 0 w 2673245"/>
                <a:gd name="connsiteY0" fmla="*/ 600391 h 785216"/>
                <a:gd name="connsiteX1" fmla="*/ 1360942 w 2673245"/>
                <a:gd name="connsiteY1" fmla="*/ 9899 h 785216"/>
                <a:gd name="connsiteX2" fmla="*/ 2673245 w 2673245"/>
                <a:gd name="connsiteY2" fmla="*/ 405837 h 785216"/>
                <a:gd name="connsiteX3" fmla="*/ 2329360 w 2673245"/>
                <a:gd name="connsiteY3" fmla="*/ 785216 h 785216"/>
                <a:gd name="connsiteX4" fmla="*/ 1351215 w 2673245"/>
                <a:gd name="connsiteY4" fmla="*/ 489970 h 785216"/>
                <a:gd name="connsiteX5" fmla="*/ 275792 w 2673245"/>
                <a:gd name="connsiteY5" fmla="*/ 649029 h 785216"/>
                <a:gd name="connsiteX6" fmla="*/ 0 w 2673245"/>
                <a:gd name="connsiteY6" fmla="*/ 600391 h 785216"/>
                <a:gd name="connsiteX0" fmla="*/ 0 w 2673245"/>
                <a:gd name="connsiteY0" fmla="*/ 593348 h 778173"/>
                <a:gd name="connsiteX1" fmla="*/ 1360942 w 2673245"/>
                <a:gd name="connsiteY1" fmla="*/ 2856 h 778173"/>
                <a:gd name="connsiteX2" fmla="*/ 2673245 w 2673245"/>
                <a:gd name="connsiteY2" fmla="*/ 398794 h 778173"/>
                <a:gd name="connsiteX3" fmla="*/ 2329360 w 2673245"/>
                <a:gd name="connsiteY3" fmla="*/ 778173 h 778173"/>
                <a:gd name="connsiteX4" fmla="*/ 1351215 w 2673245"/>
                <a:gd name="connsiteY4" fmla="*/ 482927 h 778173"/>
                <a:gd name="connsiteX5" fmla="*/ 275792 w 2673245"/>
                <a:gd name="connsiteY5" fmla="*/ 641986 h 778173"/>
                <a:gd name="connsiteX6" fmla="*/ 0 w 2673245"/>
                <a:gd name="connsiteY6" fmla="*/ 593348 h 778173"/>
                <a:gd name="connsiteX0" fmla="*/ 0 w 2478691"/>
                <a:gd name="connsiteY0" fmla="*/ 293714 h 809279"/>
                <a:gd name="connsiteX1" fmla="*/ 1166388 w 2478691"/>
                <a:gd name="connsiteY1" fmla="*/ 33962 h 809279"/>
                <a:gd name="connsiteX2" fmla="*/ 2478691 w 2478691"/>
                <a:gd name="connsiteY2" fmla="*/ 429900 h 809279"/>
                <a:gd name="connsiteX3" fmla="*/ 2134806 w 2478691"/>
                <a:gd name="connsiteY3" fmla="*/ 809279 h 809279"/>
                <a:gd name="connsiteX4" fmla="*/ 1156661 w 2478691"/>
                <a:gd name="connsiteY4" fmla="*/ 514033 h 809279"/>
                <a:gd name="connsiteX5" fmla="*/ 81238 w 2478691"/>
                <a:gd name="connsiteY5" fmla="*/ 673092 h 809279"/>
                <a:gd name="connsiteX6" fmla="*/ 0 w 2478691"/>
                <a:gd name="connsiteY6" fmla="*/ 293714 h 809279"/>
                <a:gd name="connsiteX0" fmla="*/ 0 w 2478691"/>
                <a:gd name="connsiteY0" fmla="*/ 262275 h 777840"/>
                <a:gd name="connsiteX1" fmla="*/ 1166388 w 2478691"/>
                <a:gd name="connsiteY1" fmla="*/ 2523 h 777840"/>
                <a:gd name="connsiteX2" fmla="*/ 2478691 w 2478691"/>
                <a:gd name="connsiteY2" fmla="*/ 398461 h 777840"/>
                <a:gd name="connsiteX3" fmla="*/ 2134806 w 2478691"/>
                <a:gd name="connsiteY3" fmla="*/ 777840 h 777840"/>
                <a:gd name="connsiteX4" fmla="*/ 1156661 w 2478691"/>
                <a:gd name="connsiteY4" fmla="*/ 482594 h 777840"/>
                <a:gd name="connsiteX5" fmla="*/ 81238 w 2478691"/>
                <a:gd name="connsiteY5" fmla="*/ 641653 h 777840"/>
                <a:gd name="connsiteX6" fmla="*/ 0 w 2478691"/>
                <a:gd name="connsiteY6" fmla="*/ 262275 h 777840"/>
                <a:gd name="connsiteX0" fmla="*/ 0 w 2478691"/>
                <a:gd name="connsiteY0" fmla="*/ 262275 h 777841"/>
                <a:gd name="connsiteX1" fmla="*/ 1166388 w 2478691"/>
                <a:gd name="connsiteY1" fmla="*/ 2523 h 777841"/>
                <a:gd name="connsiteX2" fmla="*/ 2478691 w 2478691"/>
                <a:gd name="connsiteY2" fmla="*/ 398461 h 777841"/>
                <a:gd name="connsiteX3" fmla="*/ 2134806 w 2478691"/>
                <a:gd name="connsiteY3" fmla="*/ 777840 h 777841"/>
                <a:gd name="connsiteX4" fmla="*/ 1156661 w 2478691"/>
                <a:gd name="connsiteY4" fmla="*/ 482594 h 777841"/>
                <a:gd name="connsiteX5" fmla="*/ 178515 w 2478691"/>
                <a:gd name="connsiteY5" fmla="*/ 777841 h 777841"/>
                <a:gd name="connsiteX6" fmla="*/ 0 w 2478691"/>
                <a:gd name="connsiteY6" fmla="*/ 262275 h 777841"/>
                <a:gd name="connsiteX0" fmla="*/ 0 w 2478691"/>
                <a:gd name="connsiteY0" fmla="*/ 262275 h 777840"/>
                <a:gd name="connsiteX1" fmla="*/ 1166388 w 2478691"/>
                <a:gd name="connsiteY1" fmla="*/ 2523 h 777840"/>
                <a:gd name="connsiteX2" fmla="*/ 2478691 w 2478691"/>
                <a:gd name="connsiteY2" fmla="*/ 398461 h 777840"/>
                <a:gd name="connsiteX3" fmla="*/ 2134806 w 2478691"/>
                <a:gd name="connsiteY3" fmla="*/ 777840 h 777840"/>
                <a:gd name="connsiteX4" fmla="*/ 1156661 w 2478691"/>
                <a:gd name="connsiteY4" fmla="*/ 482594 h 777840"/>
                <a:gd name="connsiteX5" fmla="*/ 139604 w 2478691"/>
                <a:gd name="connsiteY5" fmla="*/ 748658 h 777840"/>
                <a:gd name="connsiteX6" fmla="*/ 0 w 2478691"/>
                <a:gd name="connsiteY6" fmla="*/ 262275 h 777840"/>
                <a:gd name="connsiteX0" fmla="*/ 0 w 2478691"/>
                <a:gd name="connsiteY0" fmla="*/ 262275 h 777840"/>
                <a:gd name="connsiteX1" fmla="*/ 1166388 w 2478691"/>
                <a:gd name="connsiteY1" fmla="*/ 2523 h 777840"/>
                <a:gd name="connsiteX2" fmla="*/ 2478691 w 2478691"/>
                <a:gd name="connsiteY2" fmla="*/ 398461 h 777840"/>
                <a:gd name="connsiteX3" fmla="*/ 2134806 w 2478691"/>
                <a:gd name="connsiteY3" fmla="*/ 777840 h 777840"/>
                <a:gd name="connsiteX4" fmla="*/ 1156661 w 2478691"/>
                <a:gd name="connsiteY4" fmla="*/ 482594 h 777840"/>
                <a:gd name="connsiteX5" fmla="*/ 139604 w 2478691"/>
                <a:gd name="connsiteY5" fmla="*/ 748658 h 777840"/>
                <a:gd name="connsiteX6" fmla="*/ 0 w 2478691"/>
                <a:gd name="connsiteY6" fmla="*/ 262275 h 777840"/>
                <a:gd name="connsiteX0" fmla="*/ 0 w 2478691"/>
                <a:gd name="connsiteY0" fmla="*/ 262275 h 797295"/>
                <a:gd name="connsiteX1" fmla="*/ 1166388 w 2478691"/>
                <a:gd name="connsiteY1" fmla="*/ 2523 h 797295"/>
                <a:gd name="connsiteX2" fmla="*/ 2478691 w 2478691"/>
                <a:gd name="connsiteY2" fmla="*/ 398461 h 797295"/>
                <a:gd name="connsiteX3" fmla="*/ 2144534 w 2478691"/>
                <a:gd name="connsiteY3" fmla="*/ 797295 h 797295"/>
                <a:gd name="connsiteX4" fmla="*/ 1156661 w 2478691"/>
                <a:gd name="connsiteY4" fmla="*/ 482594 h 797295"/>
                <a:gd name="connsiteX5" fmla="*/ 139604 w 2478691"/>
                <a:gd name="connsiteY5" fmla="*/ 748658 h 797295"/>
                <a:gd name="connsiteX6" fmla="*/ 0 w 2478691"/>
                <a:gd name="connsiteY6" fmla="*/ 262275 h 797295"/>
                <a:gd name="connsiteX0" fmla="*/ 0 w 2478691"/>
                <a:gd name="connsiteY0" fmla="*/ 262275 h 797295"/>
                <a:gd name="connsiteX1" fmla="*/ 1166388 w 2478691"/>
                <a:gd name="connsiteY1" fmla="*/ 2523 h 797295"/>
                <a:gd name="connsiteX2" fmla="*/ 2478691 w 2478691"/>
                <a:gd name="connsiteY2" fmla="*/ 398461 h 797295"/>
                <a:gd name="connsiteX3" fmla="*/ 2144534 w 2478691"/>
                <a:gd name="connsiteY3" fmla="*/ 797295 h 797295"/>
                <a:gd name="connsiteX4" fmla="*/ 1156661 w 2478691"/>
                <a:gd name="connsiteY4" fmla="*/ 482594 h 797295"/>
                <a:gd name="connsiteX5" fmla="*/ 139604 w 2478691"/>
                <a:gd name="connsiteY5" fmla="*/ 748658 h 797295"/>
                <a:gd name="connsiteX6" fmla="*/ 0 w 2478691"/>
                <a:gd name="connsiteY6" fmla="*/ 262275 h 797295"/>
                <a:gd name="connsiteX0" fmla="*/ 0 w 2309168"/>
                <a:gd name="connsiteY0" fmla="*/ 259772 h 794792"/>
                <a:gd name="connsiteX1" fmla="*/ 1166388 w 2309168"/>
                <a:gd name="connsiteY1" fmla="*/ 20 h 794792"/>
                <a:gd name="connsiteX2" fmla="*/ 2309168 w 2309168"/>
                <a:gd name="connsiteY2" fmla="*/ 270099 h 794792"/>
                <a:gd name="connsiteX3" fmla="*/ 2144534 w 2309168"/>
                <a:gd name="connsiteY3" fmla="*/ 794792 h 794792"/>
                <a:gd name="connsiteX4" fmla="*/ 1156661 w 2309168"/>
                <a:gd name="connsiteY4" fmla="*/ 480091 h 794792"/>
                <a:gd name="connsiteX5" fmla="*/ 139604 w 2309168"/>
                <a:gd name="connsiteY5" fmla="*/ 746155 h 794792"/>
                <a:gd name="connsiteX6" fmla="*/ 0 w 2309168"/>
                <a:gd name="connsiteY6" fmla="*/ 259772 h 794792"/>
                <a:gd name="connsiteX0" fmla="*/ 0 w 2309168"/>
                <a:gd name="connsiteY0" fmla="*/ 259772 h 794792"/>
                <a:gd name="connsiteX1" fmla="*/ 1166388 w 2309168"/>
                <a:gd name="connsiteY1" fmla="*/ 20 h 794792"/>
                <a:gd name="connsiteX2" fmla="*/ 2309168 w 2309168"/>
                <a:gd name="connsiteY2" fmla="*/ 270099 h 794792"/>
                <a:gd name="connsiteX3" fmla="*/ 2144534 w 2309168"/>
                <a:gd name="connsiteY3" fmla="*/ 794792 h 794792"/>
                <a:gd name="connsiteX4" fmla="*/ 1156661 w 2309168"/>
                <a:gd name="connsiteY4" fmla="*/ 480091 h 794792"/>
                <a:gd name="connsiteX5" fmla="*/ 139604 w 2309168"/>
                <a:gd name="connsiteY5" fmla="*/ 746155 h 794792"/>
                <a:gd name="connsiteX6" fmla="*/ 0 w 2309168"/>
                <a:gd name="connsiteY6" fmla="*/ 259772 h 794792"/>
                <a:gd name="connsiteX0" fmla="*/ 0 w 2309168"/>
                <a:gd name="connsiteY0" fmla="*/ 259772 h 746155"/>
                <a:gd name="connsiteX1" fmla="*/ 1166388 w 2309168"/>
                <a:gd name="connsiteY1" fmla="*/ 20 h 746155"/>
                <a:gd name="connsiteX2" fmla="*/ 2309168 w 2309168"/>
                <a:gd name="connsiteY2" fmla="*/ 270099 h 746155"/>
                <a:gd name="connsiteX3" fmla="*/ 2121417 w 2309168"/>
                <a:gd name="connsiteY3" fmla="*/ 707462 h 746155"/>
                <a:gd name="connsiteX4" fmla="*/ 1156661 w 2309168"/>
                <a:gd name="connsiteY4" fmla="*/ 480091 h 746155"/>
                <a:gd name="connsiteX5" fmla="*/ 139604 w 2309168"/>
                <a:gd name="connsiteY5" fmla="*/ 746155 h 746155"/>
                <a:gd name="connsiteX6" fmla="*/ 0 w 2309168"/>
                <a:gd name="connsiteY6" fmla="*/ 259772 h 746155"/>
                <a:gd name="connsiteX0" fmla="*/ 0 w 2309168"/>
                <a:gd name="connsiteY0" fmla="*/ 259772 h 746155"/>
                <a:gd name="connsiteX1" fmla="*/ 1166388 w 2309168"/>
                <a:gd name="connsiteY1" fmla="*/ 20 h 746155"/>
                <a:gd name="connsiteX2" fmla="*/ 2309168 w 2309168"/>
                <a:gd name="connsiteY2" fmla="*/ 270099 h 746155"/>
                <a:gd name="connsiteX3" fmla="*/ 2121417 w 2309168"/>
                <a:gd name="connsiteY3" fmla="*/ 707462 h 746155"/>
                <a:gd name="connsiteX4" fmla="*/ 1156661 w 2309168"/>
                <a:gd name="connsiteY4" fmla="*/ 480091 h 746155"/>
                <a:gd name="connsiteX5" fmla="*/ 139604 w 2309168"/>
                <a:gd name="connsiteY5" fmla="*/ 746155 h 746155"/>
                <a:gd name="connsiteX6" fmla="*/ 0 w 2309168"/>
                <a:gd name="connsiteY6" fmla="*/ 259772 h 746155"/>
                <a:gd name="connsiteX0" fmla="*/ 0 w 2309168"/>
                <a:gd name="connsiteY0" fmla="*/ 226793 h 746567"/>
                <a:gd name="connsiteX1" fmla="*/ 1166388 w 2309168"/>
                <a:gd name="connsiteY1" fmla="*/ 432 h 746567"/>
                <a:gd name="connsiteX2" fmla="*/ 2309168 w 2309168"/>
                <a:gd name="connsiteY2" fmla="*/ 270511 h 746567"/>
                <a:gd name="connsiteX3" fmla="*/ 2121417 w 2309168"/>
                <a:gd name="connsiteY3" fmla="*/ 707874 h 746567"/>
                <a:gd name="connsiteX4" fmla="*/ 1156661 w 2309168"/>
                <a:gd name="connsiteY4" fmla="*/ 480503 h 746567"/>
                <a:gd name="connsiteX5" fmla="*/ 139604 w 2309168"/>
                <a:gd name="connsiteY5" fmla="*/ 746567 h 746567"/>
                <a:gd name="connsiteX6" fmla="*/ 0 w 2309168"/>
                <a:gd name="connsiteY6" fmla="*/ 226793 h 746567"/>
                <a:gd name="connsiteX0" fmla="*/ 0 w 2309168"/>
                <a:gd name="connsiteY0" fmla="*/ 226663 h 746437"/>
                <a:gd name="connsiteX1" fmla="*/ 1166388 w 2309168"/>
                <a:gd name="connsiteY1" fmla="*/ 302 h 746437"/>
                <a:gd name="connsiteX2" fmla="*/ 2309168 w 2309168"/>
                <a:gd name="connsiteY2" fmla="*/ 270381 h 746437"/>
                <a:gd name="connsiteX3" fmla="*/ 2121417 w 2309168"/>
                <a:gd name="connsiteY3" fmla="*/ 707744 h 746437"/>
                <a:gd name="connsiteX4" fmla="*/ 1156661 w 2309168"/>
                <a:gd name="connsiteY4" fmla="*/ 480373 h 746437"/>
                <a:gd name="connsiteX5" fmla="*/ 139604 w 2309168"/>
                <a:gd name="connsiteY5" fmla="*/ 746437 h 746437"/>
                <a:gd name="connsiteX6" fmla="*/ 0 w 2309168"/>
                <a:gd name="connsiteY6" fmla="*/ 226663 h 746437"/>
                <a:gd name="connsiteX0" fmla="*/ 0 w 2309168"/>
                <a:gd name="connsiteY0" fmla="*/ 226614 h 746388"/>
                <a:gd name="connsiteX1" fmla="*/ 1166388 w 2309168"/>
                <a:gd name="connsiteY1" fmla="*/ 253 h 746388"/>
                <a:gd name="connsiteX2" fmla="*/ 2309168 w 2309168"/>
                <a:gd name="connsiteY2" fmla="*/ 270332 h 746388"/>
                <a:gd name="connsiteX3" fmla="*/ 2121417 w 2309168"/>
                <a:gd name="connsiteY3" fmla="*/ 707695 h 746388"/>
                <a:gd name="connsiteX4" fmla="*/ 1156661 w 2309168"/>
                <a:gd name="connsiteY4" fmla="*/ 480324 h 746388"/>
                <a:gd name="connsiteX5" fmla="*/ 139604 w 2309168"/>
                <a:gd name="connsiteY5" fmla="*/ 746388 h 746388"/>
                <a:gd name="connsiteX6" fmla="*/ 0 w 2309168"/>
                <a:gd name="connsiteY6" fmla="*/ 226614 h 746388"/>
                <a:gd name="connsiteX0" fmla="*/ 0 w 2309168"/>
                <a:gd name="connsiteY0" fmla="*/ 231692 h 746328"/>
                <a:gd name="connsiteX1" fmla="*/ 1166388 w 2309168"/>
                <a:gd name="connsiteY1" fmla="*/ 193 h 746328"/>
                <a:gd name="connsiteX2" fmla="*/ 2309168 w 2309168"/>
                <a:gd name="connsiteY2" fmla="*/ 270272 h 746328"/>
                <a:gd name="connsiteX3" fmla="*/ 2121417 w 2309168"/>
                <a:gd name="connsiteY3" fmla="*/ 707635 h 746328"/>
                <a:gd name="connsiteX4" fmla="*/ 1156661 w 2309168"/>
                <a:gd name="connsiteY4" fmla="*/ 480264 h 746328"/>
                <a:gd name="connsiteX5" fmla="*/ 139604 w 2309168"/>
                <a:gd name="connsiteY5" fmla="*/ 746328 h 746328"/>
                <a:gd name="connsiteX6" fmla="*/ 0 w 2309168"/>
                <a:gd name="connsiteY6" fmla="*/ 231692 h 746328"/>
                <a:gd name="connsiteX0" fmla="*/ 0 w 2309168"/>
                <a:gd name="connsiteY0" fmla="*/ 231692 h 707635"/>
                <a:gd name="connsiteX1" fmla="*/ 1166388 w 2309168"/>
                <a:gd name="connsiteY1" fmla="*/ 193 h 707635"/>
                <a:gd name="connsiteX2" fmla="*/ 2309168 w 2309168"/>
                <a:gd name="connsiteY2" fmla="*/ 270272 h 707635"/>
                <a:gd name="connsiteX3" fmla="*/ 2121417 w 2309168"/>
                <a:gd name="connsiteY3" fmla="*/ 707635 h 707635"/>
                <a:gd name="connsiteX4" fmla="*/ 1156661 w 2309168"/>
                <a:gd name="connsiteY4" fmla="*/ 480264 h 707635"/>
                <a:gd name="connsiteX5" fmla="*/ 172995 w 2309168"/>
                <a:gd name="connsiteY5" fmla="*/ 684683 h 707635"/>
                <a:gd name="connsiteX6" fmla="*/ 0 w 2309168"/>
                <a:gd name="connsiteY6" fmla="*/ 231692 h 707635"/>
                <a:gd name="connsiteX0" fmla="*/ 0 w 2309168"/>
                <a:gd name="connsiteY0" fmla="*/ 231692 h 707635"/>
                <a:gd name="connsiteX1" fmla="*/ 1166388 w 2309168"/>
                <a:gd name="connsiteY1" fmla="*/ 193 h 707635"/>
                <a:gd name="connsiteX2" fmla="*/ 2309168 w 2309168"/>
                <a:gd name="connsiteY2" fmla="*/ 270272 h 707635"/>
                <a:gd name="connsiteX3" fmla="*/ 2121417 w 2309168"/>
                <a:gd name="connsiteY3" fmla="*/ 707635 h 707635"/>
                <a:gd name="connsiteX4" fmla="*/ 1156661 w 2309168"/>
                <a:gd name="connsiteY4" fmla="*/ 480264 h 707635"/>
                <a:gd name="connsiteX5" fmla="*/ 172995 w 2309168"/>
                <a:gd name="connsiteY5" fmla="*/ 684683 h 707635"/>
                <a:gd name="connsiteX6" fmla="*/ 0 w 2309168"/>
                <a:gd name="connsiteY6" fmla="*/ 231692 h 707635"/>
                <a:gd name="connsiteX0" fmla="*/ 0 w 2309168"/>
                <a:gd name="connsiteY0" fmla="*/ 231692 h 715340"/>
                <a:gd name="connsiteX1" fmla="*/ 1166388 w 2309168"/>
                <a:gd name="connsiteY1" fmla="*/ 193 h 715340"/>
                <a:gd name="connsiteX2" fmla="*/ 2309168 w 2309168"/>
                <a:gd name="connsiteY2" fmla="*/ 270272 h 715340"/>
                <a:gd name="connsiteX3" fmla="*/ 2123986 w 2309168"/>
                <a:gd name="connsiteY3" fmla="*/ 715340 h 715340"/>
                <a:gd name="connsiteX4" fmla="*/ 1156661 w 2309168"/>
                <a:gd name="connsiteY4" fmla="*/ 480264 h 715340"/>
                <a:gd name="connsiteX5" fmla="*/ 172995 w 2309168"/>
                <a:gd name="connsiteY5" fmla="*/ 684683 h 715340"/>
                <a:gd name="connsiteX6" fmla="*/ 0 w 2309168"/>
                <a:gd name="connsiteY6" fmla="*/ 231692 h 715340"/>
                <a:gd name="connsiteX0" fmla="*/ 0 w 2309168"/>
                <a:gd name="connsiteY0" fmla="*/ 231692 h 715340"/>
                <a:gd name="connsiteX1" fmla="*/ 1166388 w 2309168"/>
                <a:gd name="connsiteY1" fmla="*/ 193 h 715340"/>
                <a:gd name="connsiteX2" fmla="*/ 2309168 w 2309168"/>
                <a:gd name="connsiteY2" fmla="*/ 270272 h 715340"/>
                <a:gd name="connsiteX3" fmla="*/ 2123986 w 2309168"/>
                <a:gd name="connsiteY3" fmla="*/ 715340 h 715340"/>
                <a:gd name="connsiteX4" fmla="*/ 1156661 w 2309168"/>
                <a:gd name="connsiteY4" fmla="*/ 480264 h 715340"/>
                <a:gd name="connsiteX5" fmla="*/ 172995 w 2309168"/>
                <a:gd name="connsiteY5" fmla="*/ 684683 h 715340"/>
                <a:gd name="connsiteX6" fmla="*/ 0 w 2309168"/>
                <a:gd name="connsiteY6" fmla="*/ 231692 h 715340"/>
                <a:gd name="connsiteX0" fmla="*/ 0 w 2309168"/>
                <a:gd name="connsiteY0" fmla="*/ 231692 h 715340"/>
                <a:gd name="connsiteX1" fmla="*/ 1166388 w 2309168"/>
                <a:gd name="connsiteY1" fmla="*/ 193 h 715340"/>
                <a:gd name="connsiteX2" fmla="*/ 2309168 w 2309168"/>
                <a:gd name="connsiteY2" fmla="*/ 270272 h 715340"/>
                <a:gd name="connsiteX3" fmla="*/ 2123986 w 2309168"/>
                <a:gd name="connsiteY3" fmla="*/ 715340 h 715340"/>
                <a:gd name="connsiteX4" fmla="*/ 1156661 w 2309168"/>
                <a:gd name="connsiteY4" fmla="*/ 480264 h 715340"/>
                <a:gd name="connsiteX5" fmla="*/ 172995 w 2309168"/>
                <a:gd name="connsiteY5" fmla="*/ 684683 h 715340"/>
                <a:gd name="connsiteX6" fmla="*/ 0 w 2309168"/>
                <a:gd name="connsiteY6" fmla="*/ 231692 h 715340"/>
                <a:gd name="connsiteX0" fmla="*/ 0 w 2314305"/>
                <a:gd name="connsiteY0" fmla="*/ 231543 h 715191"/>
                <a:gd name="connsiteX1" fmla="*/ 1166388 w 2314305"/>
                <a:gd name="connsiteY1" fmla="*/ 44 h 715191"/>
                <a:gd name="connsiteX2" fmla="*/ 2314305 w 2314305"/>
                <a:gd name="connsiteY2" fmla="*/ 249575 h 715191"/>
                <a:gd name="connsiteX3" fmla="*/ 2123986 w 2314305"/>
                <a:gd name="connsiteY3" fmla="*/ 715191 h 715191"/>
                <a:gd name="connsiteX4" fmla="*/ 1156661 w 2314305"/>
                <a:gd name="connsiteY4" fmla="*/ 480115 h 715191"/>
                <a:gd name="connsiteX5" fmla="*/ 172995 w 2314305"/>
                <a:gd name="connsiteY5" fmla="*/ 684534 h 715191"/>
                <a:gd name="connsiteX6" fmla="*/ 0 w 2314305"/>
                <a:gd name="connsiteY6" fmla="*/ 231543 h 715191"/>
                <a:gd name="connsiteX0" fmla="*/ 0 w 2314305"/>
                <a:gd name="connsiteY0" fmla="*/ 231543 h 715191"/>
                <a:gd name="connsiteX1" fmla="*/ 1166388 w 2314305"/>
                <a:gd name="connsiteY1" fmla="*/ 44 h 715191"/>
                <a:gd name="connsiteX2" fmla="*/ 2314305 w 2314305"/>
                <a:gd name="connsiteY2" fmla="*/ 249575 h 715191"/>
                <a:gd name="connsiteX3" fmla="*/ 2123986 w 2314305"/>
                <a:gd name="connsiteY3" fmla="*/ 715191 h 715191"/>
                <a:gd name="connsiteX4" fmla="*/ 1156661 w 2314305"/>
                <a:gd name="connsiteY4" fmla="*/ 480115 h 715191"/>
                <a:gd name="connsiteX5" fmla="*/ 172995 w 2314305"/>
                <a:gd name="connsiteY5" fmla="*/ 684534 h 715191"/>
                <a:gd name="connsiteX6" fmla="*/ 0 w 2314305"/>
                <a:gd name="connsiteY6" fmla="*/ 231543 h 715191"/>
                <a:gd name="connsiteX0" fmla="*/ 0 w 2314305"/>
                <a:gd name="connsiteY0" fmla="*/ 231550 h 715198"/>
                <a:gd name="connsiteX1" fmla="*/ 1166388 w 2314305"/>
                <a:gd name="connsiteY1" fmla="*/ 51 h 715198"/>
                <a:gd name="connsiteX2" fmla="*/ 2314305 w 2314305"/>
                <a:gd name="connsiteY2" fmla="*/ 249582 h 715198"/>
                <a:gd name="connsiteX3" fmla="*/ 2123986 w 2314305"/>
                <a:gd name="connsiteY3" fmla="*/ 715198 h 715198"/>
                <a:gd name="connsiteX4" fmla="*/ 1156661 w 2314305"/>
                <a:gd name="connsiteY4" fmla="*/ 480122 h 715198"/>
                <a:gd name="connsiteX5" fmla="*/ 172995 w 2314305"/>
                <a:gd name="connsiteY5" fmla="*/ 684541 h 715198"/>
                <a:gd name="connsiteX6" fmla="*/ 0 w 2314305"/>
                <a:gd name="connsiteY6" fmla="*/ 231550 h 715198"/>
                <a:gd name="connsiteX0" fmla="*/ 0 w 2314305"/>
                <a:gd name="connsiteY0" fmla="*/ 233092 h 716740"/>
                <a:gd name="connsiteX1" fmla="*/ 1166388 w 2314305"/>
                <a:gd name="connsiteY1" fmla="*/ 1593 h 716740"/>
                <a:gd name="connsiteX2" fmla="*/ 2314305 w 2314305"/>
                <a:gd name="connsiteY2" fmla="*/ 251124 h 716740"/>
                <a:gd name="connsiteX3" fmla="*/ 2123986 w 2314305"/>
                <a:gd name="connsiteY3" fmla="*/ 716740 h 716740"/>
                <a:gd name="connsiteX4" fmla="*/ 1156661 w 2314305"/>
                <a:gd name="connsiteY4" fmla="*/ 481664 h 716740"/>
                <a:gd name="connsiteX5" fmla="*/ 172995 w 2314305"/>
                <a:gd name="connsiteY5" fmla="*/ 686083 h 716740"/>
                <a:gd name="connsiteX6" fmla="*/ 0 w 2314305"/>
                <a:gd name="connsiteY6" fmla="*/ 233092 h 716740"/>
                <a:gd name="connsiteX0" fmla="*/ 0 w 2314305"/>
                <a:gd name="connsiteY0" fmla="*/ 231523 h 715171"/>
                <a:gd name="connsiteX1" fmla="*/ 1166388 w 2314305"/>
                <a:gd name="connsiteY1" fmla="*/ 24 h 715171"/>
                <a:gd name="connsiteX2" fmla="*/ 2314305 w 2314305"/>
                <a:gd name="connsiteY2" fmla="*/ 249555 h 715171"/>
                <a:gd name="connsiteX3" fmla="*/ 2123986 w 2314305"/>
                <a:gd name="connsiteY3" fmla="*/ 715171 h 715171"/>
                <a:gd name="connsiteX4" fmla="*/ 1156661 w 2314305"/>
                <a:gd name="connsiteY4" fmla="*/ 480095 h 715171"/>
                <a:gd name="connsiteX5" fmla="*/ 172995 w 2314305"/>
                <a:gd name="connsiteY5" fmla="*/ 684514 h 715171"/>
                <a:gd name="connsiteX6" fmla="*/ 0 w 2314305"/>
                <a:gd name="connsiteY6" fmla="*/ 231523 h 715171"/>
                <a:gd name="connsiteX0" fmla="*/ 0 w 2314305"/>
                <a:gd name="connsiteY0" fmla="*/ 231550 h 715198"/>
                <a:gd name="connsiteX1" fmla="*/ 1166388 w 2314305"/>
                <a:gd name="connsiteY1" fmla="*/ 51 h 715198"/>
                <a:gd name="connsiteX2" fmla="*/ 2314305 w 2314305"/>
                <a:gd name="connsiteY2" fmla="*/ 249582 h 715198"/>
                <a:gd name="connsiteX3" fmla="*/ 2123986 w 2314305"/>
                <a:gd name="connsiteY3" fmla="*/ 715198 h 715198"/>
                <a:gd name="connsiteX4" fmla="*/ 1156661 w 2314305"/>
                <a:gd name="connsiteY4" fmla="*/ 480122 h 715198"/>
                <a:gd name="connsiteX5" fmla="*/ 172995 w 2314305"/>
                <a:gd name="connsiteY5" fmla="*/ 684541 h 715198"/>
                <a:gd name="connsiteX6" fmla="*/ 0 w 2314305"/>
                <a:gd name="connsiteY6" fmla="*/ 231550 h 715198"/>
                <a:gd name="connsiteX0" fmla="*/ 0 w 2314305"/>
                <a:gd name="connsiteY0" fmla="*/ 232088 h 715736"/>
                <a:gd name="connsiteX1" fmla="*/ 1166388 w 2314305"/>
                <a:gd name="connsiteY1" fmla="*/ 589 h 715736"/>
                <a:gd name="connsiteX2" fmla="*/ 2314305 w 2314305"/>
                <a:gd name="connsiteY2" fmla="*/ 250120 h 715736"/>
                <a:gd name="connsiteX3" fmla="*/ 2123986 w 2314305"/>
                <a:gd name="connsiteY3" fmla="*/ 715736 h 715736"/>
                <a:gd name="connsiteX4" fmla="*/ 1156661 w 2314305"/>
                <a:gd name="connsiteY4" fmla="*/ 480660 h 715736"/>
                <a:gd name="connsiteX5" fmla="*/ 172995 w 2314305"/>
                <a:gd name="connsiteY5" fmla="*/ 685079 h 715736"/>
                <a:gd name="connsiteX6" fmla="*/ 0 w 2314305"/>
                <a:gd name="connsiteY6" fmla="*/ 232088 h 715736"/>
                <a:gd name="connsiteX0" fmla="*/ 0 w 2314305"/>
                <a:gd name="connsiteY0" fmla="*/ 232088 h 715736"/>
                <a:gd name="connsiteX1" fmla="*/ 1166388 w 2314305"/>
                <a:gd name="connsiteY1" fmla="*/ 589 h 715736"/>
                <a:gd name="connsiteX2" fmla="*/ 2314305 w 2314305"/>
                <a:gd name="connsiteY2" fmla="*/ 250120 h 715736"/>
                <a:gd name="connsiteX3" fmla="*/ 2123986 w 2314305"/>
                <a:gd name="connsiteY3" fmla="*/ 715736 h 715736"/>
                <a:gd name="connsiteX4" fmla="*/ 1156661 w 2314305"/>
                <a:gd name="connsiteY4" fmla="*/ 480660 h 715736"/>
                <a:gd name="connsiteX5" fmla="*/ 172995 w 2314305"/>
                <a:gd name="connsiteY5" fmla="*/ 685079 h 715736"/>
                <a:gd name="connsiteX6" fmla="*/ 0 w 2314305"/>
                <a:gd name="connsiteY6" fmla="*/ 232088 h 715736"/>
                <a:gd name="connsiteX0" fmla="*/ 0 w 2314305"/>
                <a:gd name="connsiteY0" fmla="*/ 232088 h 715736"/>
                <a:gd name="connsiteX1" fmla="*/ 1166388 w 2314305"/>
                <a:gd name="connsiteY1" fmla="*/ 589 h 715736"/>
                <a:gd name="connsiteX2" fmla="*/ 2314305 w 2314305"/>
                <a:gd name="connsiteY2" fmla="*/ 250120 h 715736"/>
                <a:gd name="connsiteX3" fmla="*/ 2123986 w 2314305"/>
                <a:gd name="connsiteY3" fmla="*/ 715736 h 715736"/>
                <a:gd name="connsiteX4" fmla="*/ 1156661 w 2314305"/>
                <a:gd name="connsiteY4" fmla="*/ 480660 h 715736"/>
                <a:gd name="connsiteX5" fmla="*/ 172995 w 2314305"/>
                <a:gd name="connsiteY5" fmla="*/ 685079 h 715736"/>
                <a:gd name="connsiteX6" fmla="*/ 0 w 2314305"/>
                <a:gd name="connsiteY6" fmla="*/ 232088 h 715736"/>
                <a:gd name="connsiteX0" fmla="*/ 0 w 2314305"/>
                <a:gd name="connsiteY0" fmla="*/ 232060 h 715708"/>
                <a:gd name="connsiteX1" fmla="*/ 1166388 w 2314305"/>
                <a:gd name="connsiteY1" fmla="*/ 561 h 715708"/>
                <a:gd name="connsiteX2" fmla="*/ 2314305 w 2314305"/>
                <a:gd name="connsiteY2" fmla="*/ 250092 h 715708"/>
                <a:gd name="connsiteX3" fmla="*/ 2123986 w 2314305"/>
                <a:gd name="connsiteY3" fmla="*/ 715708 h 715708"/>
                <a:gd name="connsiteX4" fmla="*/ 1156661 w 2314305"/>
                <a:gd name="connsiteY4" fmla="*/ 480632 h 715708"/>
                <a:gd name="connsiteX5" fmla="*/ 172995 w 2314305"/>
                <a:gd name="connsiteY5" fmla="*/ 685051 h 715708"/>
                <a:gd name="connsiteX6" fmla="*/ 0 w 2314305"/>
                <a:gd name="connsiteY6" fmla="*/ 232060 h 7157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314305" h="715708">
                  <a:moveTo>
                    <a:pt x="0" y="232060"/>
                  </a:moveTo>
                  <a:cubicBezTo>
                    <a:pt x="116349" y="135016"/>
                    <a:pt x="772966" y="-10150"/>
                    <a:pt x="1166388" y="561"/>
                  </a:cubicBezTo>
                  <a:cubicBezTo>
                    <a:pt x="1559810" y="11272"/>
                    <a:pt x="1962415" y="54514"/>
                    <a:pt x="2314305" y="250092"/>
                  </a:cubicBezTo>
                  <a:cubicBezTo>
                    <a:pt x="2236857" y="411910"/>
                    <a:pt x="2305049" y="284904"/>
                    <a:pt x="2123986" y="715708"/>
                  </a:cubicBezTo>
                  <a:cubicBezTo>
                    <a:pt x="2077752" y="646036"/>
                    <a:pt x="1616289" y="480632"/>
                    <a:pt x="1156661" y="480632"/>
                  </a:cubicBezTo>
                  <a:cubicBezTo>
                    <a:pt x="697033" y="480632"/>
                    <a:pt x="257593" y="589531"/>
                    <a:pt x="172995" y="685051"/>
                  </a:cubicBezTo>
                  <a:lnTo>
                    <a:pt x="0" y="232060"/>
                  </a:lnTo>
                  <a:close/>
                </a:path>
              </a:pathLst>
            </a:custGeom>
            <a:solidFill>
              <a:srgbClr val="0070C0"/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9" name="Block Arc 1">
              <a:extLst>
                <a:ext uri="{FF2B5EF4-FFF2-40B4-BE49-F238E27FC236}">
                  <a16:creationId xmlns:a16="http://schemas.microsoft.com/office/drawing/2014/main" id="{8F201011-5760-E1DE-4E7A-20AFB5B3134D}"/>
                </a:ext>
              </a:extLst>
            </p:cNvPr>
            <p:cNvSpPr/>
            <p:nvPr/>
          </p:nvSpPr>
          <p:spPr>
            <a:xfrm rot="18602280">
              <a:off x="5465551" y="1431121"/>
              <a:ext cx="2314305" cy="715708"/>
            </a:xfrm>
            <a:custGeom>
              <a:avLst/>
              <a:gdLst>
                <a:gd name="connsiteX0" fmla="*/ 0 w 2391141"/>
                <a:gd name="connsiteY0" fmla="*/ 726679 h 1453358"/>
                <a:gd name="connsiteX1" fmla="*/ 1195571 w 2391141"/>
                <a:gd name="connsiteY1" fmla="*/ 0 h 1453358"/>
                <a:gd name="connsiteX2" fmla="*/ 2391142 w 2391141"/>
                <a:gd name="connsiteY2" fmla="*/ 726679 h 1453358"/>
                <a:gd name="connsiteX3" fmla="*/ 2027802 w 2391141"/>
                <a:gd name="connsiteY3" fmla="*/ 726679 h 1453358"/>
                <a:gd name="connsiteX4" fmla="*/ 1195571 w 2391141"/>
                <a:gd name="connsiteY4" fmla="*/ 363339 h 1453358"/>
                <a:gd name="connsiteX5" fmla="*/ 363340 w 2391141"/>
                <a:gd name="connsiteY5" fmla="*/ 726679 h 1453358"/>
                <a:gd name="connsiteX6" fmla="*/ 0 w 2391141"/>
                <a:gd name="connsiteY6" fmla="*/ 726679 h 1453358"/>
                <a:gd name="connsiteX0" fmla="*/ 0 w 2614878"/>
                <a:gd name="connsiteY0" fmla="*/ 727830 h 727830"/>
                <a:gd name="connsiteX1" fmla="*/ 1195571 w 2614878"/>
                <a:gd name="connsiteY1" fmla="*/ 1151 h 727830"/>
                <a:gd name="connsiteX2" fmla="*/ 2614878 w 2614878"/>
                <a:gd name="connsiteY2" fmla="*/ 611098 h 727830"/>
                <a:gd name="connsiteX3" fmla="*/ 2027802 w 2614878"/>
                <a:gd name="connsiteY3" fmla="*/ 727830 h 727830"/>
                <a:gd name="connsiteX4" fmla="*/ 1195571 w 2614878"/>
                <a:gd name="connsiteY4" fmla="*/ 364490 h 727830"/>
                <a:gd name="connsiteX5" fmla="*/ 363340 w 2614878"/>
                <a:gd name="connsiteY5" fmla="*/ 727830 h 727830"/>
                <a:gd name="connsiteX6" fmla="*/ 0 w 2614878"/>
                <a:gd name="connsiteY6" fmla="*/ 727830 h 727830"/>
                <a:gd name="connsiteX0" fmla="*/ 0 w 2614878"/>
                <a:gd name="connsiteY0" fmla="*/ 727830 h 727830"/>
                <a:gd name="connsiteX1" fmla="*/ 1195571 w 2614878"/>
                <a:gd name="connsiteY1" fmla="*/ 1151 h 727830"/>
                <a:gd name="connsiteX2" fmla="*/ 2614878 w 2614878"/>
                <a:gd name="connsiteY2" fmla="*/ 611098 h 727830"/>
                <a:gd name="connsiteX3" fmla="*/ 2251538 w 2614878"/>
                <a:gd name="connsiteY3" fmla="*/ 669464 h 727830"/>
                <a:gd name="connsiteX4" fmla="*/ 1195571 w 2614878"/>
                <a:gd name="connsiteY4" fmla="*/ 364490 h 727830"/>
                <a:gd name="connsiteX5" fmla="*/ 363340 w 2614878"/>
                <a:gd name="connsiteY5" fmla="*/ 727830 h 727830"/>
                <a:gd name="connsiteX6" fmla="*/ 0 w 2614878"/>
                <a:gd name="connsiteY6" fmla="*/ 727830 h 727830"/>
                <a:gd name="connsiteX0" fmla="*/ 0 w 2780249"/>
                <a:gd name="connsiteY0" fmla="*/ 590533 h 726720"/>
                <a:gd name="connsiteX1" fmla="*/ 1360942 w 2780249"/>
                <a:gd name="connsiteY1" fmla="*/ 41 h 726720"/>
                <a:gd name="connsiteX2" fmla="*/ 2780249 w 2780249"/>
                <a:gd name="connsiteY2" fmla="*/ 609988 h 726720"/>
                <a:gd name="connsiteX3" fmla="*/ 2416909 w 2780249"/>
                <a:gd name="connsiteY3" fmla="*/ 668354 h 726720"/>
                <a:gd name="connsiteX4" fmla="*/ 1360942 w 2780249"/>
                <a:gd name="connsiteY4" fmla="*/ 363380 h 726720"/>
                <a:gd name="connsiteX5" fmla="*/ 528711 w 2780249"/>
                <a:gd name="connsiteY5" fmla="*/ 726720 h 726720"/>
                <a:gd name="connsiteX6" fmla="*/ 0 w 2780249"/>
                <a:gd name="connsiteY6" fmla="*/ 590533 h 726720"/>
                <a:gd name="connsiteX0" fmla="*/ 0 w 2780249"/>
                <a:gd name="connsiteY0" fmla="*/ 590533 h 668354"/>
                <a:gd name="connsiteX1" fmla="*/ 1360942 w 2780249"/>
                <a:gd name="connsiteY1" fmla="*/ 41 h 668354"/>
                <a:gd name="connsiteX2" fmla="*/ 2780249 w 2780249"/>
                <a:gd name="connsiteY2" fmla="*/ 609988 h 668354"/>
                <a:gd name="connsiteX3" fmla="*/ 2416909 w 2780249"/>
                <a:gd name="connsiteY3" fmla="*/ 668354 h 668354"/>
                <a:gd name="connsiteX4" fmla="*/ 1360942 w 2780249"/>
                <a:gd name="connsiteY4" fmla="*/ 363380 h 668354"/>
                <a:gd name="connsiteX5" fmla="*/ 275792 w 2780249"/>
                <a:gd name="connsiteY5" fmla="*/ 639171 h 668354"/>
                <a:gd name="connsiteX6" fmla="*/ 0 w 2780249"/>
                <a:gd name="connsiteY6" fmla="*/ 590533 h 668354"/>
                <a:gd name="connsiteX0" fmla="*/ 0 w 2780249"/>
                <a:gd name="connsiteY0" fmla="*/ 590533 h 668354"/>
                <a:gd name="connsiteX1" fmla="*/ 1360942 w 2780249"/>
                <a:gd name="connsiteY1" fmla="*/ 41 h 668354"/>
                <a:gd name="connsiteX2" fmla="*/ 2780249 w 2780249"/>
                <a:gd name="connsiteY2" fmla="*/ 609988 h 668354"/>
                <a:gd name="connsiteX3" fmla="*/ 2416909 w 2780249"/>
                <a:gd name="connsiteY3" fmla="*/ 668354 h 668354"/>
                <a:gd name="connsiteX4" fmla="*/ 1351215 w 2780249"/>
                <a:gd name="connsiteY4" fmla="*/ 480112 h 668354"/>
                <a:gd name="connsiteX5" fmla="*/ 275792 w 2780249"/>
                <a:gd name="connsiteY5" fmla="*/ 639171 h 668354"/>
                <a:gd name="connsiteX6" fmla="*/ 0 w 2780249"/>
                <a:gd name="connsiteY6" fmla="*/ 590533 h 668354"/>
                <a:gd name="connsiteX0" fmla="*/ 0 w 2780249"/>
                <a:gd name="connsiteY0" fmla="*/ 590533 h 775358"/>
                <a:gd name="connsiteX1" fmla="*/ 1360942 w 2780249"/>
                <a:gd name="connsiteY1" fmla="*/ 41 h 775358"/>
                <a:gd name="connsiteX2" fmla="*/ 2780249 w 2780249"/>
                <a:gd name="connsiteY2" fmla="*/ 609988 h 775358"/>
                <a:gd name="connsiteX3" fmla="*/ 2329360 w 2780249"/>
                <a:gd name="connsiteY3" fmla="*/ 775358 h 775358"/>
                <a:gd name="connsiteX4" fmla="*/ 1351215 w 2780249"/>
                <a:gd name="connsiteY4" fmla="*/ 480112 h 775358"/>
                <a:gd name="connsiteX5" fmla="*/ 275792 w 2780249"/>
                <a:gd name="connsiteY5" fmla="*/ 639171 h 775358"/>
                <a:gd name="connsiteX6" fmla="*/ 0 w 2780249"/>
                <a:gd name="connsiteY6" fmla="*/ 590533 h 775358"/>
                <a:gd name="connsiteX0" fmla="*/ 0 w 2673245"/>
                <a:gd name="connsiteY0" fmla="*/ 600391 h 785216"/>
                <a:gd name="connsiteX1" fmla="*/ 1360942 w 2673245"/>
                <a:gd name="connsiteY1" fmla="*/ 9899 h 785216"/>
                <a:gd name="connsiteX2" fmla="*/ 2673245 w 2673245"/>
                <a:gd name="connsiteY2" fmla="*/ 405837 h 785216"/>
                <a:gd name="connsiteX3" fmla="*/ 2329360 w 2673245"/>
                <a:gd name="connsiteY3" fmla="*/ 785216 h 785216"/>
                <a:gd name="connsiteX4" fmla="*/ 1351215 w 2673245"/>
                <a:gd name="connsiteY4" fmla="*/ 489970 h 785216"/>
                <a:gd name="connsiteX5" fmla="*/ 275792 w 2673245"/>
                <a:gd name="connsiteY5" fmla="*/ 649029 h 785216"/>
                <a:gd name="connsiteX6" fmla="*/ 0 w 2673245"/>
                <a:gd name="connsiteY6" fmla="*/ 600391 h 785216"/>
                <a:gd name="connsiteX0" fmla="*/ 0 w 2673245"/>
                <a:gd name="connsiteY0" fmla="*/ 593348 h 778173"/>
                <a:gd name="connsiteX1" fmla="*/ 1360942 w 2673245"/>
                <a:gd name="connsiteY1" fmla="*/ 2856 h 778173"/>
                <a:gd name="connsiteX2" fmla="*/ 2673245 w 2673245"/>
                <a:gd name="connsiteY2" fmla="*/ 398794 h 778173"/>
                <a:gd name="connsiteX3" fmla="*/ 2329360 w 2673245"/>
                <a:gd name="connsiteY3" fmla="*/ 778173 h 778173"/>
                <a:gd name="connsiteX4" fmla="*/ 1351215 w 2673245"/>
                <a:gd name="connsiteY4" fmla="*/ 482927 h 778173"/>
                <a:gd name="connsiteX5" fmla="*/ 275792 w 2673245"/>
                <a:gd name="connsiteY5" fmla="*/ 641986 h 778173"/>
                <a:gd name="connsiteX6" fmla="*/ 0 w 2673245"/>
                <a:gd name="connsiteY6" fmla="*/ 593348 h 778173"/>
                <a:gd name="connsiteX0" fmla="*/ 0 w 2478691"/>
                <a:gd name="connsiteY0" fmla="*/ 293714 h 809279"/>
                <a:gd name="connsiteX1" fmla="*/ 1166388 w 2478691"/>
                <a:gd name="connsiteY1" fmla="*/ 33962 h 809279"/>
                <a:gd name="connsiteX2" fmla="*/ 2478691 w 2478691"/>
                <a:gd name="connsiteY2" fmla="*/ 429900 h 809279"/>
                <a:gd name="connsiteX3" fmla="*/ 2134806 w 2478691"/>
                <a:gd name="connsiteY3" fmla="*/ 809279 h 809279"/>
                <a:gd name="connsiteX4" fmla="*/ 1156661 w 2478691"/>
                <a:gd name="connsiteY4" fmla="*/ 514033 h 809279"/>
                <a:gd name="connsiteX5" fmla="*/ 81238 w 2478691"/>
                <a:gd name="connsiteY5" fmla="*/ 673092 h 809279"/>
                <a:gd name="connsiteX6" fmla="*/ 0 w 2478691"/>
                <a:gd name="connsiteY6" fmla="*/ 293714 h 809279"/>
                <a:gd name="connsiteX0" fmla="*/ 0 w 2478691"/>
                <a:gd name="connsiteY0" fmla="*/ 262275 h 777840"/>
                <a:gd name="connsiteX1" fmla="*/ 1166388 w 2478691"/>
                <a:gd name="connsiteY1" fmla="*/ 2523 h 777840"/>
                <a:gd name="connsiteX2" fmla="*/ 2478691 w 2478691"/>
                <a:gd name="connsiteY2" fmla="*/ 398461 h 777840"/>
                <a:gd name="connsiteX3" fmla="*/ 2134806 w 2478691"/>
                <a:gd name="connsiteY3" fmla="*/ 777840 h 777840"/>
                <a:gd name="connsiteX4" fmla="*/ 1156661 w 2478691"/>
                <a:gd name="connsiteY4" fmla="*/ 482594 h 777840"/>
                <a:gd name="connsiteX5" fmla="*/ 81238 w 2478691"/>
                <a:gd name="connsiteY5" fmla="*/ 641653 h 777840"/>
                <a:gd name="connsiteX6" fmla="*/ 0 w 2478691"/>
                <a:gd name="connsiteY6" fmla="*/ 262275 h 777840"/>
                <a:gd name="connsiteX0" fmla="*/ 0 w 2478691"/>
                <a:gd name="connsiteY0" fmla="*/ 262275 h 777841"/>
                <a:gd name="connsiteX1" fmla="*/ 1166388 w 2478691"/>
                <a:gd name="connsiteY1" fmla="*/ 2523 h 777841"/>
                <a:gd name="connsiteX2" fmla="*/ 2478691 w 2478691"/>
                <a:gd name="connsiteY2" fmla="*/ 398461 h 777841"/>
                <a:gd name="connsiteX3" fmla="*/ 2134806 w 2478691"/>
                <a:gd name="connsiteY3" fmla="*/ 777840 h 777841"/>
                <a:gd name="connsiteX4" fmla="*/ 1156661 w 2478691"/>
                <a:gd name="connsiteY4" fmla="*/ 482594 h 777841"/>
                <a:gd name="connsiteX5" fmla="*/ 178515 w 2478691"/>
                <a:gd name="connsiteY5" fmla="*/ 777841 h 777841"/>
                <a:gd name="connsiteX6" fmla="*/ 0 w 2478691"/>
                <a:gd name="connsiteY6" fmla="*/ 262275 h 777841"/>
                <a:gd name="connsiteX0" fmla="*/ 0 w 2478691"/>
                <a:gd name="connsiteY0" fmla="*/ 262275 h 777840"/>
                <a:gd name="connsiteX1" fmla="*/ 1166388 w 2478691"/>
                <a:gd name="connsiteY1" fmla="*/ 2523 h 777840"/>
                <a:gd name="connsiteX2" fmla="*/ 2478691 w 2478691"/>
                <a:gd name="connsiteY2" fmla="*/ 398461 h 777840"/>
                <a:gd name="connsiteX3" fmla="*/ 2134806 w 2478691"/>
                <a:gd name="connsiteY3" fmla="*/ 777840 h 777840"/>
                <a:gd name="connsiteX4" fmla="*/ 1156661 w 2478691"/>
                <a:gd name="connsiteY4" fmla="*/ 482594 h 777840"/>
                <a:gd name="connsiteX5" fmla="*/ 139604 w 2478691"/>
                <a:gd name="connsiteY5" fmla="*/ 748658 h 777840"/>
                <a:gd name="connsiteX6" fmla="*/ 0 w 2478691"/>
                <a:gd name="connsiteY6" fmla="*/ 262275 h 777840"/>
                <a:gd name="connsiteX0" fmla="*/ 0 w 2478691"/>
                <a:gd name="connsiteY0" fmla="*/ 262275 h 777840"/>
                <a:gd name="connsiteX1" fmla="*/ 1166388 w 2478691"/>
                <a:gd name="connsiteY1" fmla="*/ 2523 h 777840"/>
                <a:gd name="connsiteX2" fmla="*/ 2478691 w 2478691"/>
                <a:gd name="connsiteY2" fmla="*/ 398461 h 777840"/>
                <a:gd name="connsiteX3" fmla="*/ 2134806 w 2478691"/>
                <a:gd name="connsiteY3" fmla="*/ 777840 h 777840"/>
                <a:gd name="connsiteX4" fmla="*/ 1156661 w 2478691"/>
                <a:gd name="connsiteY4" fmla="*/ 482594 h 777840"/>
                <a:gd name="connsiteX5" fmla="*/ 139604 w 2478691"/>
                <a:gd name="connsiteY5" fmla="*/ 748658 h 777840"/>
                <a:gd name="connsiteX6" fmla="*/ 0 w 2478691"/>
                <a:gd name="connsiteY6" fmla="*/ 262275 h 777840"/>
                <a:gd name="connsiteX0" fmla="*/ 0 w 2478691"/>
                <a:gd name="connsiteY0" fmla="*/ 262275 h 797295"/>
                <a:gd name="connsiteX1" fmla="*/ 1166388 w 2478691"/>
                <a:gd name="connsiteY1" fmla="*/ 2523 h 797295"/>
                <a:gd name="connsiteX2" fmla="*/ 2478691 w 2478691"/>
                <a:gd name="connsiteY2" fmla="*/ 398461 h 797295"/>
                <a:gd name="connsiteX3" fmla="*/ 2144534 w 2478691"/>
                <a:gd name="connsiteY3" fmla="*/ 797295 h 797295"/>
                <a:gd name="connsiteX4" fmla="*/ 1156661 w 2478691"/>
                <a:gd name="connsiteY4" fmla="*/ 482594 h 797295"/>
                <a:gd name="connsiteX5" fmla="*/ 139604 w 2478691"/>
                <a:gd name="connsiteY5" fmla="*/ 748658 h 797295"/>
                <a:gd name="connsiteX6" fmla="*/ 0 w 2478691"/>
                <a:gd name="connsiteY6" fmla="*/ 262275 h 797295"/>
                <a:gd name="connsiteX0" fmla="*/ 0 w 2478691"/>
                <a:gd name="connsiteY0" fmla="*/ 262275 h 797295"/>
                <a:gd name="connsiteX1" fmla="*/ 1166388 w 2478691"/>
                <a:gd name="connsiteY1" fmla="*/ 2523 h 797295"/>
                <a:gd name="connsiteX2" fmla="*/ 2478691 w 2478691"/>
                <a:gd name="connsiteY2" fmla="*/ 398461 h 797295"/>
                <a:gd name="connsiteX3" fmla="*/ 2144534 w 2478691"/>
                <a:gd name="connsiteY3" fmla="*/ 797295 h 797295"/>
                <a:gd name="connsiteX4" fmla="*/ 1156661 w 2478691"/>
                <a:gd name="connsiteY4" fmla="*/ 482594 h 797295"/>
                <a:gd name="connsiteX5" fmla="*/ 139604 w 2478691"/>
                <a:gd name="connsiteY5" fmla="*/ 748658 h 797295"/>
                <a:gd name="connsiteX6" fmla="*/ 0 w 2478691"/>
                <a:gd name="connsiteY6" fmla="*/ 262275 h 797295"/>
                <a:gd name="connsiteX0" fmla="*/ 0 w 2309168"/>
                <a:gd name="connsiteY0" fmla="*/ 259772 h 794792"/>
                <a:gd name="connsiteX1" fmla="*/ 1166388 w 2309168"/>
                <a:gd name="connsiteY1" fmla="*/ 20 h 794792"/>
                <a:gd name="connsiteX2" fmla="*/ 2309168 w 2309168"/>
                <a:gd name="connsiteY2" fmla="*/ 270099 h 794792"/>
                <a:gd name="connsiteX3" fmla="*/ 2144534 w 2309168"/>
                <a:gd name="connsiteY3" fmla="*/ 794792 h 794792"/>
                <a:gd name="connsiteX4" fmla="*/ 1156661 w 2309168"/>
                <a:gd name="connsiteY4" fmla="*/ 480091 h 794792"/>
                <a:gd name="connsiteX5" fmla="*/ 139604 w 2309168"/>
                <a:gd name="connsiteY5" fmla="*/ 746155 h 794792"/>
                <a:gd name="connsiteX6" fmla="*/ 0 w 2309168"/>
                <a:gd name="connsiteY6" fmla="*/ 259772 h 794792"/>
                <a:gd name="connsiteX0" fmla="*/ 0 w 2309168"/>
                <a:gd name="connsiteY0" fmla="*/ 259772 h 794792"/>
                <a:gd name="connsiteX1" fmla="*/ 1166388 w 2309168"/>
                <a:gd name="connsiteY1" fmla="*/ 20 h 794792"/>
                <a:gd name="connsiteX2" fmla="*/ 2309168 w 2309168"/>
                <a:gd name="connsiteY2" fmla="*/ 270099 h 794792"/>
                <a:gd name="connsiteX3" fmla="*/ 2144534 w 2309168"/>
                <a:gd name="connsiteY3" fmla="*/ 794792 h 794792"/>
                <a:gd name="connsiteX4" fmla="*/ 1156661 w 2309168"/>
                <a:gd name="connsiteY4" fmla="*/ 480091 h 794792"/>
                <a:gd name="connsiteX5" fmla="*/ 139604 w 2309168"/>
                <a:gd name="connsiteY5" fmla="*/ 746155 h 794792"/>
                <a:gd name="connsiteX6" fmla="*/ 0 w 2309168"/>
                <a:gd name="connsiteY6" fmla="*/ 259772 h 794792"/>
                <a:gd name="connsiteX0" fmla="*/ 0 w 2309168"/>
                <a:gd name="connsiteY0" fmla="*/ 259772 h 746155"/>
                <a:gd name="connsiteX1" fmla="*/ 1166388 w 2309168"/>
                <a:gd name="connsiteY1" fmla="*/ 20 h 746155"/>
                <a:gd name="connsiteX2" fmla="*/ 2309168 w 2309168"/>
                <a:gd name="connsiteY2" fmla="*/ 270099 h 746155"/>
                <a:gd name="connsiteX3" fmla="*/ 2121417 w 2309168"/>
                <a:gd name="connsiteY3" fmla="*/ 707462 h 746155"/>
                <a:gd name="connsiteX4" fmla="*/ 1156661 w 2309168"/>
                <a:gd name="connsiteY4" fmla="*/ 480091 h 746155"/>
                <a:gd name="connsiteX5" fmla="*/ 139604 w 2309168"/>
                <a:gd name="connsiteY5" fmla="*/ 746155 h 746155"/>
                <a:gd name="connsiteX6" fmla="*/ 0 w 2309168"/>
                <a:gd name="connsiteY6" fmla="*/ 259772 h 746155"/>
                <a:gd name="connsiteX0" fmla="*/ 0 w 2309168"/>
                <a:gd name="connsiteY0" fmla="*/ 259772 h 746155"/>
                <a:gd name="connsiteX1" fmla="*/ 1166388 w 2309168"/>
                <a:gd name="connsiteY1" fmla="*/ 20 h 746155"/>
                <a:gd name="connsiteX2" fmla="*/ 2309168 w 2309168"/>
                <a:gd name="connsiteY2" fmla="*/ 270099 h 746155"/>
                <a:gd name="connsiteX3" fmla="*/ 2121417 w 2309168"/>
                <a:gd name="connsiteY3" fmla="*/ 707462 h 746155"/>
                <a:gd name="connsiteX4" fmla="*/ 1156661 w 2309168"/>
                <a:gd name="connsiteY4" fmla="*/ 480091 h 746155"/>
                <a:gd name="connsiteX5" fmla="*/ 139604 w 2309168"/>
                <a:gd name="connsiteY5" fmla="*/ 746155 h 746155"/>
                <a:gd name="connsiteX6" fmla="*/ 0 w 2309168"/>
                <a:gd name="connsiteY6" fmla="*/ 259772 h 746155"/>
                <a:gd name="connsiteX0" fmla="*/ 0 w 2309168"/>
                <a:gd name="connsiteY0" fmla="*/ 226793 h 746567"/>
                <a:gd name="connsiteX1" fmla="*/ 1166388 w 2309168"/>
                <a:gd name="connsiteY1" fmla="*/ 432 h 746567"/>
                <a:gd name="connsiteX2" fmla="*/ 2309168 w 2309168"/>
                <a:gd name="connsiteY2" fmla="*/ 270511 h 746567"/>
                <a:gd name="connsiteX3" fmla="*/ 2121417 w 2309168"/>
                <a:gd name="connsiteY3" fmla="*/ 707874 h 746567"/>
                <a:gd name="connsiteX4" fmla="*/ 1156661 w 2309168"/>
                <a:gd name="connsiteY4" fmla="*/ 480503 h 746567"/>
                <a:gd name="connsiteX5" fmla="*/ 139604 w 2309168"/>
                <a:gd name="connsiteY5" fmla="*/ 746567 h 746567"/>
                <a:gd name="connsiteX6" fmla="*/ 0 w 2309168"/>
                <a:gd name="connsiteY6" fmla="*/ 226793 h 746567"/>
                <a:gd name="connsiteX0" fmla="*/ 0 w 2309168"/>
                <a:gd name="connsiteY0" fmla="*/ 226663 h 746437"/>
                <a:gd name="connsiteX1" fmla="*/ 1166388 w 2309168"/>
                <a:gd name="connsiteY1" fmla="*/ 302 h 746437"/>
                <a:gd name="connsiteX2" fmla="*/ 2309168 w 2309168"/>
                <a:gd name="connsiteY2" fmla="*/ 270381 h 746437"/>
                <a:gd name="connsiteX3" fmla="*/ 2121417 w 2309168"/>
                <a:gd name="connsiteY3" fmla="*/ 707744 h 746437"/>
                <a:gd name="connsiteX4" fmla="*/ 1156661 w 2309168"/>
                <a:gd name="connsiteY4" fmla="*/ 480373 h 746437"/>
                <a:gd name="connsiteX5" fmla="*/ 139604 w 2309168"/>
                <a:gd name="connsiteY5" fmla="*/ 746437 h 746437"/>
                <a:gd name="connsiteX6" fmla="*/ 0 w 2309168"/>
                <a:gd name="connsiteY6" fmla="*/ 226663 h 746437"/>
                <a:gd name="connsiteX0" fmla="*/ 0 w 2309168"/>
                <a:gd name="connsiteY0" fmla="*/ 226614 h 746388"/>
                <a:gd name="connsiteX1" fmla="*/ 1166388 w 2309168"/>
                <a:gd name="connsiteY1" fmla="*/ 253 h 746388"/>
                <a:gd name="connsiteX2" fmla="*/ 2309168 w 2309168"/>
                <a:gd name="connsiteY2" fmla="*/ 270332 h 746388"/>
                <a:gd name="connsiteX3" fmla="*/ 2121417 w 2309168"/>
                <a:gd name="connsiteY3" fmla="*/ 707695 h 746388"/>
                <a:gd name="connsiteX4" fmla="*/ 1156661 w 2309168"/>
                <a:gd name="connsiteY4" fmla="*/ 480324 h 746388"/>
                <a:gd name="connsiteX5" fmla="*/ 139604 w 2309168"/>
                <a:gd name="connsiteY5" fmla="*/ 746388 h 746388"/>
                <a:gd name="connsiteX6" fmla="*/ 0 w 2309168"/>
                <a:gd name="connsiteY6" fmla="*/ 226614 h 746388"/>
                <a:gd name="connsiteX0" fmla="*/ 0 w 2309168"/>
                <a:gd name="connsiteY0" fmla="*/ 231692 h 746328"/>
                <a:gd name="connsiteX1" fmla="*/ 1166388 w 2309168"/>
                <a:gd name="connsiteY1" fmla="*/ 193 h 746328"/>
                <a:gd name="connsiteX2" fmla="*/ 2309168 w 2309168"/>
                <a:gd name="connsiteY2" fmla="*/ 270272 h 746328"/>
                <a:gd name="connsiteX3" fmla="*/ 2121417 w 2309168"/>
                <a:gd name="connsiteY3" fmla="*/ 707635 h 746328"/>
                <a:gd name="connsiteX4" fmla="*/ 1156661 w 2309168"/>
                <a:gd name="connsiteY4" fmla="*/ 480264 h 746328"/>
                <a:gd name="connsiteX5" fmla="*/ 139604 w 2309168"/>
                <a:gd name="connsiteY5" fmla="*/ 746328 h 746328"/>
                <a:gd name="connsiteX6" fmla="*/ 0 w 2309168"/>
                <a:gd name="connsiteY6" fmla="*/ 231692 h 746328"/>
                <a:gd name="connsiteX0" fmla="*/ 0 w 2309168"/>
                <a:gd name="connsiteY0" fmla="*/ 231692 h 707635"/>
                <a:gd name="connsiteX1" fmla="*/ 1166388 w 2309168"/>
                <a:gd name="connsiteY1" fmla="*/ 193 h 707635"/>
                <a:gd name="connsiteX2" fmla="*/ 2309168 w 2309168"/>
                <a:gd name="connsiteY2" fmla="*/ 270272 h 707635"/>
                <a:gd name="connsiteX3" fmla="*/ 2121417 w 2309168"/>
                <a:gd name="connsiteY3" fmla="*/ 707635 h 707635"/>
                <a:gd name="connsiteX4" fmla="*/ 1156661 w 2309168"/>
                <a:gd name="connsiteY4" fmla="*/ 480264 h 707635"/>
                <a:gd name="connsiteX5" fmla="*/ 172995 w 2309168"/>
                <a:gd name="connsiteY5" fmla="*/ 684683 h 707635"/>
                <a:gd name="connsiteX6" fmla="*/ 0 w 2309168"/>
                <a:gd name="connsiteY6" fmla="*/ 231692 h 707635"/>
                <a:gd name="connsiteX0" fmla="*/ 0 w 2309168"/>
                <a:gd name="connsiteY0" fmla="*/ 231692 h 707635"/>
                <a:gd name="connsiteX1" fmla="*/ 1166388 w 2309168"/>
                <a:gd name="connsiteY1" fmla="*/ 193 h 707635"/>
                <a:gd name="connsiteX2" fmla="*/ 2309168 w 2309168"/>
                <a:gd name="connsiteY2" fmla="*/ 270272 h 707635"/>
                <a:gd name="connsiteX3" fmla="*/ 2121417 w 2309168"/>
                <a:gd name="connsiteY3" fmla="*/ 707635 h 707635"/>
                <a:gd name="connsiteX4" fmla="*/ 1156661 w 2309168"/>
                <a:gd name="connsiteY4" fmla="*/ 480264 h 707635"/>
                <a:gd name="connsiteX5" fmla="*/ 172995 w 2309168"/>
                <a:gd name="connsiteY5" fmla="*/ 684683 h 707635"/>
                <a:gd name="connsiteX6" fmla="*/ 0 w 2309168"/>
                <a:gd name="connsiteY6" fmla="*/ 231692 h 707635"/>
                <a:gd name="connsiteX0" fmla="*/ 0 w 2309168"/>
                <a:gd name="connsiteY0" fmla="*/ 231692 h 715340"/>
                <a:gd name="connsiteX1" fmla="*/ 1166388 w 2309168"/>
                <a:gd name="connsiteY1" fmla="*/ 193 h 715340"/>
                <a:gd name="connsiteX2" fmla="*/ 2309168 w 2309168"/>
                <a:gd name="connsiteY2" fmla="*/ 270272 h 715340"/>
                <a:gd name="connsiteX3" fmla="*/ 2123986 w 2309168"/>
                <a:gd name="connsiteY3" fmla="*/ 715340 h 715340"/>
                <a:gd name="connsiteX4" fmla="*/ 1156661 w 2309168"/>
                <a:gd name="connsiteY4" fmla="*/ 480264 h 715340"/>
                <a:gd name="connsiteX5" fmla="*/ 172995 w 2309168"/>
                <a:gd name="connsiteY5" fmla="*/ 684683 h 715340"/>
                <a:gd name="connsiteX6" fmla="*/ 0 w 2309168"/>
                <a:gd name="connsiteY6" fmla="*/ 231692 h 715340"/>
                <a:gd name="connsiteX0" fmla="*/ 0 w 2309168"/>
                <a:gd name="connsiteY0" fmla="*/ 231692 h 715340"/>
                <a:gd name="connsiteX1" fmla="*/ 1166388 w 2309168"/>
                <a:gd name="connsiteY1" fmla="*/ 193 h 715340"/>
                <a:gd name="connsiteX2" fmla="*/ 2309168 w 2309168"/>
                <a:gd name="connsiteY2" fmla="*/ 270272 h 715340"/>
                <a:gd name="connsiteX3" fmla="*/ 2123986 w 2309168"/>
                <a:gd name="connsiteY3" fmla="*/ 715340 h 715340"/>
                <a:gd name="connsiteX4" fmla="*/ 1156661 w 2309168"/>
                <a:gd name="connsiteY4" fmla="*/ 480264 h 715340"/>
                <a:gd name="connsiteX5" fmla="*/ 172995 w 2309168"/>
                <a:gd name="connsiteY5" fmla="*/ 684683 h 715340"/>
                <a:gd name="connsiteX6" fmla="*/ 0 w 2309168"/>
                <a:gd name="connsiteY6" fmla="*/ 231692 h 715340"/>
                <a:gd name="connsiteX0" fmla="*/ 0 w 2309168"/>
                <a:gd name="connsiteY0" fmla="*/ 231692 h 715340"/>
                <a:gd name="connsiteX1" fmla="*/ 1166388 w 2309168"/>
                <a:gd name="connsiteY1" fmla="*/ 193 h 715340"/>
                <a:gd name="connsiteX2" fmla="*/ 2309168 w 2309168"/>
                <a:gd name="connsiteY2" fmla="*/ 270272 h 715340"/>
                <a:gd name="connsiteX3" fmla="*/ 2123986 w 2309168"/>
                <a:gd name="connsiteY3" fmla="*/ 715340 h 715340"/>
                <a:gd name="connsiteX4" fmla="*/ 1156661 w 2309168"/>
                <a:gd name="connsiteY4" fmla="*/ 480264 h 715340"/>
                <a:gd name="connsiteX5" fmla="*/ 172995 w 2309168"/>
                <a:gd name="connsiteY5" fmla="*/ 684683 h 715340"/>
                <a:gd name="connsiteX6" fmla="*/ 0 w 2309168"/>
                <a:gd name="connsiteY6" fmla="*/ 231692 h 715340"/>
                <a:gd name="connsiteX0" fmla="*/ 0 w 2314305"/>
                <a:gd name="connsiteY0" fmla="*/ 231543 h 715191"/>
                <a:gd name="connsiteX1" fmla="*/ 1166388 w 2314305"/>
                <a:gd name="connsiteY1" fmla="*/ 44 h 715191"/>
                <a:gd name="connsiteX2" fmla="*/ 2314305 w 2314305"/>
                <a:gd name="connsiteY2" fmla="*/ 249575 h 715191"/>
                <a:gd name="connsiteX3" fmla="*/ 2123986 w 2314305"/>
                <a:gd name="connsiteY3" fmla="*/ 715191 h 715191"/>
                <a:gd name="connsiteX4" fmla="*/ 1156661 w 2314305"/>
                <a:gd name="connsiteY4" fmla="*/ 480115 h 715191"/>
                <a:gd name="connsiteX5" fmla="*/ 172995 w 2314305"/>
                <a:gd name="connsiteY5" fmla="*/ 684534 h 715191"/>
                <a:gd name="connsiteX6" fmla="*/ 0 w 2314305"/>
                <a:gd name="connsiteY6" fmla="*/ 231543 h 715191"/>
                <a:gd name="connsiteX0" fmla="*/ 0 w 2314305"/>
                <a:gd name="connsiteY0" fmla="*/ 231543 h 715191"/>
                <a:gd name="connsiteX1" fmla="*/ 1166388 w 2314305"/>
                <a:gd name="connsiteY1" fmla="*/ 44 h 715191"/>
                <a:gd name="connsiteX2" fmla="*/ 2314305 w 2314305"/>
                <a:gd name="connsiteY2" fmla="*/ 249575 h 715191"/>
                <a:gd name="connsiteX3" fmla="*/ 2123986 w 2314305"/>
                <a:gd name="connsiteY3" fmla="*/ 715191 h 715191"/>
                <a:gd name="connsiteX4" fmla="*/ 1156661 w 2314305"/>
                <a:gd name="connsiteY4" fmla="*/ 480115 h 715191"/>
                <a:gd name="connsiteX5" fmla="*/ 172995 w 2314305"/>
                <a:gd name="connsiteY5" fmla="*/ 684534 h 715191"/>
                <a:gd name="connsiteX6" fmla="*/ 0 w 2314305"/>
                <a:gd name="connsiteY6" fmla="*/ 231543 h 715191"/>
                <a:gd name="connsiteX0" fmla="*/ 0 w 2314305"/>
                <a:gd name="connsiteY0" fmla="*/ 231550 h 715198"/>
                <a:gd name="connsiteX1" fmla="*/ 1166388 w 2314305"/>
                <a:gd name="connsiteY1" fmla="*/ 51 h 715198"/>
                <a:gd name="connsiteX2" fmla="*/ 2314305 w 2314305"/>
                <a:gd name="connsiteY2" fmla="*/ 249582 h 715198"/>
                <a:gd name="connsiteX3" fmla="*/ 2123986 w 2314305"/>
                <a:gd name="connsiteY3" fmla="*/ 715198 h 715198"/>
                <a:gd name="connsiteX4" fmla="*/ 1156661 w 2314305"/>
                <a:gd name="connsiteY4" fmla="*/ 480122 h 715198"/>
                <a:gd name="connsiteX5" fmla="*/ 172995 w 2314305"/>
                <a:gd name="connsiteY5" fmla="*/ 684541 h 715198"/>
                <a:gd name="connsiteX6" fmla="*/ 0 w 2314305"/>
                <a:gd name="connsiteY6" fmla="*/ 231550 h 715198"/>
                <a:gd name="connsiteX0" fmla="*/ 0 w 2314305"/>
                <a:gd name="connsiteY0" fmla="*/ 233092 h 716740"/>
                <a:gd name="connsiteX1" fmla="*/ 1166388 w 2314305"/>
                <a:gd name="connsiteY1" fmla="*/ 1593 h 716740"/>
                <a:gd name="connsiteX2" fmla="*/ 2314305 w 2314305"/>
                <a:gd name="connsiteY2" fmla="*/ 251124 h 716740"/>
                <a:gd name="connsiteX3" fmla="*/ 2123986 w 2314305"/>
                <a:gd name="connsiteY3" fmla="*/ 716740 h 716740"/>
                <a:gd name="connsiteX4" fmla="*/ 1156661 w 2314305"/>
                <a:gd name="connsiteY4" fmla="*/ 481664 h 716740"/>
                <a:gd name="connsiteX5" fmla="*/ 172995 w 2314305"/>
                <a:gd name="connsiteY5" fmla="*/ 686083 h 716740"/>
                <a:gd name="connsiteX6" fmla="*/ 0 w 2314305"/>
                <a:gd name="connsiteY6" fmla="*/ 233092 h 716740"/>
                <a:gd name="connsiteX0" fmla="*/ 0 w 2314305"/>
                <a:gd name="connsiteY0" fmla="*/ 231523 h 715171"/>
                <a:gd name="connsiteX1" fmla="*/ 1166388 w 2314305"/>
                <a:gd name="connsiteY1" fmla="*/ 24 h 715171"/>
                <a:gd name="connsiteX2" fmla="*/ 2314305 w 2314305"/>
                <a:gd name="connsiteY2" fmla="*/ 249555 h 715171"/>
                <a:gd name="connsiteX3" fmla="*/ 2123986 w 2314305"/>
                <a:gd name="connsiteY3" fmla="*/ 715171 h 715171"/>
                <a:gd name="connsiteX4" fmla="*/ 1156661 w 2314305"/>
                <a:gd name="connsiteY4" fmla="*/ 480095 h 715171"/>
                <a:gd name="connsiteX5" fmla="*/ 172995 w 2314305"/>
                <a:gd name="connsiteY5" fmla="*/ 684514 h 715171"/>
                <a:gd name="connsiteX6" fmla="*/ 0 w 2314305"/>
                <a:gd name="connsiteY6" fmla="*/ 231523 h 715171"/>
                <a:gd name="connsiteX0" fmla="*/ 0 w 2314305"/>
                <a:gd name="connsiteY0" fmla="*/ 231550 h 715198"/>
                <a:gd name="connsiteX1" fmla="*/ 1166388 w 2314305"/>
                <a:gd name="connsiteY1" fmla="*/ 51 h 715198"/>
                <a:gd name="connsiteX2" fmla="*/ 2314305 w 2314305"/>
                <a:gd name="connsiteY2" fmla="*/ 249582 h 715198"/>
                <a:gd name="connsiteX3" fmla="*/ 2123986 w 2314305"/>
                <a:gd name="connsiteY3" fmla="*/ 715198 h 715198"/>
                <a:gd name="connsiteX4" fmla="*/ 1156661 w 2314305"/>
                <a:gd name="connsiteY4" fmla="*/ 480122 h 715198"/>
                <a:gd name="connsiteX5" fmla="*/ 172995 w 2314305"/>
                <a:gd name="connsiteY5" fmla="*/ 684541 h 715198"/>
                <a:gd name="connsiteX6" fmla="*/ 0 w 2314305"/>
                <a:gd name="connsiteY6" fmla="*/ 231550 h 715198"/>
                <a:gd name="connsiteX0" fmla="*/ 0 w 2314305"/>
                <a:gd name="connsiteY0" fmla="*/ 232088 h 715736"/>
                <a:gd name="connsiteX1" fmla="*/ 1166388 w 2314305"/>
                <a:gd name="connsiteY1" fmla="*/ 589 h 715736"/>
                <a:gd name="connsiteX2" fmla="*/ 2314305 w 2314305"/>
                <a:gd name="connsiteY2" fmla="*/ 250120 h 715736"/>
                <a:gd name="connsiteX3" fmla="*/ 2123986 w 2314305"/>
                <a:gd name="connsiteY3" fmla="*/ 715736 h 715736"/>
                <a:gd name="connsiteX4" fmla="*/ 1156661 w 2314305"/>
                <a:gd name="connsiteY4" fmla="*/ 480660 h 715736"/>
                <a:gd name="connsiteX5" fmla="*/ 172995 w 2314305"/>
                <a:gd name="connsiteY5" fmla="*/ 685079 h 715736"/>
                <a:gd name="connsiteX6" fmla="*/ 0 w 2314305"/>
                <a:gd name="connsiteY6" fmla="*/ 232088 h 715736"/>
                <a:gd name="connsiteX0" fmla="*/ 0 w 2314305"/>
                <a:gd name="connsiteY0" fmla="*/ 232088 h 715736"/>
                <a:gd name="connsiteX1" fmla="*/ 1166388 w 2314305"/>
                <a:gd name="connsiteY1" fmla="*/ 589 h 715736"/>
                <a:gd name="connsiteX2" fmla="*/ 2314305 w 2314305"/>
                <a:gd name="connsiteY2" fmla="*/ 250120 h 715736"/>
                <a:gd name="connsiteX3" fmla="*/ 2123986 w 2314305"/>
                <a:gd name="connsiteY3" fmla="*/ 715736 h 715736"/>
                <a:gd name="connsiteX4" fmla="*/ 1156661 w 2314305"/>
                <a:gd name="connsiteY4" fmla="*/ 480660 h 715736"/>
                <a:gd name="connsiteX5" fmla="*/ 172995 w 2314305"/>
                <a:gd name="connsiteY5" fmla="*/ 685079 h 715736"/>
                <a:gd name="connsiteX6" fmla="*/ 0 w 2314305"/>
                <a:gd name="connsiteY6" fmla="*/ 232088 h 715736"/>
                <a:gd name="connsiteX0" fmla="*/ 0 w 2314305"/>
                <a:gd name="connsiteY0" fmla="*/ 232088 h 715736"/>
                <a:gd name="connsiteX1" fmla="*/ 1166388 w 2314305"/>
                <a:gd name="connsiteY1" fmla="*/ 589 h 715736"/>
                <a:gd name="connsiteX2" fmla="*/ 2314305 w 2314305"/>
                <a:gd name="connsiteY2" fmla="*/ 250120 h 715736"/>
                <a:gd name="connsiteX3" fmla="*/ 2123986 w 2314305"/>
                <a:gd name="connsiteY3" fmla="*/ 715736 h 715736"/>
                <a:gd name="connsiteX4" fmla="*/ 1156661 w 2314305"/>
                <a:gd name="connsiteY4" fmla="*/ 480660 h 715736"/>
                <a:gd name="connsiteX5" fmla="*/ 172995 w 2314305"/>
                <a:gd name="connsiteY5" fmla="*/ 685079 h 715736"/>
                <a:gd name="connsiteX6" fmla="*/ 0 w 2314305"/>
                <a:gd name="connsiteY6" fmla="*/ 232088 h 715736"/>
                <a:gd name="connsiteX0" fmla="*/ 0 w 2314305"/>
                <a:gd name="connsiteY0" fmla="*/ 232060 h 715708"/>
                <a:gd name="connsiteX1" fmla="*/ 1166388 w 2314305"/>
                <a:gd name="connsiteY1" fmla="*/ 561 h 715708"/>
                <a:gd name="connsiteX2" fmla="*/ 2314305 w 2314305"/>
                <a:gd name="connsiteY2" fmla="*/ 250092 h 715708"/>
                <a:gd name="connsiteX3" fmla="*/ 2123986 w 2314305"/>
                <a:gd name="connsiteY3" fmla="*/ 715708 h 715708"/>
                <a:gd name="connsiteX4" fmla="*/ 1156661 w 2314305"/>
                <a:gd name="connsiteY4" fmla="*/ 480632 h 715708"/>
                <a:gd name="connsiteX5" fmla="*/ 172995 w 2314305"/>
                <a:gd name="connsiteY5" fmla="*/ 685051 h 715708"/>
                <a:gd name="connsiteX6" fmla="*/ 0 w 2314305"/>
                <a:gd name="connsiteY6" fmla="*/ 232060 h 7157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314305" h="715708">
                  <a:moveTo>
                    <a:pt x="0" y="232060"/>
                  </a:moveTo>
                  <a:cubicBezTo>
                    <a:pt x="116349" y="135016"/>
                    <a:pt x="772966" y="-10150"/>
                    <a:pt x="1166388" y="561"/>
                  </a:cubicBezTo>
                  <a:cubicBezTo>
                    <a:pt x="1559810" y="11272"/>
                    <a:pt x="1962415" y="54514"/>
                    <a:pt x="2314305" y="250092"/>
                  </a:cubicBezTo>
                  <a:cubicBezTo>
                    <a:pt x="2236857" y="411910"/>
                    <a:pt x="2305049" y="284904"/>
                    <a:pt x="2123986" y="715708"/>
                  </a:cubicBezTo>
                  <a:cubicBezTo>
                    <a:pt x="2077752" y="646036"/>
                    <a:pt x="1616289" y="480632"/>
                    <a:pt x="1156661" y="480632"/>
                  </a:cubicBezTo>
                  <a:cubicBezTo>
                    <a:pt x="697033" y="480632"/>
                    <a:pt x="257593" y="589531"/>
                    <a:pt x="172995" y="685051"/>
                  </a:cubicBezTo>
                  <a:lnTo>
                    <a:pt x="0" y="232060"/>
                  </a:lnTo>
                  <a:close/>
                </a:path>
              </a:pathLst>
            </a:custGeom>
            <a:solidFill>
              <a:srgbClr val="252260"/>
            </a:solidFill>
            <a:ln>
              <a:solidFill>
                <a:srgbClr val="2522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60A35A71-AD7F-2773-210C-70D0C1064C54}"/>
                </a:ext>
              </a:extLst>
            </p:cNvPr>
            <p:cNvSpPr txBox="1"/>
            <p:nvPr/>
          </p:nvSpPr>
          <p:spPr>
            <a:xfrm rot="2976467">
              <a:off x="9461974" y="1744448"/>
              <a:ext cx="1841899" cy="638175"/>
            </a:xfrm>
            <a:prstGeom prst="rect">
              <a:avLst/>
            </a:prstGeom>
            <a:noFill/>
          </p:spPr>
          <p:txBody>
            <a:bodyPr wrap="square" rtlCol="0">
              <a:prstTxWarp prst="textArchUp">
                <a:avLst>
                  <a:gd name="adj" fmla="val 11053946"/>
                </a:avLst>
              </a:prstTxWarp>
              <a:spAutoFit/>
            </a:bodyPr>
            <a:lstStyle/>
            <a:p>
              <a:pPr algn="ctr"/>
              <a:r>
                <a:rPr lang="en-US" sz="2400" dirty="0">
                  <a:solidFill>
                    <a:schemeClr val="bg1"/>
                  </a:solidFill>
                </a:rPr>
                <a:t>Connect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8A36CCCB-8CB2-5C0A-E92B-5365C8817F44}"/>
                </a:ext>
              </a:extLst>
            </p:cNvPr>
            <p:cNvSpPr txBox="1"/>
            <p:nvPr/>
          </p:nvSpPr>
          <p:spPr>
            <a:xfrm rot="9167093">
              <a:off x="8638078" y="5306238"/>
              <a:ext cx="1841899" cy="638175"/>
            </a:xfrm>
            <a:prstGeom prst="rect">
              <a:avLst/>
            </a:prstGeom>
            <a:noFill/>
          </p:spPr>
          <p:txBody>
            <a:bodyPr wrap="square" rtlCol="0">
              <a:prstTxWarp prst="textArchUp">
                <a:avLst/>
              </a:prstTxWarp>
              <a:spAutoFit/>
            </a:bodyPr>
            <a:lstStyle/>
            <a:p>
              <a:pPr algn="ctr"/>
              <a:r>
                <a:rPr lang="en-US" sz="2400" dirty="0">
                  <a:solidFill>
                    <a:schemeClr val="bg1"/>
                  </a:solidFill>
                </a:rPr>
                <a:t>Engage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092D22A5-05C8-D181-81F6-1BBFC5577D75}"/>
                </a:ext>
              </a:extLst>
            </p:cNvPr>
            <p:cNvSpPr txBox="1"/>
            <p:nvPr/>
          </p:nvSpPr>
          <p:spPr>
            <a:xfrm rot="12622647">
              <a:off x="6593675" y="5243488"/>
              <a:ext cx="1841899" cy="638175"/>
            </a:xfrm>
            <a:prstGeom prst="rect">
              <a:avLst/>
            </a:prstGeom>
            <a:noFill/>
          </p:spPr>
          <p:txBody>
            <a:bodyPr wrap="square" rtlCol="0">
              <a:prstTxWarp prst="textArchUp">
                <a:avLst/>
              </a:prstTxWarp>
              <a:spAutoFit/>
            </a:bodyPr>
            <a:lstStyle/>
            <a:p>
              <a:pPr algn="ctr"/>
              <a:r>
                <a:rPr lang="en-US" sz="2400" dirty="0">
                  <a:solidFill>
                    <a:schemeClr val="bg1"/>
                  </a:solidFill>
                </a:rPr>
                <a:t>Invite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B8D10961-798C-3E82-DBE7-392638BA61E2}"/>
                </a:ext>
              </a:extLst>
            </p:cNvPr>
            <p:cNvSpPr txBox="1"/>
            <p:nvPr/>
          </p:nvSpPr>
          <p:spPr>
            <a:xfrm rot="15697400">
              <a:off x="5263361" y="3507272"/>
              <a:ext cx="2027125" cy="638175"/>
            </a:xfrm>
            <a:prstGeom prst="rect">
              <a:avLst/>
            </a:prstGeom>
            <a:noFill/>
          </p:spPr>
          <p:txBody>
            <a:bodyPr wrap="square" rtlCol="0">
              <a:prstTxWarp prst="textArchUp">
                <a:avLst>
                  <a:gd name="adj" fmla="val 10820778"/>
                </a:avLst>
              </a:prstTxWarp>
              <a:spAutoFit/>
            </a:bodyPr>
            <a:lstStyle/>
            <a:p>
              <a:pPr algn="ctr"/>
              <a:r>
                <a:rPr lang="en-US" sz="2400" dirty="0">
                  <a:solidFill>
                    <a:schemeClr val="bg1"/>
                  </a:solidFill>
                </a:rPr>
                <a:t>Appreciate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6A34E2CE-5138-5BC5-2D0A-18105858E39F}"/>
                </a:ext>
              </a:extLst>
            </p:cNvPr>
            <p:cNvSpPr txBox="1"/>
            <p:nvPr/>
          </p:nvSpPr>
          <p:spPr>
            <a:xfrm rot="18734748">
              <a:off x="5921532" y="1587556"/>
              <a:ext cx="1841899" cy="638175"/>
            </a:xfrm>
            <a:prstGeom prst="rect">
              <a:avLst/>
            </a:prstGeom>
            <a:noFill/>
          </p:spPr>
          <p:txBody>
            <a:bodyPr wrap="square" rtlCol="0">
              <a:prstTxWarp prst="textArchUp">
                <a:avLst/>
              </a:prstTxWarp>
              <a:spAutoFit/>
            </a:bodyPr>
            <a:lstStyle/>
            <a:p>
              <a:pPr algn="ctr"/>
              <a:r>
                <a:rPr lang="en-US" sz="2400" dirty="0">
                  <a:solidFill>
                    <a:schemeClr val="bg1"/>
                  </a:solidFill>
                </a:rPr>
                <a:t>Motivate</a:t>
              </a:r>
            </a:p>
          </p:txBody>
        </p:sp>
        <p:sp>
          <p:nvSpPr>
            <p:cNvPr id="17" name="Isosceles Triangle 16">
              <a:extLst>
                <a:ext uri="{FF2B5EF4-FFF2-40B4-BE49-F238E27FC236}">
                  <a16:creationId xmlns:a16="http://schemas.microsoft.com/office/drawing/2014/main" id="{66BAF7AA-9886-8CAB-1EBD-20A3721ED1C2}"/>
                </a:ext>
              </a:extLst>
            </p:cNvPr>
            <p:cNvSpPr/>
            <p:nvPr/>
          </p:nvSpPr>
          <p:spPr>
            <a:xfrm rot="6649031">
              <a:off x="9283774" y="854270"/>
              <a:ext cx="1097280" cy="457200"/>
            </a:xfrm>
            <a:prstGeom prst="triangle">
              <a:avLst>
                <a:gd name="adj" fmla="val 49630"/>
              </a:avLst>
            </a:prstGeom>
            <a:solidFill>
              <a:srgbClr val="EE4238"/>
            </a:solidFill>
            <a:ln>
              <a:solidFill>
                <a:srgbClr val="EE423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" name="Isosceles Triangle 17">
              <a:extLst>
                <a:ext uri="{FF2B5EF4-FFF2-40B4-BE49-F238E27FC236}">
                  <a16:creationId xmlns:a16="http://schemas.microsoft.com/office/drawing/2014/main" id="{36E1D5FB-05B9-4303-195D-3FA0304492A8}"/>
                </a:ext>
              </a:extLst>
            </p:cNvPr>
            <p:cNvSpPr/>
            <p:nvPr/>
          </p:nvSpPr>
          <p:spPr>
            <a:xfrm rot="10033193">
              <a:off x="10653102" y="2772840"/>
              <a:ext cx="1097280" cy="457200"/>
            </a:xfrm>
            <a:prstGeom prst="triangle">
              <a:avLst>
                <a:gd name="adj" fmla="val 49630"/>
              </a:avLst>
            </a:prstGeom>
            <a:solidFill>
              <a:srgbClr val="F18120"/>
            </a:solidFill>
            <a:ln>
              <a:solidFill>
                <a:srgbClr val="F1812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9" name="Block Arc 1">
              <a:extLst>
                <a:ext uri="{FF2B5EF4-FFF2-40B4-BE49-F238E27FC236}">
                  <a16:creationId xmlns:a16="http://schemas.microsoft.com/office/drawing/2014/main" id="{FB12AED3-376C-EC6D-51F0-AEEB90A2B8F0}"/>
                </a:ext>
              </a:extLst>
            </p:cNvPr>
            <p:cNvSpPr/>
            <p:nvPr/>
          </p:nvSpPr>
          <p:spPr>
            <a:xfrm>
              <a:off x="7436948" y="567120"/>
              <a:ext cx="2314305" cy="715708"/>
            </a:xfrm>
            <a:custGeom>
              <a:avLst/>
              <a:gdLst>
                <a:gd name="connsiteX0" fmla="*/ 0 w 2391141"/>
                <a:gd name="connsiteY0" fmla="*/ 726679 h 1453358"/>
                <a:gd name="connsiteX1" fmla="*/ 1195571 w 2391141"/>
                <a:gd name="connsiteY1" fmla="*/ 0 h 1453358"/>
                <a:gd name="connsiteX2" fmla="*/ 2391142 w 2391141"/>
                <a:gd name="connsiteY2" fmla="*/ 726679 h 1453358"/>
                <a:gd name="connsiteX3" fmla="*/ 2027802 w 2391141"/>
                <a:gd name="connsiteY3" fmla="*/ 726679 h 1453358"/>
                <a:gd name="connsiteX4" fmla="*/ 1195571 w 2391141"/>
                <a:gd name="connsiteY4" fmla="*/ 363339 h 1453358"/>
                <a:gd name="connsiteX5" fmla="*/ 363340 w 2391141"/>
                <a:gd name="connsiteY5" fmla="*/ 726679 h 1453358"/>
                <a:gd name="connsiteX6" fmla="*/ 0 w 2391141"/>
                <a:gd name="connsiteY6" fmla="*/ 726679 h 1453358"/>
                <a:gd name="connsiteX0" fmla="*/ 0 w 2614878"/>
                <a:gd name="connsiteY0" fmla="*/ 727830 h 727830"/>
                <a:gd name="connsiteX1" fmla="*/ 1195571 w 2614878"/>
                <a:gd name="connsiteY1" fmla="*/ 1151 h 727830"/>
                <a:gd name="connsiteX2" fmla="*/ 2614878 w 2614878"/>
                <a:gd name="connsiteY2" fmla="*/ 611098 h 727830"/>
                <a:gd name="connsiteX3" fmla="*/ 2027802 w 2614878"/>
                <a:gd name="connsiteY3" fmla="*/ 727830 h 727830"/>
                <a:gd name="connsiteX4" fmla="*/ 1195571 w 2614878"/>
                <a:gd name="connsiteY4" fmla="*/ 364490 h 727830"/>
                <a:gd name="connsiteX5" fmla="*/ 363340 w 2614878"/>
                <a:gd name="connsiteY5" fmla="*/ 727830 h 727830"/>
                <a:gd name="connsiteX6" fmla="*/ 0 w 2614878"/>
                <a:gd name="connsiteY6" fmla="*/ 727830 h 727830"/>
                <a:gd name="connsiteX0" fmla="*/ 0 w 2614878"/>
                <a:gd name="connsiteY0" fmla="*/ 727830 h 727830"/>
                <a:gd name="connsiteX1" fmla="*/ 1195571 w 2614878"/>
                <a:gd name="connsiteY1" fmla="*/ 1151 h 727830"/>
                <a:gd name="connsiteX2" fmla="*/ 2614878 w 2614878"/>
                <a:gd name="connsiteY2" fmla="*/ 611098 h 727830"/>
                <a:gd name="connsiteX3" fmla="*/ 2251538 w 2614878"/>
                <a:gd name="connsiteY3" fmla="*/ 669464 h 727830"/>
                <a:gd name="connsiteX4" fmla="*/ 1195571 w 2614878"/>
                <a:gd name="connsiteY4" fmla="*/ 364490 h 727830"/>
                <a:gd name="connsiteX5" fmla="*/ 363340 w 2614878"/>
                <a:gd name="connsiteY5" fmla="*/ 727830 h 727830"/>
                <a:gd name="connsiteX6" fmla="*/ 0 w 2614878"/>
                <a:gd name="connsiteY6" fmla="*/ 727830 h 727830"/>
                <a:gd name="connsiteX0" fmla="*/ 0 w 2780249"/>
                <a:gd name="connsiteY0" fmla="*/ 590533 h 726720"/>
                <a:gd name="connsiteX1" fmla="*/ 1360942 w 2780249"/>
                <a:gd name="connsiteY1" fmla="*/ 41 h 726720"/>
                <a:gd name="connsiteX2" fmla="*/ 2780249 w 2780249"/>
                <a:gd name="connsiteY2" fmla="*/ 609988 h 726720"/>
                <a:gd name="connsiteX3" fmla="*/ 2416909 w 2780249"/>
                <a:gd name="connsiteY3" fmla="*/ 668354 h 726720"/>
                <a:gd name="connsiteX4" fmla="*/ 1360942 w 2780249"/>
                <a:gd name="connsiteY4" fmla="*/ 363380 h 726720"/>
                <a:gd name="connsiteX5" fmla="*/ 528711 w 2780249"/>
                <a:gd name="connsiteY5" fmla="*/ 726720 h 726720"/>
                <a:gd name="connsiteX6" fmla="*/ 0 w 2780249"/>
                <a:gd name="connsiteY6" fmla="*/ 590533 h 726720"/>
                <a:gd name="connsiteX0" fmla="*/ 0 w 2780249"/>
                <a:gd name="connsiteY0" fmla="*/ 590533 h 668354"/>
                <a:gd name="connsiteX1" fmla="*/ 1360942 w 2780249"/>
                <a:gd name="connsiteY1" fmla="*/ 41 h 668354"/>
                <a:gd name="connsiteX2" fmla="*/ 2780249 w 2780249"/>
                <a:gd name="connsiteY2" fmla="*/ 609988 h 668354"/>
                <a:gd name="connsiteX3" fmla="*/ 2416909 w 2780249"/>
                <a:gd name="connsiteY3" fmla="*/ 668354 h 668354"/>
                <a:gd name="connsiteX4" fmla="*/ 1360942 w 2780249"/>
                <a:gd name="connsiteY4" fmla="*/ 363380 h 668354"/>
                <a:gd name="connsiteX5" fmla="*/ 275792 w 2780249"/>
                <a:gd name="connsiteY5" fmla="*/ 639171 h 668354"/>
                <a:gd name="connsiteX6" fmla="*/ 0 w 2780249"/>
                <a:gd name="connsiteY6" fmla="*/ 590533 h 668354"/>
                <a:gd name="connsiteX0" fmla="*/ 0 w 2780249"/>
                <a:gd name="connsiteY0" fmla="*/ 590533 h 668354"/>
                <a:gd name="connsiteX1" fmla="*/ 1360942 w 2780249"/>
                <a:gd name="connsiteY1" fmla="*/ 41 h 668354"/>
                <a:gd name="connsiteX2" fmla="*/ 2780249 w 2780249"/>
                <a:gd name="connsiteY2" fmla="*/ 609988 h 668354"/>
                <a:gd name="connsiteX3" fmla="*/ 2416909 w 2780249"/>
                <a:gd name="connsiteY3" fmla="*/ 668354 h 668354"/>
                <a:gd name="connsiteX4" fmla="*/ 1351215 w 2780249"/>
                <a:gd name="connsiteY4" fmla="*/ 480112 h 668354"/>
                <a:gd name="connsiteX5" fmla="*/ 275792 w 2780249"/>
                <a:gd name="connsiteY5" fmla="*/ 639171 h 668354"/>
                <a:gd name="connsiteX6" fmla="*/ 0 w 2780249"/>
                <a:gd name="connsiteY6" fmla="*/ 590533 h 668354"/>
                <a:gd name="connsiteX0" fmla="*/ 0 w 2780249"/>
                <a:gd name="connsiteY0" fmla="*/ 590533 h 775358"/>
                <a:gd name="connsiteX1" fmla="*/ 1360942 w 2780249"/>
                <a:gd name="connsiteY1" fmla="*/ 41 h 775358"/>
                <a:gd name="connsiteX2" fmla="*/ 2780249 w 2780249"/>
                <a:gd name="connsiteY2" fmla="*/ 609988 h 775358"/>
                <a:gd name="connsiteX3" fmla="*/ 2329360 w 2780249"/>
                <a:gd name="connsiteY3" fmla="*/ 775358 h 775358"/>
                <a:gd name="connsiteX4" fmla="*/ 1351215 w 2780249"/>
                <a:gd name="connsiteY4" fmla="*/ 480112 h 775358"/>
                <a:gd name="connsiteX5" fmla="*/ 275792 w 2780249"/>
                <a:gd name="connsiteY5" fmla="*/ 639171 h 775358"/>
                <a:gd name="connsiteX6" fmla="*/ 0 w 2780249"/>
                <a:gd name="connsiteY6" fmla="*/ 590533 h 775358"/>
                <a:gd name="connsiteX0" fmla="*/ 0 w 2673245"/>
                <a:gd name="connsiteY0" fmla="*/ 600391 h 785216"/>
                <a:gd name="connsiteX1" fmla="*/ 1360942 w 2673245"/>
                <a:gd name="connsiteY1" fmla="*/ 9899 h 785216"/>
                <a:gd name="connsiteX2" fmla="*/ 2673245 w 2673245"/>
                <a:gd name="connsiteY2" fmla="*/ 405837 h 785216"/>
                <a:gd name="connsiteX3" fmla="*/ 2329360 w 2673245"/>
                <a:gd name="connsiteY3" fmla="*/ 785216 h 785216"/>
                <a:gd name="connsiteX4" fmla="*/ 1351215 w 2673245"/>
                <a:gd name="connsiteY4" fmla="*/ 489970 h 785216"/>
                <a:gd name="connsiteX5" fmla="*/ 275792 w 2673245"/>
                <a:gd name="connsiteY5" fmla="*/ 649029 h 785216"/>
                <a:gd name="connsiteX6" fmla="*/ 0 w 2673245"/>
                <a:gd name="connsiteY6" fmla="*/ 600391 h 785216"/>
                <a:gd name="connsiteX0" fmla="*/ 0 w 2673245"/>
                <a:gd name="connsiteY0" fmla="*/ 593348 h 778173"/>
                <a:gd name="connsiteX1" fmla="*/ 1360942 w 2673245"/>
                <a:gd name="connsiteY1" fmla="*/ 2856 h 778173"/>
                <a:gd name="connsiteX2" fmla="*/ 2673245 w 2673245"/>
                <a:gd name="connsiteY2" fmla="*/ 398794 h 778173"/>
                <a:gd name="connsiteX3" fmla="*/ 2329360 w 2673245"/>
                <a:gd name="connsiteY3" fmla="*/ 778173 h 778173"/>
                <a:gd name="connsiteX4" fmla="*/ 1351215 w 2673245"/>
                <a:gd name="connsiteY4" fmla="*/ 482927 h 778173"/>
                <a:gd name="connsiteX5" fmla="*/ 275792 w 2673245"/>
                <a:gd name="connsiteY5" fmla="*/ 641986 h 778173"/>
                <a:gd name="connsiteX6" fmla="*/ 0 w 2673245"/>
                <a:gd name="connsiteY6" fmla="*/ 593348 h 778173"/>
                <a:gd name="connsiteX0" fmla="*/ 0 w 2478691"/>
                <a:gd name="connsiteY0" fmla="*/ 293714 h 809279"/>
                <a:gd name="connsiteX1" fmla="*/ 1166388 w 2478691"/>
                <a:gd name="connsiteY1" fmla="*/ 33962 h 809279"/>
                <a:gd name="connsiteX2" fmla="*/ 2478691 w 2478691"/>
                <a:gd name="connsiteY2" fmla="*/ 429900 h 809279"/>
                <a:gd name="connsiteX3" fmla="*/ 2134806 w 2478691"/>
                <a:gd name="connsiteY3" fmla="*/ 809279 h 809279"/>
                <a:gd name="connsiteX4" fmla="*/ 1156661 w 2478691"/>
                <a:gd name="connsiteY4" fmla="*/ 514033 h 809279"/>
                <a:gd name="connsiteX5" fmla="*/ 81238 w 2478691"/>
                <a:gd name="connsiteY5" fmla="*/ 673092 h 809279"/>
                <a:gd name="connsiteX6" fmla="*/ 0 w 2478691"/>
                <a:gd name="connsiteY6" fmla="*/ 293714 h 809279"/>
                <a:gd name="connsiteX0" fmla="*/ 0 w 2478691"/>
                <a:gd name="connsiteY0" fmla="*/ 262275 h 777840"/>
                <a:gd name="connsiteX1" fmla="*/ 1166388 w 2478691"/>
                <a:gd name="connsiteY1" fmla="*/ 2523 h 777840"/>
                <a:gd name="connsiteX2" fmla="*/ 2478691 w 2478691"/>
                <a:gd name="connsiteY2" fmla="*/ 398461 h 777840"/>
                <a:gd name="connsiteX3" fmla="*/ 2134806 w 2478691"/>
                <a:gd name="connsiteY3" fmla="*/ 777840 h 777840"/>
                <a:gd name="connsiteX4" fmla="*/ 1156661 w 2478691"/>
                <a:gd name="connsiteY4" fmla="*/ 482594 h 777840"/>
                <a:gd name="connsiteX5" fmla="*/ 81238 w 2478691"/>
                <a:gd name="connsiteY5" fmla="*/ 641653 h 777840"/>
                <a:gd name="connsiteX6" fmla="*/ 0 w 2478691"/>
                <a:gd name="connsiteY6" fmla="*/ 262275 h 777840"/>
                <a:gd name="connsiteX0" fmla="*/ 0 w 2478691"/>
                <a:gd name="connsiteY0" fmla="*/ 262275 h 777841"/>
                <a:gd name="connsiteX1" fmla="*/ 1166388 w 2478691"/>
                <a:gd name="connsiteY1" fmla="*/ 2523 h 777841"/>
                <a:gd name="connsiteX2" fmla="*/ 2478691 w 2478691"/>
                <a:gd name="connsiteY2" fmla="*/ 398461 h 777841"/>
                <a:gd name="connsiteX3" fmla="*/ 2134806 w 2478691"/>
                <a:gd name="connsiteY3" fmla="*/ 777840 h 777841"/>
                <a:gd name="connsiteX4" fmla="*/ 1156661 w 2478691"/>
                <a:gd name="connsiteY4" fmla="*/ 482594 h 777841"/>
                <a:gd name="connsiteX5" fmla="*/ 178515 w 2478691"/>
                <a:gd name="connsiteY5" fmla="*/ 777841 h 777841"/>
                <a:gd name="connsiteX6" fmla="*/ 0 w 2478691"/>
                <a:gd name="connsiteY6" fmla="*/ 262275 h 777841"/>
                <a:gd name="connsiteX0" fmla="*/ 0 w 2478691"/>
                <a:gd name="connsiteY0" fmla="*/ 262275 h 777840"/>
                <a:gd name="connsiteX1" fmla="*/ 1166388 w 2478691"/>
                <a:gd name="connsiteY1" fmla="*/ 2523 h 777840"/>
                <a:gd name="connsiteX2" fmla="*/ 2478691 w 2478691"/>
                <a:gd name="connsiteY2" fmla="*/ 398461 h 777840"/>
                <a:gd name="connsiteX3" fmla="*/ 2134806 w 2478691"/>
                <a:gd name="connsiteY3" fmla="*/ 777840 h 777840"/>
                <a:gd name="connsiteX4" fmla="*/ 1156661 w 2478691"/>
                <a:gd name="connsiteY4" fmla="*/ 482594 h 777840"/>
                <a:gd name="connsiteX5" fmla="*/ 139604 w 2478691"/>
                <a:gd name="connsiteY5" fmla="*/ 748658 h 777840"/>
                <a:gd name="connsiteX6" fmla="*/ 0 w 2478691"/>
                <a:gd name="connsiteY6" fmla="*/ 262275 h 777840"/>
                <a:gd name="connsiteX0" fmla="*/ 0 w 2478691"/>
                <a:gd name="connsiteY0" fmla="*/ 262275 h 777840"/>
                <a:gd name="connsiteX1" fmla="*/ 1166388 w 2478691"/>
                <a:gd name="connsiteY1" fmla="*/ 2523 h 777840"/>
                <a:gd name="connsiteX2" fmla="*/ 2478691 w 2478691"/>
                <a:gd name="connsiteY2" fmla="*/ 398461 h 777840"/>
                <a:gd name="connsiteX3" fmla="*/ 2134806 w 2478691"/>
                <a:gd name="connsiteY3" fmla="*/ 777840 h 777840"/>
                <a:gd name="connsiteX4" fmla="*/ 1156661 w 2478691"/>
                <a:gd name="connsiteY4" fmla="*/ 482594 h 777840"/>
                <a:gd name="connsiteX5" fmla="*/ 139604 w 2478691"/>
                <a:gd name="connsiteY5" fmla="*/ 748658 h 777840"/>
                <a:gd name="connsiteX6" fmla="*/ 0 w 2478691"/>
                <a:gd name="connsiteY6" fmla="*/ 262275 h 777840"/>
                <a:gd name="connsiteX0" fmla="*/ 0 w 2478691"/>
                <a:gd name="connsiteY0" fmla="*/ 262275 h 797295"/>
                <a:gd name="connsiteX1" fmla="*/ 1166388 w 2478691"/>
                <a:gd name="connsiteY1" fmla="*/ 2523 h 797295"/>
                <a:gd name="connsiteX2" fmla="*/ 2478691 w 2478691"/>
                <a:gd name="connsiteY2" fmla="*/ 398461 h 797295"/>
                <a:gd name="connsiteX3" fmla="*/ 2144534 w 2478691"/>
                <a:gd name="connsiteY3" fmla="*/ 797295 h 797295"/>
                <a:gd name="connsiteX4" fmla="*/ 1156661 w 2478691"/>
                <a:gd name="connsiteY4" fmla="*/ 482594 h 797295"/>
                <a:gd name="connsiteX5" fmla="*/ 139604 w 2478691"/>
                <a:gd name="connsiteY5" fmla="*/ 748658 h 797295"/>
                <a:gd name="connsiteX6" fmla="*/ 0 w 2478691"/>
                <a:gd name="connsiteY6" fmla="*/ 262275 h 797295"/>
                <a:gd name="connsiteX0" fmla="*/ 0 w 2478691"/>
                <a:gd name="connsiteY0" fmla="*/ 262275 h 797295"/>
                <a:gd name="connsiteX1" fmla="*/ 1166388 w 2478691"/>
                <a:gd name="connsiteY1" fmla="*/ 2523 h 797295"/>
                <a:gd name="connsiteX2" fmla="*/ 2478691 w 2478691"/>
                <a:gd name="connsiteY2" fmla="*/ 398461 h 797295"/>
                <a:gd name="connsiteX3" fmla="*/ 2144534 w 2478691"/>
                <a:gd name="connsiteY3" fmla="*/ 797295 h 797295"/>
                <a:gd name="connsiteX4" fmla="*/ 1156661 w 2478691"/>
                <a:gd name="connsiteY4" fmla="*/ 482594 h 797295"/>
                <a:gd name="connsiteX5" fmla="*/ 139604 w 2478691"/>
                <a:gd name="connsiteY5" fmla="*/ 748658 h 797295"/>
                <a:gd name="connsiteX6" fmla="*/ 0 w 2478691"/>
                <a:gd name="connsiteY6" fmla="*/ 262275 h 797295"/>
                <a:gd name="connsiteX0" fmla="*/ 0 w 2309168"/>
                <a:gd name="connsiteY0" fmla="*/ 259772 h 794792"/>
                <a:gd name="connsiteX1" fmla="*/ 1166388 w 2309168"/>
                <a:gd name="connsiteY1" fmla="*/ 20 h 794792"/>
                <a:gd name="connsiteX2" fmla="*/ 2309168 w 2309168"/>
                <a:gd name="connsiteY2" fmla="*/ 270099 h 794792"/>
                <a:gd name="connsiteX3" fmla="*/ 2144534 w 2309168"/>
                <a:gd name="connsiteY3" fmla="*/ 794792 h 794792"/>
                <a:gd name="connsiteX4" fmla="*/ 1156661 w 2309168"/>
                <a:gd name="connsiteY4" fmla="*/ 480091 h 794792"/>
                <a:gd name="connsiteX5" fmla="*/ 139604 w 2309168"/>
                <a:gd name="connsiteY5" fmla="*/ 746155 h 794792"/>
                <a:gd name="connsiteX6" fmla="*/ 0 w 2309168"/>
                <a:gd name="connsiteY6" fmla="*/ 259772 h 794792"/>
                <a:gd name="connsiteX0" fmla="*/ 0 w 2309168"/>
                <a:gd name="connsiteY0" fmla="*/ 259772 h 794792"/>
                <a:gd name="connsiteX1" fmla="*/ 1166388 w 2309168"/>
                <a:gd name="connsiteY1" fmla="*/ 20 h 794792"/>
                <a:gd name="connsiteX2" fmla="*/ 2309168 w 2309168"/>
                <a:gd name="connsiteY2" fmla="*/ 270099 h 794792"/>
                <a:gd name="connsiteX3" fmla="*/ 2144534 w 2309168"/>
                <a:gd name="connsiteY3" fmla="*/ 794792 h 794792"/>
                <a:gd name="connsiteX4" fmla="*/ 1156661 w 2309168"/>
                <a:gd name="connsiteY4" fmla="*/ 480091 h 794792"/>
                <a:gd name="connsiteX5" fmla="*/ 139604 w 2309168"/>
                <a:gd name="connsiteY5" fmla="*/ 746155 h 794792"/>
                <a:gd name="connsiteX6" fmla="*/ 0 w 2309168"/>
                <a:gd name="connsiteY6" fmla="*/ 259772 h 794792"/>
                <a:gd name="connsiteX0" fmla="*/ 0 w 2309168"/>
                <a:gd name="connsiteY0" fmla="*/ 259772 h 746155"/>
                <a:gd name="connsiteX1" fmla="*/ 1166388 w 2309168"/>
                <a:gd name="connsiteY1" fmla="*/ 20 h 746155"/>
                <a:gd name="connsiteX2" fmla="*/ 2309168 w 2309168"/>
                <a:gd name="connsiteY2" fmla="*/ 270099 h 746155"/>
                <a:gd name="connsiteX3" fmla="*/ 2121417 w 2309168"/>
                <a:gd name="connsiteY3" fmla="*/ 707462 h 746155"/>
                <a:gd name="connsiteX4" fmla="*/ 1156661 w 2309168"/>
                <a:gd name="connsiteY4" fmla="*/ 480091 h 746155"/>
                <a:gd name="connsiteX5" fmla="*/ 139604 w 2309168"/>
                <a:gd name="connsiteY5" fmla="*/ 746155 h 746155"/>
                <a:gd name="connsiteX6" fmla="*/ 0 w 2309168"/>
                <a:gd name="connsiteY6" fmla="*/ 259772 h 746155"/>
                <a:gd name="connsiteX0" fmla="*/ 0 w 2309168"/>
                <a:gd name="connsiteY0" fmla="*/ 259772 h 746155"/>
                <a:gd name="connsiteX1" fmla="*/ 1166388 w 2309168"/>
                <a:gd name="connsiteY1" fmla="*/ 20 h 746155"/>
                <a:gd name="connsiteX2" fmla="*/ 2309168 w 2309168"/>
                <a:gd name="connsiteY2" fmla="*/ 270099 h 746155"/>
                <a:gd name="connsiteX3" fmla="*/ 2121417 w 2309168"/>
                <a:gd name="connsiteY3" fmla="*/ 707462 h 746155"/>
                <a:gd name="connsiteX4" fmla="*/ 1156661 w 2309168"/>
                <a:gd name="connsiteY4" fmla="*/ 480091 h 746155"/>
                <a:gd name="connsiteX5" fmla="*/ 139604 w 2309168"/>
                <a:gd name="connsiteY5" fmla="*/ 746155 h 746155"/>
                <a:gd name="connsiteX6" fmla="*/ 0 w 2309168"/>
                <a:gd name="connsiteY6" fmla="*/ 259772 h 746155"/>
                <a:gd name="connsiteX0" fmla="*/ 0 w 2309168"/>
                <a:gd name="connsiteY0" fmla="*/ 226793 h 746567"/>
                <a:gd name="connsiteX1" fmla="*/ 1166388 w 2309168"/>
                <a:gd name="connsiteY1" fmla="*/ 432 h 746567"/>
                <a:gd name="connsiteX2" fmla="*/ 2309168 w 2309168"/>
                <a:gd name="connsiteY2" fmla="*/ 270511 h 746567"/>
                <a:gd name="connsiteX3" fmla="*/ 2121417 w 2309168"/>
                <a:gd name="connsiteY3" fmla="*/ 707874 h 746567"/>
                <a:gd name="connsiteX4" fmla="*/ 1156661 w 2309168"/>
                <a:gd name="connsiteY4" fmla="*/ 480503 h 746567"/>
                <a:gd name="connsiteX5" fmla="*/ 139604 w 2309168"/>
                <a:gd name="connsiteY5" fmla="*/ 746567 h 746567"/>
                <a:gd name="connsiteX6" fmla="*/ 0 w 2309168"/>
                <a:gd name="connsiteY6" fmla="*/ 226793 h 746567"/>
                <a:gd name="connsiteX0" fmla="*/ 0 w 2309168"/>
                <a:gd name="connsiteY0" fmla="*/ 226663 h 746437"/>
                <a:gd name="connsiteX1" fmla="*/ 1166388 w 2309168"/>
                <a:gd name="connsiteY1" fmla="*/ 302 h 746437"/>
                <a:gd name="connsiteX2" fmla="*/ 2309168 w 2309168"/>
                <a:gd name="connsiteY2" fmla="*/ 270381 h 746437"/>
                <a:gd name="connsiteX3" fmla="*/ 2121417 w 2309168"/>
                <a:gd name="connsiteY3" fmla="*/ 707744 h 746437"/>
                <a:gd name="connsiteX4" fmla="*/ 1156661 w 2309168"/>
                <a:gd name="connsiteY4" fmla="*/ 480373 h 746437"/>
                <a:gd name="connsiteX5" fmla="*/ 139604 w 2309168"/>
                <a:gd name="connsiteY5" fmla="*/ 746437 h 746437"/>
                <a:gd name="connsiteX6" fmla="*/ 0 w 2309168"/>
                <a:gd name="connsiteY6" fmla="*/ 226663 h 746437"/>
                <a:gd name="connsiteX0" fmla="*/ 0 w 2309168"/>
                <a:gd name="connsiteY0" fmla="*/ 226614 h 746388"/>
                <a:gd name="connsiteX1" fmla="*/ 1166388 w 2309168"/>
                <a:gd name="connsiteY1" fmla="*/ 253 h 746388"/>
                <a:gd name="connsiteX2" fmla="*/ 2309168 w 2309168"/>
                <a:gd name="connsiteY2" fmla="*/ 270332 h 746388"/>
                <a:gd name="connsiteX3" fmla="*/ 2121417 w 2309168"/>
                <a:gd name="connsiteY3" fmla="*/ 707695 h 746388"/>
                <a:gd name="connsiteX4" fmla="*/ 1156661 w 2309168"/>
                <a:gd name="connsiteY4" fmla="*/ 480324 h 746388"/>
                <a:gd name="connsiteX5" fmla="*/ 139604 w 2309168"/>
                <a:gd name="connsiteY5" fmla="*/ 746388 h 746388"/>
                <a:gd name="connsiteX6" fmla="*/ 0 w 2309168"/>
                <a:gd name="connsiteY6" fmla="*/ 226614 h 746388"/>
                <a:gd name="connsiteX0" fmla="*/ 0 w 2309168"/>
                <a:gd name="connsiteY0" fmla="*/ 231692 h 746328"/>
                <a:gd name="connsiteX1" fmla="*/ 1166388 w 2309168"/>
                <a:gd name="connsiteY1" fmla="*/ 193 h 746328"/>
                <a:gd name="connsiteX2" fmla="*/ 2309168 w 2309168"/>
                <a:gd name="connsiteY2" fmla="*/ 270272 h 746328"/>
                <a:gd name="connsiteX3" fmla="*/ 2121417 w 2309168"/>
                <a:gd name="connsiteY3" fmla="*/ 707635 h 746328"/>
                <a:gd name="connsiteX4" fmla="*/ 1156661 w 2309168"/>
                <a:gd name="connsiteY4" fmla="*/ 480264 h 746328"/>
                <a:gd name="connsiteX5" fmla="*/ 139604 w 2309168"/>
                <a:gd name="connsiteY5" fmla="*/ 746328 h 746328"/>
                <a:gd name="connsiteX6" fmla="*/ 0 w 2309168"/>
                <a:gd name="connsiteY6" fmla="*/ 231692 h 746328"/>
                <a:gd name="connsiteX0" fmla="*/ 0 w 2309168"/>
                <a:gd name="connsiteY0" fmla="*/ 231692 h 707635"/>
                <a:gd name="connsiteX1" fmla="*/ 1166388 w 2309168"/>
                <a:gd name="connsiteY1" fmla="*/ 193 h 707635"/>
                <a:gd name="connsiteX2" fmla="*/ 2309168 w 2309168"/>
                <a:gd name="connsiteY2" fmla="*/ 270272 h 707635"/>
                <a:gd name="connsiteX3" fmla="*/ 2121417 w 2309168"/>
                <a:gd name="connsiteY3" fmla="*/ 707635 h 707635"/>
                <a:gd name="connsiteX4" fmla="*/ 1156661 w 2309168"/>
                <a:gd name="connsiteY4" fmla="*/ 480264 h 707635"/>
                <a:gd name="connsiteX5" fmla="*/ 172995 w 2309168"/>
                <a:gd name="connsiteY5" fmla="*/ 684683 h 707635"/>
                <a:gd name="connsiteX6" fmla="*/ 0 w 2309168"/>
                <a:gd name="connsiteY6" fmla="*/ 231692 h 707635"/>
                <a:gd name="connsiteX0" fmla="*/ 0 w 2309168"/>
                <a:gd name="connsiteY0" fmla="*/ 231692 h 707635"/>
                <a:gd name="connsiteX1" fmla="*/ 1166388 w 2309168"/>
                <a:gd name="connsiteY1" fmla="*/ 193 h 707635"/>
                <a:gd name="connsiteX2" fmla="*/ 2309168 w 2309168"/>
                <a:gd name="connsiteY2" fmla="*/ 270272 h 707635"/>
                <a:gd name="connsiteX3" fmla="*/ 2121417 w 2309168"/>
                <a:gd name="connsiteY3" fmla="*/ 707635 h 707635"/>
                <a:gd name="connsiteX4" fmla="*/ 1156661 w 2309168"/>
                <a:gd name="connsiteY4" fmla="*/ 480264 h 707635"/>
                <a:gd name="connsiteX5" fmla="*/ 172995 w 2309168"/>
                <a:gd name="connsiteY5" fmla="*/ 684683 h 707635"/>
                <a:gd name="connsiteX6" fmla="*/ 0 w 2309168"/>
                <a:gd name="connsiteY6" fmla="*/ 231692 h 707635"/>
                <a:gd name="connsiteX0" fmla="*/ 0 w 2309168"/>
                <a:gd name="connsiteY0" fmla="*/ 231692 h 715340"/>
                <a:gd name="connsiteX1" fmla="*/ 1166388 w 2309168"/>
                <a:gd name="connsiteY1" fmla="*/ 193 h 715340"/>
                <a:gd name="connsiteX2" fmla="*/ 2309168 w 2309168"/>
                <a:gd name="connsiteY2" fmla="*/ 270272 h 715340"/>
                <a:gd name="connsiteX3" fmla="*/ 2123986 w 2309168"/>
                <a:gd name="connsiteY3" fmla="*/ 715340 h 715340"/>
                <a:gd name="connsiteX4" fmla="*/ 1156661 w 2309168"/>
                <a:gd name="connsiteY4" fmla="*/ 480264 h 715340"/>
                <a:gd name="connsiteX5" fmla="*/ 172995 w 2309168"/>
                <a:gd name="connsiteY5" fmla="*/ 684683 h 715340"/>
                <a:gd name="connsiteX6" fmla="*/ 0 w 2309168"/>
                <a:gd name="connsiteY6" fmla="*/ 231692 h 715340"/>
                <a:gd name="connsiteX0" fmla="*/ 0 w 2309168"/>
                <a:gd name="connsiteY0" fmla="*/ 231692 h 715340"/>
                <a:gd name="connsiteX1" fmla="*/ 1166388 w 2309168"/>
                <a:gd name="connsiteY1" fmla="*/ 193 h 715340"/>
                <a:gd name="connsiteX2" fmla="*/ 2309168 w 2309168"/>
                <a:gd name="connsiteY2" fmla="*/ 270272 h 715340"/>
                <a:gd name="connsiteX3" fmla="*/ 2123986 w 2309168"/>
                <a:gd name="connsiteY3" fmla="*/ 715340 h 715340"/>
                <a:gd name="connsiteX4" fmla="*/ 1156661 w 2309168"/>
                <a:gd name="connsiteY4" fmla="*/ 480264 h 715340"/>
                <a:gd name="connsiteX5" fmla="*/ 172995 w 2309168"/>
                <a:gd name="connsiteY5" fmla="*/ 684683 h 715340"/>
                <a:gd name="connsiteX6" fmla="*/ 0 w 2309168"/>
                <a:gd name="connsiteY6" fmla="*/ 231692 h 715340"/>
                <a:gd name="connsiteX0" fmla="*/ 0 w 2309168"/>
                <a:gd name="connsiteY0" fmla="*/ 231692 h 715340"/>
                <a:gd name="connsiteX1" fmla="*/ 1166388 w 2309168"/>
                <a:gd name="connsiteY1" fmla="*/ 193 h 715340"/>
                <a:gd name="connsiteX2" fmla="*/ 2309168 w 2309168"/>
                <a:gd name="connsiteY2" fmla="*/ 270272 h 715340"/>
                <a:gd name="connsiteX3" fmla="*/ 2123986 w 2309168"/>
                <a:gd name="connsiteY3" fmla="*/ 715340 h 715340"/>
                <a:gd name="connsiteX4" fmla="*/ 1156661 w 2309168"/>
                <a:gd name="connsiteY4" fmla="*/ 480264 h 715340"/>
                <a:gd name="connsiteX5" fmla="*/ 172995 w 2309168"/>
                <a:gd name="connsiteY5" fmla="*/ 684683 h 715340"/>
                <a:gd name="connsiteX6" fmla="*/ 0 w 2309168"/>
                <a:gd name="connsiteY6" fmla="*/ 231692 h 715340"/>
                <a:gd name="connsiteX0" fmla="*/ 0 w 2314305"/>
                <a:gd name="connsiteY0" fmla="*/ 231543 h 715191"/>
                <a:gd name="connsiteX1" fmla="*/ 1166388 w 2314305"/>
                <a:gd name="connsiteY1" fmla="*/ 44 h 715191"/>
                <a:gd name="connsiteX2" fmla="*/ 2314305 w 2314305"/>
                <a:gd name="connsiteY2" fmla="*/ 249575 h 715191"/>
                <a:gd name="connsiteX3" fmla="*/ 2123986 w 2314305"/>
                <a:gd name="connsiteY3" fmla="*/ 715191 h 715191"/>
                <a:gd name="connsiteX4" fmla="*/ 1156661 w 2314305"/>
                <a:gd name="connsiteY4" fmla="*/ 480115 h 715191"/>
                <a:gd name="connsiteX5" fmla="*/ 172995 w 2314305"/>
                <a:gd name="connsiteY5" fmla="*/ 684534 h 715191"/>
                <a:gd name="connsiteX6" fmla="*/ 0 w 2314305"/>
                <a:gd name="connsiteY6" fmla="*/ 231543 h 715191"/>
                <a:gd name="connsiteX0" fmla="*/ 0 w 2314305"/>
                <a:gd name="connsiteY0" fmla="*/ 231543 h 715191"/>
                <a:gd name="connsiteX1" fmla="*/ 1166388 w 2314305"/>
                <a:gd name="connsiteY1" fmla="*/ 44 h 715191"/>
                <a:gd name="connsiteX2" fmla="*/ 2314305 w 2314305"/>
                <a:gd name="connsiteY2" fmla="*/ 249575 h 715191"/>
                <a:gd name="connsiteX3" fmla="*/ 2123986 w 2314305"/>
                <a:gd name="connsiteY3" fmla="*/ 715191 h 715191"/>
                <a:gd name="connsiteX4" fmla="*/ 1156661 w 2314305"/>
                <a:gd name="connsiteY4" fmla="*/ 480115 h 715191"/>
                <a:gd name="connsiteX5" fmla="*/ 172995 w 2314305"/>
                <a:gd name="connsiteY5" fmla="*/ 684534 h 715191"/>
                <a:gd name="connsiteX6" fmla="*/ 0 w 2314305"/>
                <a:gd name="connsiteY6" fmla="*/ 231543 h 715191"/>
                <a:gd name="connsiteX0" fmla="*/ 0 w 2314305"/>
                <a:gd name="connsiteY0" fmla="*/ 231550 h 715198"/>
                <a:gd name="connsiteX1" fmla="*/ 1166388 w 2314305"/>
                <a:gd name="connsiteY1" fmla="*/ 51 h 715198"/>
                <a:gd name="connsiteX2" fmla="*/ 2314305 w 2314305"/>
                <a:gd name="connsiteY2" fmla="*/ 249582 h 715198"/>
                <a:gd name="connsiteX3" fmla="*/ 2123986 w 2314305"/>
                <a:gd name="connsiteY3" fmla="*/ 715198 h 715198"/>
                <a:gd name="connsiteX4" fmla="*/ 1156661 w 2314305"/>
                <a:gd name="connsiteY4" fmla="*/ 480122 h 715198"/>
                <a:gd name="connsiteX5" fmla="*/ 172995 w 2314305"/>
                <a:gd name="connsiteY5" fmla="*/ 684541 h 715198"/>
                <a:gd name="connsiteX6" fmla="*/ 0 w 2314305"/>
                <a:gd name="connsiteY6" fmla="*/ 231550 h 715198"/>
                <a:gd name="connsiteX0" fmla="*/ 0 w 2314305"/>
                <a:gd name="connsiteY0" fmla="*/ 233092 h 716740"/>
                <a:gd name="connsiteX1" fmla="*/ 1166388 w 2314305"/>
                <a:gd name="connsiteY1" fmla="*/ 1593 h 716740"/>
                <a:gd name="connsiteX2" fmla="*/ 2314305 w 2314305"/>
                <a:gd name="connsiteY2" fmla="*/ 251124 h 716740"/>
                <a:gd name="connsiteX3" fmla="*/ 2123986 w 2314305"/>
                <a:gd name="connsiteY3" fmla="*/ 716740 h 716740"/>
                <a:gd name="connsiteX4" fmla="*/ 1156661 w 2314305"/>
                <a:gd name="connsiteY4" fmla="*/ 481664 h 716740"/>
                <a:gd name="connsiteX5" fmla="*/ 172995 w 2314305"/>
                <a:gd name="connsiteY5" fmla="*/ 686083 h 716740"/>
                <a:gd name="connsiteX6" fmla="*/ 0 w 2314305"/>
                <a:gd name="connsiteY6" fmla="*/ 233092 h 716740"/>
                <a:gd name="connsiteX0" fmla="*/ 0 w 2314305"/>
                <a:gd name="connsiteY0" fmla="*/ 231523 h 715171"/>
                <a:gd name="connsiteX1" fmla="*/ 1166388 w 2314305"/>
                <a:gd name="connsiteY1" fmla="*/ 24 h 715171"/>
                <a:gd name="connsiteX2" fmla="*/ 2314305 w 2314305"/>
                <a:gd name="connsiteY2" fmla="*/ 249555 h 715171"/>
                <a:gd name="connsiteX3" fmla="*/ 2123986 w 2314305"/>
                <a:gd name="connsiteY3" fmla="*/ 715171 h 715171"/>
                <a:gd name="connsiteX4" fmla="*/ 1156661 w 2314305"/>
                <a:gd name="connsiteY4" fmla="*/ 480095 h 715171"/>
                <a:gd name="connsiteX5" fmla="*/ 172995 w 2314305"/>
                <a:gd name="connsiteY5" fmla="*/ 684514 h 715171"/>
                <a:gd name="connsiteX6" fmla="*/ 0 w 2314305"/>
                <a:gd name="connsiteY6" fmla="*/ 231523 h 715171"/>
                <a:gd name="connsiteX0" fmla="*/ 0 w 2314305"/>
                <a:gd name="connsiteY0" fmla="*/ 231550 h 715198"/>
                <a:gd name="connsiteX1" fmla="*/ 1166388 w 2314305"/>
                <a:gd name="connsiteY1" fmla="*/ 51 h 715198"/>
                <a:gd name="connsiteX2" fmla="*/ 2314305 w 2314305"/>
                <a:gd name="connsiteY2" fmla="*/ 249582 h 715198"/>
                <a:gd name="connsiteX3" fmla="*/ 2123986 w 2314305"/>
                <a:gd name="connsiteY3" fmla="*/ 715198 h 715198"/>
                <a:gd name="connsiteX4" fmla="*/ 1156661 w 2314305"/>
                <a:gd name="connsiteY4" fmla="*/ 480122 h 715198"/>
                <a:gd name="connsiteX5" fmla="*/ 172995 w 2314305"/>
                <a:gd name="connsiteY5" fmla="*/ 684541 h 715198"/>
                <a:gd name="connsiteX6" fmla="*/ 0 w 2314305"/>
                <a:gd name="connsiteY6" fmla="*/ 231550 h 715198"/>
                <a:gd name="connsiteX0" fmla="*/ 0 w 2314305"/>
                <a:gd name="connsiteY0" fmla="*/ 232088 h 715736"/>
                <a:gd name="connsiteX1" fmla="*/ 1166388 w 2314305"/>
                <a:gd name="connsiteY1" fmla="*/ 589 h 715736"/>
                <a:gd name="connsiteX2" fmla="*/ 2314305 w 2314305"/>
                <a:gd name="connsiteY2" fmla="*/ 250120 h 715736"/>
                <a:gd name="connsiteX3" fmla="*/ 2123986 w 2314305"/>
                <a:gd name="connsiteY3" fmla="*/ 715736 h 715736"/>
                <a:gd name="connsiteX4" fmla="*/ 1156661 w 2314305"/>
                <a:gd name="connsiteY4" fmla="*/ 480660 h 715736"/>
                <a:gd name="connsiteX5" fmla="*/ 172995 w 2314305"/>
                <a:gd name="connsiteY5" fmla="*/ 685079 h 715736"/>
                <a:gd name="connsiteX6" fmla="*/ 0 w 2314305"/>
                <a:gd name="connsiteY6" fmla="*/ 232088 h 715736"/>
                <a:gd name="connsiteX0" fmla="*/ 0 w 2314305"/>
                <a:gd name="connsiteY0" fmla="*/ 232088 h 715736"/>
                <a:gd name="connsiteX1" fmla="*/ 1166388 w 2314305"/>
                <a:gd name="connsiteY1" fmla="*/ 589 h 715736"/>
                <a:gd name="connsiteX2" fmla="*/ 2314305 w 2314305"/>
                <a:gd name="connsiteY2" fmla="*/ 250120 h 715736"/>
                <a:gd name="connsiteX3" fmla="*/ 2123986 w 2314305"/>
                <a:gd name="connsiteY3" fmla="*/ 715736 h 715736"/>
                <a:gd name="connsiteX4" fmla="*/ 1156661 w 2314305"/>
                <a:gd name="connsiteY4" fmla="*/ 480660 h 715736"/>
                <a:gd name="connsiteX5" fmla="*/ 172995 w 2314305"/>
                <a:gd name="connsiteY5" fmla="*/ 685079 h 715736"/>
                <a:gd name="connsiteX6" fmla="*/ 0 w 2314305"/>
                <a:gd name="connsiteY6" fmla="*/ 232088 h 715736"/>
                <a:gd name="connsiteX0" fmla="*/ 0 w 2314305"/>
                <a:gd name="connsiteY0" fmla="*/ 232088 h 715736"/>
                <a:gd name="connsiteX1" fmla="*/ 1166388 w 2314305"/>
                <a:gd name="connsiteY1" fmla="*/ 589 h 715736"/>
                <a:gd name="connsiteX2" fmla="*/ 2314305 w 2314305"/>
                <a:gd name="connsiteY2" fmla="*/ 250120 h 715736"/>
                <a:gd name="connsiteX3" fmla="*/ 2123986 w 2314305"/>
                <a:gd name="connsiteY3" fmla="*/ 715736 h 715736"/>
                <a:gd name="connsiteX4" fmla="*/ 1156661 w 2314305"/>
                <a:gd name="connsiteY4" fmla="*/ 480660 h 715736"/>
                <a:gd name="connsiteX5" fmla="*/ 172995 w 2314305"/>
                <a:gd name="connsiteY5" fmla="*/ 685079 h 715736"/>
                <a:gd name="connsiteX6" fmla="*/ 0 w 2314305"/>
                <a:gd name="connsiteY6" fmla="*/ 232088 h 715736"/>
                <a:gd name="connsiteX0" fmla="*/ 0 w 2314305"/>
                <a:gd name="connsiteY0" fmla="*/ 232060 h 715708"/>
                <a:gd name="connsiteX1" fmla="*/ 1166388 w 2314305"/>
                <a:gd name="connsiteY1" fmla="*/ 561 h 715708"/>
                <a:gd name="connsiteX2" fmla="*/ 2314305 w 2314305"/>
                <a:gd name="connsiteY2" fmla="*/ 250092 h 715708"/>
                <a:gd name="connsiteX3" fmla="*/ 2123986 w 2314305"/>
                <a:gd name="connsiteY3" fmla="*/ 715708 h 715708"/>
                <a:gd name="connsiteX4" fmla="*/ 1156661 w 2314305"/>
                <a:gd name="connsiteY4" fmla="*/ 480632 h 715708"/>
                <a:gd name="connsiteX5" fmla="*/ 172995 w 2314305"/>
                <a:gd name="connsiteY5" fmla="*/ 685051 h 715708"/>
                <a:gd name="connsiteX6" fmla="*/ 0 w 2314305"/>
                <a:gd name="connsiteY6" fmla="*/ 232060 h 7157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314305" h="715708">
                  <a:moveTo>
                    <a:pt x="0" y="232060"/>
                  </a:moveTo>
                  <a:cubicBezTo>
                    <a:pt x="116349" y="135016"/>
                    <a:pt x="772966" y="-10150"/>
                    <a:pt x="1166388" y="561"/>
                  </a:cubicBezTo>
                  <a:cubicBezTo>
                    <a:pt x="1559810" y="11272"/>
                    <a:pt x="1962415" y="54514"/>
                    <a:pt x="2314305" y="250092"/>
                  </a:cubicBezTo>
                  <a:cubicBezTo>
                    <a:pt x="2236857" y="411910"/>
                    <a:pt x="2305049" y="284904"/>
                    <a:pt x="2123986" y="715708"/>
                  </a:cubicBezTo>
                  <a:cubicBezTo>
                    <a:pt x="2077752" y="646036"/>
                    <a:pt x="1616289" y="480632"/>
                    <a:pt x="1156661" y="480632"/>
                  </a:cubicBezTo>
                  <a:cubicBezTo>
                    <a:pt x="697033" y="480632"/>
                    <a:pt x="257593" y="589531"/>
                    <a:pt x="172995" y="685051"/>
                  </a:cubicBezTo>
                  <a:lnTo>
                    <a:pt x="0" y="232060"/>
                  </a:lnTo>
                  <a:close/>
                </a:path>
              </a:pathLst>
            </a:custGeom>
            <a:solidFill>
              <a:srgbClr val="EE4238"/>
            </a:solidFill>
            <a:ln>
              <a:solidFill>
                <a:srgbClr val="EE423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1" name="Isosceles Triangle 20">
              <a:extLst>
                <a:ext uri="{FF2B5EF4-FFF2-40B4-BE49-F238E27FC236}">
                  <a16:creationId xmlns:a16="http://schemas.microsoft.com/office/drawing/2014/main" id="{991A81CC-752D-816A-536E-316C6F192065}"/>
                </a:ext>
              </a:extLst>
            </p:cNvPr>
            <p:cNvSpPr/>
            <p:nvPr/>
          </p:nvSpPr>
          <p:spPr>
            <a:xfrm rot="16200000">
              <a:off x="7905395" y="5951519"/>
              <a:ext cx="1097280" cy="457200"/>
            </a:xfrm>
            <a:prstGeom prst="triangle">
              <a:avLst>
                <a:gd name="adj" fmla="val 49630"/>
              </a:avLst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2" name="Isosceles Triangle 21">
              <a:extLst>
                <a:ext uri="{FF2B5EF4-FFF2-40B4-BE49-F238E27FC236}">
                  <a16:creationId xmlns:a16="http://schemas.microsoft.com/office/drawing/2014/main" id="{BDA07C0D-84DB-4B8C-D609-0FC60C1D1E2C}"/>
                </a:ext>
              </a:extLst>
            </p:cNvPr>
            <p:cNvSpPr/>
            <p:nvPr/>
          </p:nvSpPr>
          <p:spPr>
            <a:xfrm rot="19068017">
              <a:off x="5803319" y="4833342"/>
              <a:ext cx="1097280" cy="457200"/>
            </a:xfrm>
            <a:prstGeom prst="triangle">
              <a:avLst>
                <a:gd name="adj" fmla="val 49630"/>
              </a:avLst>
            </a:prstGeom>
            <a:solidFill>
              <a:srgbClr val="33CCCC"/>
            </a:solidFill>
            <a:ln>
              <a:solidFill>
                <a:srgbClr val="33CCC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3" name="Isosceles Triangle 22">
              <a:extLst>
                <a:ext uri="{FF2B5EF4-FFF2-40B4-BE49-F238E27FC236}">
                  <a16:creationId xmlns:a16="http://schemas.microsoft.com/office/drawing/2014/main" id="{90D9A080-DDEE-6E5A-71E0-0B59E29652F1}"/>
                </a:ext>
              </a:extLst>
            </p:cNvPr>
            <p:cNvSpPr/>
            <p:nvPr/>
          </p:nvSpPr>
          <p:spPr>
            <a:xfrm rot="722318">
              <a:off x="5436198" y="2460377"/>
              <a:ext cx="1097280" cy="457200"/>
            </a:xfrm>
            <a:prstGeom prst="triangle">
              <a:avLst>
                <a:gd name="adj" fmla="val 49630"/>
              </a:avLst>
            </a:prstGeom>
            <a:solidFill>
              <a:srgbClr val="0070C0"/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4" name="Isosceles Triangle 23">
              <a:extLst>
                <a:ext uri="{FF2B5EF4-FFF2-40B4-BE49-F238E27FC236}">
                  <a16:creationId xmlns:a16="http://schemas.microsoft.com/office/drawing/2014/main" id="{5FE737BF-29F3-253B-F372-82F26AE216E7}"/>
                </a:ext>
              </a:extLst>
            </p:cNvPr>
            <p:cNvSpPr/>
            <p:nvPr/>
          </p:nvSpPr>
          <p:spPr>
            <a:xfrm rot="4150195">
              <a:off x="7002567" y="831281"/>
              <a:ext cx="1097280" cy="457200"/>
            </a:xfrm>
            <a:prstGeom prst="triangle">
              <a:avLst>
                <a:gd name="adj" fmla="val 49630"/>
              </a:avLst>
            </a:prstGeom>
            <a:solidFill>
              <a:srgbClr val="252260"/>
            </a:solidFill>
            <a:ln>
              <a:solidFill>
                <a:srgbClr val="2522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F6354306-6CCB-13D7-FBCF-0131E8E0524F}"/>
                </a:ext>
              </a:extLst>
            </p:cNvPr>
            <p:cNvSpPr txBox="1"/>
            <p:nvPr/>
          </p:nvSpPr>
          <p:spPr>
            <a:xfrm>
              <a:off x="7612778" y="888506"/>
              <a:ext cx="1841899" cy="638175"/>
            </a:xfrm>
            <a:prstGeom prst="rect">
              <a:avLst/>
            </a:prstGeom>
            <a:noFill/>
          </p:spPr>
          <p:txBody>
            <a:bodyPr wrap="square" rtlCol="0">
              <a:prstTxWarp prst="textArchUp">
                <a:avLst/>
              </a:prstTxWarp>
              <a:spAutoFit/>
            </a:bodyPr>
            <a:lstStyle/>
            <a:p>
              <a:pPr algn="ctr"/>
              <a:r>
                <a:rPr lang="en-US" sz="2400" dirty="0">
                  <a:solidFill>
                    <a:schemeClr val="bg1"/>
                  </a:solidFill>
                </a:rPr>
                <a:t>Inspire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14825B25-72E2-5DA6-9FFA-9F7980FC4324}"/>
                </a:ext>
              </a:extLst>
            </p:cNvPr>
            <p:cNvSpPr txBox="1"/>
            <p:nvPr/>
          </p:nvSpPr>
          <p:spPr>
            <a:xfrm rot="3321993">
              <a:off x="6621384" y="2323639"/>
              <a:ext cx="3973684" cy="212365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400" dirty="0">
                  <a:solidFill>
                    <a:srgbClr val="252260"/>
                  </a:solidFill>
                </a:rPr>
                <a:t>Donor </a:t>
              </a:r>
            </a:p>
            <a:p>
              <a:pPr algn="ctr"/>
              <a:r>
                <a:rPr lang="en-US" sz="4400" dirty="0">
                  <a:solidFill>
                    <a:srgbClr val="252260"/>
                  </a:solidFill>
                </a:rPr>
                <a:t>Engagement </a:t>
              </a:r>
            </a:p>
            <a:p>
              <a:pPr algn="ctr"/>
              <a:r>
                <a:rPr lang="en-US" sz="4400" dirty="0">
                  <a:solidFill>
                    <a:srgbClr val="252260"/>
                  </a:solidFill>
                </a:rPr>
                <a:t>Cycle</a:t>
              </a: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2CDB58B3-A0A4-B1A0-81A9-30A0FFAB393F}"/>
              </a:ext>
            </a:extLst>
          </p:cNvPr>
          <p:cNvGrpSpPr/>
          <p:nvPr/>
        </p:nvGrpSpPr>
        <p:grpSpPr>
          <a:xfrm>
            <a:off x="0" y="6078071"/>
            <a:ext cx="12192000" cy="779929"/>
            <a:chOff x="0" y="6078071"/>
            <a:chExt cx="12192000" cy="779929"/>
          </a:xfrm>
        </p:grpSpPr>
        <p:sp>
          <p:nvSpPr>
            <p:cNvPr id="11" name="Rectangle 24">
              <a:extLst>
                <a:ext uri="{FF2B5EF4-FFF2-40B4-BE49-F238E27FC236}">
                  <a16:creationId xmlns:a16="http://schemas.microsoft.com/office/drawing/2014/main" id="{AFCB1FDD-90B7-E523-B04A-E64B0622714C}"/>
                </a:ext>
              </a:extLst>
            </p:cNvPr>
            <p:cNvSpPr/>
            <p:nvPr/>
          </p:nvSpPr>
          <p:spPr>
            <a:xfrm>
              <a:off x="0" y="6078071"/>
              <a:ext cx="12192000" cy="779929"/>
            </a:xfrm>
            <a:custGeom>
              <a:avLst/>
              <a:gdLst>
                <a:gd name="connsiteX0" fmla="*/ 0 w 12876028"/>
                <a:gd name="connsiteY0" fmla="*/ 0 h 1662721"/>
                <a:gd name="connsiteX1" fmla="*/ 12876028 w 12876028"/>
                <a:gd name="connsiteY1" fmla="*/ 0 h 1662721"/>
                <a:gd name="connsiteX2" fmla="*/ 12876028 w 12876028"/>
                <a:gd name="connsiteY2" fmla="*/ 1662721 h 1662721"/>
                <a:gd name="connsiteX3" fmla="*/ 0 w 12876028"/>
                <a:gd name="connsiteY3" fmla="*/ 1662721 h 1662721"/>
                <a:gd name="connsiteX4" fmla="*/ 0 w 12876028"/>
                <a:gd name="connsiteY4" fmla="*/ 0 h 1662721"/>
                <a:gd name="connsiteX0" fmla="*/ 0 w 12876028"/>
                <a:gd name="connsiteY0" fmla="*/ 893135 h 1662721"/>
                <a:gd name="connsiteX1" fmla="*/ 12876028 w 12876028"/>
                <a:gd name="connsiteY1" fmla="*/ 0 h 1662721"/>
                <a:gd name="connsiteX2" fmla="*/ 12876028 w 12876028"/>
                <a:gd name="connsiteY2" fmla="*/ 1662721 h 1662721"/>
                <a:gd name="connsiteX3" fmla="*/ 0 w 12876028"/>
                <a:gd name="connsiteY3" fmla="*/ 1662721 h 1662721"/>
                <a:gd name="connsiteX4" fmla="*/ 0 w 12876028"/>
                <a:gd name="connsiteY4" fmla="*/ 893135 h 16627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876028" h="1662721">
                  <a:moveTo>
                    <a:pt x="0" y="893135"/>
                  </a:moveTo>
                  <a:lnTo>
                    <a:pt x="12876028" y="0"/>
                  </a:lnTo>
                  <a:lnTo>
                    <a:pt x="12876028" y="1662721"/>
                  </a:lnTo>
                  <a:lnTo>
                    <a:pt x="0" y="1662721"/>
                  </a:lnTo>
                  <a:lnTo>
                    <a:pt x="0" y="893135"/>
                  </a:lnTo>
                  <a:close/>
                </a:path>
              </a:pathLst>
            </a:custGeom>
            <a:solidFill>
              <a:srgbClr val="DD403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48763827-A4BE-75F2-9E56-CB36D71DD04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4486" b="24288"/>
            <a:stretch/>
          </p:blipFill>
          <p:spPr>
            <a:xfrm>
              <a:off x="9825318" y="6236638"/>
              <a:ext cx="2079811" cy="559334"/>
            </a:xfrm>
            <a:prstGeom prst="rect">
              <a:avLst/>
            </a:prstGeom>
          </p:spPr>
        </p:pic>
      </p:grpSp>
      <p:sp>
        <p:nvSpPr>
          <p:cNvPr id="20" name="Slide Number Placeholder 5">
            <a:extLst>
              <a:ext uri="{FF2B5EF4-FFF2-40B4-BE49-F238E27FC236}">
                <a16:creationId xmlns:a16="http://schemas.microsoft.com/office/drawing/2014/main" id="{20847214-D0A4-1841-D894-132FC6E0F9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-1" y="6492875"/>
            <a:ext cx="528919" cy="365125"/>
          </a:xfrm>
        </p:spPr>
        <p:txBody>
          <a:bodyPr/>
          <a:lstStyle/>
          <a:p>
            <a:fld id="{0F897CD2-57D8-4610-8E64-C03C1E4E4E05}" type="slidenum">
              <a:rPr lang="en-US" sz="1600" b="1" smtClean="0">
                <a:solidFill>
                  <a:schemeClr val="bg1"/>
                </a:solidFill>
              </a:rPr>
              <a:t>29</a:t>
            </a:fld>
            <a:endParaRPr lang="en-US" sz="16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8394162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9CBED602-B9AA-4E30-811B-082728B0E948}"/>
              </a:ext>
            </a:extLst>
          </p:cNvPr>
          <p:cNvGrpSpPr/>
          <p:nvPr/>
        </p:nvGrpSpPr>
        <p:grpSpPr>
          <a:xfrm>
            <a:off x="0" y="6078071"/>
            <a:ext cx="12192000" cy="779929"/>
            <a:chOff x="0" y="6078071"/>
            <a:chExt cx="12192000" cy="779929"/>
          </a:xfrm>
        </p:grpSpPr>
        <p:sp>
          <p:nvSpPr>
            <p:cNvPr id="3" name="Rectangle 24">
              <a:extLst>
                <a:ext uri="{FF2B5EF4-FFF2-40B4-BE49-F238E27FC236}">
                  <a16:creationId xmlns:a16="http://schemas.microsoft.com/office/drawing/2014/main" id="{C367CC84-698C-26A1-9D0F-CDAA043943DB}"/>
                </a:ext>
              </a:extLst>
            </p:cNvPr>
            <p:cNvSpPr/>
            <p:nvPr/>
          </p:nvSpPr>
          <p:spPr>
            <a:xfrm>
              <a:off x="0" y="6078071"/>
              <a:ext cx="12192000" cy="779929"/>
            </a:xfrm>
            <a:custGeom>
              <a:avLst/>
              <a:gdLst>
                <a:gd name="connsiteX0" fmla="*/ 0 w 12876028"/>
                <a:gd name="connsiteY0" fmla="*/ 0 h 1662721"/>
                <a:gd name="connsiteX1" fmla="*/ 12876028 w 12876028"/>
                <a:gd name="connsiteY1" fmla="*/ 0 h 1662721"/>
                <a:gd name="connsiteX2" fmla="*/ 12876028 w 12876028"/>
                <a:gd name="connsiteY2" fmla="*/ 1662721 h 1662721"/>
                <a:gd name="connsiteX3" fmla="*/ 0 w 12876028"/>
                <a:gd name="connsiteY3" fmla="*/ 1662721 h 1662721"/>
                <a:gd name="connsiteX4" fmla="*/ 0 w 12876028"/>
                <a:gd name="connsiteY4" fmla="*/ 0 h 1662721"/>
                <a:gd name="connsiteX0" fmla="*/ 0 w 12876028"/>
                <a:gd name="connsiteY0" fmla="*/ 893135 h 1662721"/>
                <a:gd name="connsiteX1" fmla="*/ 12876028 w 12876028"/>
                <a:gd name="connsiteY1" fmla="*/ 0 h 1662721"/>
                <a:gd name="connsiteX2" fmla="*/ 12876028 w 12876028"/>
                <a:gd name="connsiteY2" fmla="*/ 1662721 h 1662721"/>
                <a:gd name="connsiteX3" fmla="*/ 0 w 12876028"/>
                <a:gd name="connsiteY3" fmla="*/ 1662721 h 1662721"/>
                <a:gd name="connsiteX4" fmla="*/ 0 w 12876028"/>
                <a:gd name="connsiteY4" fmla="*/ 893135 h 16627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876028" h="1662721">
                  <a:moveTo>
                    <a:pt x="0" y="893135"/>
                  </a:moveTo>
                  <a:lnTo>
                    <a:pt x="12876028" y="0"/>
                  </a:lnTo>
                  <a:lnTo>
                    <a:pt x="12876028" y="1662721"/>
                  </a:lnTo>
                  <a:lnTo>
                    <a:pt x="0" y="1662721"/>
                  </a:lnTo>
                  <a:lnTo>
                    <a:pt x="0" y="893135"/>
                  </a:lnTo>
                  <a:close/>
                </a:path>
              </a:pathLst>
            </a:custGeom>
            <a:solidFill>
              <a:srgbClr val="DD403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706977B5-0C6C-A11B-E6C8-969AC985CA5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t="24486" b="24288"/>
            <a:stretch/>
          </p:blipFill>
          <p:spPr>
            <a:xfrm>
              <a:off x="9825318" y="6236638"/>
              <a:ext cx="2079811" cy="559334"/>
            </a:xfrm>
            <a:prstGeom prst="rect">
              <a:avLst/>
            </a:prstGeom>
          </p:spPr>
        </p:pic>
      </p:grpSp>
      <p:sp>
        <p:nvSpPr>
          <p:cNvPr id="8" name="Rectangle 7">
            <a:extLst>
              <a:ext uri="{FF2B5EF4-FFF2-40B4-BE49-F238E27FC236}">
                <a16:creationId xmlns:a16="http://schemas.microsoft.com/office/drawing/2014/main" id="{94786D73-D047-34CE-2FF2-AFCCFD23A2EA}"/>
              </a:ext>
            </a:extLst>
          </p:cNvPr>
          <p:cNvSpPr/>
          <p:nvPr/>
        </p:nvSpPr>
        <p:spPr>
          <a:xfrm>
            <a:off x="0" y="0"/>
            <a:ext cx="12192000" cy="95922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B6DD2AD-DD20-A6EB-4CAF-5FC2073501D5}"/>
              </a:ext>
            </a:extLst>
          </p:cNvPr>
          <p:cNvSpPr txBox="1"/>
          <p:nvPr/>
        </p:nvSpPr>
        <p:spPr>
          <a:xfrm>
            <a:off x="672353" y="69954"/>
            <a:ext cx="1123277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dirty="0">
                <a:solidFill>
                  <a:schemeClr val="bg1"/>
                </a:solidFill>
                <a:latin typeface="Century Gothic" panose="020B0502020202020204" pitchFamily="34" charset="0"/>
              </a:rPr>
              <a:t>Learn – Get to know them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4B063A-56FC-68F3-AF34-DCF071DE86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-1" y="6492875"/>
            <a:ext cx="528919" cy="365125"/>
          </a:xfrm>
        </p:spPr>
        <p:txBody>
          <a:bodyPr/>
          <a:lstStyle/>
          <a:p>
            <a:fld id="{0F897CD2-57D8-4610-8E64-C03C1E4E4E05}" type="slidenum">
              <a:rPr lang="en-US" sz="1600" b="1" smtClean="0">
                <a:solidFill>
                  <a:schemeClr val="bg1"/>
                </a:solidFill>
              </a:rPr>
              <a:t>30</a:t>
            </a:fld>
            <a:endParaRPr lang="en-US" sz="1600" b="1" dirty="0">
              <a:solidFill>
                <a:schemeClr val="bg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E3901C3-9639-5CBB-3BE1-907F864270D9}"/>
              </a:ext>
            </a:extLst>
          </p:cNvPr>
          <p:cNvSpPr txBox="1"/>
          <p:nvPr/>
        </p:nvSpPr>
        <p:spPr>
          <a:xfrm>
            <a:off x="286871" y="1076104"/>
            <a:ext cx="10667999" cy="5324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28700" indent="-571500">
              <a:spcAft>
                <a:spcPts val="1200"/>
              </a:spcAft>
              <a:buClr>
                <a:srgbClr val="EE4238"/>
              </a:buClr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252260"/>
                </a:solidFill>
                <a:latin typeface="Century Gothic" panose="020B0502020202020204" pitchFamily="34" charset="0"/>
              </a:rPr>
              <a:t>Determine their personal mission</a:t>
            </a:r>
          </a:p>
          <a:p>
            <a:pPr marL="1028700" indent="-571500">
              <a:spcAft>
                <a:spcPts val="1200"/>
              </a:spcAft>
              <a:buClr>
                <a:srgbClr val="EE4238"/>
              </a:buClr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252260"/>
                </a:solidFill>
                <a:latin typeface="Century Gothic" panose="020B0502020202020204" pitchFamily="34" charset="0"/>
              </a:rPr>
              <a:t>Use surveys</a:t>
            </a:r>
          </a:p>
          <a:p>
            <a:pPr marL="1028700" indent="-571500">
              <a:spcAft>
                <a:spcPts val="1200"/>
              </a:spcAft>
              <a:buClr>
                <a:srgbClr val="EE4238"/>
              </a:buClr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252260"/>
                </a:solidFill>
                <a:latin typeface="Century Gothic" panose="020B0502020202020204" pitchFamily="34" charset="0"/>
              </a:rPr>
              <a:t>Add to categories or groups</a:t>
            </a:r>
          </a:p>
          <a:p>
            <a:pPr marL="1028700" indent="-571500">
              <a:spcAft>
                <a:spcPts val="1200"/>
              </a:spcAft>
              <a:buClr>
                <a:srgbClr val="EE4238"/>
              </a:buClr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252260"/>
                </a:solidFill>
                <a:latin typeface="Century Gothic" panose="020B0502020202020204" pitchFamily="34" charset="0"/>
              </a:rPr>
              <a:t>Preferred communication methods</a:t>
            </a:r>
          </a:p>
          <a:p>
            <a:pPr marL="1028700" indent="-571500">
              <a:spcAft>
                <a:spcPts val="1200"/>
              </a:spcAft>
              <a:buClr>
                <a:srgbClr val="EE4238"/>
              </a:buClr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252260"/>
                </a:solidFill>
                <a:latin typeface="Century Gothic" panose="020B0502020202020204" pitchFamily="34" charset="0"/>
              </a:rPr>
              <a:t>Relationships</a:t>
            </a:r>
          </a:p>
          <a:p>
            <a:pPr marL="1028700" indent="-571500">
              <a:spcAft>
                <a:spcPts val="1200"/>
              </a:spcAft>
              <a:buClr>
                <a:srgbClr val="EE4238"/>
              </a:buClr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252260"/>
                </a:solidFill>
                <a:latin typeface="Century Gothic" panose="020B0502020202020204" pitchFamily="34" charset="0"/>
              </a:rPr>
              <a:t>Volunteer activities</a:t>
            </a:r>
          </a:p>
          <a:p>
            <a:pPr marL="1028700" indent="-571500">
              <a:spcAft>
                <a:spcPts val="1200"/>
              </a:spcAft>
              <a:buClr>
                <a:srgbClr val="EE4238"/>
              </a:buClr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252260"/>
                </a:solidFill>
                <a:latin typeface="Century Gothic" panose="020B0502020202020204" pitchFamily="34" charset="0"/>
              </a:rPr>
              <a:t>Research</a:t>
            </a:r>
          </a:p>
        </p:txBody>
      </p:sp>
    </p:spTree>
    <p:extLst>
      <p:ext uri="{BB962C8B-B14F-4D97-AF65-F5344CB8AC3E}">
        <p14:creationId xmlns:p14="http://schemas.microsoft.com/office/powerpoint/2010/main" val="286255786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9CBED602-B9AA-4E30-811B-082728B0E948}"/>
              </a:ext>
            </a:extLst>
          </p:cNvPr>
          <p:cNvGrpSpPr/>
          <p:nvPr/>
        </p:nvGrpSpPr>
        <p:grpSpPr>
          <a:xfrm>
            <a:off x="0" y="6316825"/>
            <a:ext cx="12192000" cy="541176"/>
            <a:chOff x="0" y="6078071"/>
            <a:chExt cx="12192000" cy="779929"/>
          </a:xfrm>
        </p:grpSpPr>
        <p:sp>
          <p:nvSpPr>
            <p:cNvPr id="3" name="Rectangle 24">
              <a:extLst>
                <a:ext uri="{FF2B5EF4-FFF2-40B4-BE49-F238E27FC236}">
                  <a16:creationId xmlns:a16="http://schemas.microsoft.com/office/drawing/2014/main" id="{C367CC84-698C-26A1-9D0F-CDAA043943DB}"/>
                </a:ext>
              </a:extLst>
            </p:cNvPr>
            <p:cNvSpPr/>
            <p:nvPr/>
          </p:nvSpPr>
          <p:spPr>
            <a:xfrm>
              <a:off x="0" y="6078071"/>
              <a:ext cx="12192000" cy="779929"/>
            </a:xfrm>
            <a:custGeom>
              <a:avLst/>
              <a:gdLst>
                <a:gd name="connsiteX0" fmla="*/ 0 w 12876028"/>
                <a:gd name="connsiteY0" fmla="*/ 0 h 1662721"/>
                <a:gd name="connsiteX1" fmla="*/ 12876028 w 12876028"/>
                <a:gd name="connsiteY1" fmla="*/ 0 h 1662721"/>
                <a:gd name="connsiteX2" fmla="*/ 12876028 w 12876028"/>
                <a:gd name="connsiteY2" fmla="*/ 1662721 h 1662721"/>
                <a:gd name="connsiteX3" fmla="*/ 0 w 12876028"/>
                <a:gd name="connsiteY3" fmla="*/ 1662721 h 1662721"/>
                <a:gd name="connsiteX4" fmla="*/ 0 w 12876028"/>
                <a:gd name="connsiteY4" fmla="*/ 0 h 1662721"/>
                <a:gd name="connsiteX0" fmla="*/ 0 w 12876028"/>
                <a:gd name="connsiteY0" fmla="*/ 893135 h 1662721"/>
                <a:gd name="connsiteX1" fmla="*/ 12876028 w 12876028"/>
                <a:gd name="connsiteY1" fmla="*/ 0 h 1662721"/>
                <a:gd name="connsiteX2" fmla="*/ 12876028 w 12876028"/>
                <a:gd name="connsiteY2" fmla="*/ 1662721 h 1662721"/>
                <a:gd name="connsiteX3" fmla="*/ 0 w 12876028"/>
                <a:gd name="connsiteY3" fmla="*/ 1662721 h 1662721"/>
                <a:gd name="connsiteX4" fmla="*/ 0 w 12876028"/>
                <a:gd name="connsiteY4" fmla="*/ 893135 h 16627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876028" h="1662721">
                  <a:moveTo>
                    <a:pt x="0" y="893135"/>
                  </a:moveTo>
                  <a:lnTo>
                    <a:pt x="12876028" y="0"/>
                  </a:lnTo>
                  <a:lnTo>
                    <a:pt x="12876028" y="1662721"/>
                  </a:lnTo>
                  <a:lnTo>
                    <a:pt x="0" y="1662721"/>
                  </a:lnTo>
                  <a:lnTo>
                    <a:pt x="0" y="893135"/>
                  </a:lnTo>
                  <a:close/>
                </a:path>
              </a:pathLst>
            </a:custGeom>
            <a:solidFill>
              <a:srgbClr val="DD403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706977B5-0C6C-A11B-E6C8-969AC985CA5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t="24486" b="24288"/>
            <a:stretch/>
          </p:blipFill>
          <p:spPr>
            <a:xfrm>
              <a:off x="10468947" y="6236638"/>
              <a:ext cx="1436181" cy="559334"/>
            </a:xfrm>
            <a:prstGeom prst="rect">
              <a:avLst/>
            </a:prstGeom>
          </p:spPr>
        </p:pic>
      </p:grp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4B063A-56FC-68F3-AF34-DCF071DE86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-1" y="6578082"/>
            <a:ext cx="528919" cy="279918"/>
          </a:xfrm>
        </p:spPr>
        <p:txBody>
          <a:bodyPr/>
          <a:lstStyle/>
          <a:p>
            <a:fld id="{0F897CD2-57D8-4610-8E64-C03C1E4E4E05}" type="slidenum">
              <a:rPr lang="en-US" sz="1600" b="1" smtClean="0">
                <a:solidFill>
                  <a:schemeClr val="bg1"/>
                </a:solidFill>
              </a:rPr>
              <a:t>31</a:t>
            </a:fld>
            <a:endParaRPr lang="en-US" sz="1600" b="1" dirty="0">
              <a:solidFill>
                <a:schemeClr val="bg1"/>
              </a:solidFill>
            </a:endParaRPr>
          </a:p>
        </p:txBody>
      </p:sp>
      <p:pic>
        <p:nvPicPr>
          <p:cNvPr id="7" name="Picture 6" descr="A close-up of a survey&#10;&#10;Description automatically generated">
            <a:extLst>
              <a:ext uri="{FF2B5EF4-FFF2-40B4-BE49-F238E27FC236}">
                <a16:creationId xmlns:a16="http://schemas.microsoft.com/office/drawing/2014/main" id="{836C7CDA-8F6E-8C2E-1182-3DCCF924A8F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1325" y="858417"/>
            <a:ext cx="8029349" cy="461865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94226538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D5C5515-93AC-28C5-DBAF-E8F0684E991E}"/>
              </a:ext>
            </a:extLst>
          </p:cNvPr>
          <p:cNvSpPr/>
          <p:nvPr/>
        </p:nvSpPr>
        <p:spPr>
          <a:xfrm>
            <a:off x="5729645" y="792329"/>
            <a:ext cx="5213448" cy="1210123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Isosceles Triangle 25">
            <a:extLst>
              <a:ext uri="{FF2B5EF4-FFF2-40B4-BE49-F238E27FC236}">
                <a16:creationId xmlns:a16="http://schemas.microsoft.com/office/drawing/2014/main" id="{187A778D-2547-34D1-A5F5-97BC24E5AE17}"/>
              </a:ext>
            </a:extLst>
          </p:cNvPr>
          <p:cNvSpPr/>
          <p:nvPr/>
        </p:nvSpPr>
        <p:spPr>
          <a:xfrm rot="5400000">
            <a:off x="10367330" y="924233"/>
            <a:ext cx="1859690" cy="869879"/>
          </a:xfrm>
          <a:prstGeom prst="triangl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A836DBD-B06B-C6BB-0A42-DFA3BD67A78B}"/>
              </a:ext>
            </a:extLst>
          </p:cNvPr>
          <p:cNvSpPr txBox="1"/>
          <p:nvPr/>
        </p:nvSpPr>
        <p:spPr>
          <a:xfrm>
            <a:off x="5729645" y="805174"/>
            <a:ext cx="602786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600" dirty="0">
                <a:solidFill>
                  <a:schemeClr val="bg1"/>
                </a:solidFill>
                <a:latin typeface="Century Gothic" panose="020B0502020202020204" pitchFamily="34" charset="0"/>
              </a:rPr>
              <a:t>Engage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4ADFE021-7A52-F9D3-8D15-8995D4F0F921}"/>
              </a:ext>
            </a:extLst>
          </p:cNvPr>
          <p:cNvGrpSpPr/>
          <p:nvPr/>
        </p:nvGrpSpPr>
        <p:grpSpPr>
          <a:xfrm rot="15364077">
            <a:off x="430439" y="408499"/>
            <a:ext cx="5793305" cy="5289422"/>
            <a:chOff x="5436198" y="511241"/>
            <a:chExt cx="6314184" cy="5636498"/>
          </a:xfrm>
        </p:grpSpPr>
        <p:sp>
          <p:nvSpPr>
            <p:cNvPr id="4" name="Block Arc 1">
              <a:extLst>
                <a:ext uri="{FF2B5EF4-FFF2-40B4-BE49-F238E27FC236}">
                  <a16:creationId xmlns:a16="http://schemas.microsoft.com/office/drawing/2014/main" id="{3F548CDE-172C-5260-CE20-2F4807EE1972}"/>
                </a:ext>
              </a:extLst>
            </p:cNvPr>
            <p:cNvSpPr/>
            <p:nvPr/>
          </p:nvSpPr>
          <p:spPr>
            <a:xfrm rot="3037373">
              <a:off x="9392654" y="1530696"/>
              <a:ext cx="2314305" cy="715708"/>
            </a:xfrm>
            <a:custGeom>
              <a:avLst/>
              <a:gdLst>
                <a:gd name="connsiteX0" fmla="*/ 0 w 2391141"/>
                <a:gd name="connsiteY0" fmla="*/ 726679 h 1453358"/>
                <a:gd name="connsiteX1" fmla="*/ 1195571 w 2391141"/>
                <a:gd name="connsiteY1" fmla="*/ 0 h 1453358"/>
                <a:gd name="connsiteX2" fmla="*/ 2391142 w 2391141"/>
                <a:gd name="connsiteY2" fmla="*/ 726679 h 1453358"/>
                <a:gd name="connsiteX3" fmla="*/ 2027802 w 2391141"/>
                <a:gd name="connsiteY3" fmla="*/ 726679 h 1453358"/>
                <a:gd name="connsiteX4" fmla="*/ 1195571 w 2391141"/>
                <a:gd name="connsiteY4" fmla="*/ 363339 h 1453358"/>
                <a:gd name="connsiteX5" fmla="*/ 363340 w 2391141"/>
                <a:gd name="connsiteY5" fmla="*/ 726679 h 1453358"/>
                <a:gd name="connsiteX6" fmla="*/ 0 w 2391141"/>
                <a:gd name="connsiteY6" fmla="*/ 726679 h 1453358"/>
                <a:gd name="connsiteX0" fmla="*/ 0 w 2614878"/>
                <a:gd name="connsiteY0" fmla="*/ 727830 h 727830"/>
                <a:gd name="connsiteX1" fmla="*/ 1195571 w 2614878"/>
                <a:gd name="connsiteY1" fmla="*/ 1151 h 727830"/>
                <a:gd name="connsiteX2" fmla="*/ 2614878 w 2614878"/>
                <a:gd name="connsiteY2" fmla="*/ 611098 h 727830"/>
                <a:gd name="connsiteX3" fmla="*/ 2027802 w 2614878"/>
                <a:gd name="connsiteY3" fmla="*/ 727830 h 727830"/>
                <a:gd name="connsiteX4" fmla="*/ 1195571 w 2614878"/>
                <a:gd name="connsiteY4" fmla="*/ 364490 h 727830"/>
                <a:gd name="connsiteX5" fmla="*/ 363340 w 2614878"/>
                <a:gd name="connsiteY5" fmla="*/ 727830 h 727830"/>
                <a:gd name="connsiteX6" fmla="*/ 0 w 2614878"/>
                <a:gd name="connsiteY6" fmla="*/ 727830 h 727830"/>
                <a:gd name="connsiteX0" fmla="*/ 0 w 2614878"/>
                <a:gd name="connsiteY0" fmla="*/ 727830 h 727830"/>
                <a:gd name="connsiteX1" fmla="*/ 1195571 w 2614878"/>
                <a:gd name="connsiteY1" fmla="*/ 1151 h 727830"/>
                <a:gd name="connsiteX2" fmla="*/ 2614878 w 2614878"/>
                <a:gd name="connsiteY2" fmla="*/ 611098 h 727830"/>
                <a:gd name="connsiteX3" fmla="*/ 2251538 w 2614878"/>
                <a:gd name="connsiteY3" fmla="*/ 669464 h 727830"/>
                <a:gd name="connsiteX4" fmla="*/ 1195571 w 2614878"/>
                <a:gd name="connsiteY4" fmla="*/ 364490 h 727830"/>
                <a:gd name="connsiteX5" fmla="*/ 363340 w 2614878"/>
                <a:gd name="connsiteY5" fmla="*/ 727830 h 727830"/>
                <a:gd name="connsiteX6" fmla="*/ 0 w 2614878"/>
                <a:gd name="connsiteY6" fmla="*/ 727830 h 727830"/>
                <a:gd name="connsiteX0" fmla="*/ 0 w 2780249"/>
                <a:gd name="connsiteY0" fmla="*/ 590533 h 726720"/>
                <a:gd name="connsiteX1" fmla="*/ 1360942 w 2780249"/>
                <a:gd name="connsiteY1" fmla="*/ 41 h 726720"/>
                <a:gd name="connsiteX2" fmla="*/ 2780249 w 2780249"/>
                <a:gd name="connsiteY2" fmla="*/ 609988 h 726720"/>
                <a:gd name="connsiteX3" fmla="*/ 2416909 w 2780249"/>
                <a:gd name="connsiteY3" fmla="*/ 668354 h 726720"/>
                <a:gd name="connsiteX4" fmla="*/ 1360942 w 2780249"/>
                <a:gd name="connsiteY4" fmla="*/ 363380 h 726720"/>
                <a:gd name="connsiteX5" fmla="*/ 528711 w 2780249"/>
                <a:gd name="connsiteY5" fmla="*/ 726720 h 726720"/>
                <a:gd name="connsiteX6" fmla="*/ 0 w 2780249"/>
                <a:gd name="connsiteY6" fmla="*/ 590533 h 726720"/>
                <a:gd name="connsiteX0" fmla="*/ 0 w 2780249"/>
                <a:gd name="connsiteY0" fmla="*/ 590533 h 668354"/>
                <a:gd name="connsiteX1" fmla="*/ 1360942 w 2780249"/>
                <a:gd name="connsiteY1" fmla="*/ 41 h 668354"/>
                <a:gd name="connsiteX2" fmla="*/ 2780249 w 2780249"/>
                <a:gd name="connsiteY2" fmla="*/ 609988 h 668354"/>
                <a:gd name="connsiteX3" fmla="*/ 2416909 w 2780249"/>
                <a:gd name="connsiteY3" fmla="*/ 668354 h 668354"/>
                <a:gd name="connsiteX4" fmla="*/ 1360942 w 2780249"/>
                <a:gd name="connsiteY4" fmla="*/ 363380 h 668354"/>
                <a:gd name="connsiteX5" fmla="*/ 275792 w 2780249"/>
                <a:gd name="connsiteY5" fmla="*/ 639171 h 668354"/>
                <a:gd name="connsiteX6" fmla="*/ 0 w 2780249"/>
                <a:gd name="connsiteY6" fmla="*/ 590533 h 668354"/>
                <a:gd name="connsiteX0" fmla="*/ 0 w 2780249"/>
                <a:gd name="connsiteY0" fmla="*/ 590533 h 668354"/>
                <a:gd name="connsiteX1" fmla="*/ 1360942 w 2780249"/>
                <a:gd name="connsiteY1" fmla="*/ 41 h 668354"/>
                <a:gd name="connsiteX2" fmla="*/ 2780249 w 2780249"/>
                <a:gd name="connsiteY2" fmla="*/ 609988 h 668354"/>
                <a:gd name="connsiteX3" fmla="*/ 2416909 w 2780249"/>
                <a:gd name="connsiteY3" fmla="*/ 668354 h 668354"/>
                <a:gd name="connsiteX4" fmla="*/ 1351215 w 2780249"/>
                <a:gd name="connsiteY4" fmla="*/ 480112 h 668354"/>
                <a:gd name="connsiteX5" fmla="*/ 275792 w 2780249"/>
                <a:gd name="connsiteY5" fmla="*/ 639171 h 668354"/>
                <a:gd name="connsiteX6" fmla="*/ 0 w 2780249"/>
                <a:gd name="connsiteY6" fmla="*/ 590533 h 668354"/>
                <a:gd name="connsiteX0" fmla="*/ 0 w 2780249"/>
                <a:gd name="connsiteY0" fmla="*/ 590533 h 775358"/>
                <a:gd name="connsiteX1" fmla="*/ 1360942 w 2780249"/>
                <a:gd name="connsiteY1" fmla="*/ 41 h 775358"/>
                <a:gd name="connsiteX2" fmla="*/ 2780249 w 2780249"/>
                <a:gd name="connsiteY2" fmla="*/ 609988 h 775358"/>
                <a:gd name="connsiteX3" fmla="*/ 2329360 w 2780249"/>
                <a:gd name="connsiteY3" fmla="*/ 775358 h 775358"/>
                <a:gd name="connsiteX4" fmla="*/ 1351215 w 2780249"/>
                <a:gd name="connsiteY4" fmla="*/ 480112 h 775358"/>
                <a:gd name="connsiteX5" fmla="*/ 275792 w 2780249"/>
                <a:gd name="connsiteY5" fmla="*/ 639171 h 775358"/>
                <a:gd name="connsiteX6" fmla="*/ 0 w 2780249"/>
                <a:gd name="connsiteY6" fmla="*/ 590533 h 775358"/>
                <a:gd name="connsiteX0" fmla="*/ 0 w 2673245"/>
                <a:gd name="connsiteY0" fmla="*/ 600391 h 785216"/>
                <a:gd name="connsiteX1" fmla="*/ 1360942 w 2673245"/>
                <a:gd name="connsiteY1" fmla="*/ 9899 h 785216"/>
                <a:gd name="connsiteX2" fmla="*/ 2673245 w 2673245"/>
                <a:gd name="connsiteY2" fmla="*/ 405837 h 785216"/>
                <a:gd name="connsiteX3" fmla="*/ 2329360 w 2673245"/>
                <a:gd name="connsiteY3" fmla="*/ 785216 h 785216"/>
                <a:gd name="connsiteX4" fmla="*/ 1351215 w 2673245"/>
                <a:gd name="connsiteY4" fmla="*/ 489970 h 785216"/>
                <a:gd name="connsiteX5" fmla="*/ 275792 w 2673245"/>
                <a:gd name="connsiteY5" fmla="*/ 649029 h 785216"/>
                <a:gd name="connsiteX6" fmla="*/ 0 w 2673245"/>
                <a:gd name="connsiteY6" fmla="*/ 600391 h 785216"/>
                <a:gd name="connsiteX0" fmla="*/ 0 w 2673245"/>
                <a:gd name="connsiteY0" fmla="*/ 593348 h 778173"/>
                <a:gd name="connsiteX1" fmla="*/ 1360942 w 2673245"/>
                <a:gd name="connsiteY1" fmla="*/ 2856 h 778173"/>
                <a:gd name="connsiteX2" fmla="*/ 2673245 w 2673245"/>
                <a:gd name="connsiteY2" fmla="*/ 398794 h 778173"/>
                <a:gd name="connsiteX3" fmla="*/ 2329360 w 2673245"/>
                <a:gd name="connsiteY3" fmla="*/ 778173 h 778173"/>
                <a:gd name="connsiteX4" fmla="*/ 1351215 w 2673245"/>
                <a:gd name="connsiteY4" fmla="*/ 482927 h 778173"/>
                <a:gd name="connsiteX5" fmla="*/ 275792 w 2673245"/>
                <a:gd name="connsiteY5" fmla="*/ 641986 h 778173"/>
                <a:gd name="connsiteX6" fmla="*/ 0 w 2673245"/>
                <a:gd name="connsiteY6" fmla="*/ 593348 h 778173"/>
                <a:gd name="connsiteX0" fmla="*/ 0 w 2478691"/>
                <a:gd name="connsiteY0" fmla="*/ 293714 h 809279"/>
                <a:gd name="connsiteX1" fmla="*/ 1166388 w 2478691"/>
                <a:gd name="connsiteY1" fmla="*/ 33962 h 809279"/>
                <a:gd name="connsiteX2" fmla="*/ 2478691 w 2478691"/>
                <a:gd name="connsiteY2" fmla="*/ 429900 h 809279"/>
                <a:gd name="connsiteX3" fmla="*/ 2134806 w 2478691"/>
                <a:gd name="connsiteY3" fmla="*/ 809279 h 809279"/>
                <a:gd name="connsiteX4" fmla="*/ 1156661 w 2478691"/>
                <a:gd name="connsiteY4" fmla="*/ 514033 h 809279"/>
                <a:gd name="connsiteX5" fmla="*/ 81238 w 2478691"/>
                <a:gd name="connsiteY5" fmla="*/ 673092 h 809279"/>
                <a:gd name="connsiteX6" fmla="*/ 0 w 2478691"/>
                <a:gd name="connsiteY6" fmla="*/ 293714 h 809279"/>
                <a:gd name="connsiteX0" fmla="*/ 0 w 2478691"/>
                <a:gd name="connsiteY0" fmla="*/ 262275 h 777840"/>
                <a:gd name="connsiteX1" fmla="*/ 1166388 w 2478691"/>
                <a:gd name="connsiteY1" fmla="*/ 2523 h 777840"/>
                <a:gd name="connsiteX2" fmla="*/ 2478691 w 2478691"/>
                <a:gd name="connsiteY2" fmla="*/ 398461 h 777840"/>
                <a:gd name="connsiteX3" fmla="*/ 2134806 w 2478691"/>
                <a:gd name="connsiteY3" fmla="*/ 777840 h 777840"/>
                <a:gd name="connsiteX4" fmla="*/ 1156661 w 2478691"/>
                <a:gd name="connsiteY4" fmla="*/ 482594 h 777840"/>
                <a:gd name="connsiteX5" fmla="*/ 81238 w 2478691"/>
                <a:gd name="connsiteY5" fmla="*/ 641653 h 777840"/>
                <a:gd name="connsiteX6" fmla="*/ 0 w 2478691"/>
                <a:gd name="connsiteY6" fmla="*/ 262275 h 777840"/>
                <a:gd name="connsiteX0" fmla="*/ 0 w 2478691"/>
                <a:gd name="connsiteY0" fmla="*/ 262275 h 777841"/>
                <a:gd name="connsiteX1" fmla="*/ 1166388 w 2478691"/>
                <a:gd name="connsiteY1" fmla="*/ 2523 h 777841"/>
                <a:gd name="connsiteX2" fmla="*/ 2478691 w 2478691"/>
                <a:gd name="connsiteY2" fmla="*/ 398461 h 777841"/>
                <a:gd name="connsiteX3" fmla="*/ 2134806 w 2478691"/>
                <a:gd name="connsiteY3" fmla="*/ 777840 h 777841"/>
                <a:gd name="connsiteX4" fmla="*/ 1156661 w 2478691"/>
                <a:gd name="connsiteY4" fmla="*/ 482594 h 777841"/>
                <a:gd name="connsiteX5" fmla="*/ 178515 w 2478691"/>
                <a:gd name="connsiteY5" fmla="*/ 777841 h 777841"/>
                <a:gd name="connsiteX6" fmla="*/ 0 w 2478691"/>
                <a:gd name="connsiteY6" fmla="*/ 262275 h 777841"/>
                <a:gd name="connsiteX0" fmla="*/ 0 w 2478691"/>
                <a:gd name="connsiteY0" fmla="*/ 262275 h 777840"/>
                <a:gd name="connsiteX1" fmla="*/ 1166388 w 2478691"/>
                <a:gd name="connsiteY1" fmla="*/ 2523 h 777840"/>
                <a:gd name="connsiteX2" fmla="*/ 2478691 w 2478691"/>
                <a:gd name="connsiteY2" fmla="*/ 398461 h 777840"/>
                <a:gd name="connsiteX3" fmla="*/ 2134806 w 2478691"/>
                <a:gd name="connsiteY3" fmla="*/ 777840 h 777840"/>
                <a:gd name="connsiteX4" fmla="*/ 1156661 w 2478691"/>
                <a:gd name="connsiteY4" fmla="*/ 482594 h 777840"/>
                <a:gd name="connsiteX5" fmla="*/ 139604 w 2478691"/>
                <a:gd name="connsiteY5" fmla="*/ 748658 h 777840"/>
                <a:gd name="connsiteX6" fmla="*/ 0 w 2478691"/>
                <a:gd name="connsiteY6" fmla="*/ 262275 h 777840"/>
                <a:gd name="connsiteX0" fmla="*/ 0 w 2478691"/>
                <a:gd name="connsiteY0" fmla="*/ 262275 h 777840"/>
                <a:gd name="connsiteX1" fmla="*/ 1166388 w 2478691"/>
                <a:gd name="connsiteY1" fmla="*/ 2523 h 777840"/>
                <a:gd name="connsiteX2" fmla="*/ 2478691 w 2478691"/>
                <a:gd name="connsiteY2" fmla="*/ 398461 h 777840"/>
                <a:gd name="connsiteX3" fmla="*/ 2134806 w 2478691"/>
                <a:gd name="connsiteY3" fmla="*/ 777840 h 777840"/>
                <a:gd name="connsiteX4" fmla="*/ 1156661 w 2478691"/>
                <a:gd name="connsiteY4" fmla="*/ 482594 h 777840"/>
                <a:gd name="connsiteX5" fmla="*/ 139604 w 2478691"/>
                <a:gd name="connsiteY5" fmla="*/ 748658 h 777840"/>
                <a:gd name="connsiteX6" fmla="*/ 0 w 2478691"/>
                <a:gd name="connsiteY6" fmla="*/ 262275 h 777840"/>
                <a:gd name="connsiteX0" fmla="*/ 0 w 2478691"/>
                <a:gd name="connsiteY0" fmla="*/ 262275 h 797295"/>
                <a:gd name="connsiteX1" fmla="*/ 1166388 w 2478691"/>
                <a:gd name="connsiteY1" fmla="*/ 2523 h 797295"/>
                <a:gd name="connsiteX2" fmla="*/ 2478691 w 2478691"/>
                <a:gd name="connsiteY2" fmla="*/ 398461 h 797295"/>
                <a:gd name="connsiteX3" fmla="*/ 2144534 w 2478691"/>
                <a:gd name="connsiteY3" fmla="*/ 797295 h 797295"/>
                <a:gd name="connsiteX4" fmla="*/ 1156661 w 2478691"/>
                <a:gd name="connsiteY4" fmla="*/ 482594 h 797295"/>
                <a:gd name="connsiteX5" fmla="*/ 139604 w 2478691"/>
                <a:gd name="connsiteY5" fmla="*/ 748658 h 797295"/>
                <a:gd name="connsiteX6" fmla="*/ 0 w 2478691"/>
                <a:gd name="connsiteY6" fmla="*/ 262275 h 797295"/>
                <a:gd name="connsiteX0" fmla="*/ 0 w 2478691"/>
                <a:gd name="connsiteY0" fmla="*/ 262275 h 797295"/>
                <a:gd name="connsiteX1" fmla="*/ 1166388 w 2478691"/>
                <a:gd name="connsiteY1" fmla="*/ 2523 h 797295"/>
                <a:gd name="connsiteX2" fmla="*/ 2478691 w 2478691"/>
                <a:gd name="connsiteY2" fmla="*/ 398461 h 797295"/>
                <a:gd name="connsiteX3" fmla="*/ 2144534 w 2478691"/>
                <a:gd name="connsiteY3" fmla="*/ 797295 h 797295"/>
                <a:gd name="connsiteX4" fmla="*/ 1156661 w 2478691"/>
                <a:gd name="connsiteY4" fmla="*/ 482594 h 797295"/>
                <a:gd name="connsiteX5" fmla="*/ 139604 w 2478691"/>
                <a:gd name="connsiteY5" fmla="*/ 748658 h 797295"/>
                <a:gd name="connsiteX6" fmla="*/ 0 w 2478691"/>
                <a:gd name="connsiteY6" fmla="*/ 262275 h 797295"/>
                <a:gd name="connsiteX0" fmla="*/ 0 w 2309168"/>
                <a:gd name="connsiteY0" fmla="*/ 259772 h 794792"/>
                <a:gd name="connsiteX1" fmla="*/ 1166388 w 2309168"/>
                <a:gd name="connsiteY1" fmla="*/ 20 h 794792"/>
                <a:gd name="connsiteX2" fmla="*/ 2309168 w 2309168"/>
                <a:gd name="connsiteY2" fmla="*/ 270099 h 794792"/>
                <a:gd name="connsiteX3" fmla="*/ 2144534 w 2309168"/>
                <a:gd name="connsiteY3" fmla="*/ 794792 h 794792"/>
                <a:gd name="connsiteX4" fmla="*/ 1156661 w 2309168"/>
                <a:gd name="connsiteY4" fmla="*/ 480091 h 794792"/>
                <a:gd name="connsiteX5" fmla="*/ 139604 w 2309168"/>
                <a:gd name="connsiteY5" fmla="*/ 746155 h 794792"/>
                <a:gd name="connsiteX6" fmla="*/ 0 w 2309168"/>
                <a:gd name="connsiteY6" fmla="*/ 259772 h 794792"/>
                <a:gd name="connsiteX0" fmla="*/ 0 w 2309168"/>
                <a:gd name="connsiteY0" fmla="*/ 259772 h 794792"/>
                <a:gd name="connsiteX1" fmla="*/ 1166388 w 2309168"/>
                <a:gd name="connsiteY1" fmla="*/ 20 h 794792"/>
                <a:gd name="connsiteX2" fmla="*/ 2309168 w 2309168"/>
                <a:gd name="connsiteY2" fmla="*/ 270099 h 794792"/>
                <a:gd name="connsiteX3" fmla="*/ 2144534 w 2309168"/>
                <a:gd name="connsiteY3" fmla="*/ 794792 h 794792"/>
                <a:gd name="connsiteX4" fmla="*/ 1156661 w 2309168"/>
                <a:gd name="connsiteY4" fmla="*/ 480091 h 794792"/>
                <a:gd name="connsiteX5" fmla="*/ 139604 w 2309168"/>
                <a:gd name="connsiteY5" fmla="*/ 746155 h 794792"/>
                <a:gd name="connsiteX6" fmla="*/ 0 w 2309168"/>
                <a:gd name="connsiteY6" fmla="*/ 259772 h 794792"/>
                <a:gd name="connsiteX0" fmla="*/ 0 w 2309168"/>
                <a:gd name="connsiteY0" fmla="*/ 259772 h 746155"/>
                <a:gd name="connsiteX1" fmla="*/ 1166388 w 2309168"/>
                <a:gd name="connsiteY1" fmla="*/ 20 h 746155"/>
                <a:gd name="connsiteX2" fmla="*/ 2309168 w 2309168"/>
                <a:gd name="connsiteY2" fmla="*/ 270099 h 746155"/>
                <a:gd name="connsiteX3" fmla="*/ 2121417 w 2309168"/>
                <a:gd name="connsiteY3" fmla="*/ 707462 h 746155"/>
                <a:gd name="connsiteX4" fmla="*/ 1156661 w 2309168"/>
                <a:gd name="connsiteY4" fmla="*/ 480091 h 746155"/>
                <a:gd name="connsiteX5" fmla="*/ 139604 w 2309168"/>
                <a:gd name="connsiteY5" fmla="*/ 746155 h 746155"/>
                <a:gd name="connsiteX6" fmla="*/ 0 w 2309168"/>
                <a:gd name="connsiteY6" fmla="*/ 259772 h 746155"/>
                <a:gd name="connsiteX0" fmla="*/ 0 w 2309168"/>
                <a:gd name="connsiteY0" fmla="*/ 259772 h 746155"/>
                <a:gd name="connsiteX1" fmla="*/ 1166388 w 2309168"/>
                <a:gd name="connsiteY1" fmla="*/ 20 h 746155"/>
                <a:gd name="connsiteX2" fmla="*/ 2309168 w 2309168"/>
                <a:gd name="connsiteY2" fmla="*/ 270099 h 746155"/>
                <a:gd name="connsiteX3" fmla="*/ 2121417 w 2309168"/>
                <a:gd name="connsiteY3" fmla="*/ 707462 h 746155"/>
                <a:gd name="connsiteX4" fmla="*/ 1156661 w 2309168"/>
                <a:gd name="connsiteY4" fmla="*/ 480091 h 746155"/>
                <a:gd name="connsiteX5" fmla="*/ 139604 w 2309168"/>
                <a:gd name="connsiteY5" fmla="*/ 746155 h 746155"/>
                <a:gd name="connsiteX6" fmla="*/ 0 w 2309168"/>
                <a:gd name="connsiteY6" fmla="*/ 259772 h 746155"/>
                <a:gd name="connsiteX0" fmla="*/ 0 w 2309168"/>
                <a:gd name="connsiteY0" fmla="*/ 226793 h 746567"/>
                <a:gd name="connsiteX1" fmla="*/ 1166388 w 2309168"/>
                <a:gd name="connsiteY1" fmla="*/ 432 h 746567"/>
                <a:gd name="connsiteX2" fmla="*/ 2309168 w 2309168"/>
                <a:gd name="connsiteY2" fmla="*/ 270511 h 746567"/>
                <a:gd name="connsiteX3" fmla="*/ 2121417 w 2309168"/>
                <a:gd name="connsiteY3" fmla="*/ 707874 h 746567"/>
                <a:gd name="connsiteX4" fmla="*/ 1156661 w 2309168"/>
                <a:gd name="connsiteY4" fmla="*/ 480503 h 746567"/>
                <a:gd name="connsiteX5" fmla="*/ 139604 w 2309168"/>
                <a:gd name="connsiteY5" fmla="*/ 746567 h 746567"/>
                <a:gd name="connsiteX6" fmla="*/ 0 w 2309168"/>
                <a:gd name="connsiteY6" fmla="*/ 226793 h 746567"/>
                <a:gd name="connsiteX0" fmla="*/ 0 w 2309168"/>
                <a:gd name="connsiteY0" fmla="*/ 226663 h 746437"/>
                <a:gd name="connsiteX1" fmla="*/ 1166388 w 2309168"/>
                <a:gd name="connsiteY1" fmla="*/ 302 h 746437"/>
                <a:gd name="connsiteX2" fmla="*/ 2309168 w 2309168"/>
                <a:gd name="connsiteY2" fmla="*/ 270381 h 746437"/>
                <a:gd name="connsiteX3" fmla="*/ 2121417 w 2309168"/>
                <a:gd name="connsiteY3" fmla="*/ 707744 h 746437"/>
                <a:gd name="connsiteX4" fmla="*/ 1156661 w 2309168"/>
                <a:gd name="connsiteY4" fmla="*/ 480373 h 746437"/>
                <a:gd name="connsiteX5" fmla="*/ 139604 w 2309168"/>
                <a:gd name="connsiteY5" fmla="*/ 746437 h 746437"/>
                <a:gd name="connsiteX6" fmla="*/ 0 w 2309168"/>
                <a:gd name="connsiteY6" fmla="*/ 226663 h 746437"/>
                <a:gd name="connsiteX0" fmla="*/ 0 w 2309168"/>
                <a:gd name="connsiteY0" fmla="*/ 226614 h 746388"/>
                <a:gd name="connsiteX1" fmla="*/ 1166388 w 2309168"/>
                <a:gd name="connsiteY1" fmla="*/ 253 h 746388"/>
                <a:gd name="connsiteX2" fmla="*/ 2309168 w 2309168"/>
                <a:gd name="connsiteY2" fmla="*/ 270332 h 746388"/>
                <a:gd name="connsiteX3" fmla="*/ 2121417 w 2309168"/>
                <a:gd name="connsiteY3" fmla="*/ 707695 h 746388"/>
                <a:gd name="connsiteX4" fmla="*/ 1156661 w 2309168"/>
                <a:gd name="connsiteY4" fmla="*/ 480324 h 746388"/>
                <a:gd name="connsiteX5" fmla="*/ 139604 w 2309168"/>
                <a:gd name="connsiteY5" fmla="*/ 746388 h 746388"/>
                <a:gd name="connsiteX6" fmla="*/ 0 w 2309168"/>
                <a:gd name="connsiteY6" fmla="*/ 226614 h 746388"/>
                <a:gd name="connsiteX0" fmla="*/ 0 w 2309168"/>
                <a:gd name="connsiteY0" fmla="*/ 231692 h 746328"/>
                <a:gd name="connsiteX1" fmla="*/ 1166388 w 2309168"/>
                <a:gd name="connsiteY1" fmla="*/ 193 h 746328"/>
                <a:gd name="connsiteX2" fmla="*/ 2309168 w 2309168"/>
                <a:gd name="connsiteY2" fmla="*/ 270272 h 746328"/>
                <a:gd name="connsiteX3" fmla="*/ 2121417 w 2309168"/>
                <a:gd name="connsiteY3" fmla="*/ 707635 h 746328"/>
                <a:gd name="connsiteX4" fmla="*/ 1156661 w 2309168"/>
                <a:gd name="connsiteY4" fmla="*/ 480264 h 746328"/>
                <a:gd name="connsiteX5" fmla="*/ 139604 w 2309168"/>
                <a:gd name="connsiteY5" fmla="*/ 746328 h 746328"/>
                <a:gd name="connsiteX6" fmla="*/ 0 w 2309168"/>
                <a:gd name="connsiteY6" fmla="*/ 231692 h 746328"/>
                <a:gd name="connsiteX0" fmla="*/ 0 w 2309168"/>
                <a:gd name="connsiteY0" fmla="*/ 231692 h 707635"/>
                <a:gd name="connsiteX1" fmla="*/ 1166388 w 2309168"/>
                <a:gd name="connsiteY1" fmla="*/ 193 h 707635"/>
                <a:gd name="connsiteX2" fmla="*/ 2309168 w 2309168"/>
                <a:gd name="connsiteY2" fmla="*/ 270272 h 707635"/>
                <a:gd name="connsiteX3" fmla="*/ 2121417 w 2309168"/>
                <a:gd name="connsiteY3" fmla="*/ 707635 h 707635"/>
                <a:gd name="connsiteX4" fmla="*/ 1156661 w 2309168"/>
                <a:gd name="connsiteY4" fmla="*/ 480264 h 707635"/>
                <a:gd name="connsiteX5" fmla="*/ 172995 w 2309168"/>
                <a:gd name="connsiteY5" fmla="*/ 684683 h 707635"/>
                <a:gd name="connsiteX6" fmla="*/ 0 w 2309168"/>
                <a:gd name="connsiteY6" fmla="*/ 231692 h 707635"/>
                <a:gd name="connsiteX0" fmla="*/ 0 w 2309168"/>
                <a:gd name="connsiteY0" fmla="*/ 231692 h 707635"/>
                <a:gd name="connsiteX1" fmla="*/ 1166388 w 2309168"/>
                <a:gd name="connsiteY1" fmla="*/ 193 h 707635"/>
                <a:gd name="connsiteX2" fmla="*/ 2309168 w 2309168"/>
                <a:gd name="connsiteY2" fmla="*/ 270272 h 707635"/>
                <a:gd name="connsiteX3" fmla="*/ 2121417 w 2309168"/>
                <a:gd name="connsiteY3" fmla="*/ 707635 h 707635"/>
                <a:gd name="connsiteX4" fmla="*/ 1156661 w 2309168"/>
                <a:gd name="connsiteY4" fmla="*/ 480264 h 707635"/>
                <a:gd name="connsiteX5" fmla="*/ 172995 w 2309168"/>
                <a:gd name="connsiteY5" fmla="*/ 684683 h 707635"/>
                <a:gd name="connsiteX6" fmla="*/ 0 w 2309168"/>
                <a:gd name="connsiteY6" fmla="*/ 231692 h 707635"/>
                <a:gd name="connsiteX0" fmla="*/ 0 w 2309168"/>
                <a:gd name="connsiteY0" fmla="*/ 231692 h 715340"/>
                <a:gd name="connsiteX1" fmla="*/ 1166388 w 2309168"/>
                <a:gd name="connsiteY1" fmla="*/ 193 h 715340"/>
                <a:gd name="connsiteX2" fmla="*/ 2309168 w 2309168"/>
                <a:gd name="connsiteY2" fmla="*/ 270272 h 715340"/>
                <a:gd name="connsiteX3" fmla="*/ 2123986 w 2309168"/>
                <a:gd name="connsiteY3" fmla="*/ 715340 h 715340"/>
                <a:gd name="connsiteX4" fmla="*/ 1156661 w 2309168"/>
                <a:gd name="connsiteY4" fmla="*/ 480264 h 715340"/>
                <a:gd name="connsiteX5" fmla="*/ 172995 w 2309168"/>
                <a:gd name="connsiteY5" fmla="*/ 684683 h 715340"/>
                <a:gd name="connsiteX6" fmla="*/ 0 w 2309168"/>
                <a:gd name="connsiteY6" fmla="*/ 231692 h 715340"/>
                <a:gd name="connsiteX0" fmla="*/ 0 w 2309168"/>
                <a:gd name="connsiteY0" fmla="*/ 231692 h 715340"/>
                <a:gd name="connsiteX1" fmla="*/ 1166388 w 2309168"/>
                <a:gd name="connsiteY1" fmla="*/ 193 h 715340"/>
                <a:gd name="connsiteX2" fmla="*/ 2309168 w 2309168"/>
                <a:gd name="connsiteY2" fmla="*/ 270272 h 715340"/>
                <a:gd name="connsiteX3" fmla="*/ 2123986 w 2309168"/>
                <a:gd name="connsiteY3" fmla="*/ 715340 h 715340"/>
                <a:gd name="connsiteX4" fmla="*/ 1156661 w 2309168"/>
                <a:gd name="connsiteY4" fmla="*/ 480264 h 715340"/>
                <a:gd name="connsiteX5" fmla="*/ 172995 w 2309168"/>
                <a:gd name="connsiteY5" fmla="*/ 684683 h 715340"/>
                <a:gd name="connsiteX6" fmla="*/ 0 w 2309168"/>
                <a:gd name="connsiteY6" fmla="*/ 231692 h 715340"/>
                <a:gd name="connsiteX0" fmla="*/ 0 w 2309168"/>
                <a:gd name="connsiteY0" fmla="*/ 231692 h 715340"/>
                <a:gd name="connsiteX1" fmla="*/ 1166388 w 2309168"/>
                <a:gd name="connsiteY1" fmla="*/ 193 h 715340"/>
                <a:gd name="connsiteX2" fmla="*/ 2309168 w 2309168"/>
                <a:gd name="connsiteY2" fmla="*/ 270272 h 715340"/>
                <a:gd name="connsiteX3" fmla="*/ 2123986 w 2309168"/>
                <a:gd name="connsiteY3" fmla="*/ 715340 h 715340"/>
                <a:gd name="connsiteX4" fmla="*/ 1156661 w 2309168"/>
                <a:gd name="connsiteY4" fmla="*/ 480264 h 715340"/>
                <a:gd name="connsiteX5" fmla="*/ 172995 w 2309168"/>
                <a:gd name="connsiteY5" fmla="*/ 684683 h 715340"/>
                <a:gd name="connsiteX6" fmla="*/ 0 w 2309168"/>
                <a:gd name="connsiteY6" fmla="*/ 231692 h 715340"/>
                <a:gd name="connsiteX0" fmla="*/ 0 w 2314305"/>
                <a:gd name="connsiteY0" fmla="*/ 231543 h 715191"/>
                <a:gd name="connsiteX1" fmla="*/ 1166388 w 2314305"/>
                <a:gd name="connsiteY1" fmla="*/ 44 h 715191"/>
                <a:gd name="connsiteX2" fmla="*/ 2314305 w 2314305"/>
                <a:gd name="connsiteY2" fmla="*/ 249575 h 715191"/>
                <a:gd name="connsiteX3" fmla="*/ 2123986 w 2314305"/>
                <a:gd name="connsiteY3" fmla="*/ 715191 h 715191"/>
                <a:gd name="connsiteX4" fmla="*/ 1156661 w 2314305"/>
                <a:gd name="connsiteY4" fmla="*/ 480115 h 715191"/>
                <a:gd name="connsiteX5" fmla="*/ 172995 w 2314305"/>
                <a:gd name="connsiteY5" fmla="*/ 684534 h 715191"/>
                <a:gd name="connsiteX6" fmla="*/ 0 w 2314305"/>
                <a:gd name="connsiteY6" fmla="*/ 231543 h 715191"/>
                <a:gd name="connsiteX0" fmla="*/ 0 w 2314305"/>
                <a:gd name="connsiteY0" fmla="*/ 231543 h 715191"/>
                <a:gd name="connsiteX1" fmla="*/ 1166388 w 2314305"/>
                <a:gd name="connsiteY1" fmla="*/ 44 h 715191"/>
                <a:gd name="connsiteX2" fmla="*/ 2314305 w 2314305"/>
                <a:gd name="connsiteY2" fmla="*/ 249575 h 715191"/>
                <a:gd name="connsiteX3" fmla="*/ 2123986 w 2314305"/>
                <a:gd name="connsiteY3" fmla="*/ 715191 h 715191"/>
                <a:gd name="connsiteX4" fmla="*/ 1156661 w 2314305"/>
                <a:gd name="connsiteY4" fmla="*/ 480115 h 715191"/>
                <a:gd name="connsiteX5" fmla="*/ 172995 w 2314305"/>
                <a:gd name="connsiteY5" fmla="*/ 684534 h 715191"/>
                <a:gd name="connsiteX6" fmla="*/ 0 w 2314305"/>
                <a:gd name="connsiteY6" fmla="*/ 231543 h 715191"/>
                <a:gd name="connsiteX0" fmla="*/ 0 w 2314305"/>
                <a:gd name="connsiteY0" fmla="*/ 231550 h 715198"/>
                <a:gd name="connsiteX1" fmla="*/ 1166388 w 2314305"/>
                <a:gd name="connsiteY1" fmla="*/ 51 h 715198"/>
                <a:gd name="connsiteX2" fmla="*/ 2314305 w 2314305"/>
                <a:gd name="connsiteY2" fmla="*/ 249582 h 715198"/>
                <a:gd name="connsiteX3" fmla="*/ 2123986 w 2314305"/>
                <a:gd name="connsiteY3" fmla="*/ 715198 h 715198"/>
                <a:gd name="connsiteX4" fmla="*/ 1156661 w 2314305"/>
                <a:gd name="connsiteY4" fmla="*/ 480122 h 715198"/>
                <a:gd name="connsiteX5" fmla="*/ 172995 w 2314305"/>
                <a:gd name="connsiteY5" fmla="*/ 684541 h 715198"/>
                <a:gd name="connsiteX6" fmla="*/ 0 w 2314305"/>
                <a:gd name="connsiteY6" fmla="*/ 231550 h 715198"/>
                <a:gd name="connsiteX0" fmla="*/ 0 w 2314305"/>
                <a:gd name="connsiteY0" fmla="*/ 233092 h 716740"/>
                <a:gd name="connsiteX1" fmla="*/ 1166388 w 2314305"/>
                <a:gd name="connsiteY1" fmla="*/ 1593 h 716740"/>
                <a:gd name="connsiteX2" fmla="*/ 2314305 w 2314305"/>
                <a:gd name="connsiteY2" fmla="*/ 251124 h 716740"/>
                <a:gd name="connsiteX3" fmla="*/ 2123986 w 2314305"/>
                <a:gd name="connsiteY3" fmla="*/ 716740 h 716740"/>
                <a:gd name="connsiteX4" fmla="*/ 1156661 w 2314305"/>
                <a:gd name="connsiteY4" fmla="*/ 481664 h 716740"/>
                <a:gd name="connsiteX5" fmla="*/ 172995 w 2314305"/>
                <a:gd name="connsiteY5" fmla="*/ 686083 h 716740"/>
                <a:gd name="connsiteX6" fmla="*/ 0 w 2314305"/>
                <a:gd name="connsiteY6" fmla="*/ 233092 h 716740"/>
                <a:gd name="connsiteX0" fmla="*/ 0 w 2314305"/>
                <a:gd name="connsiteY0" fmla="*/ 231523 h 715171"/>
                <a:gd name="connsiteX1" fmla="*/ 1166388 w 2314305"/>
                <a:gd name="connsiteY1" fmla="*/ 24 h 715171"/>
                <a:gd name="connsiteX2" fmla="*/ 2314305 w 2314305"/>
                <a:gd name="connsiteY2" fmla="*/ 249555 h 715171"/>
                <a:gd name="connsiteX3" fmla="*/ 2123986 w 2314305"/>
                <a:gd name="connsiteY3" fmla="*/ 715171 h 715171"/>
                <a:gd name="connsiteX4" fmla="*/ 1156661 w 2314305"/>
                <a:gd name="connsiteY4" fmla="*/ 480095 h 715171"/>
                <a:gd name="connsiteX5" fmla="*/ 172995 w 2314305"/>
                <a:gd name="connsiteY5" fmla="*/ 684514 h 715171"/>
                <a:gd name="connsiteX6" fmla="*/ 0 w 2314305"/>
                <a:gd name="connsiteY6" fmla="*/ 231523 h 715171"/>
                <a:gd name="connsiteX0" fmla="*/ 0 w 2314305"/>
                <a:gd name="connsiteY0" fmla="*/ 231550 h 715198"/>
                <a:gd name="connsiteX1" fmla="*/ 1166388 w 2314305"/>
                <a:gd name="connsiteY1" fmla="*/ 51 h 715198"/>
                <a:gd name="connsiteX2" fmla="*/ 2314305 w 2314305"/>
                <a:gd name="connsiteY2" fmla="*/ 249582 h 715198"/>
                <a:gd name="connsiteX3" fmla="*/ 2123986 w 2314305"/>
                <a:gd name="connsiteY3" fmla="*/ 715198 h 715198"/>
                <a:gd name="connsiteX4" fmla="*/ 1156661 w 2314305"/>
                <a:gd name="connsiteY4" fmla="*/ 480122 h 715198"/>
                <a:gd name="connsiteX5" fmla="*/ 172995 w 2314305"/>
                <a:gd name="connsiteY5" fmla="*/ 684541 h 715198"/>
                <a:gd name="connsiteX6" fmla="*/ 0 w 2314305"/>
                <a:gd name="connsiteY6" fmla="*/ 231550 h 715198"/>
                <a:gd name="connsiteX0" fmla="*/ 0 w 2314305"/>
                <a:gd name="connsiteY0" fmla="*/ 232088 h 715736"/>
                <a:gd name="connsiteX1" fmla="*/ 1166388 w 2314305"/>
                <a:gd name="connsiteY1" fmla="*/ 589 h 715736"/>
                <a:gd name="connsiteX2" fmla="*/ 2314305 w 2314305"/>
                <a:gd name="connsiteY2" fmla="*/ 250120 h 715736"/>
                <a:gd name="connsiteX3" fmla="*/ 2123986 w 2314305"/>
                <a:gd name="connsiteY3" fmla="*/ 715736 h 715736"/>
                <a:gd name="connsiteX4" fmla="*/ 1156661 w 2314305"/>
                <a:gd name="connsiteY4" fmla="*/ 480660 h 715736"/>
                <a:gd name="connsiteX5" fmla="*/ 172995 w 2314305"/>
                <a:gd name="connsiteY5" fmla="*/ 685079 h 715736"/>
                <a:gd name="connsiteX6" fmla="*/ 0 w 2314305"/>
                <a:gd name="connsiteY6" fmla="*/ 232088 h 715736"/>
                <a:gd name="connsiteX0" fmla="*/ 0 w 2314305"/>
                <a:gd name="connsiteY0" fmla="*/ 232088 h 715736"/>
                <a:gd name="connsiteX1" fmla="*/ 1166388 w 2314305"/>
                <a:gd name="connsiteY1" fmla="*/ 589 h 715736"/>
                <a:gd name="connsiteX2" fmla="*/ 2314305 w 2314305"/>
                <a:gd name="connsiteY2" fmla="*/ 250120 h 715736"/>
                <a:gd name="connsiteX3" fmla="*/ 2123986 w 2314305"/>
                <a:gd name="connsiteY3" fmla="*/ 715736 h 715736"/>
                <a:gd name="connsiteX4" fmla="*/ 1156661 w 2314305"/>
                <a:gd name="connsiteY4" fmla="*/ 480660 h 715736"/>
                <a:gd name="connsiteX5" fmla="*/ 172995 w 2314305"/>
                <a:gd name="connsiteY5" fmla="*/ 685079 h 715736"/>
                <a:gd name="connsiteX6" fmla="*/ 0 w 2314305"/>
                <a:gd name="connsiteY6" fmla="*/ 232088 h 715736"/>
                <a:gd name="connsiteX0" fmla="*/ 0 w 2314305"/>
                <a:gd name="connsiteY0" fmla="*/ 232088 h 715736"/>
                <a:gd name="connsiteX1" fmla="*/ 1166388 w 2314305"/>
                <a:gd name="connsiteY1" fmla="*/ 589 h 715736"/>
                <a:gd name="connsiteX2" fmla="*/ 2314305 w 2314305"/>
                <a:gd name="connsiteY2" fmla="*/ 250120 h 715736"/>
                <a:gd name="connsiteX3" fmla="*/ 2123986 w 2314305"/>
                <a:gd name="connsiteY3" fmla="*/ 715736 h 715736"/>
                <a:gd name="connsiteX4" fmla="*/ 1156661 w 2314305"/>
                <a:gd name="connsiteY4" fmla="*/ 480660 h 715736"/>
                <a:gd name="connsiteX5" fmla="*/ 172995 w 2314305"/>
                <a:gd name="connsiteY5" fmla="*/ 685079 h 715736"/>
                <a:gd name="connsiteX6" fmla="*/ 0 w 2314305"/>
                <a:gd name="connsiteY6" fmla="*/ 232088 h 715736"/>
                <a:gd name="connsiteX0" fmla="*/ 0 w 2314305"/>
                <a:gd name="connsiteY0" fmla="*/ 232060 h 715708"/>
                <a:gd name="connsiteX1" fmla="*/ 1166388 w 2314305"/>
                <a:gd name="connsiteY1" fmla="*/ 561 h 715708"/>
                <a:gd name="connsiteX2" fmla="*/ 2314305 w 2314305"/>
                <a:gd name="connsiteY2" fmla="*/ 250092 h 715708"/>
                <a:gd name="connsiteX3" fmla="*/ 2123986 w 2314305"/>
                <a:gd name="connsiteY3" fmla="*/ 715708 h 715708"/>
                <a:gd name="connsiteX4" fmla="*/ 1156661 w 2314305"/>
                <a:gd name="connsiteY4" fmla="*/ 480632 h 715708"/>
                <a:gd name="connsiteX5" fmla="*/ 172995 w 2314305"/>
                <a:gd name="connsiteY5" fmla="*/ 685051 h 715708"/>
                <a:gd name="connsiteX6" fmla="*/ 0 w 2314305"/>
                <a:gd name="connsiteY6" fmla="*/ 232060 h 7157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314305" h="715708">
                  <a:moveTo>
                    <a:pt x="0" y="232060"/>
                  </a:moveTo>
                  <a:cubicBezTo>
                    <a:pt x="116349" y="135016"/>
                    <a:pt x="772966" y="-10150"/>
                    <a:pt x="1166388" y="561"/>
                  </a:cubicBezTo>
                  <a:cubicBezTo>
                    <a:pt x="1559810" y="11272"/>
                    <a:pt x="1962415" y="54514"/>
                    <a:pt x="2314305" y="250092"/>
                  </a:cubicBezTo>
                  <a:cubicBezTo>
                    <a:pt x="2236857" y="411910"/>
                    <a:pt x="2305049" y="284904"/>
                    <a:pt x="2123986" y="715708"/>
                  </a:cubicBezTo>
                  <a:cubicBezTo>
                    <a:pt x="2077752" y="646036"/>
                    <a:pt x="1616289" y="480632"/>
                    <a:pt x="1156661" y="480632"/>
                  </a:cubicBezTo>
                  <a:cubicBezTo>
                    <a:pt x="697033" y="480632"/>
                    <a:pt x="257593" y="589531"/>
                    <a:pt x="172995" y="685051"/>
                  </a:cubicBezTo>
                  <a:lnTo>
                    <a:pt x="0" y="232060"/>
                  </a:lnTo>
                  <a:close/>
                </a:path>
              </a:pathLst>
            </a:custGeom>
            <a:solidFill>
              <a:srgbClr val="F18120"/>
            </a:solidFill>
            <a:ln>
              <a:solidFill>
                <a:srgbClr val="F1812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5" name="Block Arc 1">
              <a:extLst>
                <a:ext uri="{FF2B5EF4-FFF2-40B4-BE49-F238E27FC236}">
                  <a16:creationId xmlns:a16="http://schemas.microsoft.com/office/drawing/2014/main" id="{0CFC99D9-D4B4-A7EB-BC2E-0D3AABCD0784}"/>
                </a:ext>
              </a:extLst>
            </p:cNvPr>
            <p:cNvSpPr/>
            <p:nvPr/>
          </p:nvSpPr>
          <p:spPr>
            <a:xfrm rot="6099059">
              <a:off x="9940336" y="3713264"/>
              <a:ext cx="2314305" cy="715708"/>
            </a:xfrm>
            <a:custGeom>
              <a:avLst/>
              <a:gdLst>
                <a:gd name="connsiteX0" fmla="*/ 0 w 2391141"/>
                <a:gd name="connsiteY0" fmla="*/ 726679 h 1453358"/>
                <a:gd name="connsiteX1" fmla="*/ 1195571 w 2391141"/>
                <a:gd name="connsiteY1" fmla="*/ 0 h 1453358"/>
                <a:gd name="connsiteX2" fmla="*/ 2391142 w 2391141"/>
                <a:gd name="connsiteY2" fmla="*/ 726679 h 1453358"/>
                <a:gd name="connsiteX3" fmla="*/ 2027802 w 2391141"/>
                <a:gd name="connsiteY3" fmla="*/ 726679 h 1453358"/>
                <a:gd name="connsiteX4" fmla="*/ 1195571 w 2391141"/>
                <a:gd name="connsiteY4" fmla="*/ 363339 h 1453358"/>
                <a:gd name="connsiteX5" fmla="*/ 363340 w 2391141"/>
                <a:gd name="connsiteY5" fmla="*/ 726679 h 1453358"/>
                <a:gd name="connsiteX6" fmla="*/ 0 w 2391141"/>
                <a:gd name="connsiteY6" fmla="*/ 726679 h 1453358"/>
                <a:gd name="connsiteX0" fmla="*/ 0 w 2614878"/>
                <a:gd name="connsiteY0" fmla="*/ 727830 h 727830"/>
                <a:gd name="connsiteX1" fmla="*/ 1195571 w 2614878"/>
                <a:gd name="connsiteY1" fmla="*/ 1151 h 727830"/>
                <a:gd name="connsiteX2" fmla="*/ 2614878 w 2614878"/>
                <a:gd name="connsiteY2" fmla="*/ 611098 h 727830"/>
                <a:gd name="connsiteX3" fmla="*/ 2027802 w 2614878"/>
                <a:gd name="connsiteY3" fmla="*/ 727830 h 727830"/>
                <a:gd name="connsiteX4" fmla="*/ 1195571 w 2614878"/>
                <a:gd name="connsiteY4" fmla="*/ 364490 h 727830"/>
                <a:gd name="connsiteX5" fmla="*/ 363340 w 2614878"/>
                <a:gd name="connsiteY5" fmla="*/ 727830 h 727830"/>
                <a:gd name="connsiteX6" fmla="*/ 0 w 2614878"/>
                <a:gd name="connsiteY6" fmla="*/ 727830 h 727830"/>
                <a:gd name="connsiteX0" fmla="*/ 0 w 2614878"/>
                <a:gd name="connsiteY0" fmla="*/ 727830 h 727830"/>
                <a:gd name="connsiteX1" fmla="*/ 1195571 w 2614878"/>
                <a:gd name="connsiteY1" fmla="*/ 1151 h 727830"/>
                <a:gd name="connsiteX2" fmla="*/ 2614878 w 2614878"/>
                <a:gd name="connsiteY2" fmla="*/ 611098 h 727830"/>
                <a:gd name="connsiteX3" fmla="*/ 2251538 w 2614878"/>
                <a:gd name="connsiteY3" fmla="*/ 669464 h 727830"/>
                <a:gd name="connsiteX4" fmla="*/ 1195571 w 2614878"/>
                <a:gd name="connsiteY4" fmla="*/ 364490 h 727830"/>
                <a:gd name="connsiteX5" fmla="*/ 363340 w 2614878"/>
                <a:gd name="connsiteY5" fmla="*/ 727830 h 727830"/>
                <a:gd name="connsiteX6" fmla="*/ 0 w 2614878"/>
                <a:gd name="connsiteY6" fmla="*/ 727830 h 727830"/>
                <a:gd name="connsiteX0" fmla="*/ 0 w 2780249"/>
                <a:gd name="connsiteY0" fmla="*/ 590533 h 726720"/>
                <a:gd name="connsiteX1" fmla="*/ 1360942 w 2780249"/>
                <a:gd name="connsiteY1" fmla="*/ 41 h 726720"/>
                <a:gd name="connsiteX2" fmla="*/ 2780249 w 2780249"/>
                <a:gd name="connsiteY2" fmla="*/ 609988 h 726720"/>
                <a:gd name="connsiteX3" fmla="*/ 2416909 w 2780249"/>
                <a:gd name="connsiteY3" fmla="*/ 668354 h 726720"/>
                <a:gd name="connsiteX4" fmla="*/ 1360942 w 2780249"/>
                <a:gd name="connsiteY4" fmla="*/ 363380 h 726720"/>
                <a:gd name="connsiteX5" fmla="*/ 528711 w 2780249"/>
                <a:gd name="connsiteY5" fmla="*/ 726720 h 726720"/>
                <a:gd name="connsiteX6" fmla="*/ 0 w 2780249"/>
                <a:gd name="connsiteY6" fmla="*/ 590533 h 726720"/>
                <a:gd name="connsiteX0" fmla="*/ 0 w 2780249"/>
                <a:gd name="connsiteY0" fmla="*/ 590533 h 668354"/>
                <a:gd name="connsiteX1" fmla="*/ 1360942 w 2780249"/>
                <a:gd name="connsiteY1" fmla="*/ 41 h 668354"/>
                <a:gd name="connsiteX2" fmla="*/ 2780249 w 2780249"/>
                <a:gd name="connsiteY2" fmla="*/ 609988 h 668354"/>
                <a:gd name="connsiteX3" fmla="*/ 2416909 w 2780249"/>
                <a:gd name="connsiteY3" fmla="*/ 668354 h 668354"/>
                <a:gd name="connsiteX4" fmla="*/ 1360942 w 2780249"/>
                <a:gd name="connsiteY4" fmla="*/ 363380 h 668354"/>
                <a:gd name="connsiteX5" fmla="*/ 275792 w 2780249"/>
                <a:gd name="connsiteY5" fmla="*/ 639171 h 668354"/>
                <a:gd name="connsiteX6" fmla="*/ 0 w 2780249"/>
                <a:gd name="connsiteY6" fmla="*/ 590533 h 668354"/>
                <a:gd name="connsiteX0" fmla="*/ 0 w 2780249"/>
                <a:gd name="connsiteY0" fmla="*/ 590533 h 668354"/>
                <a:gd name="connsiteX1" fmla="*/ 1360942 w 2780249"/>
                <a:gd name="connsiteY1" fmla="*/ 41 h 668354"/>
                <a:gd name="connsiteX2" fmla="*/ 2780249 w 2780249"/>
                <a:gd name="connsiteY2" fmla="*/ 609988 h 668354"/>
                <a:gd name="connsiteX3" fmla="*/ 2416909 w 2780249"/>
                <a:gd name="connsiteY3" fmla="*/ 668354 h 668354"/>
                <a:gd name="connsiteX4" fmla="*/ 1351215 w 2780249"/>
                <a:gd name="connsiteY4" fmla="*/ 480112 h 668354"/>
                <a:gd name="connsiteX5" fmla="*/ 275792 w 2780249"/>
                <a:gd name="connsiteY5" fmla="*/ 639171 h 668354"/>
                <a:gd name="connsiteX6" fmla="*/ 0 w 2780249"/>
                <a:gd name="connsiteY6" fmla="*/ 590533 h 668354"/>
                <a:gd name="connsiteX0" fmla="*/ 0 w 2780249"/>
                <a:gd name="connsiteY0" fmla="*/ 590533 h 775358"/>
                <a:gd name="connsiteX1" fmla="*/ 1360942 w 2780249"/>
                <a:gd name="connsiteY1" fmla="*/ 41 h 775358"/>
                <a:gd name="connsiteX2" fmla="*/ 2780249 w 2780249"/>
                <a:gd name="connsiteY2" fmla="*/ 609988 h 775358"/>
                <a:gd name="connsiteX3" fmla="*/ 2329360 w 2780249"/>
                <a:gd name="connsiteY3" fmla="*/ 775358 h 775358"/>
                <a:gd name="connsiteX4" fmla="*/ 1351215 w 2780249"/>
                <a:gd name="connsiteY4" fmla="*/ 480112 h 775358"/>
                <a:gd name="connsiteX5" fmla="*/ 275792 w 2780249"/>
                <a:gd name="connsiteY5" fmla="*/ 639171 h 775358"/>
                <a:gd name="connsiteX6" fmla="*/ 0 w 2780249"/>
                <a:gd name="connsiteY6" fmla="*/ 590533 h 775358"/>
                <a:gd name="connsiteX0" fmla="*/ 0 w 2673245"/>
                <a:gd name="connsiteY0" fmla="*/ 600391 h 785216"/>
                <a:gd name="connsiteX1" fmla="*/ 1360942 w 2673245"/>
                <a:gd name="connsiteY1" fmla="*/ 9899 h 785216"/>
                <a:gd name="connsiteX2" fmla="*/ 2673245 w 2673245"/>
                <a:gd name="connsiteY2" fmla="*/ 405837 h 785216"/>
                <a:gd name="connsiteX3" fmla="*/ 2329360 w 2673245"/>
                <a:gd name="connsiteY3" fmla="*/ 785216 h 785216"/>
                <a:gd name="connsiteX4" fmla="*/ 1351215 w 2673245"/>
                <a:gd name="connsiteY4" fmla="*/ 489970 h 785216"/>
                <a:gd name="connsiteX5" fmla="*/ 275792 w 2673245"/>
                <a:gd name="connsiteY5" fmla="*/ 649029 h 785216"/>
                <a:gd name="connsiteX6" fmla="*/ 0 w 2673245"/>
                <a:gd name="connsiteY6" fmla="*/ 600391 h 785216"/>
                <a:gd name="connsiteX0" fmla="*/ 0 w 2673245"/>
                <a:gd name="connsiteY0" fmla="*/ 593348 h 778173"/>
                <a:gd name="connsiteX1" fmla="*/ 1360942 w 2673245"/>
                <a:gd name="connsiteY1" fmla="*/ 2856 h 778173"/>
                <a:gd name="connsiteX2" fmla="*/ 2673245 w 2673245"/>
                <a:gd name="connsiteY2" fmla="*/ 398794 h 778173"/>
                <a:gd name="connsiteX3" fmla="*/ 2329360 w 2673245"/>
                <a:gd name="connsiteY3" fmla="*/ 778173 h 778173"/>
                <a:gd name="connsiteX4" fmla="*/ 1351215 w 2673245"/>
                <a:gd name="connsiteY4" fmla="*/ 482927 h 778173"/>
                <a:gd name="connsiteX5" fmla="*/ 275792 w 2673245"/>
                <a:gd name="connsiteY5" fmla="*/ 641986 h 778173"/>
                <a:gd name="connsiteX6" fmla="*/ 0 w 2673245"/>
                <a:gd name="connsiteY6" fmla="*/ 593348 h 778173"/>
                <a:gd name="connsiteX0" fmla="*/ 0 w 2478691"/>
                <a:gd name="connsiteY0" fmla="*/ 293714 h 809279"/>
                <a:gd name="connsiteX1" fmla="*/ 1166388 w 2478691"/>
                <a:gd name="connsiteY1" fmla="*/ 33962 h 809279"/>
                <a:gd name="connsiteX2" fmla="*/ 2478691 w 2478691"/>
                <a:gd name="connsiteY2" fmla="*/ 429900 h 809279"/>
                <a:gd name="connsiteX3" fmla="*/ 2134806 w 2478691"/>
                <a:gd name="connsiteY3" fmla="*/ 809279 h 809279"/>
                <a:gd name="connsiteX4" fmla="*/ 1156661 w 2478691"/>
                <a:gd name="connsiteY4" fmla="*/ 514033 h 809279"/>
                <a:gd name="connsiteX5" fmla="*/ 81238 w 2478691"/>
                <a:gd name="connsiteY5" fmla="*/ 673092 h 809279"/>
                <a:gd name="connsiteX6" fmla="*/ 0 w 2478691"/>
                <a:gd name="connsiteY6" fmla="*/ 293714 h 809279"/>
                <a:gd name="connsiteX0" fmla="*/ 0 w 2478691"/>
                <a:gd name="connsiteY0" fmla="*/ 262275 h 777840"/>
                <a:gd name="connsiteX1" fmla="*/ 1166388 w 2478691"/>
                <a:gd name="connsiteY1" fmla="*/ 2523 h 777840"/>
                <a:gd name="connsiteX2" fmla="*/ 2478691 w 2478691"/>
                <a:gd name="connsiteY2" fmla="*/ 398461 h 777840"/>
                <a:gd name="connsiteX3" fmla="*/ 2134806 w 2478691"/>
                <a:gd name="connsiteY3" fmla="*/ 777840 h 777840"/>
                <a:gd name="connsiteX4" fmla="*/ 1156661 w 2478691"/>
                <a:gd name="connsiteY4" fmla="*/ 482594 h 777840"/>
                <a:gd name="connsiteX5" fmla="*/ 81238 w 2478691"/>
                <a:gd name="connsiteY5" fmla="*/ 641653 h 777840"/>
                <a:gd name="connsiteX6" fmla="*/ 0 w 2478691"/>
                <a:gd name="connsiteY6" fmla="*/ 262275 h 777840"/>
                <a:gd name="connsiteX0" fmla="*/ 0 w 2478691"/>
                <a:gd name="connsiteY0" fmla="*/ 262275 h 777841"/>
                <a:gd name="connsiteX1" fmla="*/ 1166388 w 2478691"/>
                <a:gd name="connsiteY1" fmla="*/ 2523 h 777841"/>
                <a:gd name="connsiteX2" fmla="*/ 2478691 w 2478691"/>
                <a:gd name="connsiteY2" fmla="*/ 398461 h 777841"/>
                <a:gd name="connsiteX3" fmla="*/ 2134806 w 2478691"/>
                <a:gd name="connsiteY3" fmla="*/ 777840 h 777841"/>
                <a:gd name="connsiteX4" fmla="*/ 1156661 w 2478691"/>
                <a:gd name="connsiteY4" fmla="*/ 482594 h 777841"/>
                <a:gd name="connsiteX5" fmla="*/ 178515 w 2478691"/>
                <a:gd name="connsiteY5" fmla="*/ 777841 h 777841"/>
                <a:gd name="connsiteX6" fmla="*/ 0 w 2478691"/>
                <a:gd name="connsiteY6" fmla="*/ 262275 h 777841"/>
                <a:gd name="connsiteX0" fmla="*/ 0 w 2478691"/>
                <a:gd name="connsiteY0" fmla="*/ 262275 h 777840"/>
                <a:gd name="connsiteX1" fmla="*/ 1166388 w 2478691"/>
                <a:gd name="connsiteY1" fmla="*/ 2523 h 777840"/>
                <a:gd name="connsiteX2" fmla="*/ 2478691 w 2478691"/>
                <a:gd name="connsiteY2" fmla="*/ 398461 h 777840"/>
                <a:gd name="connsiteX3" fmla="*/ 2134806 w 2478691"/>
                <a:gd name="connsiteY3" fmla="*/ 777840 h 777840"/>
                <a:gd name="connsiteX4" fmla="*/ 1156661 w 2478691"/>
                <a:gd name="connsiteY4" fmla="*/ 482594 h 777840"/>
                <a:gd name="connsiteX5" fmla="*/ 139604 w 2478691"/>
                <a:gd name="connsiteY5" fmla="*/ 748658 h 777840"/>
                <a:gd name="connsiteX6" fmla="*/ 0 w 2478691"/>
                <a:gd name="connsiteY6" fmla="*/ 262275 h 777840"/>
                <a:gd name="connsiteX0" fmla="*/ 0 w 2478691"/>
                <a:gd name="connsiteY0" fmla="*/ 262275 h 777840"/>
                <a:gd name="connsiteX1" fmla="*/ 1166388 w 2478691"/>
                <a:gd name="connsiteY1" fmla="*/ 2523 h 777840"/>
                <a:gd name="connsiteX2" fmla="*/ 2478691 w 2478691"/>
                <a:gd name="connsiteY2" fmla="*/ 398461 h 777840"/>
                <a:gd name="connsiteX3" fmla="*/ 2134806 w 2478691"/>
                <a:gd name="connsiteY3" fmla="*/ 777840 h 777840"/>
                <a:gd name="connsiteX4" fmla="*/ 1156661 w 2478691"/>
                <a:gd name="connsiteY4" fmla="*/ 482594 h 777840"/>
                <a:gd name="connsiteX5" fmla="*/ 139604 w 2478691"/>
                <a:gd name="connsiteY5" fmla="*/ 748658 h 777840"/>
                <a:gd name="connsiteX6" fmla="*/ 0 w 2478691"/>
                <a:gd name="connsiteY6" fmla="*/ 262275 h 777840"/>
                <a:gd name="connsiteX0" fmla="*/ 0 w 2478691"/>
                <a:gd name="connsiteY0" fmla="*/ 262275 h 797295"/>
                <a:gd name="connsiteX1" fmla="*/ 1166388 w 2478691"/>
                <a:gd name="connsiteY1" fmla="*/ 2523 h 797295"/>
                <a:gd name="connsiteX2" fmla="*/ 2478691 w 2478691"/>
                <a:gd name="connsiteY2" fmla="*/ 398461 h 797295"/>
                <a:gd name="connsiteX3" fmla="*/ 2144534 w 2478691"/>
                <a:gd name="connsiteY3" fmla="*/ 797295 h 797295"/>
                <a:gd name="connsiteX4" fmla="*/ 1156661 w 2478691"/>
                <a:gd name="connsiteY4" fmla="*/ 482594 h 797295"/>
                <a:gd name="connsiteX5" fmla="*/ 139604 w 2478691"/>
                <a:gd name="connsiteY5" fmla="*/ 748658 h 797295"/>
                <a:gd name="connsiteX6" fmla="*/ 0 w 2478691"/>
                <a:gd name="connsiteY6" fmla="*/ 262275 h 797295"/>
                <a:gd name="connsiteX0" fmla="*/ 0 w 2478691"/>
                <a:gd name="connsiteY0" fmla="*/ 262275 h 797295"/>
                <a:gd name="connsiteX1" fmla="*/ 1166388 w 2478691"/>
                <a:gd name="connsiteY1" fmla="*/ 2523 h 797295"/>
                <a:gd name="connsiteX2" fmla="*/ 2478691 w 2478691"/>
                <a:gd name="connsiteY2" fmla="*/ 398461 h 797295"/>
                <a:gd name="connsiteX3" fmla="*/ 2144534 w 2478691"/>
                <a:gd name="connsiteY3" fmla="*/ 797295 h 797295"/>
                <a:gd name="connsiteX4" fmla="*/ 1156661 w 2478691"/>
                <a:gd name="connsiteY4" fmla="*/ 482594 h 797295"/>
                <a:gd name="connsiteX5" fmla="*/ 139604 w 2478691"/>
                <a:gd name="connsiteY5" fmla="*/ 748658 h 797295"/>
                <a:gd name="connsiteX6" fmla="*/ 0 w 2478691"/>
                <a:gd name="connsiteY6" fmla="*/ 262275 h 797295"/>
                <a:gd name="connsiteX0" fmla="*/ 0 w 2309168"/>
                <a:gd name="connsiteY0" fmla="*/ 259772 h 794792"/>
                <a:gd name="connsiteX1" fmla="*/ 1166388 w 2309168"/>
                <a:gd name="connsiteY1" fmla="*/ 20 h 794792"/>
                <a:gd name="connsiteX2" fmla="*/ 2309168 w 2309168"/>
                <a:gd name="connsiteY2" fmla="*/ 270099 h 794792"/>
                <a:gd name="connsiteX3" fmla="*/ 2144534 w 2309168"/>
                <a:gd name="connsiteY3" fmla="*/ 794792 h 794792"/>
                <a:gd name="connsiteX4" fmla="*/ 1156661 w 2309168"/>
                <a:gd name="connsiteY4" fmla="*/ 480091 h 794792"/>
                <a:gd name="connsiteX5" fmla="*/ 139604 w 2309168"/>
                <a:gd name="connsiteY5" fmla="*/ 746155 h 794792"/>
                <a:gd name="connsiteX6" fmla="*/ 0 w 2309168"/>
                <a:gd name="connsiteY6" fmla="*/ 259772 h 794792"/>
                <a:gd name="connsiteX0" fmla="*/ 0 w 2309168"/>
                <a:gd name="connsiteY0" fmla="*/ 259772 h 794792"/>
                <a:gd name="connsiteX1" fmla="*/ 1166388 w 2309168"/>
                <a:gd name="connsiteY1" fmla="*/ 20 h 794792"/>
                <a:gd name="connsiteX2" fmla="*/ 2309168 w 2309168"/>
                <a:gd name="connsiteY2" fmla="*/ 270099 h 794792"/>
                <a:gd name="connsiteX3" fmla="*/ 2144534 w 2309168"/>
                <a:gd name="connsiteY3" fmla="*/ 794792 h 794792"/>
                <a:gd name="connsiteX4" fmla="*/ 1156661 w 2309168"/>
                <a:gd name="connsiteY4" fmla="*/ 480091 h 794792"/>
                <a:gd name="connsiteX5" fmla="*/ 139604 w 2309168"/>
                <a:gd name="connsiteY5" fmla="*/ 746155 h 794792"/>
                <a:gd name="connsiteX6" fmla="*/ 0 w 2309168"/>
                <a:gd name="connsiteY6" fmla="*/ 259772 h 794792"/>
                <a:gd name="connsiteX0" fmla="*/ 0 w 2309168"/>
                <a:gd name="connsiteY0" fmla="*/ 259772 h 746155"/>
                <a:gd name="connsiteX1" fmla="*/ 1166388 w 2309168"/>
                <a:gd name="connsiteY1" fmla="*/ 20 h 746155"/>
                <a:gd name="connsiteX2" fmla="*/ 2309168 w 2309168"/>
                <a:gd name="connsiteY2" fmla="*/ 270099 h 746155"/>
                <a:gd name="connsiteX3" fmla="*/ 2121417 w 2309168"/>
                <a:gd name="connsiteY3" fmla="*/ 707462 h 746155"/>
                <a:gd name="connsiteX4" fmla="*/ 1156661 w 2309168"/>
                <a:gd name="connsiteY4" fmla="*/ 480091 h 746155"/>
                <a:gd name="connsiteX5" fmla="*/ 139604 w 2309168"/>
                <a:gd name="connsiteY5" fmla="*/ 746155 h 746155"/>
                <a:gd name="connsiteX6" fmla="*/ 0 w 2309168"/>
                <a:gd name="connsiteY6" fmla="*/ 259772 h 746155"/>
                <a:gd name="connsiteX0" fmla="*/ 0 w 2309168"/>
                <a:gd name="connsiteY0" fmla="*/ 259772 h 746155"/>
                <a:gd name="connsiteX1" fmla="*/ 1166388 w 2309168"/>
                <a:gd name="connsiteY1" fmla="*/ 20 h 746155"/>
                <a:gd name="connsiteX2" fmla="*/ 2309168 w 2309168"/>
                <a:gd name="connsiteY2" fmla="*/ 270099 h 746155"/>
                <a:gd name="connsiteX3" fmla="*/ 2121417 w 2309168"/>
                <a:gd name="connsiteY3" fmla="*/ 707462 h 746155"/>
                <a:gd name="connsiteX4" fmla="*/ 1156661 w 2309168"/>
                <a:gd name="connsiteY4" fmla="*/ 480091 h 746155"/>
                <a:gd name="connsiteX5" fmla="*/ 139604 w 2309168"/>
                <a:gd name="connsiteY5" fmla="*/ 746155 h 746155"/>
                <a:gd name="connsiteX6" fmla="*/ 0 w 2309168"/>
                <a:gd name="connsiteY6" fmla="*/ 259772 h 746155"/>
                <a:gd name="connsiteX0" fmla="*/ 0 w 2309168"/>
                <a:gd name="connsiteY0" fmla="*/ 226793 h 746567"/>
                <a:gd name="connsiteX1" fmla="*/ 1166388 w 2309168"/>
                <a:gd name="connsiteY1" fmla="*/ 432 h 746567"/>
                <a:gd name="connsiteX2" fmla="*/ 2309168 w 2309168"/>
                <a:gd name="connsiteY2" fmla="*/ 270511 h 746567"/>
                <a:gd name="connsiteX3" fmla="*/ 2121417 w 2309168"/>
                <a:gd name="connsiteY3" fmla="*/ 707874 h 746567"/>
                <a:gd name="connsiteX4" fmla="*/ 1156661 w 2309168"/>
                <a:gd name="connsiteY4" fmla="*/ 480503 h 746567"/>
                <a:gd name="connsiteX5" fmla="*/ 139604 w 2309168"/>
                <a:gd name="connsiteY5" fmla="*/ 746567 h 746567"/>
                <a:gd name="connsiteX6" fmla="*/ 0 w 2309168"/>
                <a:gd name="connsiteY6" fmla="*/ 226793 h 746567"/>
                <a:gd name="connsiteX0" fmla="*/ 0 w 2309168"/>
                <a:gd name="connsiteY0" fmla="*/ 226663 h 746437"/>
                <a:gd name="connsiteX1" fmla="*/ 1166388 w 2309168"/>
                <a:gd name="connsiteY1" fmla="*/ 302 h 746437"/>
                <a:gd name="connsiteX2" fmla="*/ 2309168 w 2309168"/>
                <a:gd name="connsiteY2" fmla="*/ 270381 h 746437"/>
                <a:gd name="connsiteX3" fmla="*/ 2121417 w 2309168"/>
                <a:gd name="connsiteY3" fmla="*/ 707744 h 746437"/>
                <a:gd name="connsiteX4" fmla="*/ 1156661 w 2309168"/>
                <a:gd name="connsiteY4" fmla="*/ 480373 h 746437"/>
                <a:gd name="connsiteX5" fmla="*/ 139604 w 2309168"/>
                <a:gd name="connsiteY5" fmla="*/ 746437 h 746437"/>
                <a:gd name="connsiteX6" fmla="*/ 0 w 2309168"/>
                <a:gd name="connsiteY6" fmla="*/ 226663 h 746437"/>
                <a:gd name="connsiteX0" fmla="*/ 0 w 2309168"/>
                <a:gd name="connsiteY0" fmla="*/ 226614 h 746388"/>
                <a:gd name="connsiteX1" fmla="*/ 1166388 w 2309168"/>
                <a:gd name="connsiteY1" fmla="*/ 253 h 746388"/>
                <a:gd name="connsiteX2" fmla="*/ 2309168 w 2309168"/>
                <a:gd name="connsiteY2" fmla="*/ 270332 h 746388"/>
                <a:gd name="connsiteX3" fmla="*/ 2121417 w 2309168"/>
                <a:gd name="connsiteY3" fmla="*/ 707695 h 746388"/>
                <a:gd name="connsiteX4" fmla="*/ 1156661 w 2309168"/>
                <a:gd name="connsiteY4" fmla="*/ 480324 h 746388"/>
                <a:gd name="connsiteX5" fmla="*/ 139604 w 2309168"/>
                <a:gd name="connsiteY5" fmla="*/ 746388 h 746388"/>
                <a:gd name="connsiteX6" fmla="*/ 0 w 2309168"/>
                <a:gd name="connsiteY6" fmla="*/ 226614 h 746388"/>
                <a:gd name="connsiteX0" fmla="*/ 0 w 2309168"/>
                <a:gd name="connsiteY0" fmla="*/ 231692 h 746328"/>
                <a:gd name="connsiteX1" fmla="*/ 1166388 w 2309168"/>
                <a:gd name="connsiteY1" fmla="*/ 193 h 746328"/>
                <a:gd name="connsiteX2" fmla="*/ 2309168 w 2309168"/>
                <a:gd name="connsiteY2" fmla="*/ 270272 h 746328"/>
                <a:gd name="connsiteX3" fmla="*/ 2121417 w 2309168"/>
                <a:gd name="connsiteY3" fmla="*/ 707635 h 746328"/>
                <a:gd name="connsiteX4" fmla="*/ 1156661 w 2309168"/>
                <a:gd name="connsiteY4" fmla="*/ 480264 h 746328"/>
                <a:gd name="connsiteX5" fmla="*/ 139604 w 2309168"/>
                <a:gd name="connsiteY5" fmla="*/ 746328 h 746328"/>
                <a:gd name="connsiteX6" fmla="*/ 0 w 2309168"/>
                <a:gd name="connsiteY6" fmla="*/ 231692 h 746328"/>
                <a:gd name="connsiteX0" fmla="*/ 0 w 2309168"/>
                <a:gd name="connsiteY0" fmla="*/ 231692 h 707635"/>
                <a:gd name="connsiteX1" fmla="*/ 1166388 w 2309168"/>
                <a:gd name="connsiteY1" fmla="*/ 193 h 707635"/>
                <a:gd name="connsiteX2" fmla="*/ 2309168 w 2309168"/>
                <a:gd name="connsiteY2" fmla="*/ 270272 h 707635"/>
                <a:gd name="connsiteX3" fmla="*/ 2121417 w 2309168"/>
                <a:gd name="connsiteY3" fmla="*/ 707635 h 707635"/>
                <a:gd name="connsiteX4" fmla="*/ 1156661 w 2309168"/>
                <a:gd name="connsiteY4" fmla="*/ 480264 h 707635"/>
                <a:gd name="connsiteX5" fmla="*/ 172995 w 2309168"/>
                <a:gd name="connsiteY5" fmla="*/ 684683 h 707635"/>
                <a:gd name="connsiteX6" fmla="*/ 0 w 2309168"/>
                <a:gd name="connsiteY6" fmla="*/ 231692 h 707635"/>
                <a:gd name="connsiteX0" fmla="*/ 0 w 2309168"/>
                <a:gd name="connsiteY0" fmla="*/ 231692 h 707635"/>
                <a:gd name="connsiteX1" fmla="*/ 1166388 w 2309168"/>
                <a:gd name="connsiteY1" fmla="*/ 193 h 707635"/>
                <a:gd name="connsiteX2" fmla="*/ 2309168 w 2309168"/>
                <a:gd name="connsiteY2" fmla="*/ 270272 h 707635"/>
                <a:gd name="connsiteX3" fmla="*/ 2121417 w 2309168"/>
                <a:gd name="connsiteY3" fmla="*/ 707635 h 707635"/>
                <a:gd name="connsiteX4" fmla="*/ 1156661 w 2309168"/>
                <a:gd name="connsiteY4" fmla="*/ 480264 h 707635"/>
                <a:gd name="connsiteX5" fmla="*/ 172995 w 2309168"/>
                <a:gd name="connsiteY5" fmla="*/ 684683 h 707635"/>
                <a:gd name="connsiteX6" fmla="*/ 0 w 2309168"/>
                <a:gd name="connsiteY6" fmla="*/ 231692 h 707635"/>
                <a:gd name="connsiteX0" fmla="*/ 0 w 2309168"/>
                <a:gd name="connsiteY0" fmla="*/ 231692 h 715340"/>
                <a:gd name="connsiteX1" fmla="*/ 1166388 w 2309168"/>
                <a:gd name="connsiteY1" fmla="*/ 193 h 715340"/>
                <a:gd name="connsiteX2" fmla="*/ 2309168 w 2309168"/>
                <a:gd name="connsiteY2" fmla="*/ 270272 h 715340"/>
                <a:gd name="connsiteX3" fmla="*/ 2123986 w 2309168"/>
                <a:gd name="connsiteY3" fmla="*/ 715340 h 715340"/>
                <a:gd name="connsiteX4" fmla="*/ 1156661 w 2309168"/>
                <a:gd name="connsiteY4" fmla="*/ 480264 h 715340"/>
                <a:gd name="connsiteX5" fmla="*/ 172995 w 2309168"/>
                <a:gd name="connsiteY5" fmla="*/ 684683 h 715340"/>
                <a:gd name="connsiteX6" fmla="*/ 0 w 2309168"/>
                <a:gd name="connsiteY6" fmla="*/ 231692 h 715340"/>
                <a:gd name="connsiteX0" fmla="*/ 0 w 2309168"/>
                <a:gd name="connsiteY0" fmla="*/ 231692 h 715340"/>
                <a:gd name="connsiteX1" fmla="*/ 1166388 w 2309168"/>
                <a:gd name="connsiteY1" fmla="*/ 193 h 715340"/>
                <a:gd name="connsiteX2" fmla="*/ 2309168 w 2309168"/>
                <a:gd name="connsiteY2" fmla="*/ 270272 h 715340"/>
                <a:gd name="connsiteX3" fmla="*/ 2123986 w 2309168"/>
                <a:gd name="connsiteY3" fmla="*/ 715340 h 715340"/>
                <a:gd name="connsiteX4" fmla="*/ 1156661 w 2309168"/>
                <a:gd name="connsiteY4" fmla="*/ 480264 h 715340"/>
                <a:gd name="connsiteX5" fmla="*/ 172995 w 2309168"/>
                <a:gd name="connsiteY5" fmla="*/ 684683 h 715340"/>
                <a:gd name="connsiteX6" fmla="*/ 0 w 2309168"/>
                <a:gd name="connsiteY6" fmla="*/ 231692 h 715340"/>
                <a:gd name="connsiteX0" fmla="*/ 0 w 2309168"/>
                <a:gd name="connsiteY0" fmla="*/ 231692 h 715340"/>
                <a:gd name="connsiteX1" fmla="*/ 1166388 w 2309168"/>
                <a:gd name="connsiteY1" fmla="*/ 193 h 715340"/>
                <a:gd name="connsiteX2" fmla="*/ 2309168 w 2309168"/>
                <a:gd name="connsiteY2" fmla="*/ 270272 h 715340"/>
                <a:gd name="connsiteX3" fmla="*/ 2123986 w 2309168"/>
                <a:gd name="connsiteY3" fmla="*/ 715340 h 715340"/>
                <a:gd name="connsiteX4" fmla="*/ 1156661 w 2309168"/>
                <a:gd name="connsiteY4" fmla="*/ 480264 h 715340"/>
                <a:gd name="connsiteX5" fmla="*/ 172995 w 2309168"/>
                <a:gd name="connsiteY5" fmla="*/ 684683 h 715340"/>
                <a:gd name="connsiteX6" fmla="*/ 0 w 2309168"/>
                <a:gd name="connsiteY6" fmla="*/ 231692 h 715340"/>
                <a:gd name="connsiteX0" fmla="*/ 0 w 2314305"/>
                <a:gd name="connsiteY0" fmla="*/ 231543 h 715191"/>
                <a:gd name="connsiteX1" fmla="*/ 1166388 w 2314305"/>
                <a:gd name="connsiteY1" fmla="*/ 44 h 715191"/>
                <a:gd name="connsiteX2" fmla="*/ 2314305 w 2314305"/>
                <a:gd name="connsiteY2" fmla="*/ 249575 h 715191"/>
                <a:gd name="connsiteX3" fmla="*/ 2123986 w 2314305"/>
                <a:gd name="connsiteY3" fmla="*/ 715191 h 715191"/>
                <a:gd name="connsiteX4" fmla="*/ 1156661 w 2314305"/>
                <a:gd name="connsiteY4" fmla="*/ 480115 h 715191"/>
                <a:gd name="connsiteX5" fmla="*/ 172995 w 2314305"/>
                <a:gd name="connsiteY5" fmla="*/ 684534 h 715191"/>
                <a:gd name="connsiteX6" fmla="*/ 0 w 2314305"/>
                <a:gd name="connsiteY6" fmla="*/ 231543 h 715191"/>
                <a:gd name="connsiteX0" fmla="*/ 0 w 2314305"/>
                <a:gd name="connsiteY0" fmla="*/ 231543 h 715191"/>
                <a:gd name="connsiteX1" fmla="*/ 1166388 w 2314305"/>
                <a:gd name="connsiteY1" fmla="*/ 44 h 715191"/>
                <a:gd name="connsiteX2" fmla="*/ 2314305 w 2314305"/>
                <a:gd name="connsiteY2" fmla="*/ 249575 h 715191"/>
                <a:gd name="connsiteX3" fmla="*/ 2123986 w 2314305"/>
                <a:gd name="connsiteY3" fmla="*/ 715191 h 715191"/>
                <a:gd name="connsiteX4" fmla="*/ 1156661 w 2314305"/>
                <a:gd name="connsiteY4" fmla="*/ 480115 h 715191"/>
                <a:gd name="connsiteX5" fmla="*/ 172995 w 2314305"/>
                <a:gd name="connsiteY5" fmla="*/ 684534 h 715191"/>
                <a:gd name="connsiteX6" fmla="*/ 0 w 2314305"/>
                <a:gd name="connsiteY6" fmla="*/ 231543 h 715191"/>
                <a:gd name="connsiteX0" fmla="*/ 0 w 2314305"/>
                <a:gd name="connsiteY0" fmla="*/ 231550 h 715198"/>
                <a:gd name="connsiteX1" fmla="*/ 1166388 w 2314305"/>
                <a:gd name="connsiteY1" fmla="*/ 51 h 715198"/>
                <a:gd name="connsiteX2" fmla="*/ 2314305 w 2314305"/>
                <a:gd name="connsiteY2" fmla="*/ 249582 h 715198"/>
                <a:gd name="connsiteX3" fmla="*/ 2123986 w 2314305"/>
                <a:gd name="connsiteY3" fmla="*/ 715198 h 715198"/>
                <a:gd name="connsiteX4" fmla="*/ 1156661 w 2314305"/>
                <a:gd name="connsiteY4" fmla="*/ 480122 h 715198"/>
                <a:gd name="connsiteX5" fmla="*/ 172995 w 2314305"/>
                <a:gd name="connsiteY5" fmla="*/ 684541 h 715198"/>
                <a:gd name="connsiteX6" fmla="*/ 0 w 2314305"/>
                <a:gd name="connsiteY6" fmla="*/ 231550 h 715198"/>
                <a:gd name="connsiteX0" fmla="*/ 0 w 2314305"/>
                <a:gd name="connsiteY0" fmla="*/ 233092 h 716740"/>
                <a:gd name="connsiteX1" fmla="*/ 1166388 w 2314305"/>
                <a:gd name="connsiteY1" fmla="*/ 1593 h 716740"/>
                <a:gd name="connsiteX2" fmla="*/ 2314305 w 2314305"/>
                <a:gd name="connsiteY2" fmla="*/ 251124 h 716740"/>
                <a:gd name="connsiteX3" fmla="*/ 2123986 w 2314305"/>
                <a:gd name="connsiteY3" fmla="*/ 716740 h 716740"/>
                <a:gd name="connsiteX4" fmla="*/ 1156661 w 2314305"/>
                <a:gd name="connsiteY4" fmla="*/ 481664 h 716740"/>
                <a:gd name="connsiteX5" fmla="*/ 172995 w 2314305"/>
                <a:gd name="connsiteY5" fmla="*/ 686083 h 716740"/>
                <a:gd name="connsiteX6" fmla="*/ 0 w 2314305"/>
                <a:gd name="connsiteY6" fmla="*/ 233092 h 716740"/>
                <a:gd name="connsiteX0" fmla="*/ 0 w 2314305"/>
                <a:gd name="connsiteY0" fmla="*/ 231523 h 715171"/>
                <a:gd name="connsiteX1" fmla="*/ 1166388 w 2314305"/>
                <a:gd name="connsiteY1" fmla="*/ 24 h 715171"/>
                <a:gd name="connsiteX2" fmla="*/ 2314305 w 2314305"/>
                <a:gd name="connsiteY2" fmla="*/ 249555 h 715171"/>
                <a:gd name="connsiteX3" fmla="*/ 2123986 w 2314305"/>
                <a:gd name="connsiteY3" fmla="*/ 715171 h 715171"/>
                <a:gd name="connsiteX4" fmla="*/ 1156661 w 2314305"/>
                <a:gd name="connsiteY4" fmla="*/ 480095 h 715171"/>
                <a:gd name="connsiteX5" fmla="*/ 172995 w 2314305"/>
                <a:gd name="connsiteY5" fmla="*/ 684514 h 715171"/>
                <a:gd name="connsiteX6" fmla="*/ 0 w 2314305"/>
                <a:gd name="connsiteY6" fmla="*/ 231523 h 715171"/>
                <a:gd name="connsiteX0" fmla="*/ 0 w 2314305"/>
                <a:gd name="connsiteY0" fmla="*/ 231550 h 715198"/>
                <a:gd name="connsiteX1" fmla="*/ 1166388 w 2314305"/>
                <a:gd name="connsiteY1" fmla="*/ 51 h 715198"/>
                <a:gd name="connsiteX2" fmla="*/ 2314305 w 2314305"/>
                <a:gd name="connsiteY2" fmla="*/ 249582 h 715198"/>
                <a:gd name="connsiteX3" fmla="*/ 2123986 w 2314305"/>
                <a:gd name="connsiteY3" fmla="*/ 715198 h 715198"/>
                <a:gd name="connsiteX4" fmla="*/ 1156661 w 2314305"/>
                <a:gd name="connsiteY4" fmla="*/ 480122 h 715198"/>
                <a:gd name="connsiteX5" fmla="*/ 172995 w 2314305"/>
                <a:gd name="connsiteY5" fmla="*/ 684541 h 715198"/>
                <a:gd name="connsiteX6" fmla="*/ 0 w 2314305"/>
                <a:gd name="connsiteY6" fmla="*/ 231550 h 715198"/>
                <a:gd name="connsiteX0" fmla="*/ 0 w 2314305"/>
                <a:gd name="connsiteY0" fmla="*/ 232088 h 715736"/>
                <a:gd name="connsiteX1" fmla="*/ 1166388 w 2314305"/>
                <a:gd name="connsiteY1" fmla="*/ 589 h 715736"/>
                <a:gd name="connsiteX2" fmla="*/ 2314305 w 2314305"/>
                <a:gd name="connsiteY2" fmla="*/ 250120 h 715736"/>
                <a:gd name="connsiteX3" fmla="*/ 2123986 w 2314305"/>
                <a:gd name="connsiteY3" fmla="*/ 715736 h 715736"/>
                <a:gd name="connsiteX4" fmla="*/ 1156661 w 2314305"/>
                <a:gd name="connsiteY4" fmla="*/ 480660 h 715736"/>
                <a:gd name="connsiteX5" fmla="*/ 172995 w 2314305"/>
                <a:gd name="connsiteY5" fmla="*/ 685079 h 715736"/>
                <a:gd name="connsiteX6" fmla="*/ 0 w 2314305"/>
                <a:gd name="connsiteY6" fmla="*/ 232088 h 715736"/>
                <a:gd name="connsiteX0" fmla="*/ 0 w 2314305"/>
                <a:gd name="connsiteY0" fmla="*/ 232088 h 715736"/>
                <a:gd name="connsiteX1" fmla="*/ 1166388 w 2314305"/>
                <a:gd name="connsiteY1" fmla="*/ 589 h 715736"/>
                <a:gd name="connsiteX2" fmla="*/ 2314305 w 2314305"/>
                <a:gd name="connsiteY2" fmla="*/ 250120 h 715736"/>
                <a:gd name="connsiteX3" fmla="*/ 2123986 w 2314305"/>
                <a:gd name="connsiteY3" fmla="*/ 715736 h 715736"/>
                <a:gd name="connsiteX4" fmla="*/ 1156661 w 2314305"/>
                <a:gd name="connsiteY4" fmla="*/ 480660 h 715736"/>
                <a:gd name="connsiteX5" fmla="*/ 172995 w 2314305"/>
                <a:gd name="connsiteY5" fmla="*/ 685079 h 715736"/>
                <a:gd name="connsiteX6" fmla="*/ 0 w 2314305"/>
                <a:gd name="connsiteY6" fmla="*/ 232088 h 715736"/>
                <a:gd name="connsiteX0" fmla="*/ 0 w 2314305"/>
                <a:gd name="connsiteY0" fmla="*/ 232088 h 715736"/>
                <a:gd name="connsiteX1" fmla="*/ 1166388 w 2314305"/>
                <a:gd name="connsiteY1" fmla="*/ 589 h 715736"/>
                <a:gd name="connsiteX2" fmla="*/ 2314305 w 2314305"/>
                <a:gd name="connsiteY2" fmla="*/ 250120 h 715736"/>
                <a:gd name="connsiteX3" fmla="*/ 2123986 w 2314305"/>
                <a:gd name="connsiteY3" fmla="*/ 715736 h 715736"/>
                <a:gd name="connsiteX4" fmla="*/ 1156661 w 2314305"/>
                <a:gd name="connsiteY4" fmla="*/ 480660 h 715736"/>
                <a:gd name="connsiteX5" fmla="*/ 172995 w 2314305"/>
                <a:gd name="connsiteY5" fmla="*/ 685079 h 715736"/>
                <a:gd name="connsiteX6" fmla="*/ 0 w 2314305"/>
                <a:gd name="connsiteY6" fmla="*/ 232088 h 715736"/>
                <a:gd name="connsiteX0" fmla="*/ 0 w 2314305"/>
                <a:gd name="connsiteY0" fmla="*/ 232060 h 715708"/>
                <a:gd name="connsiteX1" fmla="*/ 1166388 w 2314305"/>
                <a:gd name="connsiteY1" fmla="*/ 561 h 715708"/>
                <a:gd name="connsiteX2" fmla="*/ 2314305 w 2314305"/>
                <a:gd name="connsiteY2" fmla="*/ 250092 h 715708"/>
                <a:gd name="connsiteX3" fmla="*/ 2123986 w 2314305"/>
                <a:gd name="connsiteY3" fmla="*/ 715708 h 715708"/>
                <a:gd name="connsiteX4" fmla="*/ 1156661 w 2314305"/>
                <a:gd name="connsiteY4" fmla="*/ 480632 h 715708"/>
                <a:gd name="connsiteX5" fmla="*/ 172995 w 2314305"/>
                <a:gd name="connsiteY5" fmla="*/ 685051 h 715708"/>
                <a:gd name="connsiteX6" fmla="*/ 0 w 2314305"/>
                <a:gd name="connsiteY6" fmla="*/ 232060 h 7157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314305" h="715708">
                  <a:moveTo>
                    <a:pt x="0" y="232060"/>
                  </a:moveTo>
                  <a:cubicBezTo>
                    <a:pt x="116349" y="135016"/>
                    <a:pt x="772966" y="-10150"/>
                    <a:pt x="1166388" y="561"/>
                  </a:cubicBezTo>
                  <a:cubicBezTo>
                    <a:pt x="1559810" y="11272"/>
                    <a:pt x="1962415" y="54514"/>
                    <a:pt x="2314305" y="250092"/>
                  </a:cubicBezTo>
                  <a:cubicBezTo>
                    <a:pt x="2236857" y="411910"/>
                    <a:pt x="2305049" y="284904"/>
                    <a:pt x="2123986" y="715708"/>
                  </a:cubicBezTo>
                  <a:cubicBezTo>
                    <a:pt x="2077752" y="646036"/>
                    <a:pt x="1616289" y="480632"/>
                    <a:pt x="1156661" y="480632"/>
                  </a:cubicBezTo>
                  <a:cubicBezTo>
                    <a:pt x="697033" y="480632"/>
                    <a:pt x="257593" y="589531"/>
                    <a:pt x="172995" y="685051"/>
                  </a:cubicBezTo>
                  <a:lnTo>
                    <a:pt x="0" y="232060"/>
                  </a:lnTo>
                  <a:close/>
                </a:path>
              </a:pathLst>
            </a:cu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7" name="Block Arc 1">
              <a:extLst>
                <a:ext uri="{FF2B5EF4-FFF2-40B4-BE49-F238E27FC236}">
                  <a16:creationId xmlns:a16="http://schemas.microsoft.com/office/drawing/2014/main" id="{6B34A44E-4DEB-6EDA-544F-227DCA97D88F}"/>
                </a:ext>
              </a:extLst>
            </p:cNvPr>
            <p:cNvSpPr/>
            <p:nvPr/>
          </p:nvSpPr>
          <p:spPr>
            <a:xfrm rot="12383279">
              <a:off x="6255443" y="5432031"/>
              <a:ext cx="2314305" cy="715708"/>
            </a:xfrm>
            <a:custGeom>
              <a:avLst/>
              <a:gdLst>
                <a:gd name="connsiteX0" fmla="*/ 0 w 2391141"/>
                <a:gd name="connsiteY0" fmla="*/ 726679 h 1453358"/>
                <a:gd name="connsiteX1" fmla="*/ 1195571 w 2391141"/>
                <a:gd name="connsiteY1" fmla="*/ 0 h 1453358"/>
                <a:gd name="connsiteX2" fmla="*/ 2391142 w 2391141"/>
                <a:gd name="connsiteY2" fmla="*/ 726679 h 1453358"/>
                <a:gd name="connsiteX3" fmla="*/ 2027802 w 2391141"/>
                <a:gd name="connsiteY3" fmla="*/ 726679 h 1453358"/>
                <a:gd name="connsiteX4" fmla="*/ 1195571 w 2391141"/>
                <a:gd name="connsiteY4" fmla="*/ 363339 h 1453358"/>
                <a:gd name="connsiteX5" fmla="*/ 363340 w 2391141"/>
                <a:gd name="connsiteY5" fmla="*/ 726679 h 1453358"/>
                <a:gd name="connsiteX6" fmla="*/ 0 w 2391141"/>
                <a:gd name="connsiteY6" fmla="*/ 726679 h 1453358"/>
                <a:gd name="connsiteX0" fmla="*/ 0 w 2614878"/>
                <a:gd name="connsiteY0" fmla="*/ 727830 h 727830"/>
                <a:gd name="connsiteX1" fmla="*/ 1195571 w 2614878"/>
                <a:gd name="connsiteY1" fmla="*/ 1151 h 727830"/>
                <a:gd name="connsiteX2" fmla="*/ 2614878 w 2614878"/>
                <a:gd name="connsiteY2" fmla="*/ 611098 h 727830"/>
                <a:gd name="connsiteX3" fmla="*/ 2027802 w 2614878"/>
                <a:gd name="connsiteY3" fmla="*/ 727830 h 727830"/>
                <a:gd name="connsiteX4" fmla="*/ 1195571 w 2614878"/>
                <a:gd name="connsiteY4" fmla="*/ 364490 h 727830"/>
                <a:gd name="connsiteX5" fmla="*/ 363340 w 2614878"/>
                <a:gd name="connsiteY5" fmla="*/ 727830 h 727830"/>
                <a:gd name="connsiteX6" fmla="*/ 0 w 2614878"/>
                <a:gd name="connsiteY6" fmla="*/ 727830 h 727830"/>
                <a:gd name="connsiteX0" fmla="*/ 0 w 2614878"/>
                <a:gd name="connsiteY0" fmla="*/ 727830 h 727830"/>
                <a:gd name="connsiteX1" fmla="*/ 1195571 w 2614878"/>
                <a:gd name="connsiteY1" fmla="*/ 1151 h 727830"/>
                <a:gd name="connsiteX2" fmla="*/ 2614878 w 2614878"/>
                <a:gd name="connsiteY2" fmla="*/ 611098 h 727830"/>
                <a:gd name="connsiteX3" fmla="*/ 2251538 w 2614878"/>
                <a:gd name="connsiteY3" fmla="*/ 669464 h 727830"/>
                <a:gd name="connsiteX4" fmla="*/ 1195571 w 2614878"/>
                <a:gd name="connsiteY4" fmla="*/ 364490 h 727830"/>
                <a:gd name="connsiteX5" fmla="*/ 363340 w 2614878"/>
                <a:gd name="connsiteY5" fmla="*/ 727830 h 727830"/>
                <a:gd name="connsiteX6" fmla="*/ 0 w 2614878"/>
                <a:gd name="connsiteY6" fmla="*/ 727830 h 727830"/>
                <a:gd name="connsiteX0" fmla="*/ 0 w 2780249"/>
                <a:gd name="connsiteY0" fmla="*/ 590533 h 726720"/>
                <a:gd name="connsiteX1" fmla="*/ 1360942 w 2780249"/>
                <a:gd name="connsiteY1" fmla="*/ 41 h 726720"/>
                <a:gd name="connsiteX2" fmla="*/ 2780249 w 2780249"/>
                <a:gd name="connsiteY2" fmla="*/ 609988 h 726720"/>
                <a:gd name="connsiteX3" fmla="*/ 2416909 w 2780249"/>
                <a:gd name="connsiteY3" fmla="*/ 668354 h 726720"/>
                <a:gd name="connsiteX4" fmla="*/ 1360942 w 2780249"/>
                <a:gd name="connsiteY4" fmla="*/ 363380 h 726720"/>
                <a:gd name="connsiteX5" fmla="*/ 528711 w 2780249"/>
                <a:gd name="connsiteY5" fmla="*/ 726720 h 726720"/>
                <a:gd name="connsiteX6" fmla="*/ 0 w 2780249"/>
                <a:gd name="connsiteY6" fmla="*/ 590533 h 726720"/>
                <a:gd name="connsiteX0" fmla="*/ 0 w 2780249"/>
                <a:gd name="connsiteY0" fmla="*/ 590533 h 668354"/>
                <a:gd name="connsiteX1" fmla="*/ 1360942 w 2780249"/>
                <a:gd name="connsiteY1" fmla="*/ 41 h 668354"/>
                <a:gd name="connsiteX2" fmla="*/ 2780249 w 2780249"/>
                <a:gd name="connsiteY2" fmla="*/ 609988 h 668354"/>
                <a:gd name="connsiteX3" fmla="*/ 2416909 w 2780249"/>
                <a:gd name="connsiteY3" fmla="*/ 668354 h 668354"/>
                <a:gd name="connsiteX4" fmla="*/ 1360942 w 2780249"/>
                <a:gd name="connsiteY4" fmla="*/ 363380 h 668354"/>
                <a:gd name="connsiteX5" fmla="*/ 275792 w 2780249"/>
                <a:gd name="connsiteY5" fmla="*/ 639171 h 668354"/>
                <a:gd name="connsiteX6" fmla="*/ 0 w 2780249"/>
                <a:gd name="connsiteY6" fmla="*/ 590533 h 668354"/>
                <a:gd name="connsiteX0" fmla="*/ 0 w 2780249"/>
                <a:gd name="connsiteY0" fmla="*/ 590533 h 668354"/>
                <a:gd name="connsiteX1" fmla="*/ 1360942 w 2780249"/>
                <a:gd name="connsiteY1" fmla="*/ 41 h 668354"/>
                <a:gd name="connsiteX2" fmla="*/ 2780249 w 2780249"/>
                <a:gd name="connsiteY2" fmla="*/ 609988 h 668354"/>
                <a:gd name="connsiteX3" fmla="*/ 2416909 w 2780249"/>
                <a:gd name="connsiteY3" fmla="*/ 668354 h 668354"/>
                <a:gd name="connsiteX4" fmla="*/ 1351215 w 2780249"/>
                <a:gd name="connsiteY4" fmla="*/ 480112 h 668354"/>
                <a:gd name="connsiteX5" fmla="*/ 275792 w 2780249"/>
                <a:gd name="connsiteY5" fmla="*/ 639171 h 668354"/>
                <a:gd name="connsiteX6" fmla="*/ 0 w 2780249"/>
                <a:gd name="connsiteY6" fmla="*/ 590533 h 668354"/>
                <a:gd name="connsiteX0" fmla="*/ 0 w 2780249"/>
                <a:gd name="connsiteY0" fmla="*/ 590533 h 775358"/>
                <a:gd name="connsiteX1" fmla="*/ 1360942 w 2780249"/>
                <a:gd name="connsiteY1" fmla="*/ 41 h 775358"/>
                <a:gd name="connsiteX2" fmla="*/ 2780249 w 2780249"/>
                <a:gd name="connsiteY2" fmla="*/ 609988 h 775358"/>
                <a:gd name="connsiteX3" fmla="*/ 2329360 w 2780249"/>
                <a:gd name="connsiteY3" fmla="*/ 775358 h 775358"/>
                <a:gd name="connsiteX4" fmla="*/ 1351215 w 2780249"/>
                <a:gd name="connsiteY4" fmla="*/ 480112 h 775358"/>
                <a:gd name="connsiteX5" fmla="*/ 275792 w 2780249"/>
                <a:gd name="connsiteY5" fmla="*/ 639171 h 775358"/>
                <a:gd name="connsiteX6" fmla="*/ 0 w 2780249"/>
                <a:gd name="connsiteY6" fmla="*/ 590533 h 775358"/>
                <a:gd name="connsiteX0" fmla="*/ 0 w 2673245"/>
                <a:gd name="connsiteY0" fmla="*/ 600391 h 785216"/>
                <a:gd name="connsiteX1" fmla="*/ 1360942 w 2673245"/>
                <a:gd name="connsiteY1" fmla="*/ 9899 h 785216"/>
                <a:gd name="connsiteX2" fmla="*/ 2673245 w 2673245"/>
                <a:gd name="connsiteY2" fmla="*/ 405837 h 785216"/>
                <a:gd name="connsiteX3" fmla="*/ 2329360 w 2673245"/>
                <a:gd name="connsiteY3" fmla="*/ 785216 h 785216"/>
                <a:gd name="connsiteX4" fmla="*/ 1351215 w 2673245"/>
                <a:gd name="connsiteY4" fmla="*/ 489970 h 785216"/>
                <a:gd name="connsiteX5" fmla="*/ 275792 w 2673245"/>
                <a:gd name="connsiteY5" fmla="*/ 649029 h 785216"/>
                <a:gd name="connsiteX6" fmla="*/ 0 w 2673245"/>
                <a:gd name="connsiteY6" fmla="*/ 600391 h 785216"/>
                <a:gd name="connsiteX0" fmla="*/ 0 w 2673245"/>
                <a:gd name="connsiteY0" fmla="*/ 593348 h 778173"/>
                <a:gd name="connsiteX1" fmla="*/ 1360942 w 2673245"/>
                <a:gd name="connsiteY1" fmla="*/ 2856 h 778173"/>
                <a:gd name="connsiteX2" fmla="*/ 2673245 w 2673245"/>
                <a:gd name="connsiteY2" fmla="*/ 398794 h 778173"/>
                <a:gd name="connsiteX3" fmla="*/ 2329360 w 2673245"/>
                <a:gd name="connsiteY3" fmla="*/ 778173 h 778173"/>
                <a:gd name="connsiteX4" fmla="*/ 1351215 w 2673245"/>
                <a:gd name="connsiteY4" fmla="*/ 482927 h 778173"/>
                <a:gd name="connsiteX5" fmla="*/ 275792 w 2673245"/>
                <a:gd name="connsiteY5" fmla="*/ 641986 h 778173"/>
                <a:gd name="connsiteX6" fmla="*/ 0 w 2673245"/>
                <a:gd name="connsiteY6" fmla="*/ 593348 h 778173"/>
                <a:gd name="connsiteX0" fmla="*/ 0 w 2478691"/>
                <a:gd name="connsiteY0" fmla="*/ 293714 h 809279"/>
                <a:gd name="connsiteX1" fmla="*/ 1166388 w 2478691"/>
                <a:gd name="connsiteY1" fmla="*/ 33962 h 809279"/>
                <a:gd name="connsiteX2" fmla="*/ 2478691 w 2478691"/>
                <a:gd name="connsiteY2" fmla="*/ 429900 h 809279"/>
                <a:gd name="connsiteX3" fmla="*/ 2134806 w 2478691"/>
                <a:gd name="connsiteY3" fmla="*/ 809279 h 809279"/>
                <a:gd name="connsiteX4" fmla="*/ 1156661 w 2478691"/>
                <a:gd name="connsiteY4" fmla="*/ 514033 h 809279"/>
                <a:gd name="connsiteX5" fmla="*/ 81238 w 2478691"/>
                <a:gd name="connsiteY5" fmla="*/ 673092 h 809279"/>
                <a:gd name="connsiteX6" fmla="*/ 0 w 2478691"/>
                <a:gd name="connsiteY6" fmla="*/ 293714 h 809279"/>
                <a:gd name="connsiteX0" fmla="*/ 0 w 2478691"/>
                <a:gd name="connsiteY0" fmla="*/ 262275 h 777840"/>
                <a:gd name="connsiteX1" fmla="*/ 1166388 w 2478691"/>
                <a:gd name="connsiteY1" fmla="*/ 2523 h 777840"/>
                <a:gd name="connsiteX2" fmla="*/ 2478691 w 2478691"/>
                <a:gd name="connsiteY2" fmla="*/ 398461 h 777840"/>
                <a:gd name="connsiteX3" fmla="*/ 2134806 w 2478691"/>
                <a:gd name="connsiteY3" fmla="*/ 777840 h 777840"/>
                <a:gd name="connsiteX4" fmla="*/ 1156661 w 2478691"/>
                <a:gd name="connsiteY4" fmla="*/ 482594 h 777840"/>
                <a:gd name="connsiteX5" fmla="*/ 81238 w 2478691"/>
                <a:gd name="connsiteY5" fmla="*/ 641653 h 777840"/>
                <a:gd name="connsiteX6" fmla="*/ 0 w 2478691"/>
                <a:gd name="connsiteY6" fmla="*/ 262275 h 777840"/>
                <a:gd name="connsiteX0" fmla="*/ 0 w 2478691"/>
                <a:gd name="connsiteY0" fmla="*/ 262275 h 777841"/>
                <a:gd name="connsiteX1" fmla="*/ 1166388 w 2478691"/>
                <a:gd name="connsiteY1" fmla="*/ 2523 h 777841"/>
                <a:gd name="connsiteX2" fmla="*/ 2478691 w 2478691"/>
                <a:gd name="connsiteY2" fmla="*/ 398461 h 777841"/>
                <a:gd name="connsiteX3" fmla="*/ 2134806 w 2478691"/>
                <a:gd name="connsiteY3" fmla="*/ 777840 h 777841"/>
                <a:gd name="connsiteX4" fmla="*/ 1156661 w 2478691"/>
                <a:gd name="connsiteY4" fmla="*/ 482594 h 777841"/>
                <a:gd name="connsiteX5" fmla="*/ 178515 w 2478691"/>
                <a:gd name="connsiteY5" fmla="*/ 777841 h 777841"/>
                <a:gd name="connsiteX6" fmla="*/ 0 w 2478691"/>
                <a:gd name="connsiteY6" fmla="*/ 262275 h 777841"/>
                <a:gd name="connsiteX0" fmla="*/ 0 w 2478691"/>
                <a:gd name="connsiteY0" fmla="*/ 262275 h 777840"/>
                <a:gd name="connsiteX1" fmla="*/ 1166388 w 2478691"/>
                <a:gd name="connsiteY1" fmla="*/ 2523 h 777840"/>
                <a:gd name="connsiteX2" fmla="*/ 2478691 w 2478691"/>
                <a:gd name="connsiteY2" fmla="*/ 398461 h 777840"/>
                <a:gd name="connsiteX3" fmla="*/ 2134806 w 2478691"/>
                <a:gd name="connsiteY3" fmla="*/ 777840 h 777840"/>
                <a:gd name="connsiteX4" fmla="*/ 1156661 w 2478691"/>
                <a:gd name="connsiteY4" fmla="*/ 482594 h 777840"/>
                <a:gd name="connsiteX5" fmla="*/ 139604 w 2478691"/>
                <a:gd name="connsiteY5" fmla="*/ 748658 h 777840"/>
                <a:gd name="connsiteX6" fmla="*/ 0 w 2478691"/>
                <a:gd name="connsiteY6" fmla="*/ 262275 h 777840"/>
                <a:gd name="connsiteX0" fmla="*/ 0 w 2478691"/>
                <a:gd name="connsiteY0" fmla="*/ 262275 h 777840"/>
                <a:gd name="connsiteX1" fmla="*/ 1166388 w 2478691"/>
                <a:gd name="connsiteY1" fmla="*/ 2523 h 777840"/>
                <a:gd name="connsiteX2" fmla="*/ 2478691 w 2478691"/>
                <a:gd name="connsiteY2" fmla="*/ 398461 h 777840"/>
                <a:gd name="connsiteX3" fmla="*/ 2134806 w 2478691"/>
                <a:gd name="connsiteY3" fmla="*/ 777840 h 777840"/>
                <a:gd name="connsiteX4" fmla="*/ 1156661 w 2478691"/>
                <a:gd name="connsiteY4" fmla="*/ 482594 h 777840"/>
                <a:gd name="connsiteX5" fmla="*/ 139604 w 2478691"/>
                <a:gd name="connsiteY5" fmla="*/ 748658 h 777840"/>
                <a:gd name="connsiteX6" fmla="*/ 0 w 2478691"/>
                <a:gd name="connsiteY6" fmla="*/ 262275 h 777840"/>
                <a:gd name="connsiteX0" fmla="*/ 0 w 2478691"/>
                <a:gd name="connsiteY0" fmla="*/ 262275 h 797295"/>
                <a:gd name="connsiteX1" fmla="*/ 1166388 w 2478691"/>
                <a:gd name="connsiteY1" fmla="*/ 2523 h 797295"/>
                <a:gd name="connsiteX2" fmla="*/ 2478691 w 2478691"/>
                <a:gd name="connsiteY2" fmla="*/ 398461 h 797295"/>
                <a:gd name="connsiteX3" fmla="*/ 2144534 w 2478691"/>
                <a:gd name="connsiteY3" fmla="*/ 797295 h 797295"/>
                <a:gd name="connsiteX4" fmla="*/ 1156661 w 2478691"/>
                <a:gd name="connsiteY4" fmla="*/ 482594 h 797295"/>
                <a:gd name="connsiteX5" fmla="*/ 139604 w 2478691"/>
                <a:gd name="connsiteY5" fmla="*/ 748658 h 797295"/>
                <a:gd name="connsiteX6" fmla="*/ 0 w 2478691"/>
                <a:gd name="connsiteY6" fmla="*/ 262275 h 797295"/>
                <a:gd name="connsiteX0" fmla="*/ 0 w 2478691"/>
                <a:gd name="connsiteY0" fmla="*/ 262275 h 797295"/>
                <a:gd name="connsiteX1" fmla="*/ 1166388 w 2478691"/>
                <a:gd name="connsiteY1" fmla="*/ 2523 h 797295"/>
                <a:gd name="connsiteX2" fmla="*/ 2478691 w 2478691"/>
                <a:gd name="connsiteY2" fmla="*/ 398461 h 797295"/>
                <a:gd name="connsiteX3" fmla="*/ 2144534 w 2478691"/>
                <a:gd name="connsiteY3" fmla="*/ 797295 h 797295"/>
                <a:gd name="connsiteX4" fmla="*/ 1156661 w 2478691"/>
                <a:gd name="connsiteY4" fmla="*/ 482594 h 797295"/>
                <a:gd name="connsiteX5" fmla="*/ 139604 w 2478691"/>
                <a:gd name="connsiteY5" fmla="*/ 748658 h 797295"/>
                <a:gd name="connsiteX6" fmla="*/ 0 w 2478691"/>
                <a:gd name="connsiteY6" fmla="*/ 262275 h 797295"/>
                <a:gd name="connsiteX0" fmla="*/ 0 w 2309168"/>
                <a:gd name="connsiteY0" fmla="*/ 259772 h 794792"/>
                <a:gd name="connsiteX1" fmla="*/ 1166388 w 2309168"/>
                <a:gd name="connsiteY1" fmla="*/ 20 h 794792"/>
                <a:gd name="connsiteX2" fmla="*/ 2309168 w 2309168"/>
                <a:gd name="connsiteY2" fmla="*/ 270099 h 794792"/>
                <a:gd name="connsiteX3" fmla="*/ 2144534 w 2309168"/>
                <a:gd name="connsiteY3" fmla="*/ 794792 h 794792"/>
                <a:gd name="connsiteX4" fmla="*/ 1156661 w 2309168"/>
                <a:gd name="connsiteY4" fmla="*/ 480091 h 794792"/>
                <a:gd name="connsiteX5" fmla="*/ 139604 w 2309168"/>
                <a:gd name="connsiteY5" fmla="*/ 746155 h 794792"/>
                <a:gd name="connsiteX6" fmla="*/ 0 w 2309168"/>
                <a:gd name="connsiteY6" fmla="*/ 259772 h 794792"/>
                <a:gd name="connsiteX0" fmla="*/ 0 w 2309168"/>
                <a:gd name="connsiteY0" fmla="*/ 259772 h 794792"/>
                <a:gd name="connsiteX1" fmla="*/ 1166388 w 2309168"/>
                <a:gd name="connsiteY1" fmla="*/ 20 h 794792"/>
                <a:gd name="connsiteX2" fmla="*/ 2309168 w 2309168"/>
                <a:gd name="connsiteY2" fmla="*/ 270099 h 794792"/>
                <a:gd name="connsiteX3" fmla="*/ 2144534 w 2309168"/>
                <a:gd name="connsiteY3" fmla="*/ 794792 h 794792"/>
                <a:gd name="connsiteX4" fmla="*/ 1156661 w 2309168"/>
                <a:gd name="connsiteY4" fmla="*/ 480091 h 794792"/>
                <a:gd name="connsiteX5" fmla="*/ 139604 w 2309168"/>
                <a:gd name="connsiteY5" fmla="*/ 746155 h 794792"/>
                <a:gd name="connsiteX6" fmla="*/ 0 w 2309168"/>
                <a:gd name="connsiteY6" fmla="*/ 259772 h 794792"/>
                <a:gd name="connsiteX0" fmla="*/ 0 w 2309168"/>
                <a:gd name="connsiteY0" fmla="*/ 259772 h 746155"/>
                <a:gd name="connsiteX1" fmla="*/ 1166388 w 2309168"/>
                <a:gd name="connsiteY1" fmla="*/ 20 h 746155"/>
                <a:gd name="connsiteX2" fmla="*/ 2309168 w 2309168"/>
                <a:gd name="connsiteY2" fmla="*/ 270099 h 746155"/>
                <a:gd name="connsiteX3" fmla="*/ 2121417 w 2309168"/>
                <a:gd name="connsiteY3" fmla="*/ 707462 h 746155"/>
                <a:gd name="connsiteX4" fmla="*/ 1156661 w 2309168"/>
                <a:gd name="connsiteY4" fmla="*/ 480091 h 746155"/>
                <a:gd name="connsiteX5" fmla="*/ 139604 w 2309168"/>
                <a:gd name="connsiteY5" fmla="*/ 746155 h 746155"/>
                <a:gd name="connsiteX6" fmla="*/ 0 w 2309168"/>
                <a:gd name="connsiteY6" fmla="*/ 259772 h 746155"/>
                <a:gd name="connsiteX0" fmla="*/ 0 w 2309168"/>
                <a:gd name="connsiteY0" fmla="*/ 259772 h 746155"/>
                <a:gd name="connsiteX1" fmla="*/ 1166388 w 2309168"/>
                <a:gd name="connsiteY1" fmla="*/ 20 h 746155"/>
                <a:gd name="connsiteX2" fmla="*/ 2309168 w 2309168"/>
                <a:gd name="connsiteY2" fmla="*/ 270099 h 746155"/>
                <a:gd name="connsiteX3" fmla="*/ 2121417 w 2309168"/>
                <a:gd name="connsiteY3" fmla="*/ 707462 h 746155"/>
                <a:gd name="connsiteX4" fmla="*/ 1156661 w 2309168"/>
                <a:gd name="connsiteY4" fmla="*/ 480091 h 746155"/>
                <a:gd name="connsiteX5" fmla="*/ 139604 w 2309168"/>
                <a:gd name="connsiteY5" fmla="*/ 746155 h 746155"/>
                <a:gd name="connsiteX6" fmla="*/ 0 w 2309168"/>
                <a:gd name="connsiteY6" fmla="*/ 259772 h 746155"/>
                <a:gd name="connsiteX0" fmla="*/ 0 w 2309168"/>
                <a:gd name="connsiteY0" fmla="*/ 226793 h 746567"/>
                <a:gd name="connsiteX1" fmla="*/ 1166388 w 2309168"/>
                <a:gd name="connsiteY1" fmla="*/ 432 h 746567"/>
                <a:gd name="connsiteX2" fmla="*/ 2309168 w 2309168"/>
                <a:gd name="connsiteY2" fmla="*/ 270511 h 746567"/>
                <a:gd name="connsiteX3" fmla="*/ 2121417 w 2309168"/>
                <a:gd name="connsiteY3" fmla="*/ 707874 h 746567"/>
                <a:gd name="connsiteX4" fmla="*/ 1156661 w 2309168"/>
                <a:gd name="connsiteY4" fmla="*/ 480503 h 746567"/>
                <a:gd name="connsiteX5" fmla="*/ 139604 w 2309168"/>
                <a:gd name="connsiteY5" fmla="*/ 746567 h 746567"/>
                <a:gd name="connsiteX6" fmla="*/ 0 w 2309168"/>
                <a:gd name="connsiteY6" fmla="*/ 226793 h 746567"/>
                <a:gd name="connsiteX0" fmla="*/ 0 w 2309168"/>
                <a:gd name="connsiteY0" fmla="*/ 226663 h 746437"/>
                <a:gd name="connsiteX1" fmla="*/ 1166388 w 2309168"/>
                <a:gd name="connsiteY1" fmla="*/ 302 h 746437"/>
                <a:gd name="connsiteX2" fmla="*/ 2309168 w 2309168"/>
                <a:gd name="connsiteY2" fmla="*/ 270381 h 746437"/>
                <a:gd name="connsiteX3" fmla="*/ 2121417 w 2309168"/>
                <a:gd name="connsiteY3" fmla="*/ 707744 h 746437"/>
                <a:gd name="connsiteX4" fmla="*/ 1156661 w 2309168"/>
                <a:gd name="connsiteY4" fmla="*/ 480373 h 746437"/>
                <a:gd name="connsiteX5" fmla="*/ 139604 w 2309168"/>
                <a:gd name="connsiteY5" fmla="*/ 746437 h 746437"/>
                <a:gd name="connsiteX6" fmla="*/ 0 w 2309168"/>
                <a:gd name="connsiteY6" fmla="*/ 226663 h 746437"/>
                <a:gd name="connsiteX0" fmla="*/ 0 w 2309168"/>
                <a:gd name="connsiteY0" fmla="*/ 226614 h 746388"/>
                <a:gd name="connsiteX1" fmla="*/ 1166388 w 2309168"/>
                <a:gd name="connsiteY1" fmla="*/ 253 h 746388"/>
                <a:gd name="connsiteX2" fmla="*/ 2309168 w 2309168"/>
                <a:gd name="connsiteY2" fmla="*/ 270332 h 746388"/>
                <a:gd name="connsiteX3" fmla="*/ 2121417 w 2309168"/>
                <a:gd name="connsiteY3" fmla="*/ 707695 h 746388"/>
                <a:gd name="connsiteX4" fmla="*/ 1156661 w 2309168"/>
                <a:gd name="connsiteY4" fmla="*/ 480324 h 746388"/>
                <a:gd name="connsiteX5" fmla="*/ 139604 w 2309168"/>
                <a:gd name="connsiteY5" fmla="*/ 746388 h 746388"/>
                <a:gd name="connsiteX6" fmla="*/ 0 w 2309168"/>
                <a:gd name="connsiteY6" fmla="*/ 226614 h 746388"/>
                <a:gd name="connsiteX0" fmla="*/ 0 w 2309168"/>
                <a:gd name="connsiteY0" fmla="*/ 231692 h 746328"/>
                <a:gd name="connsiteX1" fmla="*/ 1166388 w 2309168"/>
                <a:gd name="connsiteY1" fmla="*/ 193 h 746328"/>
                <a:gd name="connsiteX2" fmla="*/ 2309168 w 2309168"/>
                <a:gd name="connsiteY2" fmla="*/ 270272 h 746328"/>
                <a:gd name="connsiteX3" fmla="*/ 2121417 w 2309168"/>
                <a:gd name="connsiteY3" fmla="*/ 707635 h 746328"/>
                <a:gd name="connsiteX4" fmla="*/ 1156661 w 2309168"/>
                <a:gd name="connsiteY4" fmla="*/ 480264 h 746328"/>
                <a:gd name="connsiteX5" fmla="*/ 139604 w 2309168"/>
                <a:gd name="connsiteY5" fmla="*/ 746328 h 746328"/>
                <a:gd name="connsiteX6" fmla="*/ 0 w 2309168"/>
                <a:gd name="connsiteY6" fmla="*/ 231692 h 746328"/>
                <a:gd name="connsiteX0" fmla="*/ 0 w 2309168"/>
                <a:gd name="connsiteY0" fmla="*/ 231692 h 707635"/>
                <a:gd name="connsiteX1" fmla="*/ 1166388 w 2309168"/>
                <a:gd name="connsiteY1" fmla="*/ 193 h 707635"/>
                <a:gd name="connsiteX2" fmla="*/ 2309168 w 2309168"/>
                <a:gd name="connsiteY2" fmla="*/ 270272 h 707635"/>
                <a:gd name="connsiteX3" fmla="*/ 2121417 w 2309168"/>
                <a:gd name="connsiteY3" fmla="*/ 707635 h 707635"/>
                <a:gd name="connsiteX4" fmla="*/ 1156661 w 2309168"/>
                <a:gd name="connsiteY4" fmla="*/ 480264 h 707635"/>
                <a:gd name="connsiteX5" fmla="*/ 172995 w 2309168"/>
                <a:gd name="connsiteY5" fmla="*/ 684683 h 707635"/>
                <a:gd name="connsiteX6" fmla="*/ 0 w 2309168"/>
                <a:gd name="connsiteY6" fmla="*/ 231692 h 707635"/>
                <a:gd name="connsiteX0" fmla="*/ 0 w 2309168"/>
                <a:gd name="connsiteY0" fmla="*/ 231692 h 707635"/>
                <a:gd name="connsiteX1" fmla="*/ 1166388 w 2309168"/>
                <a:gd name="connsiteY1" fmla="*/ 193 h 707635"/>
                <a:gd name="connsiteX2" fmla="*/ 2309168 w 2309168"/>
                <a:gd name="connsiteY2" fmla="*/ 270272 h 707635"/>
                <a:gd name="connsiteX3" fmla="*/ 2121417 w 2309168"/>
                <a:gd name="connsiteY3" fmla="*/ 707635 h 707635"/>
                <a:gd name="connsiteX4" fmla="*/ 1156661 w 2309168"/>
                <a:gd name="connsiteY4" fmla="*/ 480264 h 707635"/>
                <a:gd name="connsiteX5" fmla="*/ 172995 w 2309168"/>
                <a:gd name="connsiteY5" fmla="*/ 684683 h 707635"/>
                <a:gd name="connsiteX6" fmla="*/ 0 w 2309168"/>
                <a:gd name="connsiteY6" fmla="*/ 231692 h 707635"/>
                <a:gd name="connsiteX0" fmla="*/ 0 w 2309168"/>
                <a:gd name="connsiteY0" fmla="*/ 231692 h 715340"/>
                <a:gd name="connsiteX1" fmla="*/ 1166388 w 2309168"/>
                <a:gd name="connsiteY1" fmla="*/ 193 h 715340"/>
                <a:gd name="connsiteX2" fmla="*/ 2309168 w 2309168"/>
                <a:gd name="connsiteY2" fmla="*/ 270272 h 715340"/>
                <a:gd name="connsiteX3" fmla="*/ 2123986 w 2309168"/>
                <a:gd name="connsiteY3" fmla="*/ 715340 h 715340"/>
                <a:gd name="connsiteX4" fmla="*/ 1156661 w 2309168"/>
                <a:gd name="connsiteY4" fmla="*/ 480264 h 715340"/>
                <a:gd name="connsiteX5" fmla="*/ 172995 w 2309168"/>
                <a:gd name="connsiteY5" fmla="*/ 684683 h 715340"/>
                <a:gd name="connsiteX6" fmla="*/ 0 w 2309168"/>
                <a:gd name="connsiteY6" fmla="*/ 231692 h 715340"/>
                <a:gd name="connsiteX0" fmla="*/ 0 w 2309168"/>
                <a:gd name="connsiteY0" fmla="*/ 231692 h 715340"/>
                <a:gd name="connsiteX1" fmla="*/ 1166388 w 2309168"/>
                <a:gd name="connsiteY1" fmla="*/ 193 h 715340"/>
                <a:gd name="connsiteX2" fmla="*/ 2309168 w 2309168"/>
                <a:gd name="connsiteY2" fmla="*/ 270272 h 715340"/>
                <a:gd name="connsiteX3" fmla="*/ 2123986 w 2309168"/>
                <a:gd name="connsiteY3" fmla="*/ 715340 h 715340"/>
                <a:gd name="connsiteX4" fmla="*/ 1156661 w 2309168"/>
                <a:gd name="connsiteY4" fmla="*/ 480264 h 715340"/>
                <a:gd name="connsiteX5" fmla="*/ 172995 w 2309168"/>
                <a:gd name="connsiteY5" fmla="*/ 684683 h 715340"/>
                <a:gd name="connsiteX6" fmla="*/ 0 w 2309168"/>
                <a:gd name="connsiteY6" fmla="*/ 231692 h 715340"/>
                <a:gd name="connsiteX0" fmla="*/ 0 w 2309168"/>
                <a:gd name="connsiteY0" fmla="*/ 231692 h 715340"/>
                <a:gd name="connsiteX1" fmla="*/ 1166388 w 2309168"/>
                <a:gd name="connsiteY1" fmla="*/ 193 h 715340"/>
                <a:gd name="connsiteX2" fmla="*/ 2309168 w 2309168"/>
                <a:gd name="connsiteY2" fmla="*/ 270272 h 715340"/>
                <a:gd name="connsiteX3" fmla="*/ 2123986 w 2309168"/>
                <a:gd name="connsiteY3" fmla="*/ 715340 h 715340"/>
                <a:gd name="connsiteX4" fmla="*/ 1156661 w 2309168"/>
                <a:gd name="connsiteY4" fmla="*/ 480264 h 715340"/>
                <a:gd name="connsiteX5" fmla="*/ 172995 w 2309168"/>
                <a:gd name="connsiteY5" fmla="*/ 684683 h 715340"/>
                <a:gd name="connsiteX6" fmla="*/ 0 w 2309168"/>
                <a:gd name="connsiteY6" fmla="*/ 231692 h 715340"/>
                <a:gd name="connsiteX0" fmla="*/ 0 w 2314305"/>
                <a:gd name="connsiteY0" fmla="*/ 231543 h 715191"/>
                <a:gd name="connsiteX1" fmla="*/ 1166388 w 2314305"/>
                <a:gd name="connsiteY1" fmla="*/ 44 h 715191"/>
                <a:gd name="connsiteX2" fmla="*/ 2314305 w 2314305"/>
                <a:gd name="connsiteY2" fmla="*/ 249575 h 715191"/>
                <a:gd name="connsiteX3" fmla="*/ 2123986 w 2314305"/>
                <a:gd name="connsiteY3" fmla="*/ 715191 h 715191"/>
                <a:gd name="connsiteX4" fmla="*/ 1156661 w 2314305"/>
                <a:gd name="connsiteY4" fmla="*/ 480115 h 715191"/>
                <a:gd name="connsiteX5" fmla="*/ 172995 w 2314305"/>
                <a:gd name="connsiteY5" fmla="*/ 684534 h 715191"/>
                <a:gd name="connsiteX6" fmla="*/ 0 w 2314305"/>
                <a:gd name="connsiteY6" fmla="*/ 231543 h 715191"/>
                <a:gd name="connsiteX0" fmla="*/ 0 w 2314305"/>
                <a:gd name="connsiteY0" fmla="*/ 231543 h 715191"/>
                <a:gd name="connsiteX1" fmla="*/ 1166388 w 2314305"/>
                <a:gd name="connsiteY1" fmla="*/ 44 h 715191"/>
                <a:gd name="connsiteX2" fmla="*/ 2314305 w 2314305"/>
                <a:gd name="connsiteY2" fmla="*/ 249575 h 715191"/>
                <a:gd name="connsiteX3" fmla="*/ 2123986 w 2314305"/>
                <a:gd name="connsiteY3" fmla="*/ 715191 h 715191"/>
                <a:gd name="connsiteX4" fmla="*/ 1156661 w 2314305"/>
                <a:gd name="connsiteY4" fmla="*/ 480115 h 715191"/>
                <a:gd name="connsiteX5" fmla="*/ 172995 w 2314305"/>
                <a:gd name="connsiteY5" fmla="*/ 684534 h 715191"/>
                <a:gd name="connsiteX6" fmla="*/ 0 w 2314305"/>
                <a:gd name="connsiteY6" fmla="*/ 231543 h 715191"/>
                <a:gd name="connsiteX0" fmla="*/ 0 w 2314305"/>
                <a:gd name="connsiteY0" fmla="*/ 231550 h 715198"/>
                <a:gd name="connsiteX1" fmla="*/ 1166388 w 2314305"/>
                <a:gd name="connsiteY1" fmla="*/ 51 h 715198"/>
                <a:gd name="connsiteX2" fmla="*/ 2314305 w 2314305"/>
                <a:gd name="connsiteY2" fmla="*/ 249582 h 715198"/>
                <a:gd name="connsiteX3" fmla="*/ 2123986 w 2314305"/>
                <a:gd name="connsiteY3" fmla="*/ 715198 h 715198"/>
                <a:gd name="connsiteX4" fmla="*/ 1156661 w 2314305"/>
                <a:gd name="connsiteY4" fmla="*/ 480122 h 715198"/>
                <a:gd name="connsiteX5" fmla="*/ 172995 w 2314305"/>
                <a:gd name="connsiteY5" fmla="*/ 684541 h 715198"/>
                <a:gd name="connsiteX6" fmla="*/ 0 w 2314305"/>
                <a:gd name="connsiteY6" fmla="*/ 231550 h 715198"/>
                <a:gd name="connsiteX0" fmla="*/ 0 w 2314305"/>
                <a:gd name="connsiteY0" fmla="*/ 233092 h 716740"/>
                <a:gd name="connsiteX1" fmla="*/ 1166388 w 2314305"/>
                <a:gd name="connsiteY1" fmla="*/ 1593 h 716740"/>
                <a:gd name="connsiteX2" fmla="*/ 2314305 w 2314305"/>
                <a:gd name="connsiteY2" fmla="*/ 251124 h 716740"/>
                <a:gd name="connsiteX3" fmla="*/ 2123986 w 2314305"/>
                <a:gd name="connsiteY3" fmla="*/ 716740 h 716740"/>
                <a:gd name="connsiteX4" fmla="*/ 1156661 w 2314305"/>
                <a:gd name="connsiteY4" fmla="*/ 481664 h 716740"/>
                <a:gd name="connsiteX5" fmla="*/ 172995 w 2314305"/>
                <a:gd name="connsiteY5" fmla="*/ 686083 h 716740"/>
                <a:gd name="connsiteX6" fmla="*/ 0 w 2314305"/>
                <a:gd name="connsiteY6" fmla="*/ 233092 h 716740"/>
                <a:gd name="connsiteX0" fmla="*/ 0 w 2314305"/>
                <a:gd name="connsiteY0" fmla="*/ 231523 h 715171"/>
                <a:gd name="connsiteX1" fmla="*/ 1166388 w 2314305"/>
                <a:gd name="connsiteY1" fmla="*/ 24 h 715171"/>
                <a:gd name="connsiteX2" fmla="*/ 2314305 w 2314305"/>
                <a:gd name="connsiteY2" fmla="*/ 249555 h 715171"/>
                <a:gd name="connsiteX3" fmla="*/ 2123986 w 2314305"/>
                <a:gd name="connsiteY3" fmla="*/ 715171 h 715171"/>
                <a:gd name="connsiteX4" fmla="*/ 1156661 w 2314305"/>
                <a:gd name="connsiteY4" fmla="*/ 480095 h 715171"/>
                <a:gd name="connsiteX5" fmla="*/ 172995 w 2314305"/>
                <a:gd name="connsiteY5" fmla="*/ 684514 h 715171"/>
                <a:gd name="connsiteX6" fmla="*/ 0 w 2314305"/>
                <a:gd name="connsiteY6" fmla="*/ 231523 h 715171"/>
                <a:gd name="connsiteX0" fmla="*/ 0 w 2314305"/>
                <a:gd name="connsiteY0" fmla="*/ 231550 h 715198"/>
                <a:gd name="connsiteX1" fmla="*/ 1166388 w 2314305"/>
                <a:gd name="connsiteY1" fmla="*/ 51 h 715198"/>
                <a:gd name="connsiteX2" fmla="*/ 2314305 w 2314305"/>
                <a:gd name="connsiteY2" fmla="*/ 249582 h 715198"/>
                <a:gd name="connsiteX3" fmla="*/ 2123986 w 2314305"/>
                <a:gd name="connsiteY3" fmla="*/ 715198 h 715198"/>
                <a:gd name="connsiteX4" fmla="*/ 1156661 w 2314305"/>
                <a:gd name="connsiteY4" fmla="*/ 480122 h 715198"/>
                <a:gd name="connsiteX5" fmla="*/ 172995 w 2314305"/>
                <a:gd name="connsiteY5" fmla="*/ 684541 h 715198"/>
                <a:gd name="connsiteX6" fmla="*/ 0 w 2314305"/>
                <a:gd name="connsiteY6" fmla="*/ 231550 h 715198"/>
                <a:gd name="connsiteX0" fmla="*/ 0 w 2314305"/>
                <a:gd name="connsiteY0" fmla="*/ 232088 h 715736"/>
                <a:gd name="connsiteX1" fmla="*/ 1166388 w 2314305"/>
                <a:gd name="connsiteY1" fmla="*/ 589 h 715736"/>
                <a:gd name="connsiteX2" fmla="*/ 2314305 w 2314305"/>
                <a:gd name="connsiteY2" fmla="*/ 250120 h 715736"/>
                <a:gd name="connsiteX3" fmla="*/ 2123986 w 2314305"/>
                <a:gd name="connsiteY3" fmla="*/ 715736 h 715736"/>
                <a:gd name="connsiteX4" fmla="*/ 1156661 w 2314305"/>
                <a:gd name="connsiteY4" fmla="*/ 480660 h 715736"/>
                <a:gd name="connsiteX5" fmla="*/ 172995 w 2314305"/>
                <a:gd name="connsiteY5" fmla="*/ 685079 h 715736"/>
                <a:gd name="connsiteX6" fmla="*/ 0 w 2314305"/>
                <a:gd name="connsiteY6" fmla="*/ 232088 h 715736"/>
                <a:gd name="connsiteX0" fmla="*/ 0 w 2314305"/>
                <a:gd name="connsiteY0" fmla="*/ 232088 h 715736"/>
                <a:gd name="connsiteX1" fmla="*/ 1166388 w 2314305"/>
                <a:gd name="connsiteY1" fmla="*/ 589 h 715736"/>
                <a:gd name="connsiteX2" fmla="*/ 2314305 w 2314305"/>
                <a:gd name="connsiteY2" fmla="*/ 250120 h 715736"/>
                <a:gd name="connsiteX3" fmla="*/ 2123986 w 2314305"/>
                <a:gd name="connsiteY3" fmla="*/ 715736 h 715736"/>
                <a:gd name="connsiteX4" fmla="*/ 1156661 w 2314305"/>
                <a:gd name="connsiteY4" fmla="*/ 480660 h 715736"/>
                <a:gd name="connsiteX5" fmla="*/ 172995 w 2314305"/>
                <a:gd name="connsiteY5" fmla="*/ 685079 h 715736"/>
                <a:gd name="connsiteX6" fmla="*/ 0 w 2314305"/>
                <a:gd name="connsiteY6" fmla="*/ 232088 h 715736"/>
                <a:gd name="connsiteX0" fmla="*/ 0 w 2314305"/>
                <a:gd name="connsiteY0" fmla="*/ 232088 h 715736"/>
                <a:gd name="connsiteX1" fmla="*/ 1166388 w 2314305"/>
                <a:gd name="connsiteY1" fmla="*/ 589 h 715736"/>
                <a:gd name="connsiteX2" fmla="*/ 2314305 w 2314305"/>
                <a:gd name="connsiteY2" fmla="*/ 250120 h 715736"/>
                <a:gd name="connsiteX3" fmla="*/ 2123986 w 2314305"/>
                <a:gd name="connsiteY3" fmla="*/ 715736 h 715736"/>
                <a:gd name="connsiteX4" fmla="*/ 1156661 w 2314305"/>
                <a:gd name="connsiteY4" fmla="*/ 480660 h 715736"/>
                <a:gd name="connsiteX5" fmla="*/ 172995 w 2314305"/>
                <a:gd name="connsiteY5" fmla="*/ 685079 h 715736"/>
                <a:gd name="connsiteX6" fmla="*/ 0 w 2314305"/>
                <a:gd name="connsiteY6" fmla="*/ 232088 h 715736"/>
                <a:gd name="connsiteX0" fmla="*/ 0 w 2314305"/>
                <a:gd name="connsiteY0" fmla="*/ 232060 h 715708"/>
                <a:gd name="connsiteX1" fmla="*/ 1166388 w 2314305"/>
                <a:gd name="connsiteY1" fmla="*/ 561 h 715708"/>
                <a:gd name="connsiteX2" fmla="*/ 2314305 w 2314305"/>
                <a:gd name="connsiteY2" fmla="*/ 250092 h 715708"/>
                <a:gd name="connsiteX3" fmla="*/ 2123986 w 2314305"/>
                <a:gd name="connsiteY3" fmla="*/ 715708 h 715708"/>
                <a:gd name="connsiteX4" fmla="*/ 1156661 w 2314305"/>
                <a:gd name="connsiteY4" fmla="*/ 480632 h 715708"/>
                <a:gd name="connsiteX5" fmla="*/ 172995 w 2314305"/>
                <a:gd name="connsiteY5" fmla="*/ 685051 h 715708"/>
                <a:gd name="connsiteX6" fmla="*/ 0 w 2314305"/>
                <a:gd name="connsiteY6" fmla="*/ 232060 h 7157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314305" h="715708">
                  <a:moveTo>
                    <a:pt x="0" y="232060"/>
                  </a:moveTo>
                  <a:cubicBezTo>
                    <a:pt x="116349" y="135016"/>
                    <a:pt x="772966" y="-10150"/>
                    <a:pt x="1166388" y="561"/>
                  </a:cubicBezTo>
                  <a:cubicBezTo>
                    <a:pt x="1559810" y="11272"/>
                    <a:pt x="1962415" y="54514"/>
                    <a:pt x="2314305" y="250092"/>
                  </a:cubicBezTo>
                  <a:cubicBezTo>
                    <a:pt x="2236857" y="411910"/>
                    <a:pt x="2305049" y="284904"/>
                    <a:pt x="2123986" y="715708"/>
                  </a:cubicBezTo>
                  <a:cubicBezTo>
                    <a:pt x="2077752" y="646036"/>
                    <a:pt x="1616289" y="480632"/>
                    <a:pt x="1156661" y="480632"/>
                  </a:cubicBezTo>
                  <a:cubicBezTo>
                    <a:pt x="697033" y="480632"/>
                    <a:pt x="257593" y="589531"/>
                    <a:pt x="172995" y="685051"/>
                  </a:cubicBezTo>
                  <a:lnTo>
                    <a:pt x="0" y="232060"/>
                  </a:lnTo>
                  <a:close/>
                </a:path>
              </a:pathLst>
            </a:custGeom>
            <a:solidFill>
              <a:srgbClr val="33CCCC"/>
            </a:solidFill>
            <a:ln>
              <a:solidFill>
                <a:srgbClr val="33CCC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8" name="Block Arc 1">
              <a:extLst>
                <a:ext uri="{FF2B5EF4-FFF2-40B4-BE49-F238E27FC236}">
                  <a16:creationId xmlns:a16="http://schemas.microsoft.com/office/drawing/2014/main" id="{AA32AB03-ABD1-EA41-ACC2-05087F227CCA}"/>
                </a:ext>
              </a:extLst>
            </p:cNvPr>
            <p:cNvSpPr/>
            <p:nvPr/>
          </p:nvSpPr>
          <p:spPr>
            <a:xfrm rot="15530126">
              <a:off x="4891919" y="3623815"/>
              <a:ext cx="2314305" cy="715708"/>
            </a:xfrm>
            <a:custGeom>
              <a:avLst/>
              <a:gdLst>
                <a:gd name="connsiteX0" fmla="*/ 0 w 2391141"/>
                <a:gd name="connsiteY0" fmla="*/ 726679 h 1453358"/>
                <a:gd name="connsiteX1" fmla="*/ 1195571 w 2391141"/>
                <a:gd name="connsiteY1" fmla="*/ 0 h 1453358"/>
                <a:gd name="connsiteX2" fmla="*/ 2391142 w 2391141"/>
                <a:gd name="connsiteY2" fmla="*/ 726679 h 1453358"/>
                <a:gd name="connsiteX3" fmla="*/ 2027802 w 2391141"/>
                <a:gd name="connsiteY3" fmla="*/ 726679 h 1453358"/>
                <a:gd name="connsiteX4" fmla="*/ 1195571 w 2391141"/>
                <a:gd name="connsiteY4" fmla="*/ 363339 h 1453358"/>
                <a:gd name="connsiteX5" fmla="*/ 363340 w 2391141"/>
                <a:gd name="connsiteY5" fmla="*/ 726679 h 1453358"/>
                <a:gd name="connsiteX6" fmla="*/ 0 w 2391141"/>
                <a:gd name="connsiteY6" fmla="*/ 726679 h 1453358"/>
                <a:gd name="connsiteX0" fmla="*/ 0 w 2614878"/>
                <a:gd name="connsiteY0" fmla="*/ 727830 h 727830"/>
                <a:gd name="connsiteX1" fmla="*/ 1195571 w 2614878"/>
                <a:gd name="connsiteY1" fmla="*/ 1151 h 727830"/>
                <a:gd name="connsiteX2" fmla="*/ 2614878 w 2614878"/>
                <a:gd name="connsiteY2" fmla="*/ 611098 h 727830"/>
                <a:gd name="connsiteX3" fmla="*/ 2027802 w 2614878"/>
                <a:gd name="connsiteY3" fmla="*/ 727830 h 727830"/>
                <a:gd name="connsiteX4" fmla="*/ 1195571 w 2614878"/>
                <a:gd name="connsiteY4" fmla="*/ 364490 h 727830"/>
                <a:gd name="connsiteX5" fmla="*/ 363340 w 2614878"/>
                <a:gd name="connsiteY5" fmla="*/ 727830 h 727830"/>
                <a:gd name="connsiteX6" fmla="*/ 0 w 2614878"/>
                <a:gd name="connsiteY6" fmla="*/ 727830 h 727830"/>
                <a:gd name="connsiteX0" fmla="*/ 0 w 2614878"/>
                <a:gd name="connsiteY0" fmla="*/ 727830 h 727830"/>
                <a:gd name="connsiteX1" fmla="*/ 1195571 w 2614878"/>
                <a:gd name="connsiteY1" fmla="*/ 1151 h 727830"/>
                <a:gd name="connsiteX2" fmla="*/ 2614878 w 2614878"/>
                <a:gd name="connsiteY2" fmla="*/ 611098 h 727830"/>
                <a:gd name="connsiteX3" fmla="*/ 2251538 w 2614878"/>
                <a:gd name="connsiteY3" fmla="*/ 669464 h 727830"/>
                <a:gd name="connsiteX4" fmla="*/ 1195571 w 2614878"/>
                <a:gd name="connsiteY4" fmla="*/ 364490 h 727830"/>
                <a:gd name="connsiteX5" fmla="*/ 363340 w 2614878"/>
                <a:gd name="connsiteY5" fmla="*/ 727830 h 727830"/>
                <a:gd name="connsiteX6" fmla="*/ 0 w 2614878"/>
                <a:gd name="connsiteY6" fmla="*/ 727830 h 727830"/>
                <a:gd name="connsiteX0" fmla="*/ 0 w 2780249"/>
                <a:gd name="connsiteY0" fmla="*/ 590533 h 726720"/>
                <a:gd name="connsiteX1" fmla="*/ 1360942 w 2780249"/>
                <a:gd name="connsiteY1" fmla="*/ 41 h 726720"/>
                <a:gd name="connsiteX2" fmla="*/ 2780249 w 2780249"/>
                <a:gd name="connsiteY2" fmla="*/ 609988 h 726720"/>
                <a:gd name="connsiteX3" fmla="*/ 2416909 w 2780249"/>
                <a:gd name="connsiteY3" fmla="*/ 668354 h 726720"/>
                <a:gd name="connsiteX4" fmla="*/ 1360942 w 2780249"/>
                <a:gd name="connsiteY4" fmla="*/ 363380 h 726720"/>
                <a:gd name="connsiteX5" fmla="*/ 528711 w 2780249"/>
                <a:gd name="connsiteY5" fmla="*/ 726720 h 726720"/>
                <a:gd name="connsiteX6" fmla="*/ 0 w 2780249"/>
                <a:gd name="connsiteY6" fmla="*/ 590533 h 726720"/>
                <a:gd name="connsiteX0" fmla="*/ 0 w 2780249"/>
                <a:gd name="connsiteY0" fmla="*/ 590533 h 668354"/>
                <a:gd name="connsiteX1" fmla="*/ 1360942 w 2780249"/>
                <a:gd name="connsiteY1" fmla="*/ 41 h 668354"/>
                <a:gd name="connsiteX2" fmla="*/ 2780249 w 2780249"/>
                <a:gd name="connsiteY2" fmla="*/ 609988 h 668354"/>
                <a:gd name="connsiteX3" fmla="*/ 2416909 w 2780249"/>
                <a:gd name="connsiteY3" fmla="*/ 668354 h 668354"/>
                <a:gd name="connsiteX4" fmla="*/ 1360942 w 2780249"/>
                <a:gd name="connsiteY4" fmla="*/ 363380 h 668354"/>
                <a:gd name="connsiteX5" fmla="*/ 275792 w 2780249"/>
                <a:gd name="connsiteY5" fmla="*/ 639171 h 668354"/>
                <a:gd name="connsiteX6" fmla="*/ 0 w 2780249"/>
                <a:gd name="connsiteY6" fmla="*/ 590533 h 668354"/>
                <a:gd name="connsiteX0" fmla="*/ 0 w 2780249"/>
                <a:gd name="connsiteY0" fmla="*/ 590533 h 668354"/>
                <a:gd name="connsiteX1" fmla="*/ 1360942 w 2780249"/>
                <a:gd name="connsiteY1" fmla="*/ 41 h 668354"/>
                <a:gd name="connsiteX2" fmla="*/ 2780249 w 2780249"/>
                <a:gd name="connsiteY2" fmla="*/ 609988 h 668354"/>
                <a:gd name="connsiteX3" fmla="*/ 2416909 w 2780249"/>
                <a:gd name="connsiteY3" fmla="*/ 668354 h 668354"/>
                <a:gd name="connsiteX4" fmla="*/ 1351215 w 2780249"/>
                <a:gd name="connsiteY4" fmla="*/ 480112 h 668354"/>
                <a:gd name="connsiteX5" fmla="*/ 275792 w 2780249"/>
                <a:gd name="connsiteY5" fmla="*/ 639171 h 668354"/>
                <a:gd name="connsiteX6" fmla="*/ 0 w 2780249"/>
                <a:gd name="connsiteY6" fmla="*/ 590533 h 668354"/>
                <a:gd name="connsiteX0" fmla="*/ 0 w 2780249"/>
                <a:gd name="connsiteY0" fmla="*/ 590533 h 775358"/>
                <a:gd name="connsiteX1" fmla="*/ 1360942 w 2780249"/>
                <a:gd name="connsiteY1" fmla="*/ 41 h 775358"/>
                <a:gd name="connsiteX2" fmla="*/ 2780249 w 2780249"/>
                <a:gd name="connsiteY2" fmla="*/ 609988 h 775358"/>
                <a:gd name="connsiteX3" fmla="*/ 2329360 w 2780249"/>
                <a:gd name="connsiteY3" fmla="*/ 775358 h 775358"/>
                <a:gd name="connsiteX4" fmla="*/ 1351215 w 2780249"/>
                <a:gd name="connsiteY4" fmla="*/ 480112 h 775358"/>
                <a:gd name="connsiteX5" fmla="*/ 275792 w 2780249"/>
                <a:gd name="connsiteY5" fmla="*/ 639171 h 775358"/>
                <a:gd name="connsiteX6" fmla="*/ 0 w 2780249"/>
                <a:gd name="connsiteY6" fmla="*/ 590533 h 775358"/>
                <a:gd name="connsiteX0" fmla="*/ 0 w 2673245"/>
                <a:gd name="connsiteY0" fmla="*/ 600391 h 785216"/>
                <a:gd name="connsiteX1" fmla="*/ 1360942 w 2673245"/>
                <a:gd name="connsiteY1" fmla="*/ 9899 h 785216"/>
                <a:gd name="connsiteX2" fmla="*/ 2673245 w 2673245"/>
                <a:gd name="connsiteY2" fmla="*/ 405837 h 785216"/>
                <a:gd name="connsiteX3" fmla="*/ 2329360 w 2673245"/>
                <a:gd name="connsiteY3" fmla="*/ 785216 h 785216"/>
                <a:gd name="connsiteX4" fmla="*/ 1351215 w 2673245"/>
                <a:gd name="connsiteY4" fmla="*/ 489970 h 785216"/>
                <a:gd name="connsiteX5" fmla="*/ 275792 w 2673245"/>
                <a:gd name="connsiteY5" fmla="*/ 649029 h 785216"/>
                <a:gd name="connsiteX6" fmla="*/ 0 w 2673245"/>
                <a:gd name="connsiteY6" fmla="*/ 600391 h 785216"/>
                <a:gd name="connsiteX0" fmla="*/ 0 w 2673245"/>
                <a:gd name="connsiteY0" fmla="*/ 593348 h 778173"/>
                <a:gd name="connsiteX1" fmla="*/ 1360942 w 2673245"/>
                <a:gd name="connsiteY1" fmla="*/ 2856 h 778173"/>
                <a:gd name="connsiteX2" fmla="*/ 2673245 w 2673245"/>
                <a:gd name="connsiteY2" fmla="*/ 398794 h 778173"/>
                <a:gd name="connsiteX3" fmla="*/ 2329360 w 2673245"/>
                <a:gd name="connsiteY3" fmla="*/ 778173 h 778173"/>
                <a:gd name="connsiteX4" fmla="*/ 1351215 w 2673245"/>
                <a:gd name="connsiteY4" fmla="*/ 482927 h 778173"/>
                <a:gd name="connsiteX5" fmla="*/ 275792 w 2673245"/>
                <a:gd name="connsiteY5" fmla="*/ 641986 h 778173"/>
                <a:gd name="connsiteX6" fmla="*/ 0 w 2673245"/>
                <a:gd name="connsiteY6" fmla="*/ 593348 h 778173"/>
                <a:gd name="connsiteX0" fmla="*/ 0 w 2478691"/>
                <a:gd name="connsiteY0" fmla="*/ 293714 h 809279"/>
                <a:gd name="connsiteX1" fmla="*/ 1166388 w 2478691"/>
                <a:gd name="connsiteY1" fmla="*/ 33962 h 809279"/>
                <a:gd name="connsiteX2" fmla="*/ 2478691 w 2478691"/>
                <a:gd name="connsiteY2" fmla="*/ 429900 h 809279"/>
                <a:gd name="connsiteX3" fmla="*/ 2134806 w 2478691"/>
                <a:gd name="connsiteY3" fmla="*/ 809279 h 809279"/>
                <a:gd name="connsiteX4" fmla="*/ 1156661 w 2478691"/>
                <a:gd name="connsiteY4" fmla="*/ 514033 h 809279"/>
                <a:gd name="connsiteX5" fmla="*/ 81238 w 2478691"/>
                <a:gd name="connsiteY5" fmla="*/ 673092 h 809279"/>
                <a:gd name="connsiteX6" fmla="*/ 0 w 2478691"/>
                <a:gd name="connsiteY6" fmla="*/ 293714 h 809279"/>
                <a:gd name="connsiteX0" fmla="*/ 0 w 2478691"/>
                <a:gd name="connsiteY0" fmla="*/ 262275 h 777840"/>
                <a:gd name="connsiteX1" fmla="*/ 1166388 w 2478691"/>
                <a:gd name="connsiteY1" fmla="*/ 2523 h 777840"/>
                <a:gd name="connsiteX2" fmla="*/ 2478691 w 2478691"/>
                <a:gd name="connsiteY2" fmla="*/ 398461 h 777840"/>
                <a:gd name="connsiteX3" fmla="*/ 2134806 w 2478691"/>
                <a:gd name="connsiteY3" fmla="*/ 777840 h 777840"/>
                <a:gd name="connsiteX4" fmla="*/ 1156661 w 2478691"/>
                <a:gd name="connsiteY4" fmla="*/ 482594 h 777840"/>
                <a:gd name="connsiteX5" fmla="*/ 81238 w 2478691"/>
                <a:gd name="connsiteY5" fmla="*/ 641653 h 777840"/>
                <a:gd name="connsiteX6" fmla="*/ 0 w 2478691"/>
                <a:gd name="connsiteY6" fmla="*/ 262275 h 777840"/>
                <a:gd name="connsiteX0" fmla="*/ 0 w 2478691"/>
                <a:gd name="connsiteY0" fmla="*/ 262275 h 777841"/>
                <a:gd name="connsiteX1" fmla="*/ 1166388 w 2478691"/>
                <a:gd name="connsiteY1" fmla="*/ 2523 h 777841"/>
                <a:gd name="connsiteX2" fmla="*/ 2478691 w 2478691"/>
                <a:gd name="connsiteY2" fmla="*/ 398461 h 777841"/>
                <a:gd name="connsiteX3" fmla="*/ 2134806 w 2478691"/>
                <a:gd name="connsiteY3" fmla="*/ 777840 h 777841"/>
                <a:gd name="connsiteX4" fmla="*/ 1156661 w 2478691"/>
                <a:gd name="connsiteY4" fmla="*/ 482594 h 777841"/>
                <a:gd name="connsiteX5" fmla="*/ 178515 w 2478691"/>
                <a:gd name="connsiteY5" fmla="*/ 777841 h 777841"/>
                <a:gd name="connsiteX6" fmla="*/ 0 w 2478691"/>
                <a:gd name="connsiteY6" fmla="*/ 262275 h 777841"/>
                <a:gd name="connsiteX0" fmla="*/ 0 w 2478691"/>
                <a:gd name="connsiteY0" fmla="*/ 262275 h 777840"/>
                <a:gd name="connsiteX1" fmla="*/ 1166388 w 2478691"/>
                <a:gd name="connsiteY1" fmla="*/ 2523 h 777840"/>
                <a:gd name="connsiteX2" fmla="*/ 2478691 w 2478691"/>
                <a:gd name="connsiteY2" fmla="*/ 398461 h 777840"/>
                <a:gd name="connsiteX3" fmla="*/ 2134806 w 2478691"/>
                <a:gd name="connsiteY3" fmla="*/ 777840 h 777840"/>
                <a:gd name="connsiteX4" fmla="*/ 1156661 w 2478691"/>
                <a:gd name="connsiteY4" fmla="*/ 482594 h 777840"/>
                <a:gd name="connsiteX5" fmla="*/ 139604 w 2478691"/>
                <a:gd name="connsiteY5" fmla="*/ 748658 h 777840"/>
                <a:gd name="connsiteX6" fmla="*/ 0 w 2478691"/>
                <a:gd name="connsiteY6" fmla="*/ 262275 h 777840"/>
                <a:gd name="connsiteX0" fmla="*/ 0 w 2478691"/>
                <a:gd name="connsiteY0" fmla="*/ 262275 h 777840"/>
                <a:gd name="connsiteX1" fmla="*/ 1166388 w 2478691"/>
                <a:gd name="connsiteY1" fmla="*/ 2523 h 777840"/>
                <a:gd name="connsiteX2" fmla="*/ 2478691 w 2478691"/>
                <a:gd name="connsiteY2" fmla="*/ 398461 h 777840"/>
                <a:gd name="connsiteX3" fmla="*/ 2134806 w 2478691"/>
                <a:gd name="connsiteY3" fmla="*/ 777840 h 777840"/>
                <a:gd name="connsiteX4" fmla="*/ 1156661 w 2478691"/>
                <a:gd name="connsiteY4" fmla="*/ 482594 h 777840"/>
                <a:gd name="connsiteX5" fmla="*/ 139604 w 2478691"/>
                <a:gd name="connsiteY5" fmla="*/ 748658 h 777840"/>
                <a:gd name="connsiteX6" fmla="*/ 0 w 2478691"/>
                <a:gd name="connsiteY6" fmla="*/ 262275 h 777840"/>
                <a:gd name="connsiteX0" fmla="*/ 0 w 2478691"/>
                <a:gd name="connsiteY0" fmla="*/ 262275 h 797295"/>
                <a:gd name="connsiteX1" fmla="*/ 1166388 w 2478691"/>
                <a:gd name="connsiteY1" fmla="*/ 2523 h 797295"/>
                <a:gd name="connsiteX2" fmla="*/ 2478691 w 2478691"/>
                <a:gd name="connsiteY2" fmla="*/ 398461 h 797295"/>
                <a:gd name="connsiteX3" fmla="*/ 2144534 w 2478691"/>
                <a:gd name="connsiteY3" fmla="*/ 797295 h 797295"/>
                <a:gd name="connsiteX4" fmla="*/ 1156661 w 2478691"/>
                <a:gd name="connsiteY4" fmla="*/ 482594 h 797295"/>
                <a:gd name="connsiteX5" fmla="*/ 139604 w 2478691"/>
                <a:gd name="connsiteY5" fmla="*/ 748658 h 797295"/>
                <a:gd name="connsiteX6" fmla="*/ 0 w 2478691"/>
                <a:gd name="connsiteY6" fmla="*/ 262275 h 797295"/>
                <a:gd name="connsiteX0" fmla="*/ 0 w 2478691"/>
                <a:gd name="connsiteY0" fmla="*/ 262275 h 797295"/>
                <a:gd name="connsiteX1" fmla="*/ 1166388 w 2478691"/>
                <a:gd name="connsiteY1" fmla="*/ 2523 h 797295"/>
                <a:gd name="connsiteX2" fmla="*/ 2478691 w 2478691"/>
                <a:gd name="connsiteY2" fmla="*/ 398461 h 797295"/>
                <a:gd name="connsiteX3" fmla="*/ 2144534 w 2478691"/>
                <a:gd name="connsiteY3" fmla="*/ 797295 h 797295"/>
                <a:gd name="connsiteX4" fmla="*/ 1156661 w 2478691"/>
                <a:gd name="connsiteY4" fmla="*/ 482594 h 797295"/>
                <a:gd name="connsiteX5" fmla="*/ 139604 w 2478691"/>
                <a:gd name="connsiteY5" fmla="*/ 748658 h 797295"/>
                <a:gd name="connsiteX6" fmla="*/ 0 w 2478691"/>
                <a:gd name="connsiteY6" fmla="*/ 262275 h 797295"/>
                <a:gd name="connsiteX0" fmla="*/ 0 w 2309168"/>
                <a:gd name="connsiteY0" fmla="*/ 259772 h 794792"/>
                <a:gd name="connsiteX1" fmla="*/ 1166388 w 2309168"/>
                <a:gd name="connsiteY1" fmla="*/ 20 h 794792"/>
                <a:gd name="connsiteX2" fmla="*/ 2309168 w 2309168"/>
                <a:gd name="connsiteY2" fmla="*/ 270099 h 794792"/>
                <a:gd name="connsiteX3" fmla="*/ 2144534 w 2309168"/>
                <a:gd name="connsiteY3" fmla="*/ 794792 h 794792"/>
                <a:gd name="connsiteX4" fmla="*/ 1156661 w 2309168"/>
                <a:gd name="connsiteY4" fmla="*/ 480091 h 794792"/>
                <a:gd name="connsiteX5" fmla="*/ 139604 w 2309168"/>
                <a:gd name="connsiteY5" fmla="*/ 746155 h 794792"/>
                <a:gd name="connsiteX6" fmla="*/ 0 w 2309168"/>
                <a:gd name="connsiteY6" fmla="*/ 259772 h 794792"/>
                <a:gd name="connsiteX0" fmla="*/ 0 w 2309168"/>
                <a:gd name="connsiteY0" fmla="*/ 259772 h 794792"/>
                <a:gd name="connsiteX1" fmla="*/ 1166388 w 2309168"/>
                <a:gd name="connsiteY1" fmla="*/ 20 h 794792"/>
                <a:gd name="connsiteX2" fmla="*/ 2309168 w 2309168"/>
                <a:gd name="connsiteY2" fmla="*/ 270099 h 794792"/>
                <a:gd name="connsiteX3" fmla="*/ 2144534 w 2309168"/>
                <a:gd name="connsiteY3" fmla="*/ 794792 h 794792"/>
                <a:gd name="connsiteX4" fmla="*/ 1156661 w 2309168"/>
                <a:gd name="connsiteY4" fmla="*/ 480091 h 794792"/>
                <a:gd name="connsiteX5" fmla="*/ 139604 w 2309168"/>
                <a:gd name="connsiteY5" fmla="*/ 746155 h 794792"/>
                <a:gd name="connsiteX6" fmla="*/ 0 w 2309168"/>
                <a:gd name="connsiteY6" fmla="*/ 259772 h 794792"/>
                <a:gd name="connsiteX0" fmla="*/ 0 w 2309168"/>
                <a:gd name="connsiteY0" fmla="*/ 259772 h 746155"/>
                <a:gd name="connsiteX1" fmla="*/ 1166388 w 2309168"/>
                <a:gd name="connsiteY1" fmla="*/ 20 h 746155"/>
                <a:gd name="connsiteX2" fmla="*/ 2309168 w 2309168"/>
                <a:gd name="connsiteY2" fmla="*/ 270099 h 746155"/>
                <a:gd name="connsiteX3" fmla="*/ 2121417 w 2309168"/>
                <a:gd name="connsiteY3" fmla="*/ 707462 h 746155"/>
                <a:gd name="connsiteX4" fmla="*/ 1156661 w 2309168"/>
                <a:gd name="connsiteY4" fmla="*/ 480091 h 746155"/>
                <a:gd name="connsiteX5" fmla="*/ 139604 w 2309168"/>
                <a:gd name="connsiteY5" fmla="*/ 746155 h 746155"/>
                <a:gd name="connsiteX6" fmla="*/ 0 w 2309168"/>
                <a:gd name="connsiteY6" fmla="*/ 259772 h 746155"/>
                <a:gd name="connsiteX0" fmla="*/ 0 w 2309168"/>
                <a:gd name="connsiteY0" fmla="*/ 259772 h 746155"/>
                <a:gd name="connsiteX1" fmla="*/ 1166388 w 2309168"/>
                <a:gd name="connsiteY1" fmla="*/ 20 h 746155"/>
                <a:gd name="connsiteX2" fmla="*/ 2309168 w 2309168"/>
                <a:gd name="connsiteY2" fmla="*/ 270099 h 746155"/>
                <a:gd name="connsiteX3" fmla="*/ 2121417 w 2309168"/>
                <a:gd name="connsiteY3" fmla="*/ 707462 h 746155"/>
                <a:gd name="connsiteX4" fmla="*/ 1156661 w 2309168"/>
                <a:gd name="connsiteY4" fmla="*/ 480091 h 746155"/>
                <a:gd name="connsiteX5" fmla="*/ 139604 w 2309168"/>
                <a:gd name="connsiteY5" fmla="*/ 746155 h 746155"/>
                <a:gd name="connsiteX6" fmla="*/ 0 w 2309168"/>
                <a:gd name="connsiteY6" fmla="*/ 259772 h 746155"/>
                <a:gd name="connsiteX0" fmla="*/ 0 w 2309168"/>
                <a:gd name="connsiteY0" fmla="*/ 226793 h 746567"/>
                <a:gd name="connsiteX1" fmla="*/ 1166388 w 2309168"/>
                <a:gd name="connsiteY1" fmla="*/ 432 h 746567"/>
                <a:gd name="connsiteX2" fmla="*/ 2309168 w 2309168"/>
                <a:gd name="connsiteY2" fmla="*/ 270511 h 746567"/>
                <a:gd name="connsiteX3" fmla="*/ 2121417 w 2309168"/>
                <a:gd name="connsiteY3" fmla="*/ 707874 h 746567"/>
                <a:gd name="connsiteX4" fmla="*/ 1156661 w 2309168"/>
                <a:gd name="connsiteY4" fmla="*/ 480503 h 746567"/>
                <a:gd name="connsiteX5" fmla="*/ 139604 w 2309168"/>
                <a:gd name="connsiteY5" fmla="*/ 746567 h 746567"/>
                <a:gd name="connsiteX6" fmla="*/ 0 w 2309168"/>
                <a:gd name="connsiteY6" fmla="*/ 226793 h 746567"/>
                <a:gd name="connsiteX0" fmla="*/ 0 w 2309168"/>
                <a:gd name="connsiteY0" fmla="*/ 226663 h 746437"/>
                <a:gd name="connsiteX1" fmla="*/ 1166388 w 2309168"/>
                <a:gd name="connsiteY1" fmla="*/ 302 h 746437"/>
                <a:gd name="connsiteX2" fmla="*/ 2309168 w 2309168"/>
                <a:gd name="connsiteY2" fmla="*/ 270381 h 746437"/>
                <a:gd name="connsiteX3" fmla="*/ 2121417 w 2309168"/>
                <a:gd name="connsiteY3" fmla="*/ 707744 h 746437"/>
                <a:gd name="connsiteX4" fmla="*/ 1156661 w 2309168"/>
                <a:gd name="connsiteY4" fmla="*/ 480373 h 746437"/>
                <a:gd name="connsiteX5" fmla="*/ 139604 w 2309168"/>
                <a:gd name="connsiteY5" fmla="*/ 746437 h 746437"/>
                <a:gd name="connsiteX6" fmla="*/ 0 w 2309168"/>
                <a:gd name="connsiteY6" fmla="*/ 226663 h 746437"/>
                <a:gd name="connsiteX0" fmla="*/ 0 w 2309168"/>
                <a:gd name="connsiteY0" fmla="*/ 226614 h 746388"/>
                <a:gd name="connsiteX1" fmla="*/ 1166388 w 2309168"/>
                <a:gd name="connsiteY1" fmla="*/ 253 h 746388"/>
                <a:gd name="connsiteX2" fmla="*/ 2309168 w 2309168"/>
                <a:gd name="connsiteY2" fmla="*/ 270332 h 746388"/>
                <a:gd name="connsiteX3" fmla="*/ 2121417 w 2309168"/>
                <a:gd name="connsiteY3" fmla="*/ 707695 h 746388"/>
                <a:gd name="connsiteX4" fmla="*/ 1156661 w 2309168"/>
                <a:gd name="connsiteY4" fmla="*/ 480324 h 746388"/>
                <a:gd name="connsiteX5" fmla="*/ 139604 w 2309168"/>
                <a:gd name="connsiteY5" fmla="*/ 746388 h 746388"/>
                <a:gd name="connsiteX6" fmla="*/ 0 w 2309168"/>
                <a:gd name="connsiteY6" fmla="*/ 226614 h 746388"/>
                <a:gd name="connsiteX0" fmla="*/ 0 w 2309168"/>
                <a:gd name="connsiteY0" fmla="*/ 231692 h 746328"/>
                <a:gd name="connsiteX1" fmla="*/ 1166388 w 2309168"/>
                <a:gd name="connsiteY1" fmla="*/ 193 h 746328"/>
                <a:gd name="connsiteX2" fmla="*/ 2309168 w 2309168"/>
                <a:gd name="connsiteY2" fmla="*/ 270272 h 746328"/>
                <a:gd name="connsiteX3" fmla="*/ 2121417 w 2309168"/>
                <a:gd name="connsiteY3" fmla="*/ 707635 h 746328"/>
                <a:gd name="connsiteX4" fmla="*/ 1156661 w 2309168"/>
                <a:gd name="connsiteY4" fmla="*/ 480264 h 746328"/>
                <a:gd name="connsiteX5" fmla="*/ 139604 w 2309168"/>
                <a:gd name="connsiteY5" fmla="*/ 746328 h 746328"/>
                <a:gd name="connsiteX6" fmla="*/ 0 w 2309168"/>
                <a:gd name="connsiteY6" fmla="*/ 231692 h 746328"/>
                <a:gd name="connsiteX0" fmla="*/ 0 w 2309168"/>
                <a:gd name="connsiteY0" fmla="*/ 231692 h 707635"/>
                <a:gd name="connsiteX1" fmla="*/ 1166388 w 2309168"/>
                <a:gd name="connsiteY1" fmla="*/ 193 h 707635"/>
                <a:gd name="connsiteX2" fmla="*/ 2309168 w 2309168"/>
                <a:gd name="connsiteY2" fmla="*/ 270272 h 707635"/>
                <a:gd name="connsiteX3" fmla="*/ 2121417 w 2309168"/>
                <a:gd name="connsiteY3" fmla="*/ 707635 h 707635"/>
                <a:gd name="connsiteX4" fmla="*/ 1156661 w 2309168"/>
                <a:gd name="connsiteY4" fmla="*/ 480264 h 707635"/>
                <a:gd name="connsiteX5" fmla="*/ 172995 w 2309168"/>
                <a:gd name="connsiteY5" fmla="*/ 684683 h 707635"/>
                <a:gd name="connsiteX6" fmla="*/ 0 w 2309168"/>
                <a:gd name="connsiteY6" fmla="*/ 231692 h 707635"/>
                <a:gd name="connsiteX0" fmla="*/ 0 w 2309168"/>
                <a:gd name="connsiteY0" fmla="*/ 231692 h 707635"/>
                <a:gd name="connsiteX1" fmla="*/ 1166388 w 2309168"/>
                <a:gd name="connsiteY1" fmla="*/ 193 h 707635"/>
                <a:gd name="connsiteX2" fmla="*/ 2309168 w 2309168"/>
                <a:gd name="connsiteY2" fmla="*/ 270272 h 707635"/>
                <a:gd name="connsiteX3" fmla="*/ 2121417 w 2309168"/>
                <a:gd name="connsiteY3" fmla="*/ 707635 h 707635"/>
                <a:gd name="connsiteX4" fmla="*/ 1156661 w 2309168"/>
                <a:gd name="connsiteY4" fmla="*/ 480264 h 707635"/>
                <a:gd name="connsiteX5" fmla="*/ 172995 w 2309168"/>
                <a:gd name="connsiteY5" fmla="*/ 684683 h 707635"/>
                <a:gd name="connsiteX6" fmla="*/ 0 w 2309168"/>
                <a:gd name="connsiteY6" fmla="*/ 231692 h 707635"/>
                <a:gd name="connsiteX0" fmla="*/ 0 w 2309168"/>
                <a:gd name="connsiteY0" fmla="*/ 231692 h 715340"/>
                <a:gd name="connsiteX1" fmla="*/ 1166388 w 2309168"/>
                <a:gd name="connsiteY1" fmla="*/ 193 h 715340"/>
                <a:gd name="connsiteX2" fmla="*/ 2309168 w 2309168"/>
                <a:gd name="connsiteY2" fmla="*/ 270272 h 715340"/>
                <a:gd name="connsiteX3" fmla="*/ 2123986 w 2309168"/>
                <a:gd name="connsiteY3" fmla="*/ 715340 h 715340"/>
                <a:gd name="connsiteX4" fmla="*/ 1156661 w 2309168"/>
                <a:gd name="connsiteY4" fmla="*/ 480264 h 715340"/>
                <a:gd name="connsiteX5" fmla="*/ 172995 w 2309168"/>
                <a:gd name="connsiteY5" fmla="*/ 684683 h 715340"/>
                <a:gd name="connsiteX6" fmla="*/ 0 w 2309168"/>
                <a:gd name="connsiteY6" fmla="*/ 231692 h 715340"/>
                <a:gd name="connsiteX0" fmla="*/ 0 w 2309168"/>
                <a:gd name="connsiteY0" fmla="*/ 231692 h 715340"/>
                <a:gd name="connsiteX1" fmla="*/ 1166388 w 2309168"/>
                <a:gd name="connsiteY1" fmla="*/ 193 h 715340"/>
                <a:gd name="connsiteX2" fmla="*/ 2309168 w 2309168"/>
                <a:gd name="connsiteY2" fmla="*/ 270272 h 715340"/>
                <a:gd name="connsiteX3" fmla="*/ 2123986 w 2309168"/>
                <a:gd name="connsiteY3" fmla="*/ 715340 h 715340"/>
                <a:gd name="connsiteX4" fmla="*/ 1156661 w 2309168"/>
                <a:gd name="connsiteY4" fmla="*/ 480264 h 715340"/>
                <a:gd name="connsiteX5" fmla="*/ 172995 w 2309168"/>
                <a:gd name="connsiteY5" fmla="*/ 684683 h 715340"/>
                <a:gd name="connsiteX6" fmla="*/ 0 w 2309168"/>
                <a:gd name="connsiteY6" fmla="*/ 231692 h 715340"/>
                <a:gd name="connsiteX0" fmla="*/ 0 w 2309168"/>
                <a:gd name="connsiteY0" fmla="*/ 231692 h 715340"/>
                <a:gd name="connsiteX1" fmla="*/ 1166388 w 2309168"/>
                <a:gd name="connsiteY1" fmla="*/ 193 h 715340"/>
                <a:gd name="connsiteX2" fmla="*/ 2309168 w 2309168"/>
                <a:gd name="connsiteY2" fmla="*/ 270272 h 715340"/>
                <a:gd name="connsiteX3" fmla="*/ 2123986 w 2309168"/>
                <a:gd name="connsiteY3" fmla="*/ 715340 h 715340"/>
                <a:gd name="connsiteX4" fmla="*/ 1156661 w 2309168"/>
                <a:gd name="connsiteY4" fmla="*/ 480264 h 715340"/>
                <a:gd name="connsiteX5" fmla="*/ 172995 w 2309168"/>
                <a:gd name="connsiteY5" fmla="*/ 684683 h 715340"/>
                <a:gd name="connsiteX6" fmla="*/ 0 w 2309168"/>
                <a:gd name="connsiteY6" fmla="*/ 231692 h 715340"/>
                <a:gd name="connsiteX0" fmla="*/ 0 w 2314305"/>
                <a:gd name="connsiteY0" fmla="*/ 231543 h 715191"/>
                <a:gd name="connsiteX1" fmla="*/ 1166388 w 2314305"/>
                <a:gd name="connsiteY1" fmla="*/ 44 h 715191"/>
                <a:gd name="connsiteX2" fmla="*/ 2314305 w 2314305"/>
                <a:gd name="connsiteY2" fmla="*/ 249575 h 715191"/>
                <a:gd name="connsiteX3" fmla="*/ 2123986 w 2314305"/>
                <a:gd name="connsiteY3" fmla="*/ 715191 h 715191"/>
                <a:gd name="connsiteX4" fmla="*/ 1156661 w 2314305"/>
                <a:gd name="connsiteY4" fmla="*/ 480115 h 715191"/>
                <a:gd name="connsiteX5" fmla="*/ 172995 w 2314305"/>
                <a:gd name="connsiteY5" fmla="*/ 684534 h 715191"/>
                <a:gd name="connsiteX6" fmla="*/ 0 w 2314305"/>
                <a:gd name="connsiteY6" fmla="*/ 231543 h 715191"/>
                <a:gd name="connsiteX0" fmla="*/ 0 w 2314305"/>
                <a:gd name="connsiteY0" fmla="*/ 231543 h 715191"/>
                <a:gd name="connsiteX1" fmla="*/ 1166388 w 2314305"/>
                <a:gd name="connsiteY1" fmla="*/ 44 h 715191"/>
                <a:gd name="connsiteX2" fmla="*/ 2314305 w 2314305"/>
                <a:gd name="connsiteY2" fmla="*/ 249575 h 715191"/>
                <a:gd name="connsiteX3" fmla="*/ 2123986 w 2314305"/>
                <a:gd name="connsiteY3" fmla="*/ 715191 h 715191"/>
                <a:gd name="connsiteX4" fmla="*/ 1156661 w 2314305"/>
                <a:gd name="connsiteY4" fmla="*/ 480115 h 715191"/>
                <a:gd name="connsiteX5" fmla="*/ 172995 w 2314305"/>
                <a:gd name="connsiteY5" fmla="*/ 684534 h 715191"/>
                <a:gd name="connsiteX6" fmla="*/ 0 w 2314305"/>
                <a:gd name="connsiteY6" fmla="*/ 231543 h 715191"/>
                <a:gd name="connsiteX0" fmla="*/ 0 w 2314305"/>
                <a:gd name="connsiteY0" fmla="*/ 231550 h 715198"/>
                <a:gd name="connsiteX1" fmla="*/ 1166388 w 2314305"/>
                <a:gd name="connsiteY1" fmla="*/ 51 h 715198"/>
                <a:gd name="connsiteX2" fmla="*/ 2314305 w 2314305"/>
                <a:gd name="connsiteY2" fmla="*/ 249582 h 715198"/>
                <a:gd name="connsiteX3" fmla="*/ 2123986 w 2314305"/>
                <a:gd name="connsiteY3" fmla="*/ 715198 h 715198"/>
                <a:gd name="connsiteX4" fmla="*/ 1156661 w 2314305"/>
                <a:gd name="connsiteY4" fmla="*/ 480122 h 715198"/>
                <a:gd name="connsiteX5" fmla="*/ 172995 w 2314305"/>
                <a:gd name="connsiteY5" fmla="*/ 684541 h 715198"/>
                <a:gd name="connsiteX6" fmla="*/ 0 w 2314305"/>
                <a:gd name="connsiteY6" fmla="*/ 231550 h 715198"/>
                <a:gd name="connsiteX0" fmla="*/ 0 w 2314305"/>
                <a:gd name="connsiteY0" fmla="*/ 233092 h 716740"/>
                <a:gd name="connsiteX1" fmla="*/ 1166388 w 2314305"/>
                <a:gd name="connsiteY1" fmla="*/ 1593 h 716740"/>
                <a:gd name="connsiteX2" fmla="*/ 2314305 w 2314305"/>
                <a:gd name="connsiteY2" fmla="*/ 251124 h 716740"/>
                <a:gd name="connsiteX3" fmla="*/ 2123986 w 2314305"/>
                <a:gd name="connsiteY3" fmla="*/ 716740 h 716740"/>
                <a:gd name="connsiteX4" fmla="*/ 1156661 w 2314305"/>
                <a:gd name="connsiteY4" fmla="*/ 481664 h 716740"/>
                <a:gd name="connsiteX5" fmla="*/ 172995 w 2314305"/>
                <a:gd name="connsiteY5" fmla="*/ 686083 h 716740"/>
                <a:gd name="connsiteX6" fmla="*/ 0 w 2314305"/>
                <a:gd name="connsiteY6" fmla="*/ 233092 h 716740"/>
                <a:gd name="connsiteX0" fmla="*/ 0 w 2314305"/>
                <a:gd name="connsiteY0" fmla="*/ 231523 h 715171"/>
                <a:gd name="connsiteX1" fmla="*/ 1166388 w 2314305"/>
                <a:gd name="connsiteY1" fmla="*/ 24 h 715171"/>
                <a:gd name="connsiteX2" fmla="*/ 2314305 w 2314305"/>
                <a:gd name="connsiteY2" fmla="*/ 249555 h 715171"/>
                <a:gd name="connsiteX3" fmla="*/ 2123986 w 2314305"/>
                <a:gd name="connsiteY3" fmla="*/ 715171 h 715171"/>
                <a:gd name="connsiteX4" fmla="*/ 1156661 w 2314305"/>
                <a:gd name="connsiteY4" fmla="*/ 480095 h 715171"/>
                <a:gd name="connsiteX5" fmla="*/ 172995 w 2314305"/>
                <a:gd name="connsiteY5" fmla="*/ 684514 h 715171"/>
                <a:gd name="connsiteX6" fmla="*/ 0 w 2314305"/>
                <a:gd name="connsiteY6" fmla="*/ 231523 h 715171"/>
                <a:gd name="connsiteX0" fmla="*/ 0 w 2314305"/>
                <a:gd name="connsiteY0" fmla="*/ 231550 h 715198"/>
                <a:gd name="connsiteX1" fmla="*/ 1166388 w 2314305"/>
                <a:gd name="connsiteY1" fmla="*/ 51 h 715198"/>
                <a:gd name="connsiteX2" fmla="*/ 2314305 w 2314305"/>
                <a:gd name="connsiteY2" fmla="*/ 249582 h 715198"/>
                <a:gd name="connsiteX3" fmla="*/ 2123986 w 2314305"/>
                <a:gd name="connsiteY3" fmla="*/ 715198 h 715198"/>
                <a:gd name="connsiteX4" fmla="*/ 1156661 w 2314305"/>
                <a:gd name="connsiteY4" fmla="*/ 480122 h 715198"/>
                <a:gd name="connsiteX5" fmla="*/ 172995 w 2314305"/>
                <a:gd name="connsiteY5" fmla="*/ 684541 h 715198"/>
                <a:gd name="connsiteX6" fmla="*/ 0 w 2314305"/>
                <a:gd name="connsiteY6" fmla="*/ 231550 h 715198"/>
                <a:gd name="connsiteX0" fmla="*/ 0 w 2314305"/>
                <a:gd name="connsiteY0" fmla="*/ 232088 h 715736"/>
                <a:gd name="connsiteX1" fmla="*/ 1166388 w 2314305"/>
                <a:gd name="connsiteY1" fmla="*/ 589 h 715736"/>
                <a:gd name="connsiteX2" fmla="*/ 2314305 w 2314305"/>
                <a:gd name="connsiteY2" fmla="*/ 250120 h 715736"/>
                <a:gd name="connsiteX3" fmla="*/ 2123986 w 2314305"/>
                <a:gd name="connsiteY3" fmla="*/ 715736 h 715736"/>
                <a:gd name="connsiteX4" fmla="*/ 1156661 w 2314305"/>
                <a:gd name="connsiteY4" fmla="*/ 480660 h 715736"/>
                <a:gd name="connsiteX5" fmla="*/ 172995 w 2314305"/>
                <a:gd name="connsiteY5" fmla="*/ 685079 h 715736"/>
                <a:gd name="connsiteX6" fmla="*/ 0 w 2314305"/>
                <a:gd name="connsiteY6" fmla="*/ 232088 h 715736"/>
                <a:gd name="connsiteX0" fmla="*/ 0 w 2314305"/>
                <a:gd name="connsiteY0" fmla="*/ 232088 h 715736"/>
                <a:gd name="connsiteX1" fmla="*/ 1166388 w 2314305"/>
                <a:gd name="connsiteY1" fmla="*/ 589 h 715736"/>
                <a:gd name="connsiteX2" fmla="*/ 2314305 w 2314305"/>
                <a:gd name="connsiteY2" fmla="*/ 250120 h 715736"/>
                <a:gd name="connsiteX3" fmla="*/ 2123986 w 2314305"/>
                <a:gd name="connsiteY3" fmla="*/ 715736 h 715736"/>
                <a:gd name="connsiteX4" fmla="*/ 1156661 w 2314305"/>
                <a:gd name="connsiteY4" fmla="*/ 480660 h 715736"/>
                <a:gd name="connsiteX5" fmla="*/ 172995 w 2314305"/>
                <a:gd name="connsiteY5" fmla="*/ 685079 h 715736"/>
                <a:gd name="connsiteX6" fmla="*/ 0 w 2314305"/>
                <a:gd name="connsiteY6" fmla="*/ 232088 h 715736"/>
                <a:gd name="connsiteX0" fmla="*/ 0 w 2314305"/>
                <a:gd name="connsiteY0" fmla="*/ 232088 h 715736"/>
                <a:gd name="connsiteX1" fmla="*/ 1166388 w 2314305"/>
                <a:gd name="connsiteY1" fmla="*/ 589 h 715736"/>
                <a:gd name="connsiteX2" fmla="*/ 2314305 w 2314305"/>
                <a:gd name="connsiteY2" fmla="*/ 250120 h 715736"/>
                <a:gd name="connsiteX3" fmla="*/ 2123986 w 2314305"/>
                <a:gd name="connsiteY3" fmla="*/ 715736 h 715736"/>
                <a:gd name="connsiteX4" fmla="*/ 1156661 w 2314305"/>
                <a:gd name="connsiteY4" fmla="*/ 480660 h 715736"/>
                <a:gd name="connsiteX5" fmla="*/ 172995 w 2314305"/>
                <a:gd name="connsiteY5" fmla="*/ 685079 h 715736"/>
                <a:gd name="connsiteX6" fmla="*/ 0 w 2314305"/>
                <a:gd name="connsiteY6" fmla="*/ 232088 h 715736"/>
                <a:gd name="connsiteX0" fmla="*/ 0 w 2314305"/>
                <a:gd name="connsiteY0" fmla="*/ 232060 h 715708"/>
                <a:gd name="connsiteX1" fmla="*/ 1166388 w 2314305"/>
                <a:gd name="connsiteY1" fmla="*/ 561 h 715708"/>
                <a:gd name="connsiteX2" fmla="*/ 2314305 w 2314305"/>
                <a:gd name="connsiteY2" fmla="*/ 250092 h 715708"/>
                <a:gd name="connsiteX3" fmla="*/ 2123986 w 2314305"/>
                <a:gd name="connsiteY3" fmla="*/ 715708 h 715708"/>
                <a:gd name="connsiteX4" fmla="*/ 1156661 w 2314305"/>
                <a:gd name="connsiteY4" fmla="*/ 480632 h 715708"/>
                <a:gd name="connsiteX5" fmla="*/ 172995 w 2314305"/>
                <a:gd name="connsiteY5" fmla="*/ 685051 h 715708"/>
                <a:gd name="connsiteX6" fmla="*/ 0 w 2314305"/>
                <a:gd name="connsiteY6" fmla="*/ 232060 h 7157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314305" h="715708">
                  <a:moveTo>
                    <a:pt x="0" y="232060"/>
                  </a:moveTo>
                  <a:cubicBezTo>
                    <a:pt x="116349" y="135016"/>
                    <a:pt x="772966" y="-10150"/>
                    <a:pt x="1166388" y="561"/>
                  </a:cubicBezTo>
                  <a:cubicBezTo>
                    <a:pt x="1559810" y="11272"/>
                    <a:pt x="1962415" y="54514"/>
                    <a:pt x="2314305" y="250092"/>
                  </a:cubicBezTo>
                  <a:cubicBezTo>
                    <a:pt x="2236857" y="411910"/>
                    <a:pt x="2305049" y="284904"/>
                    <a:pt x="2123986" y="715708"/>
                  </a:cubicBezTo>
                  <a:cubicBezTo>
                    <a:pt x="2077752" y="646036"/>
                    <a:pt x="1616289" y="480632"/>
                    <a:pt x="1156661" y="480632"/>
                  </a:cubicBezTo>
                  <a:cubicBezTo>
                    <a:pt x="697033" y="480632"/>
                    <a:pt x="257593" y="589531"/>
                    <a:pt x="172995" y="685051"/>
                  </a:cubicBezTo>
                  <a:lnTo>
                    <a:pt x="0" y="232060"/>
                  </a:lnTo>
                  <a:close/>
                </a:path>
              </a:pathLst>
            </a:custGeom>
            <a:solidFill>
              <a:srgbClr val="0070C0"/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9" name="Block Arc 1">
              <a:extLst>
                <a:ext uri="{FF2B5EF4-FFF2-40B4-BE49-F238E27FC236}">
                  <a16:creationId xmlns:a16="http://schemas.microsoft.com/office/drawing/2014/main" id="{8F201011-5760-E1DE-4E7A-20AFB5B3134D}"/>
                </a:ext>
              </a:extLst>
            </p:cNvPr>
            <p:cNvSpPr/>
            <p:nvPr/>
          </p:nvSpPr>
          <p:spPr>
            <a:xfrm rot="18602280">
              <a:off x="5465551" y="1431121"/>
              <a:ext cx="2314305" cy="715708"/>
            </a:xfrm>
            <a:custGeom>
              <a:avLst/>
              <a:gdLst>
                <a:gd name="connsiteX0" fmla="*/ 0 w 2391141"/>
                <a:gd name="connsiteY0" fmla="*/ 726679 h 1453358"/>
                <a:gd name="connsiteX1" fmla="*/ 1195571 w 2391141"/>
                <a:gd name="connsiteY1" fmla="*/ 0 h 1453358"/>
                <a:gd name="connsiteX2" fmla="*/ 2391142 w 2391141"/>
                <a:gd name="connsiteY2" fmla="*/ 726679 h 1453358"/>
                <a:gd name="connsiteX3" fmla="*/ 2027802 w 2391141"/>
                <a:gd name="connsiteY3" fmla="*/ 726679 h 1453358"/>
                <a:gd name="connsiteX4" fmla="*/ 1195571 w 2391141"/>
                <a:gd name="connsiteY4" fmla="*/ 363339 h 1453358"/>
                <a:gd name="connsiteX5" fmla="*/ 363340 w 2391141"/>
                <a:gd name="connsiteY5" fmla="*/ 726679 h 1453358"/>
                <a:gd name="connsiteX6" fmla="*/ 0 w 2391141"/>
                <a:gd name="connsiteY6" fmla="*/ 726679 h 1453358"/>
                <a:gd name="connsiteX0" fmla="*/ 0 w 2614878"/>
                <a:gd name="connsiteY0" fmla="*/ 727830 h 727830"/>
                <a:gd name="connsiteX1" fmla="*/ 1195571 w 2614878"/>
                <a:gd name="connsiteY1" fmla="*/ 1151 h 727830"/>
                <a:gd name="connsiteX2" fmla="*/ 2614878 w 2614878"/>
                <a:gd name="connsiteY2" fmla="*/ 611098 h 727830"/>
                <a:gd name="connsiteX3" fmla="*/ 2027802 w 2614878"/>
                <a:gd name="connsiteY3" fmla="*/ 727830 h 727830"/>
                <a:gd name="connsiteX4" fmla="*/ 1195571 w 2614878"/>
                <a:gd name="connsiteY4" fmla="*/ 364490 h 727830"/>
                <a:gd name="connsiteX5" fmla="*/ 363340 w 2614878"/>
                <a:gd name="connsiteY5" fmla="*/ 727830 h 727830"/>
                <a:gd name="connsiteX6" fmla="*/ 0 w 2614878"/>
                <a:gd name="connsiteY6" fmla="*/ 727830 h 727830"/>
                <a:gd name="connsiteX0" fmla="*/ 0 w 2614878"/>
                <a:gd name="connsiteY0" fmla="*/ 727830 h 727830"/>
                <a:gd name="connsiteX1" fmla="*/ 1195571 w 2614878"/>
                <a:gd name="connsiteY1" fmla="*/ 1151 h 727830"/>
                <a:gd name="connsiteX2" fmla="*/ 2614878 w 2614878"/>
                <a:gd name="connsiteY2" fmla="*/ 611098 h 727830"/>
                <a:gd name="connsiteX3" fmla="*/ 2251538 w 2614878"/>
                <a:gd name="connsiteY3" fmla="*/ 669464 h 727830"/>
                <a:gd name="connsiteX4" fmla="*/ 1195571 w 2614878"/>
                <a:gd name="connsiteY4" fmla="*/ 364490 h 727830"/>
                <a:gd name="connsiteX5" fmla="*/ 363340 w 2614878"/>
                <a:gd name="connsiteY5" fmla="*/ 727830 h 727830"/>
                <a:gd name="connsiteX6" fmla="*/ 0 w 2614878"/>
                <a:gd name="connsiteY6" fmla="*/ 727830 h 727830"/>
                <a:gd name="connsiteX0" fmla="*/ 0 w 2780249"/>
                <a:gd name="connsiteY0" fmla="*/ 590533 h 726720"/>
                <a:gd name="connsiteX1" fmla="*/ 1360942 w 2780249"/>
                <a:gd name="connsiteY1" fmla="*/ 41 h 726720"/>
                <a:gd name="connsiteX2" fmla="*/ 2780249 w 2780249"/>
                <a:gd name="connsiteY2" fmla="*/ 609988 h 726720"/>
                <a:gd name="connsiteX3" fmla="*/ 2416909 w 2780249"/>
                <a:gd name="connsiteY3" fmla="*/ 668354 h 726720"/>
                <a:gd name="connsiteX4" fmla="*/ 1360942 w 2780249"/>
                <a:gd name="connsiteY4" fmla="*/ 363380 h 726720"/>
                <a:gd name="connsiteX5" fmla="*/ 528711 w 2780249"/>
                <a:gd name="connsiteY5" fmla="*/ 726720 h 726720"/>
                <a:gd name="connsiteX6" fmla="*/ 0 w 2780249"/>
                <a:gd name="connsiteY6" fmla="*/ 590533 h 726720"/>
                <a:gd name="connsiteX0" fmla="*/ 0 w 2780249"/>
                <a:gd name="connsiteY0" fmla="*/ 590533 h 668354"/>
                <a:gd name="connsiteX1" fmla="*/ 1360942 w 2780249"/>
                <a:gd name="connsiteY1" fmla="*/ 41 h 668354"/>
                <a:gd name="connsiteX2" fmla="*/ 2780249 w 2780249"/>
                <a:gd name="connsiteY2" fmla="*/ 609988 h 668354"/>
                <a:gd name="connsiteX3" fmla="*/ 2416909 w 2780249"/>
                <a:gd name="connsiteY3" fmla="*/ 668354 h 668354"/>
                <a:gd name="connsiteX4" fmla="*/ 1360942 w 2780249"/>
                <a:gd name="connsiteY4" fmla="*/ 363380 h 668354"/>
                <a:gd name="connsiteX5" fmla="*/ 275792 w 2780249"/>
                <a:gd name="connsiteY5" fmla="*/ 639171 h 668354"/>
                <a:gd name="connsiteX6" fmla="*/ 0 w 2780249"/>
                <a:gd name="connsiteY6" fmla="*/ 590533 h 668354"/>
                <a:gd name="connsiteX0" fmla="*/ 0 w 2780249"/>
                <a:gd name="connsiteY0" fmla="*/ 590533 h 668354"/>
                <a:gd name="connsiteX1" fmla="*/ 1360942 w 2780249"/>
                <a:gd name="connsiteY1" fmla="*/ 41 h 668354"/>
                <a:gd name="connsiteX2" fmla="*/ 2780249 w 2780249"/>
                <a:gd name="connsiteY2" fmla="*/ 609988 h 668354"/>
                <a:gd name="connsiteX3" fmla="*/ 2416909 w 2780249"/>
                <a:gd name="connsiteY3" fmla="*/ 668354 h 668354"/>
                <a:gd name="connsiteX4" fmla="*/ 1351215 w 2780249"/>
                <a:gd name="connsiteY4" fmla="*/ 480112 h 668354"/>
                <a:gd name="connsiteX5" fmla="*/ 275792 w 2780249"/>
                <a:gd name="connsiteY5" fmla="*/ 639171 h 668354"/>
                <a:gd name="connsiteX6" fmla="*/ 0 w 2780249"/>
                <a:gd name="connsiteY6" fmla="*/ 590533 h 668354"/>
                <a:gd name="connsiteX0" fmla="*/ 0 w 2780249"/>
                <a:gd name="connsiteY0" fmla="*/ 590533 h 775358"/>
                <a:gd name="connsiteX1" fmla="*/ 1360942 w 2780249"/>
                <a:gd name="connsiteY1" fmla="*/ 41 h 775358"/>
                <a:gd name="connsiteX2" fmla="*/ 2780249 w 2780249"/>
                <a:gd name="connsiteY2" fmla="*/ 609988 h 775358"/>
                <a:gd name="connsiteX3" fmla="*/ 2329360 w 2780249"/>
                <a:gd name="connsiteY3" fmla="*/ 775358 h 775358"/>
                <a:gd name="connsiteX4" fmla="*/ 1351215 w 2780249"/>
                <a:gd name="connsiteY4" fmla="*/ 480112 h 775358"/>
                <a:gd name="connsiteX5" fmla="*/ 275792 w 2780249"/>
                <a:gd name="connsiteY5" fmla="*/ 639171 h 775358"/>
                <a:gd name="connsiteX6" fmla="*/ 0 w 2780249"/>
                <a:gd name="connsiteY6" fmla="*/ 590533 h 775358"/>
                <a:gd name="connsiteX0" fmla="*/ 0 w 2673245"/>
                <a:gd name="connsiteY0" fmla="*/ 600391 h 785216"/>
                <a:gd name="connsiteX1" fmla="*/ 1360942 w 2673245"/>
                <a:gd name="connsiteY1" fmla="*/ 9899 h 785216"/>
                <a:gd name="connsiteX2" fmla="*/ 2673245 w 2673245"/>
                <a:gd name="connsiteY2" fmla="*/ 405837 h 785216"/>
                <a:gd name="connsiteX3" fmla="*/ 2329360 w 2673245"/>
                <a:gd name="connsiteY3" fmla="*/ 785216 h 785216"/>
                <a:gd name="connsiteX4" fmla="*/ 1351215 w 2673245"/>
                <a:gd name="connsiteY4" fmla="*/ 489970 h 785216"/>
                <a:gd name="connsiteX5" fmla="*/ 275792 w 2673245"/>
                <a:gd name="connsiteY5" fmla="*/ 649029 h 785216"/>
                <a:gd name="connsiteX6" fmla="*/ 0 w 2673245"/>
                <a:gd name="connsiteY6" fmla="*/ 600391 h 785216"/>
                <a:gd name="connsiteX0" fmla="*/ 0 w 2673245"/>
                <a:gd name="connsiteY0" fmla="*/ 593348 h 778173"/>
                <a:gd name="connsiteX1" fmla="*/ 1360942 w 2673245"/>
                <a:gd name="connsiteY1" fmla="*/ 2856 h 778173"/>
                <a:gd name="connsiteX2" fmla="*/ 2673245 w 2673245"/>
                <a:gd name="connsiteY2" fmla="*/ 398794 h 778173"/>
                <a:gd name="connsiteX3" fmla="*/ 2329360 w 2673245"/>
                <a:gd name="connsiteY3" fmla="*/ 778173 h 778173"/>
                <a:gd name="connsiteX4" fmla="*/ 1351215 w 2673245"/>
                <a:gd name="connsiteY4" fmla="*/ 482927 h 778173"/>
                <a:gd name="connsiteX5" fmla="*/ 275792 w 2673245"/>
                <a:gd name="connsiteY5" fmla="*/ 641986 h 778173"/>
                <a:gd name="connsiteX6" fmla="*/ 0 w 2673245"/>
                <a:gd name="connsiteY6" fmla="*/ 593348 h 778173"/>
                <a:gd name="connsiteX0" fmla="*/ 0 w 2478691"/>
                <a:gd name="connsiteY0" fmla="*/ 293714 h 809279"/>
                <a:gd name="connsiteX1" fmla="*/ 1166388 w 2478691"/>
                <a:gd name="connsiteY1" fmla="*/ 33962 h 809279"/>
                <a:gd name="connsiteX2" fmla="*/ 2478691 w 2478691"/>
                <a:gd name="connsiteY2" fmla="*/ 429900 h 809279"/>
                <a:gd name="connsiteX3" fmla="*/ 2134806 w 2478691"/>
                <a:gd name="connsiteY3" fmla="*/ 809279 h 809279"/>
                <a:gd name="connsiteX4" fmla="*/ 1156661 w 2478691"/>
                <a:gd name="connsiteY4" fmla="*/ 514033 h 809279"/>
                <a:gd name="connsiteX5" fmla="*/ 81238 w 2478691"/>
                <a:gd name="connsiteY5" fmla="*/ 673092 h 809279"/>
                <a:gd name="connsiteX6" fmla="*/ 0 w 2478691"/>
                <a:gd name="connsiteY6" fmla="*/ 293714 h 809279"/>
                <a:gd name="connsiteX0" fmla="*/ 0 w 2478691"/>
                <a:gd name="connsiteY0" fmla="*/ 262275 h 777840"/>
                <a:gd name="connsiteX1" fmla="*/ 1166388 w 2478691"/>
                <a:gd name="connsiteY1" fmla="*/ 2523 h 777840"/>
                <a:gd name="connsiteX2" fmla="*/ 2478691 w 2478691"/>
                <a:gd name="connsiteY2" fmla="*/ 398461 h 777840"/>
                <a:gd name="connsiteX3" fmla="*/ 2134806 w 2478691"/>
                <a:gd name="connsiteY3" fmla="*/ 777840 h 777840"/>
                <a:gd name="connsiteX4" fmla="*/ 1156661 w 2478691"/>
                <a:gd name="connsiteY4" fmla="*/ 482594 h 777840"/>
                <a:gd name="connsiteX5" fmla="*/ 81238 w 2478691"/>
                <a:gd name="connsiteY5" fmla="*/ 641653 h 777840"/>
                <a:gd name="connsiteX6" fmla="*/ 0 w 2478691"/>
                <a:gd name="connsiteY6" fmla="*/ 262275 h 777840"/>
                <a:gd name="connsiteX0" fmla="*/ 0 w 2478691"/>
                <a:gd name="connsiteY0" fmla="*/ 262275 h 777841"/>
                <a:gd name="connsiteX1" fmla="*/ 1166388 w 2478691"/>
                <a:gd name="connsiteY1" fmla="*/ 2523 h 777841"/>
                <a:gd name="connsiteX2" fmla="*/ 2478691 w 2478691"/>
                <a:gd name="connsiteY2" fmla="*/ 398461 h 777841"/>
                <a:gd name="connsiteX3" fmla="*/ 2134806 w 2478691"/>
                <a:gd name="connsiteY3" fmla="*/ 777840 h 777841"/>
                <a:gd name="connsiteX4" fmla="*/ 1156661 w 2478691"/>
                <a:gd name="connsiteY4" fmla="*/ 482594 h 777841"/>
                <a:gd name="connsiteX5" fmla="*/ 178515 w 2478691"/>
                <a:gd name="connsiteY5" fmla="*/ 777841 h 777841"/>
                <a:gd name="connsiteX6" fmla="*/ 0 w 2478691"/>
                <a:gd name="connsiteY6" fmla="*/ 262275 h 777841"/>
                <a:gd name="connsiteX0" fmla="*/ 0 w 2478691"/>
                <a:gd name="connsiteY0" fmla="*/ 262275 h 777840"/>
                <a:gd name="connsiteX1" fmla="*/ 1166388 w 2478691"/>
                <a:gd name="connsiteY1" fmla="*/ 2523 h 777840"/>
                <a:gd name="connsiteX2" fmla="*/ 2478691 w 2478691"/>
                <a:gd name="connsiteY2" fmla="*/ 398461 h 777840"/>
                <a:gd name="connsiteX3" fmla="*/ 2134806 w 2478691"/>
                <a:gd name="connsiteY3" fmla="*/ 777840 h 777840"/>
                <a:gd name="connsiteX4" fmla="*/ 1156661 w 2478691"/>
                <a:gd name="connsiteY4" fmla="*/ 482594 h 777840"/>
                <a:gd name="connsiteX5" fmla="*/ 139604 w 2478691"/>
                <a:gd name="connsiteY5" fmla="*/ 748658 h 777840"/>
                <a:gd name="connsiteX6" fmla="*/ 0 w 2478691"/>
                <a:gd name="connsiteY6" fmla="*/ 262275 h 777840"/>
                <a:gd name="connsiteX0" fmla="*/ 0 w 2478691"/>
                <a:gd name="connsiteY0" fmla="*/ 262275 h 777840"/>
                <a:gd name="connsiteX1" fmla="*/ 1166388 w 2478691"/>
                <a:gd name="connsiteY1" fmla="*/ 2523 h 777840"/>
                <a:gd name="connsiteX2" fmla="*/ 2478691 w 2478691"/>
                <a:gd name="connsiteY2" fmla="*/ 398461 h 777840"/>
                <a:gd name="connsiteX3" fmla="*/ 2134806 w 2478691"/>
                <a:gd name="connsiteY3" fmla="*/ 777840 h 777840"/>
                <a:gd name="connsiteX4" fmla="*/ 1156661 w 2478691"/>
                <a:gd name="connsiteY4" fmla="*/ 482594 h 777840"/>
                <a:gd name="connsiteX5" fmla="*/ 139604 w 2478691"/>
                <a:gd name="connsiteY5" fmla="*/ 748658 h 777840"/>
                <a:gd name="connsiteX6" fmla="*/ 0 w 2478691"/>
                <a:gd name="connsiteY6" fmla="*/ 262275 h 777840"/>
                <a:gd name="connsiteX0" fmla="*/ 0 w 2478691"/>
                <a:gd name="connsiteY0" fmla="*/ 262275 h 797295"/>
                <a:gd name="connsiteX1" fmla="*/ 1166388 w 2478691"/>
                <a:gd name="connsiteY1" fmla="*/ 2523 h 797295"/>
                <a:gd name="connsiteX2" fmla="*/ 2478691 w 2478691"/>
                <a:gd name="connsiteY2" fmla="*/ 398461 h 797295"/>
                <a:gd name="connsiteX3" fmla="*/ 2144534 w 2478691"/>
                <a:gd name="connsiteY3" fmla="*/ 797295 h 797295"/>
                <a:gd name="connsiteX4" fmla="*/ 1156661 w 2478691"/>
                <a:gd name="connsiteY4" fmla="*/ 482594 h 797295"/>
                <a:gd name="connsiteX5" fmla="*/ 139604 w 2478691"/>
                <a:gd name="connsiteY5" fmla="*/ 748658 h 797295"/>
                <a:gd name="connsiteX6" fmla="*/ 0 w 2478691"/>
                <a:gd name="connsiteY6" fmla="*/ 262275 h 797295"/>
                <a:gd name="connsiteX0" fmla="*/ 0 w 2478691"/>
                <a:gd name="connsiteY0" fmla="*/ 262275 h 797295"/>
                <a:gd name="connsiteX1" fmla="*/ 1166388 w 2478691"/>
                <a:gd name="connsiteY1" fmla="*/ 2523 h 797295"/>
                <a:gd name="connsiteX2" fmla="*/ 2478691 w 2478691"/>
                <a:gd name="connsiteY2" fmla="*/ 398461 h 797295"/>
                <a:gd name="connsiteX3" fmla="*/ 2144534 w 2478691"/>
                <a:gd name="connsiteY3" fmla="*/ 797295 h 797295"/>
                <a:gd name="connsiteX4" fmla="*/ 1156661 w 2478691"/>
                <a:gd name="connsiteY4" fmla="*/ 482594 h 797295"/>
                <a:gd name="connsiteX5" fmla="*/ 139604 w 2478691"/>
                <a:gd name="connsiteY5" fmla="*/ 748658 h 797295"/>
                <a:gd name="connsiteX6" fmla="*/ 0 w 2478691"/>
                <a:gd name="connsiteY6" fmla="*/ 262275 h 797295"/>
                <a:gd name="connsiteX0" fmla="*/ 0 w 2309168"/>
                <a:gd name="connsiteY0" fmla="*/ 259772 h 794792"/>
                <a:gd name="connsiteX1" fmla="*/ 1166388 w 2309168"/>
                <a:gd name="connsiteY1" fmla="*/ 20 h 794792"/>
                <a:gd name="connsiteX2" fmla="*/ 2309168 w 2309168"/>
                <a:gd name="connsiteY2" fmla="*/ 270099 h 794792"/>
                <a:gd name="connsiteX3" fmla="*/ 2144534 w 2309168"/>
                <a:gd name="connsiteY3" fmla="*/ 794792 h 794792"/>
                <a:gd name="connsiteX4" fmla="*/ 1156661 w 2309168"/>
                <a:gd name="connsiteY4" fmla="*/ 480091 h 794792"/>
                <a:gd name="connsiteX5" fmla="*/ 139604 w 2309168"/>
                <a:gd name="connsiteY5" fmla="*/ 746155 h 794792"/>
                <a:gd name="connsiteX6" fmla="*/ 0 w 2309168"/>
                <a:gd name="connsiteY6" fmla="*/ 259772 h 794792"/>
                <a:gd name="connsiteX0" fmla="*/ 0 w 2309168"/>
                <a:gd name="connsiteY0" fmla="*/ 259772 h 794792"/>
                <a:gd name="connsiteX1" fmla="*/ 1166388 w 2309168"/>
                <a:gd name="connsiteY1" fmla="*/ 20 h 794792"/>
                <a:gd name="connsiteX2" fmla="*/ 2309168 w 2309168"/>
                <a:gd name="connsiteY2" fmla="*/ 270099 h 794792"/>
                <a:gd name="connsiteX3" fmla="*/ 2144534 w 2309168"/>
                <a:gd name="connsiteY3" fmla="*/ 794792 h 794792"/>
                <a:gd name="connsiteX4" fmla="*/ 1156661 w 2309168"/>
                <a:gd name="connsiteY4" fmla="*/ 480091 h 794792"/>
                <a:gd name="connsiteX5" fmla="*/ 139604 w 2309168"/>
                <a:gd name="connsiteY5" fmla="*/ 746155 h 794792"/>
                <a:gd name="connsiteX6" fmla="*/ 0 w 2309168"/>
                <a:gd name="connsiteY6" fmla="*/ 259772 h 794792"/>
                <a:gd name="connsiteX0" fmla="*/ 0 w 2309168"/>
                <a:gd name="connsiteY0" fmla="*/ 259772 h 746155"/>
                <a:gd name="connsiteX1" fmla="*/ 1166388 w 2309168"/>
                <a:gd name="connsiteY1" fmla="*/ 20 h 746155"/>
                <a:gd name="connsiteX2" fmla="*/ 2309168 w 2309168"/>
                <a:gd name="connsiteY2" fmla="*/ 270099 h 746155"/>
                <a:gd name="connsiteX3" fmla="*/ 2121417 w 2309168"/>
                <a:gd name="connsiteY3" fmla="*/ 707462 h 746155"/>
                <a:gd name="connsiteX4" fmla="*/ 1156661 w 2309168"/>
                <a:gd name="connsiteY4" fmla="*/ 480091 h 746155"/>
                <a:gd name="connsiteX5" fmla="*/ 139604 w 2309168"/>
                <a:gd name="connsiteY5" fmla="*/ 746155 h 746155"/>
                <a:gd name="connsiteX6" fmla="*/ 0 w 2309168"/>
                <a:gd name="connsiteY6" fmla="*/ 259772 h 746155"/>
                <a:gd name="connsiteX0" fmla="*/ 0 w 2309168"/>
                <a:gd name="connsiteY0" fmla="*/ 259772 h 746155"/>
                <a:gd name="connsiteX1" fmla="*/ 1166388 w 2309168"/>
                <a:gd name="connsiteY1" fmla="*/ 20 h 746155"/>
                <a:gd name="connsiteX2" fmla="*/ 2309168 w 2309168"/>
                <a:gd name="connsiteY2" fmla="*/ 270099 h 746155"/>
                <a:gd name="connsiteX3" fmla="*/ 2121417 w 2309168"/>
                <a:gd name="connsiteY3" fmla="*/ 707462 h 746155"/>
                <a:gd name="connsiteX4" fmla="*/ 1156661 w 2309168"/>
                <a:gd name="connsiteY4" fmla="*/ 480091 h 746155"/>
                <a:gd name="connsiteX5" fmla="*/ 139604 w 2309168"/>
                <a:gd name="connsiteY5" fmla="*/ 746155 h 746155"/>
                <a:gd name="connsiteX6" fmla="*/ 0 w 2309168"/>
                <a:gd name="connsiteY6" fmla="*/ 259772 h 746155"/>
                <a:gd name="connsiteX0" fmla="*/ 0 w 2309168"/>
                <a:gd name="connsiteY0" fmla="*/ 226793 h 746567"/>
                <a:gd name="connsiteX1" fmla="*/ 1166388 w 2309168"/>
                <a:gd name="connsiteY1" fmla="*/ 432 h 746567"/>
                <a:gd name="connsiteX2" fmla="*/ 2309168 w 2309168"/>
                <a:gd name="connsiteY2" fmla="*/ 270511 h 746567"/>
                <a:gd name="connsiteX3" fmla="*/ 2121417 w 2309168"/>
                <a:gd name="connsiteY3" fmla="*/ 707874 h 746567"/>
                <a:gd name="connsiteX4" fmla="*/ 1156661 w 2309168"/>
                <a:gd name="connsiteY4" fmla="*/ 480503 h 746567"/>
                <a:gd name="connsiteX5" fmla="*/ 139604 w 2309168"/>
                <a:gd name="connsiteY5" fmla="*/ 746567 h 746567"/>
                <a:gd name="connsiteX6" fmla="*/ 0 w 2309168"/>
                <a:gd name="connsiteY6" fmla="*/ 226793 h 746567"/>
                <a:gd name="connsiteX0" fmla="*/ 0 w 2309168"/>
                <a:gd name="connsiteY0" fmla="*/ 226663 h 746437"/>
                <a:gd name="connsiteX1" fmla="*/ 1166388 w 2309168"/>
                <a:gd name="connsiteY1" fmla="*/ 302 h 746437"/>
                <a:gd name="connsiteX2" fmla="*/ 2309168 w 2309168"/>
                <a:gd name="connsiteY2" fmla="*/ 270381 h 746437"/>
                <a:gd name="connsiteX3" fmla="*/ 2121417 w 2309168"/>
                <a:gd name="connsiteY3" fmla="*/ 707744 h 746437"/>
                <a:gd name="connsiteX4" fmla="*/ 1156661 w 2309168"/>
                <a:gd name="connsiteY4" fmla="*/ 480373 h 746437"/>
                <a:gd name="connsiteX5" fmla="*/ 139604 w 2309168"/>
                <a:gd name="connsiteY5" fmla="*/ 746437 h 746437"/>
                <a:gd name="connsiteX6" fmla="*/ 0 w 2309168"/>
                <a:gd name="connsiteY6" fmla="*/ 226663 h 746437"/>
                <a:gd name="connsiteX0" fmla="*/ 0 w 2309168"/>
                <a:gd name="connsiteY0" fmla="*/ 226614 h 746388"/>
                <a:gd name="connsiteX1" fmla="*/ 1166388 w 2309168"/>
                <a:gd name="connsiteY1" fmla="*/ 253 h 746388"/>
                <a:gd name="connsiteX2" fmla="*/ 2309168 w 2309168"/>
                <a:gd name="connsiteY2" fmla="*/ 270332 h 746388"/>
                <a:gd name="connsiteX3" fmla="*/ 2121417 w 2309168"/>
                <a:gd name="connsiteY3" fmla="*/ 707695 h 746388"/>
                <a:gd name="connsiteX4" fmla="*/ 1156661 w 2309168"/>
                <a:gd name="connsiteY4" fmla="*/ 480324 h 746388"/>
                <a:gd name="connsiteX5" fmla="*/ 139604 w 2309168"/>
                <a:gd name="connsiteY5" fmla="*/ 746388 h 746388"/>
                <a:gd name="connsiteX6" fmla="*/ 0 w 2309168"/>
                <a:gd name="connsiteY6" fmla="*/ 226614 h 746388"/>
                <a:gd name="connsiteX0" fmla="*/ 0 w 2309168"/>
                <a:gd name="connsiteY0" fmla="*/ 231692 h 746328"/>
                <a:gd name="connsiteX1" fmla="*/ 1166388 w 2309168"/>
                <a:gd name="connsiteY1" fmla="*/ 193 h 746328"/>
                <a:gd name="connsiteX2" fmla="*/ 2309168 w 2309168"/>
                <a:gd name="connsiteY2" fmla="*/ 270272 h 746328"/>
                <a:gd name="connsiteX3" fmla="*/ 2121417 w 2309168"/>
                <a:gd name="connsiteY3" fmla="*/ 707635 h 746328"/>
                <a:gd name="connsiteX4" fmla="*/ 1156661 w 2309168"/>
                <a:gd name="connsiteY4" fmla="*/ 480264 h 746328"/>
                <a:gd name="connsiteX5" fmla="*/ 139604 w 2309168"/>
                <a:gd name="connsiteY5" fmla="*/ 746328 h 746328"/>
                <a:gd name="connsiteX6" fmla="*/ 0 w 2309168"/>
                <a:gd name="connsiteY6" fmla="*/ 231692 h 746328"/>
                <a:gd name="connsiteX0" fmla="*/ 0 w 2309168"/>
                <a:gd name="connsiteY0" fmla="*/ 231692 h 707635"/>
                <a:gd name="connsiteX1" fmla="*/ 1166388 w 2309168"/>
                <a:gd name="connsiteY1" fmla="*/ 193 h 707635"/>
                <a:gd name="connsiteX2" fmla="*/ 2309168 w 2309168"/>
                <a:gd name="connsiteY2" fmla="*/ 270272 h 707635"/>
                <a:gd name="connsiteX3" fmla="*/ 2121417 w 2309168"/>
                <a:gd name="connsiteY3" fmla="*/ 707635 h 707635"/>
                <a:gd name="connsiteX4" fmla="*/ 1156661 w 2309168"/>
                <a:gd name="connsiteY4" fmla="*/ 480264 h 707635"/>
                <a:gd name="connsiteX5" fmla="*/ 172995 w 2309168"/>
                <a:gd name="connsiteY5" fmla="*/ 684683 h 707635"/>
                <a:gd name="connsiteX6" fmla="*/ 0 w 2309168"/>
                <a:gd name="connsiteY6" fmla="*/ 231692 h 707635"/>
                <a:gd name="connsiteX0" fmla="*/ 0 w 2309168"/>
                <a:gd name="connsiteY0" fmla="*/ 231692 h 707635"/>
                <a:gd name="connsiteX1" fmla="*/ 1166388 w 2309168"/>
                <a:gd name="connsiteY1" fmla="*/ 193 h 707635"/>
                <a:gd name="connsiteX2" fmla="*/ 2309168 w 2309168"/>
                <a:gd name="connsiteY2" fmla="*/ 270272 h 707635"/>
                <a:gd name="connsiteX3" fmla="*/ 2121417 w 2309168"/>
                <a:gd name="connsiteY3" fmla="*/ 707635 h 707635"/>
                <a:gd name="connsiteX4" fmla="*/ 1156661 w 2309168"/>
                <a:gd name="connsiteY4" fmla="*/ 480264 h 707635"/>
                <a:gd name="connsiteX5" fmla="*/ 172995 w 2309168"/>
                <a:gd name="connsiteY5" fmla="*/ 684683 h 707635"/>
                <a:gd name="connsiteX6" fmla="*/ 0 w 2309168"/>
                <a:gd name="connsiteY6" fmla="*/ 231692 h 707635"/>
                <a:gd name="connsiteX0" fmla="*/ 0 w 2309168"/>
                <a:gd name="connsiteY0" fmla="*/ 231692 h 715340"/>
                <a:gd name="connsiteX1" fmla="*/ 1166388 w 2309168"/>
                <a:gd name="connsiteY1" fmla="*/ 193 h 715340"/>
                <a:gd name="connsiteX2" fmla="*/ 2309168 w 2309168"/>
                <a:gd name="connsiteY2" fmla="*/ 270272 h 715340"/>
                <a:gd name="connsiteX3" fmla="*/ 2123986 w 2309168"/>
                <a:gd name="connsiteY3" fmla="*/ 715340 h 715340"/>
                <a:gd name="connsiteX4" fmla="*/ 1156661 w 2309168"/>
                <a:gd name="connsiteY4" fmla="*/ 480264 h 715340"/>
                <a:gd name="connsiteX5" fmla="*/ 172995 w 2309168"/>
                <a:gd name="connsiteY5" fmla="*/ 684683 h 715340"/>
                <a:gd name="connsiteX6" fmla="*/ 0 w 2309168"/>
                <a:gd name="connsiteY6" fmla="*/ 231692 h 715340"/>
                <a:gd name="connsiteX0" fmla="*/ 0 w 2309168"/>
                <a:gd name="connsiteY0" fmla="*/ 231692 h 715340"/>
                <a:gd name="connsiteX1" fmla="*/ 1166388 w 2309168"/>
                <a:gd name="connsiteY1" fmla="*/ 193 h 715340"/>
                <a:gd name="connsiteX2" fmla="*/ 2309168 w 2309168"/>
                <a:gd name="connsiteY2" fmla="*/ 270272 h 715340"/>
                <a:gd name="connsiteX3" fmla="*/ 2123986 w 2309168"/>
                <a:gd name="connsiteY3" fmla="*/ 715340 h 715340"/>
                <a:gd name="connsiteX4" fmla="*/ 1156661 w 2309168"/>
                <a:gd name="connsiteY4" fmla="*/ 480264 h 715340"/>
                <a:gd name="connsiteX5" fmla="*/ 172995 w 2309168"/>
                <a:gd name="connsiteY5" fmla="*/ 684683 h 715340"/>
                <a:gd name="connsiteX6" fmla="*/ 0 w 2309168"/>
                <a:gd name="connsiteY6" fmla="*/ 231692 h 715340"/>
                <a:gd name="connsiteX0" fmla="*/ 0 w 2309168"/>
                <a:gd name="connsiteY0" fmla="*/ 231692 h 715340"/>
                <a:gd name="connsiteX1" fmla="*/ 1166388 w 2309168"/>
                <a:gd name="connsiteY1" fmla="*/ 193 h 715340"/>
                <a:gd name="connsiteX2" fmla="*/ 2309168 w 2309168"/>
                <a:gd name="connsiteY2" fmla="*/ 270272 h 715340"/>
                <a:gd name="connsiteX3" fmla="*/ 2123986 w 2309168"/>
                <a:gd name="connsiteY3" fmla="*/ 715340 h 715340"/>
                <a:gd name="connsiteX4" fmla="*/ 1156661 w 2309168"/>
                <a:gd name="connsiteY4" fmla="*/ 480264 h 715340"/>
                <a:gd name="connsiteX5" fmla="*/ 172995 w 2309168"/>
                <a:gd name="connsiteY5" fmla="*/ 684683 h 715340"/>
                <a:gd name="connsiteX6" fmla="*/ 0 w 2309168"/>
                <a:gd name="connsiteY6" fmla="*/ 231692 h 715340"/>
                <a:gd name="connsiteX0" fmla="*/ 0 w 2314305"/>
                <a:gd name="connsiteY0" fmla="*/ 231543 h 715191"/>
                <a:gd name="connsiteX1" fmla="*/ 1166388 w 2314305"/>
                <a:gd name="connsiteY1" fmla="*/ 44 h 715191"/>
                <a:gd name="connsiteX2" fmla="*/ 2314305 w 2314305"/>
                <a:gd name="connsiteY2" fmla="*/ 249575 h 715191"/>
                <a:gd name="connsiteX3" fmla="*/ 2123986 w 2314305"/>
                <a:gd name="connsiteY3" fmla="*/ 715191 h 715191"/>
                <a:gd name="connsiteX4" fmla="*/ 1156661 w 2314305"/>
                <a:gd name="connsiteY4" fmla="*/ 480115 h 715191"/>
                <a:gd name="connsiteX5" fmla="*/ 172995 w 2314305"/>
                <a:gd name="connsiteY5" fmla="*/ 684534 h 715191"/>
                <a:gd name="connsiteX6" fmla="*/ 0 w 2314305"/>
                <a:gd name="connsiteY6" fmla="*/ 231543 h 715191"/>
                <a:gd name="connsiteX0" fmla="*/ 0 w 2314305"/>
                <a:gd name="connsiteY0" fmla="*/ 231543 h 715191"/>
                <a:gd name="connsiteX1" fmla="*/ 1166388 w 2314305"/>
                <a:gd name="connsiteY1" fmla="*/ 44 h 715191"/>
                <a:gd name="connsiteX2" fmla="*/ 2314305 w 2314305"/>
                <a:gd name="connsiteY2" fmla="*/ 249575 h 715191"/>
                <a:gd name="connsiteX3" fmla="*/ 2123986 w 2314305"/>
                <a:gd name="connsiteY3" fmla="*/ 715191 h 715191"/>
                <a:gd name="connsiteX4" fmla="*/ 1156661 w 2314305"/>
                <a:gd name="connsiteY4" fmla="*/ 480115 h 715191"/>
                <a:gd name="connsiteX5" fmla="*/ 172995 w 2314305"/>
                <a:gd name="connsiteY5" fmla="*/ 684534 h 715191"/>
                <a:gd name="connsiteX6" fmla="*/ 0 w 2314305"/>
                <a:gd name="connsiteY6" fmla="*/ 231543 h 715191"/>
                <a:gd name="connsiteX0" fmla="*/ 0 w 2314305"/>
                <a:gd name="connsiteY0" fmla="*/ 231550 h 715198"/>
                <a:gd name="connsiteX1" fmla="*/ 1166388 w 2314305"/>
                <a:gd name="connsiteY1" fmla="*/ 51 h 715198"/>
                <a:gd name="connsiteX2" fmla="*/ 2314305 w 2314305"/>
                <a:gd name="connsiteY2" fmla="*/ 249582 h 715198"/>
                <a:gd name="connsiteX3" fmla="*/ 2123986 w 2314305"/>
                <a:gd name="connsiteY3" fmla="*/ 715198 h 715198"/>
                <a:gd name="connsiteX4" fmla="*/ 1156661 w 2314305"/>
                <a:gd name="connsiteY4" fmla="*/ 480122 h 715198"/>
                <a:gd name="connsiteX5" fmla="*/ 172995 w 2314305"/>
                <a:gd name="connsiteY5" fmla="*/ 684541 h 715198"/>
                <a:gd name="connsiteX6" fmla="*/ 0 w 2314305"/>
                <a:gd name="connsiteY6" fmla="*/ 231550 h 715198"/>
                <a:gd name="connsiteX0" fmla="*/ 0 w 2314305"/>
                <a:gd name="connsiteY0" fmla="*/ 233092 h 716740"/>
                <a:gd name="connsiteX1" fmla="*/ 1166388 w 2314305"/>
                <a:gd name="connsiteY1" fmla="*/ 1593 h 716740"/>
                <a:gd name="connsiteX2" fmla="*/ 2314305 w 2314305"/>
                <a:gd name="connsiteY2" fmla="*/ 251124 h 716740"/>
                <a:gd name="connsiteX3" fmla="*/ 2123986 w 2314305"/>
                <a:gd name="connsiteY3" fmla="*/ 716740 h 716740"/>
                <a:gd name="connsiteX4" fmla="*/ 1156661 w 2314305"/>
                <a:gd name="connsiteY4" fmla="*/ 481664 h 716740"/>
                <a:gd name="connsiteX5" fmla="*/ 172995 w 2314305"/>
                <a:gd name="connsiteY5" fmla="*/ 686083 h 716740"/>
                <a:gd name="connsiteX6" fmla="*/ 0 w 2314305"/>
                <a:gd name="connsiteY6" fmla="*/ 233092 h 716740"/>
                <a:gd name="connsiteX0" fmla="*/ 0 w 2314305"/>
                <a:gd name="connsiteY0" fmla="*/ 231523 h 715171"/>
                <a:gd name="connsiteX1" fmla="*/ 1166388 w 2314305"/>
                <a:gd name="connsiteY1" fmla="*/ 24 h 715171"/>
                <a:gd name="connsiteX2" fmla="*/ 2314305 w 2314305"/>
                <a:gd name="connsiteY2" fmla="*/ 249555 h 715171"/>
                <a:gd name="connsiteX3" fmla="*/ 2123986 w 2314305"/>
                <a:gd name="connsiteY3" fmla="*/ 715171 h 715171"/>
                <a:gd name="connsiteX4" fmla="*/ 1156661 w 2314305"/>
                <a:gd name="connsiteY4" fmla="*/ 480095 h 715171"/>
                <a:gd name="connsiteX5" fmla="*/ 172995 w 2314305"/>
                <a:gd name="connsiteY5" fmla="*/ 684514 h 715171"/>
                <a:gd name="connsiteX6" fmla="*/ 0 w 2314305"/>
                <a:gd name="connsiteY6" fmla="*/ 231523 h 715171"/>
                <a:gd name="connsiteX0" fmla="*/ 0 w 2314305"/>
                <a:gd name="connsiteY0" fmla="*/ 231550 h 715198"/>
                <a:gd name="connsiteX1" fmla="*/ 1166388 w 2314305"/>
                <a:gd name="connsiteY1" fmla="*/ 51 h 715198"/>
                <a:gd name="connsiteX2" fmla="*/ 2314305 w 2314305"/>
                <a:gd name="connsiteY2" fmla="*/ 249582 h 715198"/>
                <a:gd name="connsiteX3" fmla="*/ 2123986 w 2314305"/>
                <a:gd name="connsiteY3" fmla="*/ 715198 h 715198"/>
                <a:gd name="connsiteX4" fmla="*/ 1156661 w 2314305"/>
                <a:gd name="connsiteY4" fmla="*/ 480122 h 715198"/>
                <a:gd name="connsiteX5" fmla="*/ 172995 w 2314305"/>
                <a:gd name="connsiteY5" fmla="*/ 684541 h 715198"/>
                <a:gd name="connsiteX6" fmla="*/ 0 w 2314305"/>
                <a:gd name="connsiteY6" fmla="*/ 231550 h 715198"/>
                <a:gd name="connsiteX0" fmla="*/ 0 w 2314305"/>
                <a:gd name="connsiteY0" fmla="*/ 232088 h 715736"/>
                <a:gd name="connsiteX1" fmla="*/ 1166388 w 2314305"/>
                <a:gd name="connsiteY1" fmla="*/ 589 h 715736"/>
                <a:gd name="connsiteX2" fmla="*/ 2314305 w 2314305"/>
                <a:gd name="connsiteY2" fmla="*/ 250120 h 715736"/>
                <a:gd name="connsiteX3" fmla="*/ 2123986 w 2314305"/>
                <a:gd name="connsiteY3" fmla="*/ 715736 h 715736"/>
                <a:gd name="connsiteX4" fmla="*/ 1156661 w 2314305"/>
                <a:gd name="connsiteY4" fmla="*/ 480660 h 715736"/>
                <a:gd name="connsiteX5" fmla="*/ 172995 w 2314305"/>
                <a:gd name="connsiteY5" fmla="*/ 685079 h 715736"/>
                <a:gd name="connsiteX6" fmla="*/ 0 w 2314305"/>
                <a:gd name="connsiteY6" fmla="*/ 232088 h 715736"/>
                <a:gd name="connsiteX0" fmla="*/ 0 w 2314305"/>
                <a:gd name="connsiteY0" fmla="*/ 232088 h 715736"/>
                <a:gd name="connsiteX1" fmla="*/ 1166388 w 2314305"/>
                <a:gd name="connsiteY1" fmla="*/ 589 h 715736"/>
                <a:gd name="connsiteX2" fmla="*/ 2314305 w 2314305"/>
                <a:gd name="connsiteY2" fmla="*/ 250120 h 715736"/>
                <a:gd name="connsiteX3" fmla="*/ 2123986 w 2314305"/>
                <a:gd name="connsiteY3" fmla="*/ 715736 h 715736"/>
                <a:gd name="connsiteX4" fmla="*/ 1156661 w 2314305"/>
                <a:gd name="connsiteY4" fmla="*/ 480660 h 715736"/>
                <a:gd name="connsiteX5" fmla="*/ 172995 w 2314305"/>
                <a:gd name="connsiteY5" fmla="*/ 685079 h 715736"/>
                <a:gd name="connsiteX6" fmla="*/ 0 w 2314305"/>
                <a:gd name="connsiteY6" fmla="*/ 232088 h 715736"/>
                <a:gd name="connsiteX0" fmla="*/ 0 w 2314305"/>
                <a:gd name="connsiteY0" fmla="*/ 232088 h 715736"/>
                <a:gd name="connsiteX1" fmla="*/ 1166388 w 2314305"/>
                <a:gd name="connsiteY1" fmla="*/ 589 h 715736"/>
                <a:gd name="connsiteX2" fmla="*/ 2314305 w 2314305"/>
                <a:gd name="connsiteY2" fmla="*/ 250120 h 715736"/>
                <a:gd name="connsiteX3" fmla="*/ 2123986 w 2314305"/>
                <a:gd name="connsiteY3" fmla="*/ 715736 h 715736"/>
                <a:gd name="connsiteX4" fmla="*/ 1156661 w 2314305"/>
                <a:gd name="connsiteY4" fmla="*/ 480660 h 715736"/>
                <a:gd name="connsiteX5" fmla="*/ 172995 w 2314305"/>
                <a:gd name="connsiteY5" fmla="*/ 685079 h 715736"/>
                <a:gd name="connsiteX6" fmla="*/ 0 w 2314305"/>
                <a:gd name="connsiteY6" fmla="*/ 232088 h 715736"/>
                <a:gd name="connsiteX0" fmla="*/ 0 w 2314305"/>
                <a:gd name="connsiteY0" fmla="*/ 232060 h 715708"/>
                <a:gd name="connsiteX1" fmla="*/ 1166388 w 2314305"/>
                <a:gd name="connsiteY1" fmla="*/ 561 h 715708"/>
                <a:gd name="connsiteX2" fmla="*/ 2314305 w 2314305"/>
                <a:gd name="connsiteY2" fmla="*/ 250092 h 715708"/>
                <a:gd name="connsiteX3" fmla="*/ 2123986 w 2314305"/>
                <a:gd name="connsiteY3" fmla="*/ 715708 h 715708"/>
                <a:gd name="connsiteX4" fmla="*/ 1156661 w 2314305"/>
                <a:gd name="connsiteY4" fmla="*/ 480632 h 715708"/>
                <a:gd name="connsiteX5" fmla="*/ 172995 w 2314305"/>
                <a:gd name="connsiteY5" fmla="*/ 685051 h 715708"/>
                <a:gd name="connsiteX6" fmla="*/ 0 w 2314305"/>
                <a:gd name="connsiteY6" fmla="*/ 232060 h 7157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314305" h="715708">
                  <a:moveTo>
                    <a:pt x="0" y="232060"/>
                  </a:moveTo>
                  <a:cubicBezTo>
                    <a:pt x="116349" y="135016"/>
                    <a:pt x="772966" y="-10150"/>
                    <a:pt x="1166388" y="561"/>
                  </a:cubicBezTo>
                  <a:cubicBezTo>
                    <a:pt x="1559810" y="11272"/>
                    <a:pt x="1962415" y="54514"/>
                    <a:pt x="2314305" y="250092"/>
                  </a:cubicBezTo>
                  <a:cubicBezTo>
                    <a:pt x="2236857" y="411910"/>
                    <a:pt x="2305049" y="284904"/>
                    <a:pt x="2123986" y="715708"/>
                  </a:cubicBezTo>
                  <a:cubicBezTo>
                    <a:pt x="2077752" y="646036"/>
                    <a:pt x="1616289" y="480632"/>
                    <a:pt x="1156661" y="480632"/>
                  </a:cubicBezTo>
                  <a:cubicBezTo>
                    <a:pt x="697033" y="480632"/>
                    <a:pt x="257593" y="589531"/>
                    <a:pt x="172995" y="685051"/>
                  </a:cubicBezTo>
                  <a:lnTo>
                    <a:pt x="0" y="232060"/>
                  </a:lnTo>
                  <a:close/>
                </a:path>
              </a:pathLst>
            </a:custGeom>
            <a:solidFill>
              <a:srgbClr val="252260"/>
            </a:solidFill>
            <a:ln>
              <a:solidFill>
                <a:srgbClr val="2522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60A35A71-AD7F-2773-210C-70D0C1064C54}"/>
                </a:ext>
              </a:extLst>
            </p:cNvPr>
            <p:cNvSpPr txBox="1"/>
            <p:nvPr/>
          </p:nvSpPr>
          <p:spPr>
            <a:xfrm rot="2976467">
              <a:off x="9461974" y="1744448"/>
              <a:ext cx="1841899" cy="638175"/>
            </a:xfrm>
            <a:prstGeom prst="rect">
              <a:avLst/>
            </a:prstGeom>
            <a:noFill/>
          </p:spPr>
          <p:txBody>
            <a:bodyPr wrap="square" rtlCol="0">
              <a:prstTxWarp prst="textArchUp">
                <a:avLst>
                  <a:gd name="adj" fmla="val 11053946"/>
                </a:avLst>
              </a:prstTxWarp>
              <a:spAutoFit/>
            </a:bodyPr>
            <a:lstStyle/>
            <a:p>
              <a:pPr algn="ctr"/>
              <a:r>
                <a:rPr lang="en-US" sz="2400" dirty="0">
                  <a:solidFill>
                    <a:schemeClr val="bg1"/>
                  </a:solidFill>
                </a:rPr>
                <a:t>Connect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5B60CAB7-94DD-6759-3D0C-BA7D3AD77D22}"/>
                </a:ext>
              </a:extLst>
            </p:cNvPr>
            <p:cNvSpPr txBox="1"/>
            <p:nvPr/>
          </p:nvSpPr>
          <p:spPr>
            <a:xfrm rot="6218390">
              <a:off x="9925946" y="3694976"/>
              <a:ext cx="1841899" cy="638175"/>
            </a:xfrm>
            <a:prstGeom prst="rect">
              <a:avLst/>
            </a:prstGeom>
            <a:noFill/>
          </p:spPr>
          <p:txBody>
            <a:bodyPr wrap="square" rtlCol="0">
              <a:prstTxWarp prst="textArchUp">
                <a:avLst/>
              </a:prstTxWarp>
              <a:spAutoFit/>
            </a:bodyPr>
            <a:lstStyle/>
            <a:p>
              <a:pPr algn="ctr"/>
              <a:r>
                <a:rPr lang="en-US" sz="2400" dirty="0">
                  <a:solidFill>
                    <a:schemeClr val="bg1"/>
                  </a:solidFill>
                </a:rPr>
                <a:t>Learn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092D22A5-05C8-D181-81F6-1BBFC5577D75}"/>
                </a:ext>
              </a:extLst>
            </p:cNvPr>
            <p:cNvSpPr txBox="1"/>
            <p:nvPr/>
          </p:nvSpPr>
          <p:spPr>
            <a:xfrm rot="12622647">
              <a:off x="6593675" y="5243488"/>
              <a:ext cx="1841899" cy="638175"/>
            </a:xfrm>
            <a:prstGeom prst="rect">
              <a:avLst/>
            </a:prstGeom>
            <a:noFill/>
          </p:spPr>
          <p:txBody>
            <a:bodyPr wrap="square" rtlCol="0">
              <a:prstTxWarp prst="textArchUp">
                <a:avLst/>
              </a:prstTxWarp>
              <a:spAutoFit/>
            </a:bodyPr>
            <a:lstStyle/>
            <a:p>
              <a:pPr algn="ctr"/>
              <a:r>
                <a:rPr lang="en-US" sz="2400" dirty="0">
                  <a:solidFill>
                    <a:schemeClr val="bg1"/>
                  </a:solidFill>
                </a:rPr>
                <a:t>Invite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B8D10961-798C-3E82-DBE7-392638BA61E2}"/>
                </a:ext>
              </a:extLst>
            </p:cNvPr>
            <p:cNvSpPr txBox="1"/>
            <p:nvPr/>
          </p:nvSpPr>
          <p:spPr>
            <a:xfrm rot="15697400">
              <a:off x="5263361" y="3507272"/>
              <a:ext cx="2027125" cy="638175"/>
            </a:xfrm>
            <a:prstGeom prst="rect">
              <a:avLst/>
            </a:prstGeom>
            <a:noFill/>
          </p:spPr>
          <p:txBody>
            <a:bodyPr wrap="square" rtlCol="0">
              <a:prstTxWarp prst="textArchUp">
                <a:avLst>
                  <a:gd name="adj" fmla="val 10820778"/>
                </a:avLst>
              </a:prstTxWarp>
              <a:spAutoFit/>
            </a:bodyPr>
            <a:lstStyle/>
            <a:p>
              <a:pPr algn="ctr"/>
              <a:r>
                <a:rPr lang="en-US" sz="2400" dirty="0">
                  <a:solidFill>
                    <a:schemeClr val="bg1"/>
                  </a:solidFill>
                </a:rPr>
                <a:t>Appreciate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6A34E2CE-5138-5BC5-2D0A-18105858E39F}"/>
                </a:ext>
              </a:extLst>
            </p:cNvPr>
            <p:cNvSpPr txBox="1"/>
            <p:nvPr/>
          </p:nvSpPr>
          <p:spPr>
            <a:xfrm rot="18734748">
              <a:off x="5921532" y="1587556"/>
              <a:ext cx="1841899" cy="638175"/>
            </a:xfrm>
            <a:prstGeom prst="rect">
              <a:avLst/>
            </a:prstGeom>
            <a:noFill/>
          </p:spPr>
          <p:txBody>
            <a:bodyPr wrap="square" rtlCol="0">
              <a:prstTxWarp prst="textArchUp">
                <a:avLst/>
              </a:prstTxWarp>
              <a:spAutoFit/>
            </a:bodyPr>
            <a:lstStyle/>
            <a:p>
              <a:pPr algn="ctr"/>
              <a:r>
                <a:rPr lang="en-US" sz="2400" dirty="0">
                  <a:solidFill>
                    <a:schemeClr val="bg1"/>
                  </a:solidFill>
                </a:rPr>
                <a:t>Motivate</a:t>
              </a:r>
            </a:p>
          </p:txBody>
        </p:sp>
        <p:sp>
          <p:nvSpPr>
            <p:cNvPr id="17" name="Isosceles Triangle 16">
              <a:extLst>
                <a:ext uri="{FF2B5EF4-FFF2-40B4-BE49-F238E27FC236}">
                  <a16:creationId xmlns:a16="http://schemas.microsoft.com/office/drawing/2014/main" id="{66BAF7AA-9886-8CAB-1EBD-20A3721ED1C2}"/>
                </a:ext>
              </a:extLst>
            </p:cNvPr>
            <p:cNvSpPr/>
            <p:nvPr/>
          </p:nvSpPr>
          <p:spPr>
            <a:xfrm rot="6649031">
              <a:off x="9283774" y="854270"/>
              <a:ext cx="1097280" cy="457200"/>
            </a:xfrm>
            <a:prstGeom prst="triangle">
              <a:avLst>
                <a:gd name="adj" fmla="val 49630"/>
              </a:avLst>
            </a:prstGeom>
            <a:solidFill>
              <a:srgbClr val="EE4238"/>
            </a:solidFill>
            <a:ln>
              <a:solidFill>
                <a:srgbClr val="EE423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" name="Isosceles Triangle 17">
              <a:extLst>
                <a:ext uri="{FF2B5EF4-FFF2-40B4-BE49-F238E27FC236}">
                  <a16:creationId xmlns:a16="http://schemas.microsoft.com/office/drawing/2014/main" id="{36E1D5FB-05B9-4303-195D-3FA0304492A8}"/>
                </a:ext>
              </a:extLst>
            </p:cNvPr>
            <p:cNvSpPr/>
            <p:nvPr/>
          </p:nvSpPr>
          <p:spPr>
            <a:xfrm rot="10033193">
              <a:off x="10653102" y="2772840"/>
              <a:ext cx="1097280" cy="457200"/>
            </a:xfrm>
            <a:prstGeom prst="triangle">
              <a:avLst>
                <a:gd name="adj" fmla="val 49630"/>
              </a:avLst>
            </a:prstGeom>
            <a:solidFill>
              <a:srgbClr val="F18120"/>
            </a:solidFill>
            <a:ln>
              <a:solidFill>
                <a:srgbClr val="F1812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9" name="Block Arc 1">
              <a:extLst>
                <a:ext uri="{FF2B5EF4-FFF2-40B4-BE49-F238E27FC236}">
                  <a16:creationId xmlns:a16="http://schemas.microsoft.com/office/drawing/2014/main" id="{FB12AED3-376C-EC6D-51F0-AEEB90A2B8F0}"/>
                </a:ext>
              </a:extLst>
            </p:cNvPr>
            <p:cNvSpPr/>
            <p:nvPr/>
          </p:nvSpPr>
          <p:spPr>
            <a:xfrm>
              <a:off x="7436948" y="567120"/>
              <a:ext cx="2314305" cy="715708"/>
            </a:xfrm>
            <a:custGeom>
              <a:avLst/>
              <a:gdLst>
                <a:gd name="connsiteX0" fmla="*/ 0 w 2391141"/>
                <a:gd name="connsiteY0" fmla="*/ 726679 h 1453358"/>
                <a:gd name="connsiteX1" fmla="*/ 1195571 w 2391141"/>
                <a:gd name="connsiteY1" fmla="*/ 0 h 1453358"/>
                <a:gd name="connsiteX2" fmla="*/ 2391142 w 2391141"/>
                <a:gd name="connsiteY2" fmla="*/ 726679 h 1453358"/>
                <a:gd name="connsiteX3" fmla="*/ 2027802 w 2391141"/>
                <a:gd name="connsiteY3" fmla="*/ 726679 h 1453358"/>
                <a:gd name="connsiteX4" fmla="*/ 1195571 w 2391141"/>
                <a:gd name="connsiteY4" fmla="*/ 363339 h 1453358"/>
                <a:gd name="connsiteX5" fmla="*/ 363340 w 2391141"/>
                <a:gd name="connsiteY5" fmla="*/ 726679 h 1453358"/>
                <a:gd name="connsiteX6" fmla="*/ 0 w 2391141"/>
                <a:gd name="connsiteY6" fmla="*/ 726679 h 1453358"/>
                <a:gd name="connsiteX0" fmla="*/ 0 w 2614878"/>
                <a:gd name="connsiteY0" fmla="*/ 727830 h 727830"/>
                <a:gd name="connsiteX1" fmla="*/ 1195571 w 2614878"/>
                <a:gd name="connsiteY1" fmla="*/ 1151 h 727830"/>
                <a:gd name="connsiteX2" fmla="*/ 2614878 w 2614878"/>
                <a:gd name="connsiteY2" fmla="*/ 611098 h 727830"/>
                <a:gd name="connsiteX3" fmla="*/ 2027802 w 2614878"/>
                <a:gd name="connsiteY3" fmla="*/ 727830 h 727830"/>
                <a:gd name="connsiteX4" fmla="*/ 1195571 w 2614878"/>
                <a:gd name="connsiteY4" fmla="*/ 364490 h 727830"/>
                <a:gd name="connsiteX5" fmla="*/ 363340 w 2614878"/>
                <a:gd name="connsiteY5" fmla="*/ 727830 h 727830"/>
                <a:gd name="connsiteX6" fmla="*/ 0 w 2614878"/>
                <a:gd name="connsiteY6" fmla="*/ 727830 h 727830"/>
                <a:gd name="connsiteX0" fmla="*/ 0 w 2614878"/>
                <a:gd name="connsiteY0" fmla="*/ 727830 h 727830"/>
                <a:gd name="connsiteX1" fmla="*/ 1195571 w 2614878"/>
                <a:gd name="connsiteY1" fmla="*/ 1151 h 727830"/>
                <a:gd name="connsiteX2" fmla="*/ 2614878 w 2614878"/>
                <a:gd name="connsiteY2" fmla="*/ 611098 h 727830"/>
                <a:gd name="connsiteX3" fmla="*/ 2251538 w 2614878"/>
                <a:gd name="connsiteY3" fmla="*/ 669464 h 727830"/>
                <a:gd name="connsiteX4" fmla="*/ 1195571 w 2614878"/>
                <a:gd name="connsiteY4" fmla="*/ 364490 h 727830"/>
                <a:gd name="connsiteX5" fmla="*/ 363340 w 2614878"/>
                <a:gd name="connsiteY5" fmla="*/ 727830 h 727830"/>
                <a:gd name="connsiteX6" fmla="*/ 0 w 2614878"/>
                <a:gd name="connsiteY6" fmla="*/ 727830 h 727830"/>
                <a:gd name="connsiteX0" fmla="*/ 0 w 2780249"/>
                <a:gd name="connsiteY0" fmla="*/ 590533 h 726720"/>
                <a:gd name="connsiteX1" fmla="*/ 1360942 w 2780249"/>
                <a:gd name="connsiteY1" fmla="*/ 41 h 726720"/>
                <a:gd name="connsiteX2" fmla="*/ 2780249 w 2780249"/>
                <a:gd name="connsiteY2" fmla="*/ 609988 h 726720"/>
                <a:gd name="connsiteX3" fmla="*/ 2416909 w 2780249"/>
                <a:gd name="connsiteY3" fmla="*/ 668354 h 726720"/>
                <a:gd name="connsiteX4" fmla="*/ 1360942 w 2780249"/>
                <a:gd name="connsiteY4" fmla="*/ 363380 h 726720"/>
                <a:gd name="connsiteX5" fmla="*/ 528711 w 2780249"/>
                <a:gd name="connsiteY5" fmla="*/ 726720 h 726720"/>
                <a:gd name="connsiteX6" fmla="*/ 0 w 2780249"/>
                <a:gd name="connsiteY6" fmla="*/ 590533 h 726720"/>
                <a:gd name="connsiteX0" fmla="*/ 0 w 2780249"/>
                <a:gd name="connsiteY0" fmla="*/ 590533 h 668354"/>
                <a:gd name="connsiteX1" fmla="*/ 1360942 w 2780249"/>
                <a:gd name="connsiteY1" fmla="*/ 41 h 668354"/>
                <a:gd name="connsiteX2" fmla="*/ 2780249 w 2780249"/>
                <a:gd name="connsiteY2" fmla="*/ 609988 h 668354"/>
                <a:gd name="connsiteX3" fmla="*/ 2416909 w 2780249"/>
                <a:gd name="connsiteY3" fmla="*/ 668354 h 668354"/>
                <a:gd name="connsiteX4" fmla="*/ 1360942 w 2780249"/>
                <a:gd name="connsiteY4" fmla="*/ 363380 h 668354"/>
                <a:gd name="connsiteX5" fmla="*/ 275792 w 2780249"/>
                <a:gd name="connsiteY5" fmla="*/ 639171 h 668354"/>
                <a:gd name="connsiteX6" fmla="*/ 0 w 2780249"/>
                <a:gd name="connsiteY6" fmla="*/ 590533 h 668354"/>
                <a:gd name="connsiteX0" fmla="*/ 0 w 2780249"/>
                <a:gd name="connsiteY0" fmla="*/ 590533 h 668354"/>
                <a:gd name="connsiteX1" fmla="*/ 1360942 w 2780249"/>
                <a:gd name="connsiteY1" fmla="*/ 41 h 668354"/>
                <a:gd name="connsiteX2" fmla="*/ 2780249 w 2780249"/>
                <a:gd name="connsiteY2" fmla="*/ 609988 h 668354"/>
                <a:gd name="connsiteX3" fmla="*/ 2416909 w 2780249"/>
                <a:gd name="connsiteY3" fmla="*/ 668354 h 668354"/>
                <a:gd name="connsiteX4" fmla="*/ 1351215 w 2780249"/>
                <a:gd name="connsiteY4" fmla="*/ 480112 h 668354"/>
                <a:gd name="connsiteX5" fmla="*/ 275792 w 2780249"/>
                <a:gd name="connsiteY5" fmla="*/ 639171 h 668354"/>
                <a:gd name="connsiteX6" fmla="*/ 0 w 2780249"/>
                <a:gd name="connsiteY6" fmla="*/ 590533 h 668354"/>
                <a:gd name="connsiteX0" fmla="*/ 0 w 2780249"/>
                <a:gd name="connsiteY0" fmla="*/ 590533 h 775358"/>
                <a:gd name="connsiteX1" fmla="*/ 1360942 w 2780249"/>
                <a:gd name="connsiteY1" fmla="*/ 41 h 775358"/>
                <a:gd name="connsiteX2" fmla="*/ 2780249 w 2780249"/>
                <a:gd name="connsiteY2" fmla="*/ 609988 h 775358"/>
                <a:gd name="connsiteX3" fmla="*/ 2329360 w 2780249"/>
                <a:gd name="connsiteY3" fmla="*/ 775358 h 775358"/>
                <a:gd name="connsiteX4" fmla="*/ 1351215 w 2780249"/>
                <a:gd name="connsiteY4" fmla="*/ 480112 h 775358"/>
                <a:gd name="connsiteX5" fmla="*/ 275792 w 2780249"/>
                <a:gd name="connsiteY5" fmla="*/ 639171 h 775358"/>
                <a:gd name="connsiteX6" fmla="*/ 0 w 2780249"/>
                <a:gd name="connsiteY6" fmla="*/ 590533 h 775358"/>
                <a:gd name="connsiteX0" fmla="*/ 0 w 2673245"/>
                <a:gd name="connsiteY0" fmla="*/ 600391 h 785216"/>
                <a:gd name="connsiteX1" fmla="*/ 1360942 w 2673245"/>
                <a:gd name="connsiteY1" fmla="*/ 9899 h 785216"/>
                <a:gd name="connsiteX2" fmla="*/ 2673245 w 2673245"/>
                <a:gd name="connsiteY2" fmla="*/ 405837 h 785216"/>
                <a:gd name="connsiteX3" fmla="*/ 2329360 w 2673245"/>
                <a:gd name="connsiteY3" fmla="*/ 785216 h 785216"/>
                <a:gd name="connsiteX4" fmla="*/ 1351215 w 2673245"/>
                <a:gd name="connsiteY4" fmla="*/ 489970 h 785216"/>
                <a:gd name="connsiteX5" fmla="*/ 275792 w 2673245"/>
                <a:gd name="connsiteY5" fmla="*/ 649029 h 785216"/>
                <a:gd name="connsiteX6" fmla="*/ 0 w 2673245"/>
                <a:gd name="connsiteY6" fmla="*/ 600391 h 785216"/>
                <a:gd name="connsiteX0" fmla="*/ 0 w 2673245"/>
                <a:gd name="connsiteY0" fmla="*/ 593348 h 778173"/>
                <a:gd name="connsiteX1" fmla="*/ 1360942 w 2673245"/>
                <a:gd name="connsiteY1" fmla="*/ 2856 h 778173"/>
                <a:gd name="connsiteX2" fmla="*/ 2673245 w 2673245"/>
                <a:gd name="connsiteY2" fmla="*/ 398794 h 778173"/>
                <a:gd name="connsiteX3" fmla="*/ 2329360 w 2673245"/>
                <a:gd name="connsiteY3" fmla="*/ 778173 h 778173"/>
                <a:gd name="connsiteX4" fmla="*/ 1351215 w 2673245"/>
                <a:gd name="connsiteY4" fmla="*/ 482927 h 778173"/>
                <a:gd name="connsiteX5" fmla="*/ 275792 w 2673245"/>
                <a:gd name="connsiteY5" fmla="*/ 641986 h 778173"/>
                <a:gd name="connsiteX6" fmla="*/ 0 w 2673245"/>
                <a:gd name="connsiteY6" fmla="*/ 593348 h 778173"/>
                <a:gd name="connsiteX0" fmla="*/ 0 w 2478691"/>
                <a:gd name="connsiteY0" fmla="*/ 293714 h 809279"/>
                <a:gd name="connsiteX1" fmla="*/ 1166388 w 2478691"/>
                <a:gd name="connsiteY1" fmla="*/ 33962 h 809279"/>
                <a:gd name="connsiteX2" fmla="*/ 2478691 w 2478691"/>
                <a:gd name="connsiteY2" fmla="*/ 429900 h 809279"/>
                <a:gd name="connsiteX3" fmla="*/ 2134806 w 2478691"/>
                <a:gd name="connsiteY3" fmla="*/ 809279 h 809279"/>
                <a:gd name="connsiteX4" fmla="*/ 1156661 w 2478691"/>
                <a:gd name="connsiteY4" fmla="*/ 514033 h 809279"/>
                <a:gd name="connsiteX5" fmla="*/ 81238 w 2478691"/>
                <a:gd name="connsiteY5" fmla="*/ 673092 h 809279"/>
                <a:gd name="connsiteX6" fmla="*/ 0 w 2478691"/>
                <a:gd name="connsiteY6" fmla="*/ 293714 h 809279"/>
                <a:gd name="connsiteX0" fmla="*/ 0 w 2478691"/>
                <a:gd name="connsiteY0" fmla="*/ 262275 h 777840"/>
                <a:gd name="connsiteX1" fmla="*/ 1166388 w 2478691"/>
                <a:gd name="connsiteY1" fmla="*/ 2523 h 777840"/>
                <a:gd name="connsiteX2" fmla="*/ 2478691 w 2478691"/>
                <a:gd name="connsiteY2" fmla="*/ 398461 h 777840"/>
                <a:gd name="connsiteX3" fmla="*/ 2134806 w 2478691"/>
                <a:gd name="connsiteY3" fmla="*/ 777840 h 777840"/>
                <a:gd name="connsiteX4" fmla="*/ 1156661 w 2478691"/>
                <a:gd name="connsiteY4" fmla="*/ 482594 h 777840"/>
                <a:gd name="connsiteX5" fmla="*/ 81238 w 2478691"/>
                <a:gd name="connsiteY5" fmla="*/ 641653 h 777840"/>
                <a:gd name="connsiteX6" fmla="*/ 0 w 2478691"/>
                <a:gd name="connsiteY6" fmla="*/ 262275 h 777840"/>
                <a:gd name="connsiteX0" fmla="*/ 0 w 2478691"/>
                <a:gd name="connsiteY0" fmla="*/ 262275 h 777841"/>
                <a:gd name="connsiteX1" fmla="*/ 1166388 w 2478691"/>
                <a:gd name="connsiteY1" fmla="*/ 2523 h 777841"/>
                <a:gd name="connsiteX2" fmla="*/ 2478691 w 2478691"/>
                <a:gd name="connsiteY2" fmla="*/ 398461 h 777841"/>
                <a:gd name="connsiteX3" fmla="*/ 2134806 w 2478691"/>
                <a:gd name="connsiteY3" fmla="*/ 777840 h 777841"/>
                <a:gd name="connsiteX4" fmla="*/ 1156661 w 2478691"/>
                <a:gd name="connsiteY4" fmla="*/ 482594 h 777841"/>
                <a:gd name="connsiteX5" fmla="*/ 178515 w 2478691"/>
                <a:gd name="connsiteY5" fmla="*/ 777841 h 777841"/>
                <a:gd name="connsiteX6" fmla="*/ 0 w 2478691"/>
                <a:gd name="connsiteY6" fmla="*/ 262275 h 777841"/>
                <a:gd name="connsiteX0" fmla="*/ 0 w 2478691"/>
                <a:gd name="connsiteY0" fmla="*/ 262275 h 777840"/>
                <a:gd name="connsiteX1" fmla="*/ 1166388 w 2478691"/>
                <a:gd name="connsiteY1" fmla="*/ 2523 h 777840"/>
                <a:gd name="connsiteX2" fmla="*/ 2478691 w 2478691"/>
                <a:gd name="connsiteY2" fmla="*/ 398461 h 777840"/>
                <a:gd name="connsiteX3" fmla="*/ 2134806 w 2478691"/>
                <a:gd name="connsiteY3" fmla="*/ 777840 h 777840"/>
                <a:gd name="connsiteX4" fmla="*/ 1156661 w 2478691"/>
                <a:gd name="connsiteY4" fmla="*/ 482594 h 777840"/>
                <a:gd name="connsiteX5" fmla="*/ 139604 w 2478691"/>
                <a:gd name="connsiteY5" fmla="*/ 748658 h 777840"/>
                <a:gd name="connsiteX6" fmla="*/ 0 w 2478691"/>
                <a:gd name="connsiteY6" fmla="*/ 262275 h 777840"/>
                <a:gd name="connsiteX0" fmla="*/ 0 w 2478691"/>
                <a:gd name="connsiteY0" fmla="*/ 262275 h 777840"/>
                <a:gd name="connsiteX1" fmla="*/ 1166388 w 2478691"/>
                <a:gd name="connsiteY1" fmla="*/ 2523 h 777840"/>
                <a:gd name="connsiteX2" fmla="*/ 2478691 w 2478691"/>
                <a:gd name="connsiteY2" fmla="*/ 398461 h 777840"/>
                <a:gd name="connsiteX3" fmla="*/ 2134806 w 2478691"/>
                <a:gd name="connsiteY3" fmla="*/ 777840 h 777840"/>
                <a:gd name="connsiteX4" fmla="*/ 1156661 w 2478691"/>
                <a:gd name="connsiteY4" fmla="*/ 482594 h 777840"/>
                <a:gd name="connsiteX5" fmla="*/ 139604 w 2478691"/>
                <a:gd name="connsiteY5" fmla="*/ 748658 h 777840"/>
                <a:gd name="connsiteX6" fmla="*/ 0 w 2478691"/>
                <a:gd name="connsiteY6" fmla="*/ 262275 h 777840"/>
                <a:gd name="connsiteX0" fmla="*/ 0 w 2478691"/>
                <a:gd name="connsiteY0" fmla="*/ 262275 h 797295"/>
                <a:gd name="connsiteX1" fmla="*/ 1166388 w 2478691"/>
                <a:gd name="connsiteY1" fmla="*/ 2523 h 797295"/>
                <a:gd name="connsiteX2" fmla="*/ 2478691 w 2478691"/>
                <a:gd name="connsiteY2" fmla="*/ 398461 h 797295"/>
                <a:gd name="connsiteX3" fmla="*/ 2144534 w 2478691"/>
                <a:gd name="connsiteY3" fmla="*/ 797295 h 797295"/>
                <a:gd name="connsiteX4" fmla="*/ 1156661 w 2478691"/>
                <a:gd name="connsiteY4" fmla="*/ 482594 h 797295"/>
                <a:gd name="connsiteX5" fmla="*/ 139604 w 2478691"/>
                <a:gd name="connsiteY5" fmla="*/ 748658 h 797295"/>
                <a:gd name="connsiteX6" fmla="*/ 0 w 2478691"/>
                <a:gd name="connsiteY6" fmla="*/ 262275 h 797295"/>
                <a:gd name="connsiteX0" fmla="*/ 0 w 2478691"/>
                <a:gd name="connsiteY0" fmla="*/ 262275 h 797295"/>
                <a:gd name="connsiteX1" fmla="*/ 1166388 w 2478691"/>
                <a:gd name="connsiteY1" fmla="*/ 2523 h 797295"/>
                <a:gd name="connsiteX2" fmla="*/ 2478691 w 2478691"/>
                <a:gd name="connsiteY2" fmla="*/ 398461 h 797295"/>
                <a:gd name="connsiteX3" fmla="*/ 2144534 w 2478691"/>
                <a:gd name="connsiteY3" fmla="*/ 797295 h 797295"/>
                <a:gd name="connsiteX4" fmla="*/ 1156661 w 2478691"/>
                <a:gd name="connsiteY4" fmla="*/ 482594 h 797295"/>
                <a:gd name="connsiteX5" fmla="*/ 139604 w 2478691"/>
                <a:gd name="connsiteY5" fmla="*/ 748658 h 797295"/>
                <a:gd name="connsiteX6" fmla="*/ 0 w 2478691"/>
                <a:gd name="connsiteY6" fmla="*/ 262275 h 797295"/>
                <a:gd name="connsiteX0" fmla="*/ 0 w 2309168"/>
                <a:gd name="connsiteY0" fmla="*/ 259772 h 794792"/>
                <a:gd name="connsiteX1" fmla="*/ 1166388 w 2309168"/>
                <a:gd name="connsiteY1" fmla="*/ 20 h 794792"/>
                <a:gd name="connsiteX2" fmla="*/ 2309168 w 2309168"/>
                <a:gd name="connsiteY2" fmla="*/ 270099 h 794792"/>
                <a:gd name="connsiteX3" fmla="*/ 2144534 w 2309168"/>
                <a:gd name="connsiteY3" fmla="*/ 794792 h 794792"/>
                <a:gd name="connsiteX4" fmla="*/ 1156661 w 2309168"/>
                <a:gd name="connsiteY4" fmla="*/ 480091 h 794792"/>
                <a:gd name="connsiteX5" fmla="*/ 139604 w 2309168"/>
                <a:gd name="connsiteY5" fmla="*/ 746155 h 794792"/>
                <a:gd name="connsiteX6" fmla="*/ 0 w 2309168"/>
                <a:gd name="connsiteY6" fmla="*/ 259772 h 794792"/>
                <a:gd name="connsiteX0" fmla="*/ 0 w 2309168"/>
                <a:gd name="connsiteY0" fmla="*/ 259772 h 794792"/>
                <a:gd name="connsiteX1" fmla="*/ 1166388 w 2309168"/>
                <a:gd name="connsiteY1" fmla="*/ 20 h 794792"/>
                <a:gd name="connsiteX2" fmla="*/ 2309168 w 2309168"/>
                <a:gd name="connsiteY2" fmla="*/ 270099 h 794792"/>
                <a:gd name="connsiteX3" fmla="*/ 2144534 w 2309168"/>
                <a:gd name="connsiteY3" fmla="*/ 794792 h 794792"/>
                <a:gd name="connsiteX4" fmla="*/ 1156661 w 2309168"/>
                <a:gd name="connsiteY4" fmla="*/ 480091 h 794792"/>
                <a:gd name="connsiteX5" fmla="*/ 139604 w 2309168"/>
                <a:gd name="connsiteY5" fmla="*/ 746155 h 794792"/>
                <a:gd name="connsiteX6" fmla="*/ 0 w 2309168"/>
                <a:gd name="connsiteY6" fmla="*/ 259772 h 794792"/>
                <a:gd name="connsiteX0" fmla="*/ 0 w 2309168"/>
                <a:gd name="connsiteY0" fmla="*/ 259772 h 746155"/>
                <a:gd name="connsiteX1" fmla="*/ 1166388 w 2309168"/>
                <a:gd name="connsiteY1" fmla="*/ 20 h 746155"/>
                <a:gd name="connsiteX2" fmla="*/ 2309168 w 2309168"/>
                <a:gd name="connsiteY2" fmla="*/ 270099 h 746155"/>
                <a:gd name="connsiteX3" fmla="*/ 2121417 w 2309168"/>
                <a:gd name="connsiteY3" fmla="*/ 707462 h 746155"/>
                <a:gd name="connsiteX4" fmla="*/ 1156661 w 2309168"/>
                <a:gd name="connsiteY4" fmla="*/ 480091 h 746155"/>
                <a:gd name="connsiteX5" fmla="*/ 139604 w 2309168"/>
                <a:gd name="connsiteY5" fmla="*/ 746155 h 746155"/>
                <a:gd name="connsiteX6" fmla="*/ 0 w 2309168"/>
                <a:gd name="connsiteY6" fmla="*/ 259772 h 746155"/>
                <a:gd name="connsiteX0" fmla="*/ 0 w 2309168"/>
                <a:gd name="connsiteY0" fmla="*/ 259772 h 746155"/>
                <a:gd name="connsiteX1" fmla="*/ 1166388 w 2309168"/>
                <a:gd name="connsiteY1" fmla="*/ 20 h 746155"/>
                <a:gd name="connsiteX2" fmla="*/ 2309168 w 2309168"/>
                <a:gd name="connsiteY2" fmla="*/ 270099 h 746155"/>
                <a:gd name="connsiteX3" fmla="*/ 2121417 w 2309168"/>
                <a:gd name="connsiteY3" fmla="*/ 707462 h 746155"/>
                <a:gd name="connsiteX4" fmla="*/ 1156661 w 2309168"/>
                <a:gd name="connsiteY4" fmla="*/ 480091 h 746155"/>
                <a:gd name="connsiteX5" fmla="*/ 139604 w 2309168"/>
                <a:gd name="connsiteY5" fmla="*/ 746155 h 746155"/>
                <a:gd name="connsiteX6" fmla="*/ 0 w 2309168"/>
                <a:gd name="connsiteY6" fmla="*/ 259772 h 746155"/>
                <a:gd name="connsiteX0" fmla="*/ 0 w 2309168"/>
                <a:gd name="connsiteY0" fmla="*/ 226793 h 746567"/>
                <a:gd name="connsiteX1" fmla="*/ 1166388 w 2309168"/>
                <a:gd name="connsiteY1" fmla="*/ 432 h 746567"/>
                <a:gd name="connsiteX2" fmla="*/ 2309168 w 2309168"/>
                <a:gd name="connsiteY2" fmla="*/ 270511 h 746567"/>
                <a:gd name="connsiteX3" fmla="*/ 2121417 w 2309168"/>
                <a:gd name="connsiteY3" fmla="*/ 707874 h 746567"/>
                <a:gd name="connsiteX4" fmla="*/ 1156661 w 2309168"/>
                <a:gd name="connsiteY4" fmla="*/ 480503 h 746567"/>
                <a:gd name="connsiteX5" fmla="*/ 139604 w 2309168"/>
                <a:gd name="connsiteY5" fmla="*/ 746567 h 746567"/>
                <a:gd name="connsiteX6" fmla="*/ 0 w 2309168"/>
                <a:gd name="connsiteY6" fmla="*/ 226793 h 746567"/>
                <a:gd name="connsiteX0" fmla="*/ 0 w 2309168"/>
                <a:gd name="connsiteY0" fmla="*/ 226663 h 746437"/>
                <a:gd name="connsiteX1" fmla="*/ 1166388 w 2309168"/>
                <a:gd name="connsiteY1" fmla="*/ 302 h 746437"/>
                <a:gd name="connsiteX2" fmla="*/ 2309168 w 2309168"/>
                <a:gd name="connsiteY2" fmla="*/ 270381 h 746437"/>
                <a:gd name="connsiteX3" fmla="*/ 2121417 w 2309168"/>
                <a:gd name="connsiteY3" fmla="*/ 707744 h 746437"/>
                <a:gd name="connsiteX4" fmla="*/ 1156661 w 2309168"/>
                <a:gd name="connsiteY4" fmla="*/ 480373 h 746437"/>
                <a:gd name="connsiteX5" fmla="*/ 139604 w 2309168"/>
                <a:gd name="connsiteY5" fmla="*/ 746437 h 746437"/>
                <a:gd name="connsiteX6" fmla="*/ 0 w 2309168"/>
                <a:gd name="connsiteY6" fmla="*/ 226663 h 746437"/>
                <a:gd name="connsiteX0" fmla="*/ 0 w 2309168"/>
                <a:gd name="connsiteY0" fmla="*/ 226614 h 746388"/>
                <a:gd name="connsiteX1" fmla="*/ 1166388 w 2309168"/>
                <a:gd name="connsiteY1" fmla="*/ 253 h 746388"/>
                <a:gd name="connsiteX2" fmla="*/ 2309168 w 2309168"/>
                <a:gd name="connsiteY2" fmla="*/ 270332 h 746388"/>
                <a:gd name="connsiteX3" fmla="*/ 2121417 w 2309168"/>
                <a:gd name="connsiteY3" fmla="*/ 707695 h 746388"/>
                <a:gd name="connsiteX4" fmla="*/ 1156661 w 2309168"/>
                <a:gd name="connsiteY4" fmla="*/ 480324 h 746388"/>
                <a:gd name="connsiteX5" fmla="*/ 139604 w 2309168"/>
                <a:gd name="connsiteY5" fmla="*/ 746388 h 746388"/>
                <a:gd name="connsiteX6" fmla="*/ 0 w 2309168"/>
                <a:gd name="connsiteY6" fmla="*/ 226614 h 746388"/>
                <a:gd name="connsiteX0" fmla="*/ 0 w 2309168"/>
                <a:gd name="connsiteY0" fmla="*/ 231692 h 746328"/>
                <a:gd name="connsiteX1" fmla="*/ 1166388 w 2309168"/>
                <a:gd name="connsiteY1" fmla="*/ 193 h 746328"/>
                <a:gd name="connsiteX2" fmla="*/ 2309168 w 2309168"/>
                <a:gd name="connsiteY2" fmla="*/ 270272 h 746328"/>
                <a:gd name="connsiteX3" fmla="*/ 2121417 w 2309168"/>
                <a:gd name="connsiteY3" fmla="*/ 707635 h 746328"/>
                <a:gd name="connsiteX4" fmla="*/ 1156661 w 2309168"/>
                <a:gd name="connsiteY4" fmla="*/ 480264 h 746328"/>
                <a:gd name="connsiteX5" fmla="*/ 139604 w 2309168"/>
                <a:gd name="connsiteY5" fmla="*/ 746328 h 746328"/>
                <a:gd name="connsiteX6" fmla="*/ 0 w 2309168"/>
                <a:gd name="connsiteY6" fmla="*/ 231692 h 746328"/>
                <a:gd name="connsiteX0" fmla="*/ 0 w 2309168"/>
                <a:gd name="connsiteY0" fmla="*/ 231692 h 707635"/>
                <a:gd name="connsiteX1" fmla="*/ 1166388 w 2309168"/>
                <a:gd name="connsiteY1" fmla="*/ 193 h 707635"/>
                <a:gd name="connsiteX2" fmla="*/ 2309168 w 2309168"/>
                <a:gd name="connsiteY2" fmla="*/ 270272 h 707635"/>
                <a:gd name="connsiteX3" fmla="*/ 2121417 w 2309168"/>
                <a:gd name="connsiteY3" fmla="*/ 707635 h 707635"/>
                <a:gd name="connsiteX4" fmla="*/ 1156661 w 2309168"/>
                <a:gd name="connsiteY4" fmla="*/ 480264 h 707635"/>
                <a:gd name="connsiteX5" fmla="*/ 172995 w 2309168"/>
                <a:gd name="connsiteY5" fmla="*/ 684683 h 707635"/>
                <a:gd name="connsiteX6" fmla="*/ 0 w 2309168"/>
                <a:gd name="connsiteY6" fmla="*/ 231692 h 707635"/>
                <a:gd name="connsiteX0" fmla="*/ 0 w 2309168"/>
                <a:gd name="connsiteY0" fmla="*/ 231692 h 707635"/>
                <a:gd name="connsiteX1" fmla="*/ 1166388 w 2309168"/>
                <a:gd name="connsiteY1" fmla="*/ 193 h 707635"/>
                <a:gd name="connsiteX2" fmla="*/ 2309168 w 2309168"/>
                <a:gd name="connsiteY2" fmla="*/ 270272 h 707635"/>
                <a:gd name="connsiteX3" fmla="*/ 2121417 w 2309168"/>
                <a:gd name="connsiteY3" fmla="*/ 707635 h 707635"/>
                <a:gd name="connsiteX4" fmla="*/ 1156661 w 2309168"/>
                <a:gd name="connsiteY4" fmla="*/ 480264 h 707635"/>
                <a:gd name="connsiteX5" fmla="*/ 172995 w 2309168"/>
                <a:gd name="connsiteY5" fmla="*/ 684683 h 707635"/>
                <a:gd name="connsiteX6" fmla="*/ 0 w 2309168"/>
                <a:gd name="connsiteY6" fmla="*/ 231692 h 707635"/>
                <a:gd name="connsiteX0" fmla="*/ 0 w 2309168"/>
                <a:gd name="connsiteY0" fmla="*/ 231692 h 715340"/>
                <a:gd name="connsiteX1" fmla="*/ 1166388 w 2309168"/>
                <a:gd name="connsiteY1" fmla="*/ 193 h 715340"/>
                <a:gd name="connsiteX2" fmla="*/ 2309168 w 2309168"/>
                <a:gd name="connsiteY2" fmla="*/ 270272 h 715340"/>
                <a:gd name="connsiteX3" fmla="*/ 2123986 w 2309168"/>
                <a:gd name="connsiteY3" fmla="*/ 715340 h 715340"/>
                <a:gd name="connsiteX4" fmla="*/ 1156661 w 2309168"/>
                <a:gd name="connsiteY4" fmla="*/ 480264 h 715340"/>
                <a:gd name="connsiteX5" fmla="*/ 172995 w 2309168"/>
                <a:gd name="connsiteY5" fmla="*/ 684683 h 715340"/>
                <a:gd name="connsiteX6" fmla="*/ 0 w 2309168"/>
                <a:gd name="connsiteY6" fmla="*/ 231692 h 715340"/>
                <a:gd name="connsiteX0" fmla="*/ 0 w 2309168"/>
                <a:gd name="connsiteY0" fmla="*/ 231692 h 715340"/>
                <a:gd name="connsiteX1" fmla="*/ 1166388 w 2309168"/>
                <a:gd name="connsiteY1" fmla="*/ 193 h 715340"/>
                <a:gd name="connsiteX2" fmla="*/ 2309168 w 2309168"/>
                <a:gd name="connsiteY2" fmla="*/ 270272 h 715340"/>
                <a:gd name="connsiteX3" fmla="*/ 2123986 w 2309168"/>
                <a:gd name="connsiteY3" fmla="*/ 715340 h 715340"/>
                <a:gd name="connsiteX4" fmla="*/ 1156661 w 2309168"/>
                <a:gd name="connsiteY4" fmla="*/ 480264 h 715340"/>
                <a:gd name="connsiteX5" fmla="*/ 172995 w 2309168"/>
                <a:gd name="connsiteY5" fmla="*/ 684683 h 715340"/>
                <a:gd name="connsiteX6" fmla="*/ 0 w 2309168"/>
                <a:gd name="connsiteY6" fmla="*/ 231692 h 715340"/>
                <a:gd name="connsiteX0" fmla="*/ 0 w 2309168"/>
                <a:gd name="connsiteY0" fmla="*/ 231692 h 715340"/>
                <a:gd name="connsiteX1" fmla="*/ 1166388 w 2309168"/>
                <a:gd name="connsiteY1" fmla="*/ 193 h 715340"/>
                <a:gd name="connsiteX2" fmla="*/ 2309168 w 2309168"/>
                <a:gd name="connsiteY2" fmla="*/ 270272 h 715340"/>
                <a:gd name="connsiteX3" fmla="*/ 2123986 w 2309168"/>
                <a:gd name="connsiteY3" fmla="*/ 715340 h 715340"/>
                <a:gd name="connsiteX4" fmla="*/ 1156661 w 2309168"/>
                <a:gd name="connsiteY4" fmla="*/ 480264 h 715340"/>
                <a:gd name="connsiteX5" fmla="*/ 172995 w 2309168"/>
                <a:gd name="connsiteY5" fmla="*/ 684683 h 715340"/>
                <a:gd name="connsiteX6" fmla="*/ 0 w 2309168"/>
                <a:gd name="connsiteY6" fmla="*/ 231692 h 715340"/>
                <a:gd name="connsiteX0" fmla="*/ 0 w 2314305"/>
                <a:gd name="connsiteY0" fmla="*/ 231543 h 715191"/>
                <a:gd name="connsiteX1" fmla="*/ 1166388 w 2314305"/>
                <a:gd name="connsiteY1" fmla="*/ 44 h 715191"/>
                <a:gd name="connsiteX2" fmla="*/ 2314305 w 2314305"/>
                <a:gd name="connsiteY2" fmla="*/ 249575 h 715191"/>
                <a:gd name="connsiteX3" fmla="*/ 2123986 w 2314305"/>
                <a:gd name="connsiteY3" fmla="*/ 715191 h 715191"/>
                <a:gd name="connsiteX4" fmla="*/ 1156661 w 2314305"/>
                <a:gd name="connsiteY4" fmla="*/ 480115 h 715191"/>
                <a:gd name="connsiteX5" fmla="*/ 172995 w 2314305"/>
                <a:gd name="connsiteY5" fmla="*/ 684534 h 715191"/>
                <a:gd name="connsiteX6" fmla="*/ 0 w 2314305"/>
                <a:gd name="connsiteY6" fmla="*/ 231543 h 715191"/>
                <a:gd name="connsiteX0" fmla="*/ 0 w 2314305"/>
                <a:gd name="connsiteY0" fmla="*/ 231543 h 715191"/>
                <a:gd name="connsiteX1" fmla="*/ 1166388 w 2314305"/>
                <a:gd name="connsiteY1" fmla="*/ 44 h 715191"/>
                <a:gd name="connsiteX2" fmla="*/ 2314305 w 2314305"/>
                <a:gd name="connsiteY2" fmla="*/ 249575 h 715191"/>
                <a:gd name="connsiteX3" fmla="*/ 2123986 w 2314305"/>
                <a:gd name="connsiteY3" fmla="*/ 715191 h 715191"/>
                <a:gd name="connsiteX4" fmla="*/ 1156661 w 2314305"/>
                <a:gd name="connsiteY4" fmla="*/ 480115 h 715191"/>
                <a:gd name="connsiteX5" fmla="*/ 172995 w 2314305"/>
                <a:gd name="connsiteY5" fmla="*/ 684534 h 715191"/>
                <a:gd name="connsiteX6" fmla="*/ 0 w 2314305"/>
                <a:gd name="connsiteY6" fmla="*/ 231543 h 715191"/>
                <a:gd name="connsiteX0" fmla="*/ 0 w 2314305"/>
                <a:gd name="connsiteY0" fmla="*/ 231550 h 715198"/>
                <a:gd name="connsiteX1" fmla="*/ 1166388 w 2314305"/>
                <a:gd name="connsiteY1" fmla="*/ 51 h 715198"/>
                <a:gd name="connsiteX2" fmla="*/ 2314305 w 2314305"/>
                <a:gd name="connsiteY2" fmla="*/ 249582 h 715198"/>
                <a:gd name="connsiteX3" fmla="*/ 2123986 w 2314305"/>
                <a:gd name="connsiteY3" fmla="*/ 715198 h 715198"/>
                <a:gd name="connsiteX4" fmla="*/ 1156661 w 2314305"/>
                <a:gd name="connsiteY4" fmla="*/ 480122 h 715198"/>
                <a:gd name="connsiteX5" fmla="*/ 172995 w 2314305"/>
                <a:gd name="connsiteY5" fmla="*/ 684541 h 715198"/>
                <a:gd name="connsiteX6" fmla="*/ 0 w 2314305"/>
                <a:gd name="connsiteY6" fmla="*/ 231550 h 715198"/>
                <a:gd name="connsiteX0" fmla="*/ 0 w 2314305"/>
                <a:gd name="connsiteY0" fmla="*/ 233092 h 716740"/>
                <a:gd name="connsiteX1" fmla="*/ 1166388 w 2314305"/>
                <a:gd name="connsiteY1" fmla="*/ 1593 h 716740"/>
                <a:gd name="connsiteX2" fmla="*/ 2314305 w 2314305"/>
                <a:gd name="connsiteY2" fmla="*/ 251124 h 716740"/>
                <a:gd name="connsiteX3" fmla="*/ 2123986 w 2314305"/>
                <a:gd name="connsiteY3" fmla="*/ 716740 h 716740"/>
                <a:gd name="connsiteX4" fmla="*/ 1156661 w 2314305"/>
                <a:gd name="connsiteY4" fmla="*/ 481664 h 716740"/>
                <a:gd name="connsiteX5" fmla="*/ 172995 w 2314305"/>
                <a:gd name="connsiteY5" fmla="*/ 686083 h 716740"/>
                <a:gd name="connsiteX6" fmla="*/ 0 w 2314305"/>
                <a:gd name="connsiteY6" fmla="*/ 233092 h 716740"/>
                <a:gd name="connsiteX0" fmla="*/ 0 w 2314305"/>
                <a:gd name="connsiteY0" fmla="*/ 231523 h 715171"/>
                <a:gd name="connsiteX1" fmla="*/ 1166388 w 2314305"/>
                <a:gd name="connsiteY1" fmla="*/ 24 h 715171"/>
                <a:gd name="connsiteX2" fmla="*/ 2314305 w 2314305"/>
                <a:gd name="connsiteY2" fmla="*/ 249555 h 715171"/>
                <a:gd name="connsiteX3" fmla="*/ 2123986 w 2314305"/>
                <a:gd name="connsiteY3" fmla="*/ 715171 h 715171"/>
                <a:gd name="connsiteX4" fmla="*/ 1156661 w 2314305"/>
                <a:gd name="connsiteY4" fmla="*/ 480095 h 715171"/>
                <a:gd name="connsiteX5" fmla="*/ 172995 w 2314305"/>
                <a:gd name="connsiteY5" fmla="*/ 684514 h 715171"/>
                <a:gd name="connsiteX6" fmla="*/ 0 w 2314305"/>
                <a:gd name="connsiteY6" fmla="*/ 231523 h 715171"/>
                <a:gd name="connsiteX0" fmla="*/ 0 w 2314305"/>
                <a:gd name="connsiteY0" fmla="*/ 231550 h 715198"/>
                <a:gd name="connsiteX1" fmla="*/ 1166388 w 2314305"/>
                <a:gd name="connsiteY1" fmla="*/ 51 h 715198"/>
                <a:gd name="connsiteX2" fmla="*/ 2314305 w 2314305"/>
                <a:gd name="connsiteY2" fmla="*/ 249582 h 715198"/>
                <a:gd name="connsiteX3" fmla="*/ 2123986 w 2314305"/>
                <a:gd name="connsiteY3" fmla="*/ 715198 h 715198"/>
                <a:gd name="connsiteX4" fmla="*/ 1156661 w 2314305"/>
                <a:gd name="connsiteY4" fmla="*/ 480122 h 715198"/>
                <a:gd name="connsiteX5" fmla="*/ 172995 w 2314305"/>
                <a:gd name="connsiteY5" fmla="*/ 684541 h 715198"/>
                <a:gd name="connsiteX6" fmla="*/ 0 w 2314305"/>
                <a:gd name="connsiteY6" fmla="*/ 231550 h 715198"/>
                <a:gd name="connsiteX0" fmla="*/ 0 w 2314305"/>
                <a:gd name="connsiteY0" fmla="*/ 232088 h 715736"/>
                <a:gd name="connsiteX1" fmla="*/ 1166388 w 2314305"/>
                <a:gd name="connsiteY1" fmla="*/ 589 h 715736"/>
                <a:gd name="connsiteX2" fmla="*/ 2314305 w 2314305"/>
                <a:gd name="connsiteY2" fmla="*/ 250120 h 715736"/>
                <a:gd name="connsiteX3" fmla="*/ 2123986 w 2314305"/>
                <a:gd name="connsiteY3" fmla="*/ 715736 h 715736"/>
                <a:gd name="connsiteX4" fmla="*/ 1156661 w 2314305"/>
                <a:gd name="connsiteY4" fmla="*/ 480660 h 715736"/>
                <a:gd name="connsiteX5" fmla="*/ 172995 w 2314305"/>
                <a:gd name="connsiteY5" fmla="*/ 685079 h 715736"/>
                <a:gd name="connsiteX6" fmla="*/ 0 w 2314305"/>
                <a:gd name="connsiteY6" fmla="*/ 232088 h 715736"/>
                <a:gd name="connsiteX0" fmla="*/ 0 w 2314305"/>
                <a:gd name="connsiteY0" fmla="*/ 232088 h 715736"/>
                <a:gd name="connsiteX1" fmla="*/ 1166388 w 2314305"/>
                <a:gd name="connsiteY1" fmla="*/ 589 h 715736"/>
                <a:gd name="connsiteX2" fmla="*/ 2314305 w 2314305"/>
                <a:gd name="connsiteY2" fmla="*/ 250120 h 715736"/>
                <a:gd name="connsiteX3" fmla="*/ 2123986 w 2314305"/>
                <a:gd name="connsiteY3" fmla="*/ 715736 h 715736"/>
                <a:gd name="connsiteX4" fmla="*/ 1156661 w 2314305"/>
                <a:gd name="connsiteY4" fmla="*/ 480660 h 715736"/>
                <a:gd name="connsiteX5" fmla="*/ 172995 w 2314305"/>
                <a:gd name="connsiteY5" fmla="*/ 685079 h 715736"/>
                <a:gd name="connsiteX6" fmla="*/ 0 w 2314305"/>
                <a:gd name="connsiteY6" fmla="*/ 232088 h 715736"/>
                <a:gd name="connsiteX0" fmla="*/ 0 w 2314305"/>
                <a:gd name="connsiteY0" fmla="*/ 232088 h 715736"/>
                <a:gd name="connsiteX1" fmla="*/ 1166388 w 2314305"/>
                <a:gd name="connsiteY1" fmla="*/ 589 h 715736"/>
                <a:gd name="connsiteX2" fmla="*/ 2314305 w 2314305"/>
                <a:gd name="connsiteY2" fmla="*/ 250120 h 715736"/>
                <a:gd name="connsiteX3" fmla="*/ 2123986 w 2314305"/>
                <a:gd name="connsiteY3" fmla="*/ 715736 h 715736"/>
                <a:gd name="connsiteX4" fmla="*/ 1156661 w 2314305"/>
                <a:gd name="connsiteY4" fmla="*/ 480660 h 715736"/>
                <a:gd name="connsiteX5" fmla="*/ 172995 w 2314305"/>
                <a:gd name="connsiteY5" fmla="*/ 685079 h 715736"/>
                <a:gd name="connsiteX6" fmla="*/ 0 w 2314305"/>
                <a:gd name="connsiteY6" fmla="*/ 232088 h 715736"/>
                <a:gd name="connsiteX0" fmla="*/ 0 w 2314305"/>
                <a:gd name="connsiteY0" fmla="*/ 232060 h 715708"/>
                <a:gd name="connsiteX1" fmla="*/ 1166388 w 2314305"/>
                <a:gd name="connsiteY1" fmla="*/ 561 h 715708"/>
                <a:gd name="connsiteX2" fmla="*/ 2314305 w 2314305"/>
                <a:gd name="connsiteY2" fmla="*/ 250092 h 715708"/>
                <a:gd name="connsiteX3" fmla="*/ 2123986 w 2314305"/>
                <a:gd name="connsiteY3" fmla="*/ 715708 h 715708"/>
                <a:gd name="connsiteX4" fmla="*/ 1156661 w 2314305"/>
                <a:gd name="connsiteY4" fmla="*/ 480632 h 715708"/>
                <a:gd name="connsiteX5" fmla="*/ 172995 w 2314305"/>
                <a:gd name="connsiteY5" fmla="*/ 685051 h 715708"/>
                <a:gd name="connsiteX6" fmla="*/ 0 w 2314305"/>
                <a:gd name="connsiteY6" fmla="*/ 232060 h 7157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314305" h="715708">
                  <a:moveTo>
                    <a:pt x="0" y="232060"/>
                  </a:moveTo>
                  <a:cubicBezTo>
                    <a:pt x="116349" y="135016"/>
                    <a:pt x="772966" y="-10150"/>
                    <a:pt x="1166388" y="561"/>
                  </a:cubicBezTo>
                  <a:cubicBezTo>
                    <a:pt x="1559810" y="11272"/>
                    <a:pt x="1962415" y="54514"/>
                    <a:pt x="2314305" y="250092"/>
                  </a:cubicBezTo>
                  <a:cubicBezTo>
                    <a:pt x="2236857" y="411910"/>
                    <a:pt x="2305049" y="284904"/>
                    <a:pt x="2123986" y="715708"/>
                  </a:cubicBezTo>
                  <a:cubicBezTo>
                    <a:pt x="2077752" y="646036"/>
                    <a:pt x="1616289" y="480632"/>
                    <a:pt x="1156661" y="480632"/>
                  </a:cubicBezTo>
                  <a:cubicBezTo>
                    <a:pt x="697033" y="480632"/>
                    <a:pt x="257593" y="589531"/>
                    <a:pt x="172995" y="685051"/>
                  </a:cubicBezTo>
                  <a:lnTo>
                    <a:pt x="0" y="232060"/>
                  </a:lnTo>
                  <a:close/>
                </a:path>
              </a:pathLst>
            </a:custGeom>
            <a:solidFill>
              <a:srgbClr val="EE4238"/>
            </a:solidFill>
            <a:ln>
              <a:solidFill>
                <a:srgbClr val="EE423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0" name="Isosceles Triangle 19">
              <a:extLst>
                <a:ext uri="{FF2B5EF4-FFF2-40B4-BE49-F238E27FC236}">
                  <a16:creationId xmlns:a16="http://schemas.microsoft.com/office/drawing/2014/main" id="{184515E6-B851-C754-274F-499CEAE57E02}"/>
                </a:ext>
              </a:extLst>
            </p:cNvPr>
            <p:cNvSpPr/>
            <p:nvPr/>
          </p:nvSpPr>
          <p:spPr>
            <a:xfrm rot="12756092">
              <a:off x="10065502" y="5009385"/>
              <a:ext cx="1097280" cy="457200"/>
            </a:xfrm>
            <a:prstGeom prst="triangle">
              <a:avLst>
                <a:gd name="adj" fmla="val 49630"/>
              </a:avLst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2" name="Isosceles Triangle 21">
              <a:extLst>
                <a:ext uri="{FF2B5EF4-FFF2-40B4-BE49-F238E27FC236}">
                  <a16:creationId xmlns:a16="http://schemas.microsoft.com/office/drawing/2014/main" id="{BDA07C0D-84DB-4B8C-D609-0FC60C1D1E2C}"/>
                </a:ext>
              </a:extLst>
            </p:cNvPr>
            <p:cNvSpPr/>
            <p:nvPr/>
          </p:nvSpPr>
          <p:spPr>
            <a:xfrm rot="19068017">
              <a:off x="5803319" y="4833342"/>
              <a:ext cx="1097280" cy="457200"/>
            </a:xfrm>
            <a:prstGeom prst="triangle">
              <a:avLst>
                <a:gd name="adj" fmla="val 49630"/>
              </a:avLst>
            </a:prstGeom>
            <a:solidFill>
              <a:srgbClr val="33CCCC"/>
            </a:solidFill>
            <a:ln>
              <a:solidFill>
                <a:srgbClr val="33CCC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3" name="Isosceles Triangle 22">
              <a:extLst>
                <a:ext uri="{FF2B5EF4-FFF2-40B4-BE49-F238E27FC236}">
                  <a16:creationId xmlns:a16="http://schemas.microsoft.com/office/drawing/2014/main" id="{90D9A080-DDEE-6E5A-71E0-0B59E29652F1}"/>
                </a:ext>
              </a:extLst>
            </p:cNvPr>
            <p:cNvSpPr/>
            <p:nvPr/>
          </p:nvSpPr>
          <p:spPr>
            <a:xfrm rot="722318">
              <a:off x="5436198" y="2460377"/>
              <a:ext cx="1097280" cy="457200"/>
            </a:xfrm>
            <a:prstGeom prst="triangle">
              <a:avLst>
                <a:gd name="adj" fmla="val 49630"/>
              </a:avLst>
            </a:prstGeom>
            <a:solidFill>
              <a:srgbClr val="0070C0"/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4" name="Isosceles Triangle 23">
              <a:extLst>
                <a:ext uri="{FF2B5EF4-FFF2-40B4-BE49-F238E27FC236}">
                  <a16:creationId xmlns:a16="http://schemas.microsoft.com/office/drawing/2014/main" id="{5FE737BF-29F3-253B-F372-82F26AE216E7}"/>
                </a:ext>
              </a:extLst>
            </p:cNvPr>
            <p:cNvSpPr/>
            <p:nvPr/>
          </p:nvSpPr>
          <p:spPr>
            <a:xfrm rot="4150195">
              <a:off x="7002567" y="831281"/>
              <a:ext cx="1097280" cy="457200"/>
            </a:xfrm>
            <a:prstGeom prst="triangle">
              <a:avLst>
                <a:gd name="adj" fmla="val 49630"/>
              </a:avLst>
            </a:prstGeom>
            <a:solidFill>
              <a:srgbClr val="252260"/>
            </a:solidFill>
            <a:ln>
              <a:solidFill>
                <a:srgbClr val="2522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F6354306-6CCB-13D7-FBCF-0131E8E0524F}"/>
                </a:ext>
              </a:extLst>
            </p:cNvPr>
            <p:cNvSpPr txBox="1"/>
            <p:nvPr/>
          </p:nvSpPr>
          <p:spPr>
            <a:xfrm>
              <a:off x="7612778" y="888506"/>
              <a:ext cx="1841899" cy="638175"/>
            </a:xfrm>
            <a:prstGeom prst="rect">
              <a:avLst/>
            </a:prstGeom>
            <a:noFill/>
          </p:spPr>
          <p:txBody>
            <a:bodyPr wrap="square" rtlCol="0">
              <a:prstTxWarp prst="textArchUp">
                <a:avLst/>
              </a:prstTxWarp>
              <a:spAutoFit/>
            </a:bodyPr>
            <a:lstStyle/>
            <a:p>
              <a:pPr algn="ctr"/>
              <a:r>
                <a:rPr lang="en-US" sz="2400" dirty="0">
                  <a:solidFill>
                    <a:schemeClr val="bg1"/>
                  </a:solidFill>
                </a:rPr>
                <a:t>Inspire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14825B25-72E2-5DA6-9FFA-9F7980FC4324}"/>
                </a:ext>
              </a:extLst>
            </p:cNvPr>
            <p:cNvSpPr txBox="1"/>
            <p:nvPr/>
          </p:nvSpPr>
          <p:spPr>
            <a:xfrm rot="6235923">
              <a:off x="6622169" y="2523716"/>
              <a:ext cx="3973684" cy="212365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400" dirty="0">
                  <a:solidFill>
                    <a:srgbClr val="252260"/>
                  </a:solidFill>
                </a:rPr>
                <a:t>Donor </a:t>
              </a:r>
            </a:p>
            <a:p>
              <a:pPr algn="ctr"/>
              <a:r>
                <a:rPr lang="en-US" sz="4400" dirty="0">
                  <a:solidFill>
                    <a:srgbClr val="252260"/>
                  </a:solidFill>
                </a:rPr>
                <a:t>Engagement </a:t>
              </a:r>
            </a:p>
            <a:p>
              <a:pPr algn="ctr"/>
              <a:r>
                <a:rPr lang="en-US" sz="4400" dirty="0">
                  <a:solidFill>
                    <a:srgbClr val="252260"/>
                  </a:solidFill>
                </a:rPr>
                <a:t>Cycle</a:t>
              </a: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9B62E35C-2004-7D54-3A33-73D986413616}"/>
              </a:ext>
            </a:extLst>
          </p:cNvPr>
          <p:cNvGrpSpPr/>
          <p:nvPr/>
        </p:nvGrpSpPr>
        <p:grpSpPr>
          <a:xfrm>
            <a:off x="0" y="6078071"/>
            <a:ext cx="12192000" cy="779929"/>
            <a:chOff x="0" y="6078071"/>
            <a:chExt cx="12192000" cy="779929"/>
          </a:xfrm>
        </p:grpSpPr>
        <p:sp>
          <p:nvSpPr>
            <p:cNvPr id="12" name="Rectangle 24">
              <a:extLst>
                <a:ext uri="{FF2B5EF4-FFF2-40B4-BE49-F238E27FC236}">
                  <a16:creationId xmlns:a16="http://schemas.microsoft.com/office/drawing/2014/main" id="{333A28EC-8F85-2E8D-828A-74B41EFF03E0}"/>
                </a:ext>
              </a:extLst>
            </p:cNvPr>
            <p:cNvSpPr/>
            <p:nvPr/>
          </p:nvSpPr>
          <p:spPr>
            <a:xfrm>
              <a:off x="0" y="6078071"/>
              <a:ext cx="12192000" cy="779929"/>
            </a:xfrm>
            <a:custGeom>
              <a:avLst/>
              <a:gdLst>
                <a:gd name="connsiteX0" fmla="*/ 0 w 12876028"/>
                <a:gd name="connsiteY0" fmla="*/ 0 h 1662721"/>
                <a:gd name="connsiteX1" fmla="*/ 12876028 w 12876028"/>
                <a:gd name="connsiteY1" fmla="*/ 0 h 1662721"/>
                <a:gd name="connsiteX2" fmla="*/ 12876028 w 12876028"/>
                <a:gd name="connsiteY2" fmla="*/ 1662721 h 1662721"/>
                <a:gd name="connsiteX3" fmla="*/ 0 w 12876028"/>
                <a:gd name="connsiteY3" fmla="*/ 1662721 h 1662721"/>
                <a:gd name="connsiteX4" fmla="*/ 0 w 12876028"/>
                <a:gd name="connsiteY4" fmla="*/ 0 h 1662721"/>
                <a:gd name="connsiteX0" fmla="*/ 0 w 12876028"/>
                <a:gd name="connsiteY0" fmla="*/ 893135 h 1662721"/>
                <a:gd name="connsiteX1" fmla="*/ 12876028 w 12876028"/>
                <a:gd name="connsiteY1" fmla="*/ 0 h 1662721"/>
                <a:gd name="connsiteX2" fmla="*/ 12876028 w 12876028"/>
                <a:gd name="connsiteY2" fmla="*/ 1662721 h 1662721"/>
                <a:gd name="connsiteX3" fmla="*/ 0 w 12876028"/>
                <a:gd name="connsiteY3" fmla="*/ 1662721 h 1662721"/>
                <a:gd name="connsiteX4" fmla="*/ 0 w 12876028"/>
                <a:gd name="connsiteY4" fmla="*/ 893135 h 16627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876028" h="1662721">
                  <a:moveTo>
                    <a:pt x="0" y="893135"/>
                  </a:moveTo>
                  <a:lnTo>
                    <a:pt x="12876028" y="0"/>
                  </a:lnTo>
                  <a:lnTo>
                    <a:pt x="12876028" y="1662721"/>
                  </a:lnTo>
                  <a:lnTo>
                    <a:pt x="0" y="1662721"/>
                  </a:lnTo>
                  <a:lnTo>
                    <a:pt x="0" y="893135"/>
                  </a:lnTo>
                  <a:close/>
                </a:path>
              </a:pathLst>
            </a:custGeom>
            <a:solidFill>
              <a:srgbClr val="DD403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53806474-5236-ADFF-F4CE-8991C6A0377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4486" b="24288"/>
            <a:stretch/>
          </p:blipFill>
          <p:spPr>
            <a:xfrm>
              <a:off x="9825318" y="6236638"/>
              <a:ext cx="2079811" cy="559334"/>
            </a:xfrm>
            <a:prstGeom prst="rect">
              <a:avLst/>
            </a:prstGeom>
          </p:spPr>
        </p:pic>
      </p:grpSp>
      <p:sp>
        <p:nvSpPr>
          <p:cNvPr id="21" name="Slide Number Placeholder 5">
            <a:extLst>
              <a:ext uri="{FF2B5EF4-FFF2-40B4-BE49-F238E27FC236}">
                <a16:creationId xmlns:a16="http://schemas.microsoft.com/office/drawing/2014/main" id="{A0A3B642-7B0A-9C98-0DAB-2607E65D10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-1" y="6492875"/>
            <a:ext cx="528919" cy="365125"/>
          </a:xfrm>
        </p:spPr>
        <p:txBody>
          <a:bodyPr/>
          <a:lstStyle/>
          <a:p>
            <a:fld id="{0F897CD2-57D8-4610-8E64-C03C1E4E4E05}" type="slidenum">
              <a:rPr lang="en-US" sz="1600" b="1" smtClean="0">
                <a:solidFill>
                  <a:schemeClr val="bg1"/>
                </a:solidFill>
              </a:rPr>
              <a:t>32</a:t>
            </a:fld>
            <a:endParaRPr lang="en-US" sz="16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4098412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9CBED602-B9AA-4E30-811B-082728B0E948}"/>
              </a:ext>
            </a:extLst>
          </p:cNvPr>
          <p:cNvGrpSpPr/>
          <p:nvPr/>
        </p:nvGrpSpPr>
        <p:grpSpPr>
          <a:xfrm>
            <a:off x="0" y="6078071"/>
            <a:ext cx="12192000" cy="779929"/>
            <a:chOff x="0" y="6078071"/>
            <a:chExt cx="12192000" cy="779929"/>
          </a:xfrm>
        </p:grpSpPr>
        <p:sp>
          <p:nvSpPr>
            <p:cNvPr id="3" name="Rectangle 24">
              <a:extLst>
                <a:ext uri="{FF2B5EF4-FFF2-40B4-BE49-F238E27FC236}">
                  <a16:creationId xmlns:a16="http://schemas.microsoft.com/office/drawing/2014/main" id="{C367CC84-698C-26A1-9D0F-CDAA043943DB}"/>
                </a:ext>
              </a:extLst>
            </p:cNvPr>
            <p:cNvSpPr/>
            <p:nvPr/>
          </p:nvSpPr>
          <p:spPr>
            <a:xfrm>
              <a:off x="0" y="6078071"/>
              <a:ext cx="12192000" cy="779929"/>
            </a:xfrm>
            <a:custGeom>
              <a:avLst/>
              <a:gdLst>
                <a:gd name="connsiteX0" fmla="*/ 0 w 12876028"/>
                <a:gd name="connsiteY0" fmla="*/ 0 h 1662721"/>
                <a:gd name="connsiteX1" fmla="*/ 12876028 w 12876028"/>
                <a:gd name="connsiteY1" fmla="*/ 0 h 1662721"/>
                <a:gd name="connsiteX2" fmla="*/ 12876028 w 12876028"/>
                <a:gd name="connsiteY2" fmla="*/ 1662721 h 1662721"/>
                <a:gd name="connsiteX3" fmla="*/ 0 w 12876028"/>
                <a:gd name="connsiteY3" fmla="*/ 1662721 h 1662721"/>
                <a:gd name="connsiteX4" fmla="*/ 0 w 12876028"/>
                <a:gd name="connsiteY4" fmla="*/ 0 h 1662721"/>
                <a:gd name="connsiteX0" fmla="*/ 0 w 12876028"/>
                <a:gd name="connsiteY0" fmla="*/ 893135 h 1662721"/>
                <a:gd name="connsiteX1" fmla="*/ 12876028 w 12876028"/>
                <a:gd name="connsiteY1" fmla="*/ 0 h 1662721"/>
                <a:gd name="connsiteX2" fmla="*/ 12876028 w 12876028"/>
                <a:gd name="connsiteY2" fmla="*/ 1662721 h 1662721"/>
                <a:gd name="connsiteX3" fmla="*/ 0 w 12876028"/>
                <a:gd name="connsiteY3" fmla="*/ 1662721 h 1662721"/>
                <a:gd name="connsiteX4" fmla="*/ 0 w 12876028"/>
                <a:gd name="connsiteY4" fmla="*/ 893135 h 16627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876028" h="1662721">
                  <a:moveTo>
                    <a:pt x="0" y="893135"/>
                  </a:moveTo>
                  <a:lnTo>
                    <a:pt x="12876028" y="0"/>
                  </a:lnTo>
                  <a:lnTo>
                    <a:pt x="12876028" y="1662721"/>
                  </a:lnTo>
                  <a:lnTo>
                    <a:pt x="0" y="1662721"/>
                  </a:lnTo>
                  <a:lnTo>
                    <a:pt x="0" y="893135"/>
                  </a:lnTo>
                  <a:close/>
                </a:path>
              </a:pathLst>
            </a:custGeom>
            <a:solidFill>
              <a:srgbClr val="DD403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706977B5-0C6C-A11B-E6C8-969AC985CA5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t="24486" b="24288"/>
            <a:stretch/>
          </p:blipFill>
          <p:spPr>
            <a:xfrm>
              <a:off x="9825318" y="6236638"/>
              <a:ext cx="2079811" cy="559334"/>
            </a:xfrm>
            <a:prstGeom prst="rect">
              <a:avLst/>
            </a:prstGeom>
          </p:spPr>
        </p:pic>
      </p:grpSp>
      <p:sp>
        <p:nvSpPr>
          <p:cNvPr id="8" name="Rectangle 7">
            <a:extLst>
              <a:ext uri="{FF2B5EF4-FFF2-40B4-BE49-F238E27FC236}">
                <a16:creationId xmlns:a16="http://schemas.microsoft.com/office/drawing/2014/main" id="{94786D73-D047-34CE-2FF2-AFCCFD23A2EA}"/>
              </a:ext>
            </a:extLst>
          </p:cNvPr>
          <p:cNvSpPr/>
          <p:nvPr/>
        </p:nvSpPr>
        <p:spPr>
          <a:xfrm>
            <a:off x="0" y="0"/>
            <a:ext cx="12192000" cy="959224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B6DD2AD-DD20-A6EB-4CAF-5FC2073501D5}"/>
              </a:ext>
            </a:extLst>
          </p:cNvPr>
          <p:cNvSpPr txBox="1"/>
          <p:nvPr/>
        </p:nvSpPr>
        <p:spPr>
          <a:xfrm>
            <a:off x="672353" y="69954"/>
            <a:ext cx="1123277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dirty="0">
                <a:solidFill>
                  <a:schemeClr val="bg1"/>
                </a:solidFill>
                <a:latin typeface="Century Gothic" panose="020B0502020202020204" pitchFamily="34" charset="0"/>
              </a:rPr>
              <a:t>Engage – Level Up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4B063A-56FC-68F3-AF34-DCF071DE86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-1" y="6492875"/>
            <a:ext cx="528919" cy="365125"/>
          </a:xfrm>
        </p:spPr>
        <p:txBody>
          <a:bodyPr/>
          <a:lstStyle/>
          <a:p>
            <a:fld id="{0F897CD2-57D8-4610-8E64-C03C1E4E4E05}" type="slidenum">
              <a:rPr lang="en-US" sz="1600" b="1" smtClean="0">
                <a:solidFill>
                  <a:schemeClr val="bg1"/>
                </a:solidFill>
              </a:rPr>
              <a:t>33</a:t>
            </a:fld>
            <a:endParaRPr lang="en-US" sz="1600" b="1" dirty="0">
              <a:solidFill>
                <a:schemeClr val="bg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E3901C3-9639-5CBB-3BE1-907F864270D9}"/>
              </a:ext>
            </a:extLst>
          </p:cNvPr>
          <p:cNvSpPr txBox="1"/>
          <p:nvPr/>
        </p:nvSpPr>
        <p:spPr>
          <a:xfrm>
            <a:off x="286871" y="1076104"/>
            <a:ext cx="10667999" cy="5324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28700" indent="-571500">
              <a:spcAft>
                <a:spcPts val="1200"/>
              </a:spcAft>
              <a:buClr>
                <a:srgbClr val="EE4238"/>
              </a:buClr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252260"/>
                </a:solidFill>
                <a:latin typeface="Century Gothic" panose="020B0502020202020204" pitchFamily="34" charset="0"/>
              </a:rPr>
              <a:t>Guest writers</a:t>
            </a:r>
          </a:p>
          <a:p>
            <a:pPr marL="1028700" indent="-571500">
              <a:spcAft>
                <a:spcPts val="1200"/>
              </a:spcAft>
              <a:buClr>
                <a:srgbClr val="EE4238"/>
              </a:buClr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252260"/>
                </a:solidFill>
                <a:latin typeface="Century Gothic" panose="020B0502020202020204" pitchFamily="34" charset="0"/>
              </a:rPr>
              <a:t>Peer-2-Peer team leader</a:t>
            </a:r>
          </a:p>
          <a:p>
            <a:pPr marL="1028700" indent="-571500">
              <a:spcAft>
                <a:spcPts val="1200"/>
              </a:spcAft>
              <a:buClr>
                <a:srgbClr val="EE4238"/>
              </a:buClr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252260"/>
                </a:solidFill>
                <a:latin typeface="Century Gothic" panose="020B0502020202020204" pitchFamily="34" charset="0"/>
              </a:rPr>
              <a:t>Volunteer trainer</a:t>
            </a:r>
          </a:p>
          <a:p>
            <a:pPr marL="1028700" indent="-571500">
              <a:spcAft>
                <a:spcPts val="1200"/>
              </a:spcAft>
              <a:buClr>
                <a:srgbClr val="EE4238"/>
              </a:buClr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252260"/>
                </a:solidFill>
                <a:latin typeface="Century Gothic" panose="020B0502020202020204" pitchFamily="34" charset="0"/>
              </a:rPr>
              <a:t>Host a private event</a:t>
            </a:r>
          </a:p>
          <a:p>
            <a:pPr marL="1485900" lvl="1" indent="-571500">
              <a:spcAft>
                <a:spcPts val="1200"/>
              </a:spcAft>
              <a:buClr>
                <a:srgbClr val="EE4238"/>
              </a:buClr>
              <a:buSzPct val="80000"/>
              <a:buFont typeface="Courier New" panose="02070309020205020404" pitchFamily="49" charset="0"/>
              <a:buChar char="o"/>
            </a:pPr>
            <a:r>
              <a:rPr lang="en-US" sz="4000" dirty="0">
                <a:solidFill>
                  <a:srgbClr val="252260"/>
                </a:solidFill>
                <a:latin typeface="Century Gothic" panose="020B0502020202020204" pitchFamily="34" charset="0"/>
              </a:rPr>
              <a:t>Behind the scenes tours</a:t>
            </a:r>
          </a:p>
          <a:p>
            <a:pPr marL="1485900" lvl="1" indent="-571500">
              <a:spcAft>
                <a:spcPts val="1200"/>
              </a:spcAft>
              <a:buClr>
                <a:srgbClr val="EE4238"/>
              </a:buClr>
              <a:buSzPct val="80000"/>
              <a:buFont typeface="Courier New" panose="02070309020205020404" pitchFamily="49" charset="0"/>
              <a:buChar char="o"/>
            </a:pPr>
            <a:r>
              <a:rPr lang="en-US" sz="4000" dirty="0">
                <a:solidFill>
                  <a:srgbClr val="252260"/>
                </a:solidFill>
                <a:latin typeface="Century Gothic" panose="020B0502020202020204" pitchFamily="34" charset="0"/>
              </a:rPr>
              <a:t>Donor cocktail parties</a:t>
            </a:r>
          </a:p>
          <a:p>
            <a:pPr marL="1028700" indent="-571500">
              <a:spcAft>
                <a:spcPts val="1200"/>
              </a:spcAft>
              <a:buClr>
                <a:srgbClr val="EE4238"/>
              </a:buClr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252260"/>
                </a:solidFill>
                <a:latin typeface="Century Gothic" panose="020B0502020202020204" pitchFamily="34" charset="0"/>
              </a:rPr>
              <a:t>Clubs and societies</a:t>
            </a:r>
          </a:p>
        </p:txBody>
      </p:sp>
    </p:spTree>
    <p:extLst>
      <p:ext uri="{BB962C8B-B14F-4D97-AF65-F5344CB8AC3E}">
        <p14:creationId xmlns:p14="http://schemas.microsoft.com/office/powerpoint/2010/main" val="355120551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9CBED602-B9AA-4E30-811B-082728B0E948}"/>
              </a:ext>
            </a:extLst>
          </p:cNvPr>
          <p:cNvGrpSpPr/>
          <p:nvPr/>
        </p:nvGrpSpPr>
        <p:grpSpPr>
          <a:xfrm>
            <a:off x="0" y="6316825"/>
            <a:ext cx="12192000" cy="541176"/>
            <a:chOff x="0" y="6078071"/>
            <a:chExt cx="12192000" cy="779929"/>
          </a:xfrm>
        </p:grpSpPr>
        <p:sp>
          <p:nvSpPr>
            <p:cNvPr id="3" name="Rectangle 24">
              <a:extLst>
                <a:ext uri="{FF2B5EF4-FFF2-40B4-BE49-F238E27FC236}">
                  <a16:creationId xmlns:a16="http://schemas.microsoft.com/office/drawing/2014/main" id="{C367CC84-698C-26A1-9D0F-CDAA043943DB}"/>
                </a:ext>
              </a:extLst>
            </p:cNvPr>
            <p:cNvSpPr/>
            <p:nvPr/>
          </p:nvSpPr>
          <p:spPr>
            <a:xfrm>
              <a:off x="0" y="6078071"/>
              <a:ext cx="12192000" cy="779929"/>
            </a:xfrm>
            <a:custGeom>
              <a:avLst/>
              <a:gdLst>
                <a:gd name="connsiteX0" fmla="*/ 0 w 12876028"/>
                <a:gd name="connsiteY0" fmla="*/ 0 h 1662721"/>
                <a:gd name="connsiteX1" fmla="*/ 12876028 w 12876028"/>
                <a:gd name="connsiteY1" fmla="*/ 0 h 1662721"/>
                <a:gd name="connsiteX2" fmla="*/ 12876028 w 12876028"/>
                <a:gd name="connsiteY2" fmla="*/ 1662721 h 1662721"/>
                <a:gd name="connsiteX3" fmla="*/ 0 w 12876028"/>
                <a:gd name="connsiteY3" fmla="*/ 1662721 h 1662721"/>
                <a:gd name="connsiteX4" fmla="*/ 0 w 12876028"/>
                <a:gd name="connsiteY4" fmla="*/ 0 h 1662721"/>
                <a:gd name="connsiteX0" fmla="*/ 0 w 12876028"/>
                <a:gd name="connsiteY0" fmla="*/ 893135 h 1662721"/>
                <a:gd name="connsiteX1" fmla="*/ 12876028 w 12876028"/>
                <a:gd name="connsiteY1" fmla="*/ 0 h 1662721"/>
                <a:gd name="connsiteX2" fmla="*/ 12876028 w 12876028"/>
                <a:gd name="connsiteY2" fmla="*/ 1662721 h 1662721"/>
                <a:gd name="connsiteX3" fmla="*/ 0 w 12876028"/>
                <a:gd name="connsiteY3" fmla="*/ 1662721 h 1662721"/>
                <a:gd name="connsiteX4" fmla="*/ 0 w 12876028"/>
                <a:gd name="connsiteY4" fmla="*/ 893135 h 16627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876028" h="1662721">
                  <a:moveTo>
                    <a:pt x="0" y="893135"/>
                  </a:moveTo>
                  <a:lnTo>
                    <a:pt x="12876028" y="0"/>
                  </a:lnTo>
                  <a:lnTo>
                    <a:pt x="12876028" y="1662721"/>
                  </a:lnTo>
                  <a:lnTo>
                    <a:pt x="0" y="1662721"/>
                  </a:lnTo>
                  <a:lnTo>
                    <a:pt x="0" y="893135"/>
                  </a:lnTo>
                  <a:close/>
                </a:path>
              </a:pathLst>
            </a:custGeom>
            <a:solidFill>
              <a:srgbClr val="DD403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706977B5-0C6C-A11B-E6C8-969AC985CA5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t="24486" b="24288"/>
            <a:stretch/>
          </p:blipFill>
          <p:spPr>
            <a:xfrm>
              <a:off x="10468947" y="6236638"/>
              <a:ext cx="1436181" cy="559334"/>
            </a:xfrm>
            <a:prstGeom prst="rect">
              <a:avLst/>
            </a:prstGeom>
          </p:spPr>
        </p:pic>
      </p:grp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4B063A-56FC-68F3-AF34-DCF071DE86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-1" y="6578082"/>
            <a:ext cx="528919" cy="279918"/>
          </a:xfrm>
        </p:spPr>
        <p:txBody>
          <a:bodyPr/>
          <a:lstStyle/>
          <a:p>
            <a:fld id="{0F897CD2-57D8-4610-8E64-C03C1E4E4E05}" type="slidenum">
              <a:rPr lang="en-US" sz="1600" b="1" smtClean="0">
                <a:solidFill>
                  <a:schemeClr val="bg1"/>
                </a:solidFill>
              </a:rPr>
              <a:t>34</a:t>
            </a:fld>
            <a:endParaRPr lang="en-US" sz="1600" b="1" dirty="0">
              <a:solidFill>
                <a:schemeClr val="bg1"/>
              </a:solidFill>
            </a:endParaRPr>
          </a:p>
        </p:txBody>
      </p:sp>
      <p:pic>
        <p:nvPicPr>
          <p:cNvPr id="8" name="Picture 7" descr="A table with text and words&#10;&#10;Description automatically generated with medium confidence">
            <a:extLst>
              <a:ext uri="{FF2B5EF4-FFF2-40B4-BE49-F238E27FC236}">
                <a16:creationId xmlns:a16="http://schemas.microsoft.com/office/drawing/2014/main" id="{646A1CB4-3442-2461-EBA8-F2A35C8DF57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6165" y="173938"/>
            <a:ext cx="8742782" cy="614288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82687626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D5C5515-93AC-28C5-DBAF-E8F0684E991E}"/>
              </a:ext>
            </a:extLst>
          </p:cNvPr>
          <p:cNvSpPr/>
          <p:nvPr/>
        </p:nvSpPr>
        <p:spPr>
          <a:xfrm>
            <a:off x="5264914" y="897236"/>
            <a:ext cx="5213448" cy="1210123"/>
          </a:xfrm>
          <a:prstGeom prst="rect">
            <a:avLst/>
          </a:prstGeom>
          <a:solidFill>
            <a:srgbClr val="33CC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Isosceles Triangle 25">
            <a:extLst>
              <a:ext uri="{FF2B5EF4-FFF2-40B4-BE49-F238E27FC236}">
                <a16:creationId xmlns:a16="http://schemas.microsoft.com/office/drawing/2014/main" id="{187A778D-2547-34D1-A5F5-97BC24E5AE17}"/>
              </a:ext>
            </a:extLst>
          </p:cNvPr>
          <p:cNvSpPr/>
          <p:nvPr/>
        </p:nvSpPr>
        <p:spPr>
          <a:xfrm rot="5400000">
            <a:off x="9902599" y="1029140"/>
            <a:ext cx="1859690" cy="869879"/>
          </a:xfrm>
          <a:prstGeom prst="triangle">
            <a:avLst/>
          </a:prstGeom>
          <a:solidFill>
            <a:srgbClr val="33CC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A836DBD-B06B-C6BB-0A42-DFA3BD67A78B}"/>
              </a:ext>
            </a:extLst>
          </p:cNvPr>
          <p:cNvSpPr txBox="1"/>
          <p:nvPr/>
        </p:nvSpPr>
        <p:spPr>
          <a:xfrm>
            <a:off x="5239521" y="910081"/>
            <a:ext cx="602786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600" dirty="0">
                <a:solidFill>
                  <a:schemeClr val="bg1"/>
                </a:solidFill>
                <a:latin typeface="Century Gothic" panose="020B0502020202020204" pitchFamily="34" charset="0"/>
              </a:rPr>
              <a:t>Invite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4ADFE021-7A52-F9D3-8D15-8995D4F0F921}"/>
              </a:ext>
            </a:extLst>
          </p:cNvPr>
          <p:cNvGrpSpPr/>
          <p:nvPr/>
        </p:nvGrpSpPr>
        <p:grpSpPr>
          <a:xfrm rot="12349142">
            <a:off x="561201" y="10610"/>
            <a:ext cx="5714589" cy="5780590"/>
            <a:chOff x="5436198" y="511241"/>
            <a:chExt cx="6314184" cy="6240076"/>
          </a:xfrm>
        </p:grpSpPr>
        <p:sp>
          <p:nvSpPr>
            <p:cNvPr id="4" name="Block Arc 1">
              <a:extLst>
                <a:ext uri="{FF2B5EF4-FFF2-40B4-BE49-F238E27FC236}">
                  <a16:creationId xmlns:a16="http://schemas.microsoft.com/office/drawing/2014/main" id="{3F548CDE-172C-5260-CE20-2F4807EE1972}"/>
                </a:ext>
              </a:extLst>
            </p:cNvPr>
            <p:cNvSpPr/>
            <p:nvPr/>
          </p:nvSpPr>
          <p:spPr>
            <a:xfrm rot="3037373">
              <a:off x="9392654" y="1530696"/>
              <a:ext cx="2314305" cy="715708"/>
            </a:xfrm>
            <a:custGeom>
              <a:avLst/>
              <a:gdLst>
                <a:gd name="connsiteX0" fmla="*/ 0 w 2391141"/>
                <a:gd name="connsiteY0" fmla="*/ 726679 h 1453358"/>
                <a:gd name="connsiteX1" fmla="*/ 1195571 w 2391141"/>
                <a:gd name="connsiteY1" fmla="*/ 0 h 1453358"/>
                <a:gd name="connsiteX2" fmla="*/ 2391142 w 2391141"/>
                <a:gd name="connsiteY2" fmla="*/ 726679 h 1453358"/>
                <a:gd name="connsiteX3" fmla="*/ 2027802 w 2391141"/>
                <a:gd name="connsiteY3" fmla="*/ 726679 h 1453358"/>
                <a:gd name="connsiteX4" fmla="*/ 1195571 w 2391141"/>
                <a:gd name="connsiteY4" fmla="*/ 363339 h 1453358"/>
                <a:gd name="connsiteX5" fmla="*/ 363340 w 2391141"/>
                <a:gd name="connsiteY5" fmla="*/ 726679 h 1453358"/>
                <a:gd name="connsiteX6" fmla="*/ 0 w 2391141"/>
                <a:gd name="connsiteY6" fmla="*/ 726679 h 1453358"/>
                <a:gd name="connsiteX0" fmla="*/ 0 w 2614878"/>
                <a:gd name="connsiteY0" fmla="*/ 727830 h 727830"/>
                <a:gd name="connsiteX1" fmla="*/ 1195571 w 2614878"/>
                <a:gd name="connsiteY1" fmla="*/ 1151 h 727830"/>
                <a:gd name="connsiteX2" fmla="*/ 2614878 w 2614878"/>
                <a:gd name="connsiteY2" fmla="*/ 611098 h 727830"/>
                <a:gd name="connsiteX3" fmla="*/ 2027802 w 2614878"/>
                <a:gd name="connsiteY3" fmla="*/ 727830 h 727830"/>
                <a:gd name="connsiteX4" fmla="*/ 1195571 w 2614878"/>
                <a:gd name="connsiteY4" fmla="*/ 364490 h 727830"/>
                <a:gd name="connsiteX5" fmla="*/ 363340 w 2614878"/>
                <a:gd name="connsiteY5" fmla="*/ 727830 h 727830"/>
                <a:gd name="connsiteX6" fmla="*/ 0 w 2614878"/>
                <a:gd name="connsiteY6" fmla="*/ 727830 h 727830"/>
                <a:gd name="connsiteX0" fmla="*/ 0 w 2614878"/>
                <a:gd name="connsiteY0" fmla="*/ 727830 h 727830"/>
                <a:gd name="connsiteX1" fmla="*/ 1195571 w 2614878"/>
                <a:gd name="connsiteY1" fmla="*/ 1151 h 727830"/>
                <a:gd name="connsiteX2" fmla="*/ 2614878 w 2614878"/>
                <a:gd name="connsiteY2" fmla="*/ 611098 h 727830"/>
                <a:gd name="connsiteX3" fmla="*/ 2251538 w 2614878"/>
                <a:gd name="connsiteY3" fmla="*/ 669464 h 727830"/>
                <a:gd name="connsiteX4" fmla="*/ 1195571 w 2614878"/>
                <a:gd name="connsiteY4" fmla="*/ 364490 h 727830"/>
                <a:gd name="connsiteX5" fmla="*/ 363340 w 2614878"/>
                <a:gd name="connsiteY5" fmla="*/ 727830 h 727830"/>
                <a:gd name="connsiteX6" fmla="*/ 0 w 2614878"/>
                <a:gd name="connsiteY6" fmla="*/ 727830 h 727830"/>
                <a:gd name="connsiteX0" fmla="*/ 0 w 2780249"/>
                <a:gd name="connsiteY0" fmla="*/ 590533 h 726720"/>
                <a:gd name="connsiteX1" fmla="*/ 1360942 w 2780249"/>
                <a:gd name="connsiteY1" fmla="*/ 41 h 726720"/>
                <a:gd name="connsiteX2" fmla="*/ 2780249 w 2780249"/>
                <a:gd name="connsiteY2" fmla="*/ 609988 h 726720"/>
                <a:gd name="connsiteX3" fmla="*/ 2416909 w 2780249"/>
                <a:gd name="connsiteY3" fmla="*/ 668354 h 726720"/>
                <a:gd name="connsiteX4" fmla="*/ 1360942 w 2780249"/>
                <a:gd name="connsiteY4" fmla="*/ 363380 h 726720"/>
                <a:gd name="connsiteX5" fmla="*/ 528711 w 2780249"/>
                <a:gd name="connsiteY5" fmla="*/ 726720 h 726720"/>
                <a:gd name="connsiteX6" fmla="*/ 0 w 2780249"/>
                <a:gd name="connsiteY6" fmla="*/ 590533 h 726720"/>
                <a:gd name="connsiteX0" fmla="*/ 0 w 2780249"/>
                <a:gd name="connsiteY0" fmla="*/ 590533 h 668354"/>
                <a:gd name="connsiteX1" fmla="*/ 1360942 w 2780249"/>
                <a:gd name="connsiteY1" fmla="*/ 41 h 668354"/>
                <a:gd name="connsiteX2" fmla="*/ 2780249 w 2780249"/>
                <a:gd name="connsiteY2" fmla="*/ 609988 h 668354"/>
                <a:gd name="connsiteX3" fmla="*/ 2416909 w 2780249"/>
                <a:gd name="connsiteY3" fmla="*/ 668354 h 668354"/>
                <a:gd name="connsiteX4" fmla="*/ 1360942 w 2780249"/>
                <a:gd name="connsiteY4" fmla="*/ 363380 h 668354"/>
                <a:gd name="connsiteX5" fmla="*/ 275792 w 2780249"/>
                <a:gd name="connsiteY5" fmla="*/ 639171 h 668354"/>
                <a:gd name="connsiteX6" fmla="*/ 0 w 2780249"/>
                <a:gd name="connsiteY6" fmla="*/ 590533 h 668354"/>
                <a:gd name="connsiteX0" fmla="*/ 0 w 2780249"/>
                <a:gd name="connsiteY0" fmla="*/ 590533 h 668354"/>
                <a:gd name="connsiteX1" fmla="*/ 1360942 w 2780249"/>
                <a:gd name="connsiteY1" fmla="*/ 41 h 668354"/>
                <a:gd name="connsiteX2" fmla="*/ 2780249 w 2780249"/>
                <a:gd name="connsiteY2" fmla="*/ 609988 h 668354"/>
                <a:gd name="connsiteX3" fmla="*/ 2416909 w 2780249"/>
                <a:gd name="connsiteY3" fmla="*/ 668354 h 668354"/>
                <a:gd name="connsiteX4" fmla="*/ 1351215 w 2780249"/>
                <a:gd name="connsiteY4" fmla="*/ 480112 h 668354"/>
                <a:gd name="connsiteX5" fmla="*/ 275792 w 2780249"/>
                <a:gd name="connsiteY5" fmla="*/ 639171 h 668354"/>
                <a:gd name="connsiteX6" fmla="*/ 0 w 2780249"/>
                <a:gd name="connsiteY6" fmla="*/ 590533 h 668354"/>
                <a:gd name="connsiteX0" fmla="*/ 0 w 2780249"/>
                <a:gd name="connsiteY0" fmla="*/ 590533 h 775358"/>
                <a:gd name="connsiteX1" fmla="*/ 1360942 w 2780249"/>
                <a:gd name="connsiteY1" fmla="*/ 41 h 775358"/>
                <a:gd name="connsiteX2" fmla="*/ 2780249 w 2780249"/>
                <a:gd name="connsiteY2" fmla="*/ 609988 h 775358"/>
                <a:gd name="connsiteX3" fmla="*/ 2329360 w 2780249"/>
                <a:gd name="connsiteY3" fmla="*/ 775358 h 775358"/>
                <a:gd name="connsiteX4" fmla="*/ 1351215 w 2780249"/>
                <a:gd name="connsiteY4" fmla="*/ 480112 h 775358"/>
                <a:gd name="connsiteX5" fmla="*/ 275792 w 2780249"/>
                <a:gd name="connsiteY5" fmla="*/ 639171 h 775358"/>
                <a:gd name="connsiteX6" fmla="*/ 0 w 2780249"/>
                <a:gd name="connsiteY6" fmla="*/ 590533 h 775358"/>
                <a:gd name="connsiteX0" fmla="*/ 0 w 2673245"/>
                <a:gd name="connsiteY0" fmla="*/ 600391 h 785216"/>
                <a:gd name="connsiteX1" fmla="*/ 1360942 w 2673245"/>
                <a:gd name="connsiteY1" fmla="*/ 9899 h 785216"/>
                <a:gd name="connsiteX2" fmla="*/ 2673245 w 2673245"/>
                <a:gd name="connsiteY2" fmla="*/ 405837 h 785216"/>
                <a:gd name="connsiteX3" fmla="*/ 2329360 w 2673245"/>
                <a:gd name="connsiteY3" fmla="*/ 785216 h 785216"/>
                <a:gd name="connsiteX4" fmla="*/ 1351215 w 2673245"/>
                <a:gd name="connsiteY4" fmla="*/ 489970 h 785216"/>
                <a:gd name="connsiteX5" fmla="*/ 275792 w 2673245"/>
                <a:gd name="connsiteY5" fmla="*/ 649029 h 785216"/>
                <a:gd name="connsiteX6" fmla="*/ 0 w 2673245"/>
                <a:gd name="connsiteY6" fmla="*/ 600391 h 785216"/>
                <a:gd name="connsiteX0" fmla="*/ 0 w 2673245"/>
                <a:gd name="connsiteY0" fmla="*/ 593348 h 778173"/>
                <a:gd name="connsiteX1" fmla="*/ 1360942 w 2673245"/>
                <a:gd name="connsiteY1" fmla="*/ 2856 h 778173"/>
                <a:gd name="connsiteX2" fmla="*/ 2673245 w 2673245"/>
                <a:gd name="connsiteY2" fmla="*/ 398794 h 778173"/>
                <a:gd name="connsiteX3" fmla="*/ 2329360 w 2673245"/>
                <a:gd name="connsiteY3" fmla="*/ 778173 h 778173"/>
                <a:gd name="connsiteX4" fmla="*/ 1351215 w 2673245"/>
                <a:gd name="connsiteY4" fmla="*/ 482927 h 778173"/>
                <a:gd name="connsiteX5" fmla="*/ 275792 w 2673245"/>
                <a:gd name="connsiteY5" fmla="*/ 641986 h 778173"/>
                <a:gd name="connsiteX6" fmla="*/ 0 w 2673245"/>
                <a:gd name="connsiteY6" fmla="*/ 593348 h 778173"/>
                <a:gd name="connsiteX0" fmla="*/ 0 w 2478691"/>
                <a:gd name="connsiteY0" fmla="*/ 293714 h 809279"/>
                <a:gd name="connsiteX1" fmla="*/ 1166388 w 2478691"/>
                <a:gd name="connsiteY1" fmla="*/ 33962 h 809279"/>
                <a:gd name="connsiteX2" fmla="*/ 2478691 w 2478691"/>
                <a:gd name="connsiteY2" fmla="*/ 429900 h 809279"/>
                <a:gd name="connsiteX3" fmla="*/ 2134806 w 2478691"/>
                <a:gd name="connsiteY3" fmla="*/ 809279 h 809279"/>
                <a:gd name="connsiteX4" fmla="*/ 1156661 w 2478691"/>
                <a:gd name="connsiteY4" fmla="*/ 514033 h 809279"/>
                <a:gd name="connsiteX5" fmla="*/ 81238 w 2478691"/>
                <a:gd name="connsiteY5" fmla="*/ 673092 h 809279"/>
                <a:gd name="connsiteX6" fmla="*/ 0 w 2478691"/>
                <a:gd name="connsiteY6" fmla="*/ 293714 h 809279"/>
                <a:gd name="connsiteX0" fmla="*/ 0 w 2478691"/>
                <a:gd name="connsiteY0" fmla="*/ 262275 h 777840"/>
                <a:gd name="connsiteX1" fmla="*/ 1166388 w 2478691"/>
                <a:gd name="connsiteY1" fmla="*/ 2523 h 777840"/>
                <a:gd name="connsiteX2" fmla="*/ 2478691 w 2478691"/>
                <a:gd name="connsiteY2" fmla="*/ 398461 h 777840"/>
                <a:gd name="connsiteX3" fmla="*/ 2134806 w 2478691"/>
                <a:gd name="connsiteY3" fmla="*/ 777840 h 777840"/>
                <a:gd name="connsiteX4" fmla="*/ 1156661 w 2478691"/>
                <a:gd name="connsiteY4" fmla="*/ 482594 h 777840"/>
                <a:gd name="connsiteX5" fmla="*/ 81238 w 2478691"/>
                <a:gd name="connsiteY5" fmla="*/ 641653 h 777840"/>
                <a:gd name="connsiteX6" fmla="*/ 0 w 2478691"/>
                <a:gd name="connsiteY6" fmla="*/ 262275 h 777840"/>
                <a:gd name="connsiteX0" fmla="*/ 0 w 2478691"/>
                <a:gd name="connsiteY0" fmla="*/ 262275 h 777841"/>
                <a:gd name="connsiteX1" fmla="*/ 1166388 w 2478691"/>
                <a:gd name="connsiteY1" fmla="*/ 2523 h 777841"/>
                <a:gd name="connsiteX2" fmla="*/ 2478691 w 2478691"/>
                <a:gd name="connsiteY2" fmla="*/ 398461 h 777841"/>
                <a:gd name="connsiteX3" fmla="*/ 2134806 w 2478691"/>
                <a:gd name="connsiteY3" fmla="*/ 777840 h 777841"/>
                <a:gd name="connsiteX4" fmla="*/ 1156661 w 2478691"/>
                <a:gd name="connsiteY4" fmla="*/ 482594 h 777841"/>
                <a:gd name="connsiteX5" fmla="*/ 178515 w 2478691"/>
                <a:gd name="connsiteY5" fmla="*/ 777841 h 777841"/>
                <a:gd name="connsiteX6" fmla="*/ 0 w 2478691"/>
                <a:gd name="connsiteY6" fmla="*/ 262275 h 777841"/>
                <a:gd name="connsiteX0" fmla="*/ 0 w 2478691"/>
                <a:gd name="connsiteY0" fmla="*/ 262275 h 777840"/>
                <a:gd name="connsiteX1" fmla="*/ 1166388 w 2478691"/>
                <a:gd name="connsiteY1" fmla="*/ 2523 h 777840"/>
                <a:gd name="connsiteX2" fmla="*/ 2478691 w 2478691"/>
                <a:gd name="connsiteY2" fmla="*/ 398461 h 777840"/>
                <a:gd name="connsiteX3" fmla="*/ 2134806 w 2478691"/>
                <a:gd name="connsiteY3" fmla="*/ 777840 h 777840"/>
                <a:gd name="connsiteX4" fmla="*/ 1156661 w 2478691"/>
                <a:gd name="connsiteY4" fmla="*/ 482594 h 777840"/>
                <a:gd name="connsiteX5" fmla="*/ 139604 w 2478691"/>
                <a:gd name="connsiteY5" fmla="*/ 748658 h 777840"/>
                <a:gd name="connsiteX6" fmla="*/ 0 w 2478691"/>
                <a:gd name="connsiteY6" fmla="*/ 262275 h 777840"/>
                <a:gd name="connsiteX0" fmla="*/ 0 w 2478691"/>
                <a:gd name="connsiteY0" fmla="*/ 262275 h 777840"/>
                <a:gd name="connsiteX1" fmla="*/ 1166388 w 2478691"/>
                <a:gd name="connsiteY1" fmla="*/ 2523 h 777840"/>
                <a:gd name="connsiteX2" fmla="*/ 2478691 w 2478691"/>
                <a:gd name="connsiteY2" fmla="*/ 398461 h 777840"/>
                <a:gd name="connsiteX3" fmla="*/ 2134806 w 2478691"/>
                <a:gd name="connsiteY3" fmla="*/ 777840 h 777840"/>
                <a:gd name="connsiteX4" fmla="*/ 1156661 w 2478691"/>
                <a:gd name="connsiteY4" fmla="*/ 482594 h 777840"/>
                <a:gd name="connsiteX5" fmla="*/ 139604 w 2478691"/>
                <a:gd name="connsiteY5" fmla="*/ 748658 h 777840"/>
                <a:gd name="connsiteX6" fmla="*/ 0 w 2478691"/>
                <a:gd name="connsiteY6" fmla="*/ 262275 h 777840"/>
                <a:gd name="connsiteX0" fmla="*/ 0 w 2478691"/>
                <a:gd name="connsiteY0" fmla="*/ 262275 h 797295"/>
                <a:gd name="connsiteX1" fmla="*/ 1166388 w 2478691"/>
                <a:gd name="connsiteY1" fmla="*/ 2523 h 797295"/>
                <a:gd name="connsiteX2" fmla="*/ 2478691 w 2478691"/>
                <a:gd name="connsiteY2" fmla="*/ 398461 h 797295"/>
                <a:gd name="connsiteX3" fmla="*/ 2144534 w 2478691"/>
                <a:gd name="connsiteY3" fmla="*/ 797295 h 797295"/>
                <a:gd name="connsiteX4" fmla="*/ 1156661 w 2478691"/>
                <a:gd name="connsiteY4" fmla="*/ 482594 h 797295"/>
                <a:gd name="connsiteX5" fmla="*/ 139604 w 2478691"/>
                <a:gd name="connsiteY5" fmla="*/ 748658 h 797295"/>
                <a:gd name="connsiteX6" fmla="*/ 0 w 2478691"/>
                <a:gd name="connsiteY6" fmla="*/ 262275 h 797295"/>
                <a:gd name="connsiteX0" fmla="*/ 0 w 2478691"/>
                <a:gd name="connsiteY0" fmla="*/ 262275 h 797295"/>
                <a:gd name="connsiteX1" fmla="*/ 1166388 w 2478691"/>
                <a:gd name="connsiteY1" fmla="*/ 2523 h 797295"/>
                <a:gd name="connsiteX2" fmla="*/ 2478691 w 2478691"/>
                <a:gd name="connsiteY2" fmla="*/ 398461 h 797295"/>
                <a:gd name="connsiteX3" fmla="*/ 2144534 w 2478691"/>
                <a:gd name="connsiteY3" fmla="*/ 797295 h 797295"/>
                <a:gd name="connsiteX4" fmla="*/ 1156661 w 2478691"/>
                <a:gd name="connsiteY4" fmla="*/ 482594 h 797295"/>
                <a:gd name="connsiteX5" fmla="*/ 139604 w 2478691"/>
                <a:gd name="connsiteY5" fmla="*/ 748658 h 797295"/>
                <a:gd name="connsiteX6" fmla="*/ 0 w 2478691"/>
                <a:gd name="connsiteY6" fmla="*/ 262275 h 797295"/>
                <a:gd name="connsiteX0" fmla="*/ 0 w 2309168"/>
                <a:gd name="connsiteY0" fmla="*/ 259772 h 794792"/>
                <a:gd name="connsiteX1" fmla="*/ 1166388 w 2309168"/>
                <a:gd name="connsiteY1" fmla="*/ 20 h 794792"/>
                <a:gd name="connsiteX2" fmla="*/ 2309168 w 2309168"/>
                <a:gd name="connsiteY2" fmla="*/ 270099 h 794792"/>
                <a:gd name="connsiteX3" fmla="*/ 2144534 w 2309168"/>
                <a:gd name="connsiteY3" fmla="*/ 794792 h 794792"/>
                <a:gd name="connsiteX4" fmla="*/ 1156661 w 2309168"/>
                <a:gd name="connsiteY4" fmla="*/ 480091 h 794792"/>
                <a:gd name="connsiteX5" fmla="*/ 139604 w 2309168"/>
                <a:gd name="connsiteY5" fmla="*/ 746155 h 794792"/>
                <a:gd name="connsiteX6" fmla="*/ 0 w 2309168"/>
                <a:gd name="connsiteY6" fmla="*/ 259772 h 794792"/>
                <a:gd name="connsiteX0" fmla="*/ 0 w 2309168"/>
                <a:gd name="connsiteY0" fmla="*/ 259772 h 794792"/>
                <a:gd name="connsiteX1" fmla="*/ 1166388 w 2309168"/>
                <a:gd name="connsiteY1" fmla="*/ 20 h 794792"/>
                <a:gd name="connsiteX2" fmla="*/ 2309168 w 2309168"/>
                <a:gd name="connsiteY2" fmla="*/ 270099 h 794792"/>
                <a:gd name="connsiteX3" fmla="*/ 2144534 w 2309168"/>
                <a:gd name="connsiteY3" fmla="*/ 794792 h 794792"/>
                <a:gd name="connsiteX4" fmla="*/ 1156661 w 2309168"/>
                <a:gd name="connsiteY4" fmla="*/ 480091 h 794792"/>
                <a:gd name="connsiteX5" fmla="*/ 139604 w 2309168"/>
                <a:gd name="connsiteY5" fmla="*/ 746155 h 794792"/>
                <a:gd name="connsiteX6" fmla="*/ 0 w 2309168"/>
                <a:gd name="connsiteY6" fmla="*/ 259772 h 794792"/>
                <a:gd name="connsiteX0" fmla="*/ 0 w 2309168"/>
                <a:gd name="connsiteY0" fmla="*/ 259772 h 746155"/>
                <a:gd name="connsiteX1" fmla="*/ 1166388 w 2309168"/>
                <a:gd name="connsiteY1" fmla="*/ 20 h 746155"/>
                <a:gd name="connsiteX2" fmla="*/ 2309168 w 2309168"/>
                <a:gd name="connsiteY2" fmla="*/ 270099 h 746155"/>
                <a:gd name="connsiteX3" fmla="*/ 2121417 w 2309168"/>
                <a:gd name="connsiteY3" fmla="*/ 707462 h 746155"/>
                <a:gd name="connsiteX4" fmla="*/ 1156661 w 2309168"/>
                <a:gd name="connsiteY4" fmla="*/ 480091 h 746155"/>
                <a:gd name="connsiteX5" fmla="*/ 139604 w 2309168"/>
                <a:gd name="connsiteY5" fmla="*/ 746155 h 746155"/>
                <a:gd name="connsiteX6" fmla="*/ 0 w 2309168"/>
                <a:gd name="connsiteY6" fmla="*/ 259772 h 746155"/>
                <a:gd name="connsiteX0" fmla="*/ 0 w 2309168"/>
                <a:gd name="connsiteY0" fmla="*/ 259772 h 746155"/>
                <a:gd name="connsiteX1" fmla="*/ 1166388 w 2309168"/>
                <a:gd name="connsiteY1" fmla="*/ 20 h 746155"/>
                <a:gd name="connsiteX2" fmla="*/ 2309168 w 2309168"/>
                <a:gd name="connsiteY2" fmla="*/ 270099 h 746155"/>
                <a:gd name="connsiteX3" fmla="*/ 2121417 w 2309168"/>
                <a:gd name="connsiteY3" fmla="*/ 707462 h 746155"/>
                <a:gd name="connsiteX4" fmla="*/ 1156661 w 2309168"/>
                <a:gd name="connsiteY4" fmla="*/ 480091 h 746155"/>
                <a:gd name="connsiteX5" fmla="*/ 139604 w 2309168"/>
                <a:gd name="connsiteY5" fmla="*/ 746155 h 746155"/>
                <a:gd name="connsiteX6" fmla="*/ 0 w 2309168"/>
                <a:gd name="connsiteY6" fmla="*/ 259772 h 746155"/>
                <a:gd name="connsiteX0" fmla="*/ 0 w 2309168"/>
                <a:gd name="connsiteY0" fmla="*/ 226793 h 746567"/>
                <a:gd name="connsiteX1" fmla="*/ 1166388 w 2309168"/>
                <a:gd name="connsiteY1" fmla="*/ 432 h 746567"/>
                <a:gd name="connsiteX2" fmla="*/ 2309168 w 2309168"/>
                <a:gd name="connsiteY2" fmla="*/ 270511 h 746567"/>
                <a:gd name="connsiteX3" fmla="*/ 2121417 w 2309168"/>
                <a:gd name="connsiteY3" fmla="*/ 707874 h 746567"/>
                <a:gd name="connsiteX4" fmla="*/ 1156661 w 2309168"/>
                <a:gd name="connsiteY4" fmla="*/ 480503 h 746567"/>
                <a:gd name="connsiteX5" fmla="*/ 139604 w 2309168"/>
                <a:gd name="connsiteY5" fmla="*/ 746567 h 746567"/>
                <a:gd name="connsiteX6" fmla="*/ 0 w 2309168"/>
                <a:gd name="connsiteY6" fmla="*/ 226793 h 746567"/>
                <a:gd name="connsiteX0" fmla="*/ 0 w 2309168"/>
                <a:gd name="connsiteY0" fmla="*/ 226663 h 746437"/>
                <a:gd name="connsiteX1" fmla="*/ 1166388 w 2309168"/>
                <a:gd name="connsiteY1" fmla="*/ 302 h 746437"/>
                <a:gd name="connsiteX2" fmla="*/ 2309168 w 2309168"/>
                <a:gd name="connsiteY2" fmla="*/ 270381 h 746437"/>
                <a:gd name="connsiteX3" fmla="*/ 2121417 w 2309168"/>
                <a:gd name="connsiteY3" fmla="*/ 707744 h 746437"/>
                <a:gd name="connsiteX4" fmla="*/ 1156661 w 2309168"/>
                <a:gd name="connsiteY4" fmla="*/ 480373 h 746437"/>
                <a:gd name="connsiteX5" fmla="*/ 139604 w 2309168"/>
                <a:gd name="connsiteY5" fmla="*/ 746437 h 746437"/>
                <a:gd name="connsiteX6" fmla="*/ 0 w 2309168"/>
                <a:gd name="connsiteY6" fmla="*/ 226663 h 746437"/>
                <a:gd name="connsiteX0" fmla="*/ 0 w 2309168"/>
                <a:gd name="connsiteY0" fmla="*/ 226614 h 746388"/>
                <a:gd name="connsiteX1" fmla="*/ 1166388 w 2309168"/>
                <a:gd name="connsiteY1" fmla="*/ 253 h 746388"/>
                <a:gd name="connsiteX2" fmla="*/ 2309168 w 2309168"/>
                <a:gd name="connsiteY2" fmla="*/ 270332 h 746388"/>
                <a:gd name="connsiteX3" fmla="*/ 2121417 w 2309168"/>
                <a:gd name="connsiteY3" fmla="*/ 707695 h 746388"/>
                <a:gd name="connsiteX4" fmla="*/ 1156661 w 2309168"/>
                <a:gd name="connsiteY4" fmla="*/ 480324 h 746388"/>
                <a:gd name="connsiteX5" fmla="*/ 139604 w 2309168"/>
                <a:gd name="connsiteY5" fmla="*/ 746388 h 746388"/>
                <a:gd name="connsiteX6" fmla="*/ 0 w 2309168"/>
                <a:gd name="connsiteY6" fmla="*/ 226614 h 746388"/>
                <a:gd name="connsiteX0" fmla="*/ 0 w 2309168"/>
                <a:gd name="connsiteY0" fmla="*/ 231692 h 746328"/>
                <a:gd name="connsiteX1" fmla="*/ 1166388 w 2309168"/>
                <a:gd name="connsiteY1" fmla="*/ 193 h 746328"/>
                <a:gd name="connsiteX2" fmla="*/ 2309168 w 2309168"/>
                <a:gd name="connsiteY2" fmla="*/ 270272 h 746328"/>
                <a:gd name="connsiteX3" fmla="*/ 2121417 w 2309168"/>
                <a:gd name="connsiteY3" fmla="*/ 707635 h 746328"/>
                <a:gd name="connsiteX4" fmla="*/ 1156661 w 2309168"/>
                <a:gd name="connsiteY4" fmla="*/ 480264 h 746328"/>
                <a:gd name="connsiteX5" fmla="*/ 139604 w 2309168"/>
                <a:gd name="connsiteY5" fmla="*/ 746328 h 746328"/>
                <a:gd name="connsiteX6" fmla="*/ 0 w 2309168"/>
                <a:gd name="connsiteY6" fmla="*/ 231692 h 746328"/>
                <a:gd name="connsiteX0" fmla="*/ 0 w 2309168"/>
                <a:gd name="connsiteY0" fmla="*/ 231692 h 707635"/>
                <a:gd name="connsiteX1" fmla="*/ 1166388 w 2309168"/>
                <a:gd name="connsiteY1" fmla="*/ 193 h 707635"/>
                <a:gd name="connsiteX2" fmla="*/ 2309168 w 2309168"/>
                <a:gd name="connsiteY2" fmla="*/ 270272 h 707635"/>
                <a:gd name="connsiteX3" fmla="*/ 2121417 w 2309168"/>
                <a:gd name="connsiteY3" fmla="*/ 707635 h 707635"/>
                <a:gd name="connsiteX4" fmla="*/ 1156661 w 2309168"/>
                <a:gd name="connsiteY4" fmla="*/ 480264 h 707635"/>
                <a:gd name="connsiteX5" fmla="*/ 172995 w 2309168"/>
                <a:gd name="connsiteY5" fmla="*/ 684683 h 707635"/>
                <a:gd name="connsiteX6" fmla="*/ 0 w 2309168"/>
                <a:gd name="connsiteY6" fmla="*/ 231692 h 707635"/>
                <a:gd name="connsiteX0" fmla="*/ 0 w 2309168"/>
                <a:gd name="connsiteY0" fmla="*/ 231692 h 707635"/>
                <a:gd name="connsiteX1" fmla="*/ 1166388 w 2309168"/>
                <a:gd name="connsiteY1" fmla="*/ 193 h 707635"/>
                <a:gd name="connsiteX2" fmla="*/ 2309168 w 2309168"/>
                <a:gd name="connsiteY2" fmla="*/ 270272 h 707635"/>
                <a:gd name="connsiteX3" fmla="*/ 2121417 w 2309168"/>
                <a:gd name="connsiteY3" fmla="*/ 707635 h 707635"/>
                <a:gd name="connsiteX4" fmla="*/ 1156661 w 2309168"/>
                <a:gd name="connsiteY4" fmla="*/ 480264 h 707635"/>
                <a:gd name="connsiteX5" fmla="*/ 172995 w 2309168"/>
                <a:gd name="connsiteY5" fmla="*/ 684683 h 707635"/>
                <a:gd name="connsiteX6" fmla="*/ 0 w 2309168"/>
                <a:gd name="connsiteY6" fmla="*/ 231692 h 707635"/>
                <a:gd name="connsiteX0" fmla="*/ 0 w 2309168"/>
                <a:gd name="connsiteY0" fmla="*/ 231692 h 715340"/>
                <a:gd name="connsiteX1" fmla="*/ 1166388 w 2309168"/>
                <a:gd name="connsiteY1" fmla="*/ 193 h 715340"/>
                <a:gd name="connsiteX2" fmla="*/ 2309168 w 2309168"/>
                <a:gd name="connsiteY2" fmla="*/ 270272 h 715340"/>
                <a:gd name="connsiteX3" fmla="*/ 2123986 w 2309168"/>
                <a:gd name="connsiteY3" fmla="*/ 715340 h 715340"/>
                <a:gd name="connsiteX4" fmla="*/ 1156661 w 2309168"/>
                <a:gd name="connsiteY4" fmla="*/ 480264 h 715340"/>
                <a:gd name="connsiteX5" fmla="*/ 172995 w 2309168"/>
                <a:gd name="connsiteY5" fmla="*/ 684683 h 715340"/>
                <a:gd name="connsiteX6" fmla="*/ 0 w 2309168"/>
                <a:gd name="connsiteY6" fmla="*/ 231692 h 715340"/>
                <a:gd name="connsiteX0" fmla="*/ 0 w 2309168"/>
                <a:gd name="connsiteY0" fmla="*/ 231692 h 715340"/>
                <a:gd name="connsiteX1" fmla="*/ 1166388 w 2309168"/>
                <a:gd name="connsiteY1" fmla="*/ 193 h 715340"/>
                <a:gd name="connsiteX2" fmla="*/ 2309168 w 2309168"/>
                <a:gd name="connsiteY2" fmla="*/ 270272 h 715340"/>
                <a:gd name="connsiteX3" fmla="*/ 2123986 w 2309168"/>
                <a:gd name="connsiteY3" fmla="*/ 715340 h 715340"/>
                <a:gd name="connsiteX4" fmla="*/ 1156661 w 2309168"/>
                <a:gd name="connsiteY4" fmla="*/ 480264 h 715340"/>
                <a:gd name="connsiteX5" fmla="*/ 172995 w 2309168"/>
                <a:gd name="connsiteY5" fmla="*/ 684683 h 715340"/>
                <a:gd name="connsiteX6" fmla="*/ 0 w 2309168"/>
                <a:gd name="connsiteY6" fmla="*/ 231692 h 715340"/>
                <a:gd name="connsiteX0" fmla="*/ 0 w 2309168"/>
                <a:gd name="connsiteY0" fmla="*/ 231692 h 715340"/>
                <a:gd name="connsiteX1" fmla="*/ 1166388 w 2309168"/>
                <a:gd name="connsiteY1" fmla="*/ 193 h 715340"/>
                <a:gd name="connsiteX2" fmla="*/ 2309168 w 2309168"/>
                <a:gd name="connsiteY2" fmla="*/ 270272 h 715340"/>
                <a:gd name="connsiteX3" fmla="*/ 2123986 w 2309168"/>
                <a:gd name="connsiteY3" fmla="*/ 715340 h 715340"/>
                <a:gd name="connsiteX4" fmla="*/ 1156661 w 2309168"/>
                <a:gd name="connsiteY4" fmla="*/ 480264 h 715340"/>
                <a:gd name="connsiteX5" fmla="*/ 172995 w 2309168"/>
                <a:gd name="connsiteY5" fmla="*/ 684683 h 715340"/>
                <a:gd name="connsiteX6" fmla="*/ 0 w 2309168"/>
                <a:gd name="connsiteY6" fmla="*/ 231692 h 715340"/>
                <a:gd name="connsiteX0" fmla="*/ 0 w 2314305"/>
                <a:gd name="connsiteY0" fmla="*/ 231543 h 715191"/>
                <a:gd name="connsiteX1" fmla="*/ 1166388 w 2314305"/>
                <a:gd name="connsiteY1" fmla="*/ 44 h 715191"/>
                <a:gd name="connsiteX2" fmla="*/ 2314305 w 2314305"/>
                <a:gd name="connsiteY2" fmla="*/ 249575 h 715191"/>
                <a:gd name="connsiteX3" fmla="*/ 2123986 w 2314305"/>
                <a:gd name="connsiteY3" fmla="*/ 715191 h 715191"/>
                <a:gd name="connsiteX4" fmla="*/ 1156661 w 2314305"/>
                <a:gd name="connsiteY4" fmla="*/ 480115 h 715191"/>
                <a:gd name="connsiteX5" fmla="*/ 172995 w 2314305"/>
                <a:gd name="connsiteY5" fmla="*/ 684534 h 715191"/>
                <a:gd name="connsiteX6" fmla="*/ 0 w 2314305"/>
                <a:gd name="connsiteY6" fmla="*/ 231543 h 715191"/>
                <a:gd name="connsiteX0" fmla="*/ 0 w 2314305"/>
                <a:gd name="connsiteY0" fmla="*/ 231543 h 715191"/>
                <a:gd name="connsiteX1" fmla="*/ 1166388 w 2314305"/>
                <a:gd name="connsiteY1" fmla="*/ 44 h 715191"/>
                <a:gd name="connsiteX2" fmla="*/ 2314305 w 2314305"/>
                <a:gd name="connsiteY2" fmla="*/ 249575 h 715191"/>
                <a:gd name="connsiteX3" fmla="*/ 2123986 w 2314305"/>
                <a:gd name="connsiteY3" fmla="*/ 715191 h 715191"/>
                <a:gd name="connsiteX4" fmla="*/ 1156661 w 2314305"/>
                <a:gd name="connsiteY4" fmla="*/ 480115 h 715191"/>
                <a:gd name="connsiteX5" fmla="*/ 172995 w 2314305"/>
                <a:gd name="connsiteY5" fmla="*/ 684534 h 715191"/>
                <a:gd name="connsiteX6" fmla="*/ 0 w 2314305"/>
                <a:gd name="connsiteY6" fmla="*/ 231543 h 715191"/>
                <a:gd name="connsiteX0" fmla="*/ 0 w 2314305"/>
                <a:gd name="connsiteY0" fmla="*/ 231550 h 715198"/>
                <a:gd name="connsiteX1" fmla="*/ 1166388 w 2314305"/>
                <a:gd name="connsiteY1" fmla="*/ 51 h 715198"/>
                <a:gd name="connsiteX2" fmla="*/ 2314305 w 2314305"/>
                <a:gd name="connsiteY2" fmla="*/ 249582 h 715198"/>
                <a:gd name="connsiteX3" fmla="*/ 2123986 w 2314305"/>
                <a:gd name="connsiteY3" fmla="*/ 715198 h 715198"/>
                <a:gd name="connsiteX4" fmla="*/ 1156661 w 2314305"/>
                <a:gd name="connsiteY4" fmla="*/ 480122 h 715198"/>
                <a:gd name="connsiteX5" fmla="*/ 172995 w 2314305"/>
                <a:gd name="connsiteY5" fmla="*/ 684541 h 715198"/>
                <a:gd name="connsiteX6" fmla="*/ 0 w 2314305"/>
                <a:gd name="connsiteY6" fmla="*/ 231550 h 715198"/>
                <a:gd name="connsiteX0" fmla="*/ 0 w 2314305"/>
                <a:gd name="connsiteY0" fmla="*/ 233092 h 716740"/>
                <a:gd name="connsiteX1" fmla="*/ 1166388 w 2314305"/>
                <a:gd name="connsiteY1" fmla="*/ 1593 h 716740"/>
                <a:gd name="connsiteX2" fmla="*/ 2314305 w 2314305"/>
                <a:gd name="connsiteY2" fmla="*/ 251124 h 716740"/>
                <a:gd name="connsiteX3" fmla="*/ 2123986 w 2314305"/>
                <a:gd name="connsiteY3" fmla="*/ 716740 h 716740"/>
                <a:gd name="connsiteX4" fmla="*/ 1156661 w 2314305"/>
                <a:gd name="connsiteY4" fmla="*/ 481664 h 716740"/>
                <a:gd name="connsiteX5" fmla="*/ 172995 w 2314305"/>
                <a:gd name="connsiteY5" fmla="*/ 686083 h 716740"/>
                <a:gd name="connsiteX6" fmla="*/ 0 w 2314305"/>
                <a:gd name="connsiteY6" fmla="*/ 233092 h 716740"/>
                <a:gd name="connsiteX0" fmla="*/ 0 w 2314305"/>
                <a:gd name="connsiteY0" fmla="*/ 231523 h 715171"/>
                <a:gd name="connsiteX1" fmla="*/ 1166388 w 2314305"/>
                <a:gd name="connsiteY1" fmla="*/ 24 h 715171"/>
                <a:gd name="connsiteX2" fmla="*/ 2314305 w 2314305"/>
                <a:gd name="connsiteY2" fmla="*/ 249555 h 715171"/>
                <a:gd name="connsiteX3" fmla="*/ 2123986 w 2314305"/>
                <a:gd name="connsiteY3" fmla="*/ 715171 h 715171"/>
                <a:gd name="connsiteX4" fmla="*/ 1156661 w 2314305"/>
                <a:gd name="connsiteY4" fmla="*/ 480095 h 715171"/>
                <a:gd name="connsiteX5" fmla="*/ 172995 w 2314305"/>
                <a:gd name="connsiteY5" fmla="*/ 684514 h 715171"/>
                <a:gd name="connsiteX6" fmla="*/ 0 w 2314305"/>
                <a:gd name="connsiteY6" fmla="*/ 231523 h 715171"/>
                <a:gd name="connsiteX0" fmla="*/ 0 w 2314305"/>
                <a:gd name="connsiteY0" fmla="*/ 231550 h 715198"/>
                <a:gd name="connsiteX1" fmla="*/ 1166388 w 2314305"/>
                <a:gd name="connsiteY1" fmla="*/ 51 h 715198"/>
                <a:gd name="connsiteX2" fmla="*/ 2314305 w 2314305"/>
                <a:gd name="connsiteY2" fmla="*/ 249582 h 715198"/>
                <a:gd name="connsiteX3" fmla="*/ 2123986 w 2314305"/>
                <a:gd name="connsiteY3" fmla="*/ 715198 h 715198"/>
                <a:gd name="connsiteX4" fmla="*/ 1156661 w 2314305"/>
                <a:gd name="connsiteY4" fmla="*/ 480122 h 715198"/>
                <a:gd name="connsiteX5" fmla="*/ 172995 w 2314305"/>
                <a:gd name="connsiteY5" fmla="*/ 684541 h 715198"/>
                <a:gd name="connsiteX6" fmla="*/ 0 w 2314305"/>
                <a:gd name="connsiteY6" fmla="*/ 231550 h 715198"/>
                <a:gd name="connsiteX0" fmla="*/ 0 w 2314305"/>
                <a:gd name="connsiteY0" fmla="*/ 232088 h 715736"/>
                <a:gd name="connsiteX1" fmla="*/ 1166388 w 2314305"/>
                <a:gd name="connsiteY1" fmla="*/ 589 h 715736"/>
                <a:gd name="connsiteX2" fmla="*/ 2314305 w 2314305"/>
                <a:gd name="connsiteY2" fmla="*/ 250120 h 715736"/>
                <a:gd name="connsiteX3" fmla="*/ 2123986 w 2314305"/>
                <a:gd name="connsiteY3" fmla="*/ 715736 h 715736"/>
                <a:gd name="connsiteX4" fmla="*/ 1156661 w 2314305"/>
                <a:gd name="connsiteY4" fmla="*/ 480660 h 715736"/>
                <a:gd name="connsiteX5" fmla="*/ 172995 w 2314305"/>
                <a:gd name="connsiteY5" fmla="*/ 685079 h 715736"/>
                <a:gd name="connsiteX6" fmla="*/ 0 w 2314305"/>
                <a:gd name="connsiteY6" fmla="*/ 232088 h 715736"/>
                <a:gd name="connsiteX0" fmla="*/ 0 w 2314305"/>
                <a:gd name="connsiteY0" fmla="*/ 232088 h 715736"/>
                <a:gd name="connsiteX1" fmla="*/ 1166388 w 2314305"/>
                <a:gd name="connsiteY1" fmla="*/ 589 h 715736"/>
                <a:gd name="connsiteX2" fmla="*/ 2314305 w 2314305"/>
                <a:gd name="connsiteY2" fmla="*/ 250120 h 715736"/>
                <a:gd name="connsiteX3" fmla="*/ 2123986 w 2314305"/>
                <a:gd name="connsiteY3" fmla="*/ 715736 h 715736"/>
                <a:gd name="connsiteX4" fmla="*/ 1156661 w 2314305"/>
                <a:gd name="connsiteY4" fmla="*/ 480660 h 715736"/>
                <a:gd name="connsiteX5" fmla="*/ 172995 w 2314305"/>
                <a:gd name="connsiteY5" fmla="*/ 685079 h 715736"/>
                <a:gd name="connsiteX6" fmla="*/ 0 w 2314305"/>
                <a:gd name="connsiteY6" fmla="*/ 232088 h 715736"/>
                <a:gd name="connsiteX0" fmla="*/ 0 w 2314305"/>
                <a:gd name="connsiteY0" fmla="*/ 232088 h 715736"/>
                <a:gd name="connsiteX1" fmla="*/ 1166388 w 2314305"/>
                <a:gd name="connsiteY1" fmla="*/ 589 h 715736"/>
                <a:gd name="connsiteX2" fmla="*/ 2314305 w 2314305"/>
                <a:gd name="connsiteY2" fmla="*/ 250120 h 715736"/>
                <a:gd name="connsiteX3" fmla="*/ 2123986 w 2314305"/>
                <a:gd name="connsiteY3" fmla="*/ 715736 h 715736"/>
                <a:gd name="connsiteX4" fmla="*/ 1156661 w 2314305"/>
                <a:gd name="connsiteY4" fmla="*/ 480660 h 715736"/>
                <a:gd name="connsiteX5" fmla="*/ 172995 w 2314305"/>
                <a:gd name="connsiteY5" fmla="*/ 685079 h 715736"/>
                <a:gd name="connsiteX6" fmla="*/ 0 w 2314305"/>
                <a:gd name="connsiteY6" fmla="*/ 232088 h 715736"/>
                <a:gd name="connsiteX0" fmla="*/ 0 w 2314305"/>
                <a:gd name="connsiteY0" fmla="*/ 232060 h 715708"/>
                <a:gd name="connsiteX1" fmla="*/ 1166388 w 2314305"/>
                <a:gd name="connsiteY1" fmla="*/ 561 h 715708"/>
                <a:gd name="connsiteX2" fmla="*/ 2314305 w 2314305"/>
                <a:gd name="connsiteY2" fmla="*/ 250092 h 715708"/>
                <a:gd name="connsiteX3" fmla="*/ 2123986 w 2314305"/>
                <a:gd name="connsiteY3" fmla="*/ 715708 h 715708"/>
                <a:gd name="connsiteX4" fmla="*/ 1156661 w 2314305"/>
                <a:gd name="connsiteY4" fmla="*/ 480632 h 715708"/>
                <a:gd name="connsiteX5" fmla="*/ 172995 w 2314305"/>
                <a:gd name="connsiteY5" fmla="*/ 685051 h 715708"/>
                <a:gd name="connsiteX6" fmla="*/ 0 w 2314305"/>
                <a:gd name="connsiteY6" fmla="*/ 232060 h 7157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314305" h="715708">
                  <a:moveTo>
                    <a:pt x="0" y="232060"/>
                  </a:moveTo>
                  <a:cubicBezTo>
                    <a:pt x="116349" y="135016"/>
                    <a:pt x="772966" y="-10150"/>
                    <a:pt x="1166388" y="561"/>
                  </a:cubicBezTo>
                  <a:cubicBezTo>
                    <a:pt x="1559810" y="11272"/>
                    <a:pt x="1962415" y="54514"/>
                    <a:pt x="2314305" y="250092"/>
                  </a:cubicBezTo>
                  <a:cubicBezTo>
                    <a:pt x="2236857" y="411910"/>
                    <a:pt x="2305049" y="284904"/>
                    <a:pt x="2123986" y="715708"/>
                  </a:cubicBezTo>
                  <a:cubicBezTo>
                    <a:pt x="2077752" y="646036"/>
                    <a:pt x="1616289" y="480632"/>
                    <a:pt x="1156661" y="480632"/>
                  </a:cubicBezTo>
                  <a:cubicBezTo>
                    <a:pt x="697033" y="480632"/>
                    <a:pt x="257593" y="589531"/>
                    <a:pt x="172995" y="685051"/>
                  </a:cubicBezTo>
                  <a:lnTo>
                    <a:pt x="0" y="232060"/>
                  </a:lnTo>
                  <a:close/>
                </a:path>
              </a:pathLst>
            </a:custGeom>
            <a:solidFill>
              <a:srgbClr val="F18120"/>
            </a:solidFill>
            <a:ln>
              <a:solidFill>
                <a:srgbClr val="F1812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5" name="Block Arc 1">
              <a:extLst>
                <a:ext uri="{FF2B5EF4-FFF2-40B4-BE49-F238E27FC236}">
                  <a16:creationId xmlns:a16="http://schemas.microsoft.com/office/drawing/2014/main" id="{0CFC99D9-D4B4-A7EB-BC2E-0D3AABCD0784}"/>
                </a:ext>
              </a:extLst>
            </p:cNvPr>
            <p:cNvSpPr/>
            <p:nvPr/>
          </p:nvSpPr>
          <p:spPr>
            <a:xfrm rot="6099059">
              <a:off x="9940336" y="3713264"/>
              <a:ext cx="2314305" cy="715708"/>
            </a:xfrm>
            <a:custGeom>
              <a:avLst/>
              <a:gdLst>
                <a:gd name="connsiteX0" fmla="*/ 0 w 2391141"/>
                <a:gd name="connsiteY0" fmla="*/ 726679 h 1453358"/>
                <a:gd name="connsiteX1" fmla="*/ 1195571 w 2391141"/>
                <a:gd name="connsiteY1" fmla="*/ 0 h 1453358"/>
                <a:gd name="connsiteX2" fmla="*/ 2391142 w 2391141"/>
                <a:gd name="connsiteY2" fmla="*/ 726679 h 1453358"/>
                <a:gd name="connsiteX3" fmla="*/ 2027802 w 2391141"/>
                <a:gd name="connsiteY3" fmla="*/ 726679 h 1453358"/>
                <a:gd name="connsiteX4" fmla="*/ 1195571 w 2391141"/>
                <a:gd name="connsiteY4" fmla="*/ 363339 h 1453358"/>
                <a:gd name="connsiteX5" fmla="*/ 363340 w 2391141"/>
                <a:gd name="connsiteY5" fmla="*/ 726679 h 1453358"/>
                <a:gd name="connsiteX6" fmla="*/ 0 w 2391141"/>
                <a:gd name="connsiteY6" fmla="*/ 726679 h 1453358"/>
                <a:gd name="connsiteX0" fmla="*/ 0 w 2614878"/>
                <a:gd name="connsiteY0" fmla="*/ 727830 h 727830"/>
                <a:gd name="connsiteX1" fmla="*/ 1195571 w 2614878"/>
                <a:gd name="connsiteY1" fmla="*/ 1151 h 727830"/>
                <a:gd name="connsiteX2" fmla="*/ 2614878 w 2614878"/>
                <a:gd name="connsiteY2" fmla="*/ 611098 h 727830"/>
                <a:gd name="connsiteX3" fmla="*/ 2027802 w 2614878"/>
                <a:gd name="connsiteY3" fmla="*/ 727830 h 727830"/>
                <a:gd name="connsiteX4" fmla="*/ 1195571 w 2614878"/>
                <a:gd name="connsiteY4" fmla="*/ 364490 h 727830"/>
                <a:gd name="connsiteX5" fmla="*/ 363340 w 2614878"/>
                <a:gd name="connsiteY5" fmla="*/ 727830 h 727830"/>
                <a:gd name="connsiteX6" fmla="*/ 0 w 2614878"/>
                <a:gd name="connsiteY6" fmla="*/ 727830 h 727830"/>
                <a:gd name="connsiteX0" fmla="*/ 0 w 2614878"/>
                <a:gd name="connsiteY0" fmla="*/ 727830 h 727830"/>
                <a:gd name="connsiteX1" fmla="*/ 1195571 w 2614878"/>
                <a:gd name="connsiteY1" fmla="*/ 1151 h 727830"/>
                <a:gd name="connsiteX2" fmla="*/ 2614878 w 2614878"/>
                <a:gd name="connsiteY2" fmla="*/ 611098 h 727830"/>
                <a:gd name="connsiteX3" fmla="*/ 2251538 w 2614878"/>
                <a:gd name="connsiteY3" fmla="*/ 669464 h 727830"/>
                <a:gd name="connsiteX4" fmla="*/ 1195571 w 2614878"/>
                <a:gd name="connsiteY4" fmla="*/ 364490 h 727830"/>
                <a:gd name="connsiteX5" fmla="*/ 363340 w 2614878"/>
                <a:gd name="connsiteY5" fmla="*/ 727830 h 727830"/>
                <a:gd name="connsiteX6" fmla="*/ 0 w 2614878"/>
                <a:gd name="connsiteY6" fmla="*/ 727830 h 727830"/>
                <a:gd name="connsiteX0" fmla="*/ 0 w 2780249"/>
                <a:gd name="connsiteY0" fmla="*/ 590533 h 726720"/>
                <a:gd name="connsiteX1" fmla="*/ 1360942 w 2780249"/>
                <a:gd name="connsiteY1" fmla="*/ 41 h 726720"/>
                <a:gd name="connsiteX2" fmla="*/ 2780249 w 2780249"/>
                <a:gd name="connsiteY2" fmla="*/ 609988 h 726720"/>
                <a:gd name="connsiteX3" fmla="*/ 2416909 w 2780249"/>
                <a:gd name="connsiteY3" fmla="*/ 668354 h 726720"/>
                <a:gd name="connsiteX4" fmla="*/ 1360942 w 2780249"/>
                <a:gd name="connsiteY4" fmla="*/ 363380 h 726720"/>
                <a:gd name="connsiteX5" fmla="*/ 528711 w 2780249"/>
                <a:gd name="connsiteY5" fmla="*/ 726720 h 726720"/>
                <a:gd name="connsiteX6" fmla="*/ 0 w 2780249"/>
                <a:gd name="connsiteY6" fmla="*/ 590533 h 726720"/>
                <a:gd name="connsiteX0" fmla="*/ 0 w 2780249"/>
                <a:gd name="connsiteY0" fmla="*/ 590533 h 668354"/>
                <a:gd name="connsiteX1" fmla="*/ 1360942 w 2780249"/>
                <a:gd name="connsiteY1" fmla="*/ 41 h 668354"/>
                <a:gd name="connsiteX2" fmla="*/ 2780249 w 2780249"/>
                <a:gd name="connsiteY2" fmla="*/ 609988 h 668354"/>
                <a:gd name="connsiteX3" fmla="*/ 2416909 w 2780249"/>
                <a:gd name="connsiteY3" fmla="*/ 668354 h 668354"/>
                <a:gd name="connsiteX4" fmla="*/ 1360942 w 2780249"/>
                <a:gd name="connsiteY4" fmla="*/ 363380 h 668354"/>
                <a:gd name="connsiteX5" fmla="*/ 275792 w 2780249"/>
                <a:gd name="connsiteY5" fmla="*/ 639171 h 668354"/>
                <a:gd name="connsiteX6" fmla="*/ 0 w 2780249"/>
                <a:gd name="connsiteY6" fmla="*/ 590533 h 668354"/>
                <a:gd name="connsiteX0" fmla="*/ 0 w 2780249"/>
                <a:gd name="connsiteY0" fmla="*/ 590533 h 668354"/>
                <a:gd name="connsiteX1" fmla="*/ 1360942 w 2780249"/>
                <a:gd name="connsiteY1" fmla="*/ 41 h 668354"/>
                <a:gd name="connsiteX2" fmla="*/ 2780249 w 2780249"/>
                <a:gd name="connsiteY2" fmla="*/ 609988 h 668354"/>
                <a:gd name="connsiteX3" fmla="*/ 2416909 w 2780249"/>
                <a:gd name="connsiteY3" fmla="*/ 668354 h 668354"/>
                <a:gd name="connsiteX4" fmla="*/ 1351215 w 2780249"/>
                <a:gd name="connsiteY4" fmla="*/ 480112 h 668354"/>
                <a:gd name="connsiteX5" fmla="*/ 275792 w 2780249"/>
                <a:gd name="connsiteY5" fmla="*/ 639171 h 668354"/>
                <a:gd name="connsiteX6" fmla="*/ 0 w 2780249"/>
                <a:gd name="connsiteY6" fmla="*/ 590533 h 668354"/>
                <a:gd name="connsiteX0" fmla="*/ 0 w 2780249"/>
                <a:gd name="connsiteY0" fmla="*/ 590533 h 775358"/>
                <a:gd name="connsiteX1" fmla="*/ 1360942 w 2780249"/>
                <a:gd name="connsiteY1" fmla="*/ 41 h 775358"/>
                <a:gd name="connsiteX2" fmla="*/ 2780249 w 2780249"/>
                <a:gd name="connsiteY2" fmla="*/ 609988 h 775358"/>
                <a:gd name="connsiteX3" fmla="*/ 2329360 w 2780249"/>
                <a:gd name="connsiteY3" fmla="*/ 775358 h 775358"/>
                <a:gd name="connsiteX4" fmla="*/ 1351215 w 2780249"/>
                <a:gd name="connsiteY4" fmla="*/ 480112 h 775358"/>
                <a:gd name="connsiteX5" fmla="*/ 275792 w 2780249"/>
                <a:gd name="connsiteY5" fmla="*/ 639171 h 775358"/>
                <a:gd name="connsiteX6" fmla="*/ 0 w 2780249"/>
                <a:gd name="connsiteY6" fmla="*/ 590533 h 775358"/>
                <a:gd name="connsiteX0" fmla="*/ 0 w 2673245"/>
                <a:gd name="connsiteY0" fmla="*/ 600391 h 785216"/>
                <a:gd name="connsiteX1" fmla="*/ 1360942 w 2673245"/>
                <a:gd name="connsiteY1" fmla="*/ 9899 h 785216"/>
                <a:gd name="connsiteX2" fmla="*/ 2673245 w 2673245"/>
                <a:gd name="connsiteY2" fmla="*/ 405837 h 785216"/>
                <a:gd name="connsiteX3" fmla="*/ 2329360 w 2673245"/>
                <a:gd name="connsiteY3" fmla="*/ 785216 h 785216"/>
                <a:gd name="connsiteX4" fmla="*/ 1351215 w 2673245"/>
                <a:gd name="connsiteY4" fmla="*/ 489970 h 785216"/>
                <a:gd name="connsiteX5" fmla="*/ 275792 w 2673245"/>
                <a:gd name="connsiteY5" fmla="*/ 649029 h 785216"/>
                <a:gd name="connsiteX6" fmla="*/ 0 w 2673245"/>
                <a:gd name="connsiteY6" fmla="*/ 600391 h 785216"/>
                <a:gd name="connsiteX0" fmla="*/ 0 w 2673245"/>
                <a:gd name="connsiteY0" fmla="*/ 593348 h 778173"/>
                <a:gd name="connsiteX1" fmla="*/ 1360942 w 2673245"/>
                <a:gd name="connsiteY1" fmla="*/ 2856 h 778173"/>
                <a:gd name="connsiteX2" fmla="*/ 2673245 w 2673245"/>
                <a:gd name="connsiteY2" fmla="*/ 398794 h 778173"/>
                <a:gd name="connsiteX3" fmla="*/ 2329360 w 2673245"/>
                <a:gd name="connsiteY3" fmla="*/ 778173 h 778173"/>
                <a:gd name="connsiteX4" fmla="*/ 1351215 w 2673245"/>
                <a:gd name="connsiteY4" fmla="*/ 482927 h 778173"/>
                <a:gd name="connsiteX5" fmla="*/ 275792 w 2673245"/>
                <a:gd name="connsiteY5" fmla="*/ 641986 h 778173"/>
                <a:gd name="connsiteX6" fmla="*/ 0 w 2673245"/>
                <a:gd name="connsiteY6" fmla="*/ 593348 h 778173"/>
                <a:gd name="connsiteX0" fmla="*/ 0 w 2478691"/>
                <a:gd name="connsiteY0" fmla="*/ 293714 h 809279"/>
                <a:gd name="connsiteX1" fmla="*/ 1166388 w 2478691"/>
                <a:gd name="connsiteY1" fmla="*/ 33962 h 809279"/>
                <a:gd name="connsiteX2" fmla="*/ 2478691 w 2478691"/>
                <a:gd name="connsiteY2" fmla="*/ 429900 h 809279"/>
                <a:gd name="connsiteX3" fmla="*/ 2134806 w 2478691"/>
                <a:gd name="connsiteY3" fmla="*/ 809279 h 809279"/>
                <a:gd name="connsiteX4" fmla="*/ 1156661 w 2478691"/>
                <a:gd name="connsiteY4" fmla="*/ 514033 h 809279"/>
                <a:gd name="connsiteX5" fmla="*/ 81238 w 2478691"/>
                <a:gd name="connsiteY5" fmla="*/ 673092 h 809279"/>
                <a:gd name="connsiteX6" fmla="*/ 0 w 2478691"/>
                <a:gd name="connsiteY6" fmla="*/ 293714 h 809279"/>
                <a:gd name="connsiteX0" fmla="*/ 0 w 2478691"/>
                <a:gd name="connsiteY0" fmla="*/ 262275 h 777840"/>
                <a:gd name="connsiteX1" fmla="*/ 1166388 w 2478691"/>
                <a:gd name="connsiteY1" fmla="*/ 2523 h 777840"/>
                <a:gd name="connsiteX2" fmla="*/ 2478691 w 2478691"/>
                <a:gd name="connsiteY2" fmla="*/ 398461 h 777840"/>
                <a:gd name="connsiteX3" fmla="*/ 2134806 w 2478691"/>
                <a:gd name="connsiteY3" fmla="*/ 777840 h 777840"/>
                <a:gd name="connsiteX4" fmla="*/ 1156661 w 2478691"/>
                <a:gd name="connsiteY4" fmla="*/ 482594 h 777840"/>
                <a:gd name="connsiteX5" fmla="*/ 81238 w 2478691"/>
                <a:gd name="connsiteY5" fmla="*/ 641653 h 777840"/>
                <a:gd name="connsiteX6" fmla="*/ 0 w 2478691"/>
                <a:gd name="connsiteY6" fmla="*/ 262275 h 777840"/>
                <a:gd name="connsiteX0" fmla="*/ 0 w 2478691"/>
                <a:gd name="connsiteY0" fmla="*/ 262275 h 777841"/>
                <a:gd name="connsiteX1" fmla="*/ 1166388 w 2478691"/>
                <a:gd name="connsiteY1" fmla="*/ 2523 h 777841"/>
                <a:gd name="connsiteX2" fmla="*/ 2478691 w 2478691"/>
                <a:gd name="connsiteY2" fmla="*/ 398461 h 777841"/>
                <a:gd name="connsiteX3" fmla="*/ 2134806 w 2478691"/>
                <a:gd name="connsiteY3" fmla="*/ 777840 h 777841"/>
                <a:gd name="connsiteX4" fmla="*/ 1156661 w 2478691"/>
                <a:gd name="connsiteY4" fmla="*/ 482594 h 777841"/>
                <a:gd name="connsiteX5" fmla="*/ 178515 w 2478691"/>
                <a:gd name="connsiteY5" fmla="*/ 777841 h 777841"/>
                <a:gd name="connsiteX6" fmla="*/ 0 w 2478691"/>
                <a:gd name="connsiteY6" fmla="*/ 262275 h 777841"/>
                <a:gd name="connsiteX0" fmla="*/ 0 w 2478691"/>
                <a:gd name="connsiteY0" fmla="*/ 262275 h 777840"/>
                <a:gd name="connsiteX1" fmla="*/ 1166388 w 2478691"/>
                <a:gd name="connsiteY1" fmla="*/ 2523 h 777840"/>
                <a:gd name="connsiteX2" fmla="*/ 2478691 w 2478691"/>
                <a:gd name="connsiteY2" fmla="*/ 398461 h 777840"/>
                <a:gd name="connsiteX3" fmla="*/ 2134806 w 2478691"/>
                <a:gd name="connsiteY3" fmla="*/ 777840 h 777840"/>
                <a:gd name="connsiteX4" fmla="*/ 1156661 w 2478691"/>
                <a:gd name="connsiteY4" fmla="*/ 482594 h 777840"/>
                <a:gd name="connsiteX5" fmla="*/ 139604 w 2478691"/>
                <a:gd name="connsiteY5" fmla="*/ 748658 h 777840"/>
                <a:gd name="connsiteX6" fmla="*/ 0 w 2478691"/>
                <a:gd name="connsiteY6" fmla="*/ 262275 h 777840"/>
                <a:gd name="connsiteX0" fmla="*/ 0 w 2478691"/>
                <a:gd name="connsiteY0" fmla="*/ 262275 h 777840"/>
                <a:gd name="connsiteX1" fmla="*/ 1166388 w 2478691"/>
                <a:gd name="connsiteY1" fmla="*/ 2523 h 777840"/>
                <a:gd name="connsiteX2" fmla="*/ 2478691 w 2478691"/>
                <a:gd name="connsiteY2" fmla="*/ 398461 h 777840"/>
                <a:gd name="connsiteX3" fmla="*/ 2134806 w 2478691"/>
                <a:gd name="connsiteY3" fmla="*/ 777840 h 777840"/>
                <a:gd name="connsiteX4" fmla="*/ 1156661 w 2478691"/>
                <a:gd name="connsiteY4" fmla="*/ 482594 h 777840"/>
                <a:gd name="connsiteX5" fmla="*/ 139604 w 2478691"/>
                <a:gd name="connsiteY5" fmla="*/ 748658 h 777840"/>
                <a:gd name="connsiteX6" fmla="*/ 0 w 2478691"/>
                <a:gd name="connsiteY6" fmla="*/ 262275 h 777840"/>
                <a:gd name="connsiteX0" fmla="*/ 0 w 2478691"/>
                <a:gd name="connsiteY0" fmla="*/ 262275 h 797295"/>
                <a:gd name="connsiteX1" fmla="*/ 1166388 w 2478691"/>
                <a:gd name="connsiteY1" fmla="*/ 2523 h 797295"/>
                <a:gd name="connsiteX2" fmla="*/ 2478691 w 2478691"/>
                <a:gd name="connsiteY2" fmla="*/ 398461 h 797295"/>
                <a:gd name="connsiteX3" fmla="*/ 2144534 w 2478691"/>
                <a:gd name="connsiteY3" fmla="*/ 797295 h 797295"/>
                <a:gd name="connsiteX4" fmla="*/ 1156661 w 2478691"/>
                <a:gd name="connsiteY4" fmla="*/ 482594 h 797295"/>
                <a:gd name="connsiteX5" fmla="*/ 139604 w 2478691"/>
                <a:gd name="connsiteY5" fmla="*/ 748658 h 797295"/>
                <a:gd name="connsiteX6" fmla="*/ 0 w 2478691"/>
                <a:gd name="connsiteY6" fmla="*/ 262275 h 797295"/>
                <a:gd name="connsiteX0" fmla="*/ 0 w 2478691"/>
                <a:gd name="connsiteY0" fmla="*/ 262275 h 797295"/>
                <a:gd name="connsiteX1" fmla="*/ 1166388 w 2478691"/>
                <a:gd name="connsiteY1" fmla="*/ 2523 h 797295"/>
                <a:gd name="connsiteX2" fmla="*/ 2478691 w 2478691"/>
                <a:gd name="connsiteY2" fmla="*/ 398461 h 797295"/>
                <a:gd name="connsiteX3" fmla="*/ 2144534 w 2478691"/>
                <a:gd name="connsiteY3" fmla="*/ 797295 h 797295"/>
                <a:gd name="connsiteX4" fmla="*/ 1156661 w 2478691"/>
                <a:gd name="connsiteY4" fmla="*/ 482594 h 797295"/>
                <a:gd name="connsiteX5" fmla="*/ 139604 w 2478691"/>
                <a:gd name="connsiteY5" fmla="*/ 748658 h 797295"/>
                <a:gd name="connsiteX6" fmla="*/ 0 w 2478691"/>
                <a:gd name="connsiteY6" fmla="*/ 262275 h 797295"/>
                <a:gd name="connsiteX0" fmla="*/ 0 w 2309168"/>
                <a:gd name="connsiteY0" fmla="*/ 259772 h 794792"/>
                <a:gd name="connsiteX1" fmla="*/ 1166388 w 2309168"/>
                <a:gd name="connsiteY1" fmla="*/ 20 h 794792"/>
                <a:gd name="connsiteX2" fmla="*/ 2309168 w 2309168"/>
                <a:gd name="connsiteY2" fmla="*/ 270099 h 794792"/>
                <a:gd name="connsiteX3" fmla="*/ 2144534 w 2309168"/>
                <a:gd name="connsiteY3" fmla="*/ 794792 h 794792"/>
                <a:gd name="connsiteX4" fmla="*/ 1156661 w 2309168"/>
                <a:gd name="connsiteY4" fmla="*/ 480091 h 794792"/>
                <a:gd name="connsiteX5" fmla="*/ 139604 w 2309168"/>
                <a:gd name="connsiteY5" fmla="*/ 746155 h 794792"/>
                <a:gd name="connsiteX6" fmla="*/ 0 w 2309168"/>
                <a:gd name="connsiteY6" fmla="*/ 259772 h 794792"/>
                <a:gd name="connsiteX0" fmla="*/ 0 w 2309168"/>
                <a:gd name="connsiteY0" fmla="*/ 259772 h 794792"/>
                <a:gd name="connsiteX1" fmla="*/ 1166388 w 2309168"/>
                <a:gd name="connsiteY1" fmla="*/ 20 h 794792"/>
                <a:gd name="connsiteX2" fmla="*/ 2309168 w 2309168"/>
                <a:gd name="connsiteY2" fmla="*/ 270099 h 794792"/>
                <a:gd name="connsiteX3" fmla="*/ 2144534 w 2309168"/>
                <a:gd name="connsiteY3" fmla="*/ 794792 h 794792"/>
                <a:gd name="connsiteX4" fmla="*/ 1156661 w 2309168"/>
                <a:gd name="connsiteY4" fmla="*/ 480091 h 794792"/>
                <a:gd name="connsiteX5" fmla="*/ 139604 w 2309168"/>
                <a:gd name="connsiteY5" fmla="*/ 746155 h 794792"/>
                <a:gd name="connsiteX6" fmla="*/ 0 w 2309168"/>
                <a:gd name="connsiteY6" fmla="*/ 259772 h 794792"/>
                <a:gd name="connsiteX0" fmla="*/ 0 w 2309168"/>
                <a:gd name="connsiteY0" fmla="*/ 259772 h 746155"/>
                <a:gd name="connsiteX1" fmla="*/ 1166388 w 2309168"/>
                <a:gd name="connsiteY1" fmla="*/ 20 h 746155"/>
                <a:gd name="connsiteX2" fmla="*/ 2309168 w 2309168"/>
                <a:gd name="connsiteY2" fmla="*/ 270099 h 746155"/>
                <a:gd name="connsiteX3" fmla="*/ 2121417 w 2309168"/>
                <a:gd name="connsiteY3" fmla="*/ 707462 h 746155"/>
                <a:gd name="connsiteX4" fmla="*/ 1156661 w 2309168"/>
                <a:gd name="connsiteY4" fmla="*/ 480091 h 746155"/>
                <a:gd name="connsiteX5" fmla="*/ 139604 w 2309168"/>
                <a:gd name="connsiteY5" fmla="*/ 746155 h 746155"/>
                <a:gd name="connsiteX6" fmla="*/ 0 w 2309168"/>
                <a:gd name="connsiteY6" fmla="*/ 259772 h 746155"/>
                <a:gd name="connsiteX0" fmla="*/ 0 w 2309168"/>
                <a:gd name="connsiteY0" fmla="*/ 259772 h 746155"/>
                <a:gd name="connsiteX1" fmla="*/ 1166388 w 2309168"/>
                <a:gd name="connsiteY1" fmla="*/ 20 h 746155"/>
                <a:gd name="connsiteX2" fmla="*/ 2309168 w 2309168"/>
                <a:gd name="connsiteY2" fmla="*/ 270099 h 746155"/>
                <a:gd name="connsiteX3" fmla="*/ 2121417 w 2309168"/>
                <a:gd name="connsiteY3" fmla="*/ 707462 h 746155"/>
                <a:gd name="connsiteX4" fmla="*/ 1156661 w 2309168"/>
                <a:gd name="connsiteY4" fmla="*/ 480091 h 746155"/>
                <a:gd name="connsiteX5" fmla="*/ 139604 w 2309168"/>
                <a:gd name="connsiteY5" fmla="*/ 746155 h 746155"/>
                <a:gd name="connsiteX6" fmla="*/ 0 w 2309168"/>
                <a:gd name="connsiteY6" fmla="*/ 259772 h 746155"/>
                <a:gd name="connsiteX0" fmla="*/ 0 w 2309168"/>
                <a:gd name="connsiteY0" fmla="*/ 226793 h 746567"/>
                <a:gd name="connsiteX1" fmla="*/ 1166388 w 2309168"/>
                <a:gd name="connsiteY1" fmla="*/ 432 h 746567"/>
                <a:gd name="connsiteX2" fmla="*/ 2309168 w 2309168"/>
                <a:gd name="connsiteY2" fmla="*/ 270511 h 746567"/>
                <a:gd name="connsiteX3" fmla="*/ 2121417 w 2309168"/>
                <a:gd name="connsiteY3" fmla="*/ 707874 h 746567"/>
                <a:gd name="connsiteX4" fmla="*/ 1156661 w 2309168"/>
                <a:gd name="connsiteY4" fmla="*/ 480503 h 746567"/>
                <a:gd name="connsiteX5" fmla="*/ 139604 w 2309168"/>
                <a:gd name="connsiteY5" fmla="*/ 746567 h 746567"/>
                <a:gd name="connsiteX6" fmla="*/ 0 w 2309168"/>
                <a:gd name="connsiteY6" fmla="*/ 226793 h 746567"/>
                <a:gd name="connsiteX0" fmla="*/ 0 w 2309168"/>
                <a:gd name="connsiteY0" fmla="*/ 226663 h 746437"/>
                <a:gd name="connsiteX1" fmla="*/ 1166388 w 2309168"/>
                <a:gd name="connsiteY1" fmla="*/ 302 h 746437"/>
                <a:gd name="connsiteX2" fmla="*/ 2309168 w 2309168"/>
                <a:gd name="connsiteY2" fmla="*/ 270381 h 746437"/>
                <a:gd name="connsiteX3" fmla="*/ 2121417 w 2309168"/>
                <a:gd name="connsiteY3" fmla="*/ 707744 h 746437"/>
                <a:gd name="connsiteX4" fmla="*/ 1156661 w 2309168"/>
                <a:gd name="connsiteY4" fmla="*/ 480373 h 746437"/>
                <a:gd name="connsiteX5" fmla="*/ 139604 w 2309168"/>
                <a:gd name="connsiteY5" fmla="*/ 746437 h 746437"/>
                <a:gd name="connsiteX6" fmla="*/ 0 w 2309168"/>
                <a:gd name="connsiteY6" fmla="*/ 226663 h 746437"/>
                <a:gd name="connsiteX0" fmla="*/ 0 w 2309168"/>
                <a:gd name="connsiteY0" fmla="*/ 226614 h 746388"/>
                <a:gd name="connsiteX1" fmla="*/ 1166388 w 2309168"/>
                <a:gd name="connsiteY1" fmla="*/ 253 h 746388"/>
                <a:gd name="connsiteX2" fmla="*/ 2309168 w 2309168"/>
                <a:gd name="connsiteY2" fmla="*/ 270332 h 746388"/>
                <a:gd name="connsiteX3" fmla="*/ 2121417 w 2309168"/>
                <a:gd name="connsiteY3" fmla="*/ 707695 h 746388"/>
                <a:gd name="connsiteX4" fmla="*/ 1156661 w 2309168"/>
                <a:gd name="connsiteY4" fmla="*/ 480324 h 746388"/>
                <a:gd name="connsiteX5" fmla="*/ 139604 w 2309168"/>
                <a:gd name="connsiteY5" fmla="*/ 746388 h 746388"/>
                <a:gd name="connsiteX6" fmla="*/ 0 w 2309168"/>
                <a:gd name="connsiteY6" fmla="*/ 226614 h 746388"/>
                <a:gd name="connsiteX0" fmla="*/ 0 w 2309168"/>
                <a:gd name="connsiteY0" fmla="*/ 231692 h 746328"/>
                <a:gd name="connsiteX1" fmla="*/ 1166388 w 2309168"/>
                <a:gd name="connsiteY1" fmla="*/ 193 h 746328"/>
                <a:gd name="connsiteX2" fmla="*/ 2309168 w 2309168"/>
                <a:gd name="connsiteY2" fmla="*/ 270272 h 746328"/>
                <a:gd name="connsiteX3" fmla="*/ 2121417 w 2309168"/>
                <a:gd name="connsiteY3" fmla="*/ 707635 h 746328"/>
                <a:gd name="connsiteX4" fmla="*/ 1156661 w 2309168"/>
                <a:gd name="connsiteY4" fmla="*/ 480264 h 746328"/>
                <a:gd name="connsiteX5" fmla="*/ 139604 w 2309168"/>
                <a:gd name="connsiteY5" fmla="*/ 746328 h 746328"/>
                <a:gd name="connsiteX6" fmla="*/ 0 w 2309168"/>
                <a:gd name="connsiteY6" fmla="*/ 231692 h 746328"/>
                <a:gd name="connsiteX0" fmla="*/ 0 w 2309168"/>
                <a:gd name="connsiteY0" fmla="*/ 231692 h 707635"/>
                <a:gd name="connsiteX1" fmla="*/ 1166388 w 2309168"/>
                <a:gd name="connsiteY1" fmla="*/ 193 h 707635"/>
                <a:gd name="connsiteX2" fmla="*/ 2309168 w 2309168"/>
                <a:gd name="connsiteY2" fmla="*/ 270272 h 707635"/>
                <a:gd name="connsiteX3" fmla="*/ 2121417 w 2309168"/>
                <a:gd name="connsiteY3" fmla="*/ 707635 h 707635"/>
                <a:gd name="connsiteX4" fmla="*/ 1156661 w 2309168"/>
                <a:gd name="connsiteY4" fmla="*/ 480264 h 707635"/>
                <a:gd name="connsiteX5" fmla="*/ 172995 w 2309168"/>
                <a:gd name="connsiteY5" fmla="*/ 684683 h 707635"/>
                <a:gd name="connsiteX6" fmla="*/ 0 w 2309168"/>
                <a:gd name="connsiteY6" fmla="*/ 231692 h 707635"/>
                <a:gd name="connsiteX0" fmla="*/ 0 w 2309168"/>
                <a:gd name="connsiteY0" fmla="*/ 231692 h 707635"/>
                <a:gd name="connsiteX1" fmla="*/ 1166388 w 2309168"/>
                <a:gd name="connsiteY1" fmla="*/ 193 h 707635"/>
                <a:gd name="connsiteX2" fmla="*/ 2309168 w 2309168"/>
                <a:gd name="connsiteY2" fmla="*/ 270272 h 707635"/>
                <a:gd name="connsiteX3" fmla="*/ 2121417 w 2309168"/>
                <a:gd name="connsiteY3" fmla="*/ 707635 h 707635"/>
                <a:gd name="connsiteX4" fmla="*/ 1156661 w 2309168"/>
                <a:gd name="connsiteY4" fmla="*/ 480264 h 707635"/>
                <a:gd name="connsiteX5" fmla="*/ 172995 w 2309168"/>
                <a:gd name="connsiteY5" fmla="*/ 684683 h 707635"/>
                <a:gd name="connsiteX6" fmla="*/ 0 w 2309168"/>
                <a:gd name="connsiteY6" fmla="*/ 231692 h 707635"/>
                <a:gd name="connsiteX0" fmla="*/ 0 w 2309168"/>
                <a:gd name="connsiteY0" fmla="*/ 231692 h 715340"/>
                <a:gd name="connsiteX1" fmla="*/ 1166388 w 2309168"/>
                <a:gd name="connsiteY1" fmla="*/ 193 h 715340"/>
                <a:gd name="connsiteX2" fmla="*/ 2309168 w 2309168"/>
                <a:gd name="connsiteY2" fmla="*/ 270272 h 715340"/>
                <a:gd name="connsiteX3" fmla="*/ 2123986 w 2309168"/>
                <a:gd name="connsiteY3" fmla="*/ 715340 h 715340"/>
                <a:gd name="connsiteX4" fmla="*/ 1156661 w 2309168"/>
                <a:gd name="connsiteY4" fmla="*/ 480264 h 715340"/>
                <a:gd name="connsiteX5" fmla="*/ 172995 w 2309168"/>
                <a:gd name="connsiteY5" fmla="*/ 684683 h 715340"/>
                <a:gd name="connsiteX6" fmla="*/ 0 w 2309168"/>
                <a:gd name="connsiteY6" fmla="*/ 231692 h 715340"/>
                <a:gd name="connsiteX0" fmla="*/ 0 w 2309168"/>
                <a:gd name="connsiteY0" fmla="*/ 231692 h 715340"/>
                <a:gd name="connsiteX1" fmla="*/ 1166388 w 2309168"/>
                <a:gd name="connsiteY1" fmla="*/ 193 h 715340"/>
                <a:gd name="connsiteX2" fmla="*/ 2309168 w 2309168"/>
                <a:gd name="connsiteY2" fmla="*/ 270272 h 715340"/>
                <a:gd name="connsiteX3" fmla="*/ 2123986 w 2309168"/>
                <a:gd name="connsiteY3" fmla="*/ 715340 h 715340"/>
                <a:gd name="connsiteX4" fmla="*/ 1156661 w 2309168"/>
                <a:gd name="connsiteY4" fmla="*/ 480264 h 715340"/>
                <a:gd name="connsiteX5" fmla="*/ 172995 w 2309168"/>
                <a:gd name="connsiteY5" fmla="*/ 684683 h 715340"/>
                <a:gd name="connsiteX6" fmla="*/ 0 w 2309168"/>
                <a:gd name="connsiteY6" fmla="*/ 231692 h 715340"/>
                <a:gd name="connsiteX0" fmla="*/ 0 w 2309168"/>
                <a:gd name="connsiteY0" fmla="*/ 231692 h 715340"/>
                <a:gd name="connsiteX1" fmla="*/ 1166388 w 2309168"/>
                <a:gd name="connsiteY1" fmla="*/ 193 h 715340"/>
                <a:gd name="connsiteX2" fmla="*/ 2309168 w 2309168"/>
                <a:gd name="connsiteY2" fmla="*/ 270272 h 715340"/>
                <a:gd name="connsiteX3" fmla="*/ 2123986 w 2309168"/>
                <a:gd name="connsiteY3" fmla="*/ 715340 h 715340"/>
                <a:gd name="connsiteX4" fmla="*/ 1156661 w 2309168"/>
                <a:gd name="connsiteY4" fmla="*/ 480264 h 715340"/>
                <a:gd name="connsiteX5" fmla="*/ 172995 w 2309168"/>
                <a:gd name="connsiteY5" fmla="*/ 684683 h 715340"/>
                <a:gd name="connsiteX6" fmla="*/ 0 w 2309168"/>
                <a:gd name="connsiteY6" fmla="*/ 231692 h 715340"/>
                <a:gd name="connsiteX0" fmla="*/ 0 w 2314305"/>
                <a:gd name="connsiteY0" fmla="*/ 231543 h 715191"/>
                <a:gd name="connsiteX1" fmla="*/ 1166388 w 2314305"/>
                <a:gd name="connsiteY1" fmla="*/ 44 h 715191"/>
                <a:gd name="connsiteX2" fmla="*/ 2314305 w 2314305"/>
                <a:gd name="connsiteY2" fmla="*/ 249575 h 715191"/>
                <a:gd name="connsiteX3" fmla="*/ 2123986 w 2314305"/>
                <a:gd name="connsiteY3" fmla="*/ 715191 h 715191"/>
                <a:gd name="connsiteX4" fmla="*/ 1156661 w 2314305"/>
                <a:gd name="connsiteY4" fmla="*/ 480115 h 715191"/>
                <a:gd name="connsiteX5" fmla="*/ 172995 w 2314305"/>
                <a:gd name="connsiteY5" fmla="*/ 684534 h 715191"/>
                <a:gd name="connsiteX6" fmla="*/ 0 w 2314305"/>
                <a:gd name="connsiteY6" fmla="*/ 231543 h 715191"/>
                <a:gd name="connsiteX0" fmla="*/ 0 w 2314305"/>
                <a:gd name="connsiteY0" fmla="*/ 231543 h 715191"/>
                <a:gd name="connsiteX1" fmla="*/ 1166388 w 2314305"/>
                <a:gd name="connsiteY1" fmla="*/ 44 h 715191"/>
                <a:gd name="connsiteX2" fmla="*/ 2314305 w 2314305"/>
                <a:gd name="connsiteY2" fmla="*/ 249575 h 715191"/>
                <a:gd name="connsiteX3" fmla="*/ 2123986 w 2314305"/>
                <a:gd name="connsiteY3" fmla="*/ 715191 h 715191"/>
                <a:gd name="connsiteX4" fmla="*/ 1156661 w 2314305"/>
                <a:gd name="connsiteY4" fmla="*/ 480115 h 715191"/>
                <a:gd name="connsiteX5" fmla="*/ 172995 w 2314305"/>
                <a:gd name="connsiteY5" fmla="*/ 684534 h 715191"/>
                <a:gd name="connsiteX6" fmla="*/ 0 w 2314305"/>
                <a:gd name="connsiteY6" fmla="*/ 231543 h 715191"/>
                <a:gd name="connsiteX0" fmla="*/ 0 w 2314305"/>
                <a:gd name="connsiteY0" fmla="*/ 231550 h 715198"/>
                <a:gd name="connsiteX1" fmla="*/ 1166388 w 2314305"/>
                <a:gd name="connsiteY1" fmla="*/ 51 h 715198"/>
                <a:gd name="connsiteX2" fmla="*/ 2314305 w 2314305"/>
                <a:gd name="connsiteY2" fmla="*/ 249582 h 715198"/>
                <a:gd name="connsiteX3" fmla="*/ 2123986 w 2314305"/>
                <a:gd name="connsiteY3" fmla="*/ 715198 h 715198"/>
                <a:gd name="connsiteX4" fmla="*/ 1156661 w 2314305"/>
                <a:gd name="connsiteY4" fmla="*/ 480122 h 715198"/>
                <a:gd name="connsiteX5" fmla="*/ 172995 w 2314305"/>
                <a:gd name="connsiteY5" fmla="*/ 684541 h 715198"/>
                <a:gd name="connsiteX6" fmla="*/ 0 w 2314305"/>
                <a:gd name="connsiteY6" fmla="*/ 231550 h 715198"/>
                <a:gd name="connsiteX0" fmla="*/ 0 w 2314305"/>
                <a:gd name="connsiteY0" fmla="*/ 233092 h 716740"/>
                <a:gd name="connsiteX1" fmla="*/ 1166388 w 2314305"/>
                <a:gd name="connsiteY1" fmla="*/ 1593 h 716740"/>
                <a:gd name="connsiteX2" fmla="*/ 2314305 w 2314305"/>
                <a:gd name="connsiteY2" fmla="*/ 251124 h 716740"/>
                <a:gd name="connsiteX3" fmla="*/ 2123986 w 2314305"/>
                <a:gd name="connsiteY3" fmla="*/ 716740 h 716740"/>
                <a:gd name="connsiteX4" fmla="*/ 1156661 w 2314305"/>
                <a:gd name="connsiteY4" fmla="*/ 481664 h 716740"/>
                <a:gd name="connsiteX5" fmla="*/ 172995 w 2314305"/>
                <a:gd name="connsiteY5" fmla="*/ 686083 h 716740"/>
                <a:gd name="connsiteX6" fmla="*/ 0 w 2314305"/>
                <a:gd name="connsiteY6" fmla="*/ 233092 h 716740"/>
                <a:gd name="connsiteX0" fmla="*/ 0 w 2314305"/>
                <a:gd name="connsiteY0" fmla="*/ 231523 h 715171"/>
                <a:gd name="connsiteX1" fmla="*/ 1166388 w 2314305"/>
                <a:gd name="connsiteY1" fmla="*/ 24 h 715171"/>
                <a:gd name="connsiteX2" fmla="*/ 2314305 w 2314305"/>
                <a:gd name="connsiteY2" fmla="*/ 249555 h 715171"/>
                <a:gd name="connsiteX3" fmla="*/ 2123986 w 2314305"/>
                <a:gd name="connsiteY3" fmla="*/ 715171 h 715171"/>
                <a:gd name="connsiteX4" fmla="*/ 1156661 w 2314305"/>
                <a:gd name="connsiteY4" fmla="*/ 480095 h 715171"/>
                <a:gd name="connsiteX5" fmla="*/ 172995 w 2314305"/>
                <a:gd name="connsiteY5" fmla="*/ 684514 h 715171"/>
                <a:gd name="connsiteX6" fmla="*/ 0 w 2314305"/>
                <a:gd name="connsiteY6" fmla="*/ 231523 h 715171"/>
                <a:gd name="connsiteX0" fmla="*/ 0 w 2314305"/>
                <a:gd name="connsiteY0" fmla="*/ 231550 h 715198"/>
                <a:gd name="connsiteX1" fmla="*/ 1166388 w 2314305"/>
                <a:gd name="connsiteY1" fmla="*/ 51 h 715198"/>
                <a:gd name="connsiteX2" fmla="*/ 2314305 w 2314305"/>
                <a:gd name="connsiteY2" fmla="*/ 249582 h 715198"/>
                <a:gd name="connsiteX3" fmla="*/ 2123986 w 2314305"/>
                <a:gd name="connsiteY3" fmla="*/ 715198 h 715198"/>
                <a:gd name="connsiteX4" fmla="*/ 1156661 w 2314305"/>
                <a:gd name="connsiteY4" fmla="*/ 480122 h 715198"/>
                <a:gd name="connsiteX5" fmla="*/ 172995 w 2314305"/>
                <a:gd name="connsiteY5" fmla="*/ 684541 h 715198"/>
                <a:gd name="connsiteX6" fmla="*/ 0 w 2314305"/>
                <a:gd name="connsiteY6" fmla="*/ 231550 h 715198"/>
                <a:gd name="connsiteX0" fmla="*/ 0 w 2314305"/>
                <a:gd name="connsiteY0" fmla="*/ 232088 h 715736"/>
                <a:gd name="connsiteX1" fmla="*/ 1166388 w 2314305"/>
                <a:gd name="connsiteY1" fmla="*/ 589 h 715736"/>
                <a:gd name="connsiteX2" fmla="*/ 2314305 w 2314305"/>
                <a:gd name="connsiteY2" fmla="*/ 250120 h 715736"/>
                <a:gd name="connsiteX3" fmla="*/ 2123986 w 2314305"/>
                <a:gd name="connsiteY3" fmla="*/ 715736 h 715736"/>
                <a:gd name="connsiteX4" fmla="*/ 1156661 w 2314305"/>
                <a:gd name="connsiteY4" fmla="*/ 480660 h 715736"/>
                <a:gd name="connsiteX5" fmla="*/ 172995 w 2314305"/>
                <a:gd name="connsiteY5" fmla="*/ 685079 h 715736"/>
                <a:gd name="connsiteX6" fmla="*/ 0 w 2314305"/>
                <a:gd name="connsiteY6" fmla="*/ 232088 h 715736"/>
                <a:gd name="connsiteX0" fmla="*/ 0 w 2314305"/>
                <a:gd name="connsiteY0" fmla="*/ 232088 h 715736"/>
                <a:gd name="connsiteX1" fmla="*/ 1166388 w 2314305"/>
                <a:gd name="connsiteY1" fmla="*/ 589 h 715736"/>
                <a:gd name="connsiteX2" fmla="*/ 2314305 w 2314305"/>
                <a:gd name="connsiteY2" fmla="*/ 250120 h 715736"/>
                <a:gd name="connsiteX3" fmla="*/ 2123986 w 2314305"/>
                <a:gd name="connsiteY3" fmla="*/ 715736 h 715736"/>
                <a:gd name="connsiteX4" fmla="*/ 1156661 w 2314305"/>
                <a:gd name="connsiteY4" fmla="*/ 480660 h 715736"/>
                <a:gd name="connsiteX5" fmla="*/ 172995 w 2314305"/>
                <a:gd name="connsiteY5" fmla="*/ 685079 h 715736"/>
                <a:gd name="connsiteX6" fmla="*/ 0 w 2314305"/>
                <a:gd name="connsiteY6" fmla="*/ 232088 h 715736"/>
                <a:gd name="connsiteX0" fmla="*/ 0 w 2314305"/>
                <a:gd name="connsiteY0" fmla="*/ 232088 h 715736"/>
                <a:gd name="connsiteX1" fmla="*/ 1166388 w 2314305"/>
                <a:gd name="connsiteY1" fmla="*/ 589 h 715736"/>
                <a:gd name="connsiteX2" fmla="*/ 2314305 w 2314305"/>
                <a:gd name="connsiteY2" fmla="*/ 250120 h 715736"/>
                <a:gd name="connsiteX3" fmla="*/ 2123986 w 2314305"/>
                <a:gd name="connsiteY3" fmla="*/ 715736 h 715736"/>
                <a:gd name="connsiteX4" fmla="*/ 1156661 w 2314305"/>
                <a:gd name="connsiteY4" fmla="*/ 480660 h 715736"/>
                <a:gd name="connsiteX5" fmla="*/ 172995 w 2314305"/>
                <a:gd name="connsiteY5" fmla="*/ 685079 h 715736"/>
                <a:gd name="connsiteX6" fmla="*/ 0 w 2314305"/>
                <a:gd name="connsiteY6" fmla="*/ 232088 h 715736"/>
                <a:gd name="connsiteX0" fmla="*/ 0 w 2314305"/>
                <a:gd name="connsiteY0" fmla="*/ 232060 h 715708"/>
                <a:gd name="connsiteX1" fmla="*/ 1166388 w 2314305"/>
                <a:gd name="connsiteY1" fmla="*/ 561 h 715708"/>
                <a:gd name="connsiteX2" fmla="*/ 2314305 w 2314305"/>
                <a:gd name="connsiteY2" fmla="*/ 250092 h 715708"/>
                <a:gd name="connsiteX3" fmla="*/ 2123986 w 2314305"/>
                <a:gd name="connsiteY3" fmla="*/ 715708 h 715708"/>
                <a:gd name="connsiteX4" fmla="*/ 1156661 w 2314305"/>
                <a:gd name="connsiteY4" fmla="*/ 480632 h 715708"/>
                <a:gd name="connsiteX5" fmla="*/ 172995 w 2314305"/>
                <a:gd name="connsiteY5" fmla="*/ 685051 h 715708"/>
                <a:gd name="connsiteX6" fmla="*/ 0 w 2314305"/>
                <a:gd name="connsiteY6" fmla="*/ 232060 h 7157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314305" h="715708">
                  <a:moveTo>
                    <a:pt x="0" y="232060"/>
                  </a:moveTo>
                  <a:cubicBezTo>
                    <a:pt x="116349" y="135016"/>
                    <a:pt x="772966" y="-10150"/>
                    <a:pt x="1166388" y="561"/>
                  </a:cubicBezTo>
                  <a:cubicBezTo>
                    <a:pt x="1559810" y="11272"/>
                    <a:pt x="1962415" y="54514"/>
                    <a:pt x="2314305" y="250092"/>
                  </a:cubicBezTo>
                  <a:cubicBezTo>
                    <a:pt x="2236857" y="411910"/>
                    <a:pt x="2305049" y="284904"/>
                    <a:pt x="2123986" y="715708"/>
                  </a:cubicBezTo>
                  <a:cubicBezTo>
                    <a:pt x="2077752" y="646036"/>
                    <a:pt x="1616289" y="480632"/>
                    <a:pt x="1156661" y="480632"/>
                  </a:cubicBezTo>
                  <a:cubicBezTo>
                    <a:pt x="697033" y="480632"/>
                    <a:pt x="257593" y="589531"/>
                    <a:pt x="172995" y="685051"/>
                  </a:cubicBezTo>
                  <a:lnTo>
                    <a:pt x="0" y="232060"/>
                  </a:lnTo>
                  <a:close/>
                </a:path>
              </a:pathLst>
            </a:cu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6" name="Block Arc 1">
              <a:extLst>
                <a:ext uri="{FF2B5EF4-FFF2-40B4-BE49-F238E27FC236}">
                  <a16:creationId xmlns:a16="http://schemas.microsoft.com/office/drawing/2014/main" id="{77F81D69-D021-608D-0773-D3DDE81CC74F}"/>
                </a:ext>
              </a:extLst>
            </p:cNvPr>
            <p:cNvSpPr/>
            <p:nvPr/>
          </p:nvSpPr>
          <p:spPr>
            <a:xfrm rot="9231251">
              <a:off x="8493305" y="5452344"/>
              <a:ext cx="2314305" cy="715708"/>
            </a:xfrm>
            <a:custGeom>
              <a:avLst/>
              <a:gdLst>
                <a:gd name="connsiteX0" fmla="*/ 0 w 2391141"/>
                <a:gd name="connsiteY0" fmla="*/ 726679 h 1453358"/>
                <a:gd name="connsiteX1" fmla="*/ 1195571 w 2391141"/>
                <a:gd name="connsiteY1" fmla="*/ 0 h 1453358"/>
                <a:gd name="connsiteX2" fmla="*/ 2391142 w 2391141"/>
                <a:gd name="connsiteY2" fmla="*/ 726679 h 1453358"/>
                <a:gd name="connsiteX3" fmla="*/ 2027802 w 2391141"/>
                <a:gd name="connsiteY3" fmla="*/ 726679 h 1453358"/>
                <a:gd name="connsiteX4" fmla="*/ 1195571 w 2391141"/>
                <a:gd name="connsiteY4" fmla="*/ 363339 h 1453358"/>
                <a:gd name="connsiteX5" fmla="*/ 363340 w 2391141"/>
                <a:gd name="connsiteY5" fmla="*/ 726679 h 1453358"/>
                <a:gd name="connsiteX6" fmla="*/ 0 w 2391141"/>
                <a:gd name="connsiteY6" fmla="*/ 726679 h 1453358"/>
                <a:gd name="connsiteX0" fmla="*/ 0 w 2614878"/>
                <a:gd name="connsiteY0" fmla="*/ 727830 h 727830"/>
                <a:gd name="connsiteX1" fmla="*/ 1195571 w 2614878"/>
                <a:gd name="connsiteY1" fmla="*/ 1151 h 727830"/>
                <a:gd name="connsiteX2" fmla="*/ 2614878 w 2614878"/>
                <a:gd name="connsiteY2" fmla="*/ 611098 h 727830"/>
                <a:gd name="connsiteX3" fmla="*/ 2027802 w 2614878"/>
                <a:gd name="connsiteY3" fmla="*/ 727830 h 727830"/>
                <a:gd name="connsiteX4" fmla="*/ 1195571 w 2614878"/>
                <a:gd name="connsiteY4" fmla="*/ 364490 h 727830"/>
                <a:gd name="connsiteX5" fmla="*/ 363340 w 2614878"/>
                <a:gd name="connsiteY5" fmla="*/ 727830 h 727830"/>
                <a:gd name="connsiteX6" fmla="*/ 0 w 2614878"/>
                <a:gd name="connsiteY6" fmla="*/ 727830 h 727830"/>
                <a:gd name="connsiteX0" fmla="*/ 0 w 2614878"/>
                <a:gd name="connsiteY0" fmla="*/ 727830 h 727830"/>
                <a:gd name="connsiteX1" fmla="*/ 1195571 w 2614878"/>
                <a:gd name="connsiteY1" fmla="*/ 1151 h 727830"/>
                <a:gd name="connsiteX2" fmla="*/ 2614878 w 2614878"/>
                <a:gd name="connsiteY2" fmla="*/ 611098 h 727830"/>
                <a:gd name="connsiteX3" fmla="*/ 2251538 w 2614878"/>
                <a:gd name="connsiteY3" fmla="*/ 669464 h 727830"/>
                <a:gd name="connsiteX4" fmla="*/ 1195571 w 2614878"/>
                <a:gd name="connsiteY4" fmla="*/ 364490 h 727830"/>
                <a:gd name="connsiteX5" fmla="*/ 363340 w 2614878"/>
                <a:gd name="connsiteY5" fmla="*/ 727830 h 727830"/>
                <a:gd name="connsiteX6" fmla="*/ 0 w 2614878"/>
                <a:gd name="connsiteY6" fmla="*/ 727830 h 727830"/>
                <a:gd name="connsiteX0" fmla="*/ 0 w 2780249"/>
                <a:gd name="connsiteY0" fmla="*/ 590533 h 726720"/>
                <a:gd name="connsiteX1" fmla="*/ 1360942 w 2780249"/>
                <a:gd name="connsiteY1" fmla="*/ 41 h 726720"/>
                <a:gd name="connsiteX2" fmla="*/ 2780249 w 2780249"/>
                <a:gd name="connsiteY2" fmla="*/ 609988 h 726720"/>
                <a:gd name="connsiteX3" fmla="*/ 2416909 w 2780249"/>
                <a:gd name="connsiteY3" fmla="*/ 668354 h 726720"/>
                <a:gd name="connsiteX4" fmla="*/ 1360942 w 2780249"/>
                <a:gd name="connsiteY4" fmla="*/ 363380 h 726720"/>
                <a:gd name="connsiteX5" fmla="*/ 528711 w 2780249"/>
                <a:gd name="connsiteY5" fmla="*/ 726720 h 726720"/>
                <a:gd name="connsiteX6" fmla="*/ 0 w 2780249"/>
                <a:gd name="connsiteY6" fmla="*/ 590533 h 726720"/>
                <a:gd name="connsiteX0" fmla="*/ 0 w 2780249"/>
                <a:gd name="connsiteY0" fmla="*/ 590533 h 668354"/>
                <a:gd name="connsiteX1" fmla="*/ 1360942 w 2780249"/>
                <a:gd name="connsiteY1" fmla="*/ 41 h 668354"/>
                <a:gd name="connsiteX2" fmla="*/ 2780249 w 2780249"/>
                <a:gd name="connsiteY2" fmla="*/ 609988 h 668354"/>
                <a:gd name="connsiteX3" fmla="*/ 2416909 w 2780249"/>
                <a:gd name="connsiteY3" fmla="*/ 668354 h 668354"/>
                <a:gd name="connsiteX4" fmla="*/ 1360942 w 2780249"/>
                <a:gd name="connsiteY4" fmla="*/ 363380 h 668354"/>
                <a:gd name="connsiteX5" fmla="*/ 275792 w 2780249"/>
                <a:gd name="connsiteY5" fmla="*/ 639171 h 668354"/>
                <a:gd name="connsiteX6" fmla="*/ 0 w 2780249"/>
                <a:gd name="connsiteY6" fmla="*/ 590533 h 668354"/>
                <a:gd name="connsiteX0" fmla="*/ 0 w 2780249"/>
                <a:gd name="connsiteY0" fmla="*/ 590533 h 668354"/>
                <a:gd name="connsiteX1" fmla="*/ 1360942 w 2780249"/>
                <a:gd name="connsiteY1" fmla="*/ 41 h 668354"/>
                <a:gd name="connsiteX2" fmla="*/ 2780249 w 2780249"/>
                <a:gd name="connsiteY2" fmla="*/ 609988 h 668354"/>
                <a:gd name="connsiteX3" fmla="*/ 2416909 w 2780249"/>
                <a:gd name="connsiteY3" fmla="*/ 668354 h 668354"/>
                <a:gd name="connsiteX4" fmla="*/ 1351215 w 2780249"/>
                <a:gd name="connsiteY4" fmla="*/ 480112 h 668354"/>
                <a:gd name="connsiteX5" fmla="*/ 275792 w 2780249"/>
                <a:gd name="connsiteY5" fmla="*/ 639171 h 668354"/>
                <a:gd name="connsiteX6" fmla="*/ 0 w 2780249"/>
                <a:gd name="connsiteY6" fmla="*/ 590533 h 668354"/>
                <a:gd name="connsiteX0" fmla="*/ 0 w 2780249"/>
                <a:gd name="connsiteY0" fmla="*/ 590533 h 775358"/>
                <a:gd name="connsiteX1" fmla="*/ 1360942 w 2780249"/>
                <a:gd name="connsiteY1" fmla="*/ 41 h 775358"/>
                <a:gd name="connsiteX2" fmla="*/ 2780249 w 2780249"/>
                <a:gd name="connsiteY2" fmla="*/ 609988 h 775358"/>
                <a:gd name="connsiteX3" fmla="*/ 2329360 w 2780249"/>
                <a:gd name="connsiteY3" fmla="*/ 775358 h 775358"/>
                <a:gd name="connsiteX4" fmla="*/ 1351215 w 2780249"/>
                <a:gd name="connsiteY4" fmla="*/ 480112 h 775358"/>
                <a:gd name="connsiteX5" fmla="*/ 275792 w 2780249"/>
                <a:gd name="connsiteY5" fmla="*/ 639171 h 775358"/>
                <a:gd name="connsiteX6" fmla="*/ 0 w 2780249"/>
                <a:gd name="connsiteY6" fmla="*/ 590533 h 775358"/>
                <a:gd name="connsiteX0" fmla="*/ 0 w 2673245"/>
                <a:gd name="connsiteY0" fmla="*/ 600391 h 785216"/>
                <a:gd name="connsiteX1" fmla="*/ 1360942 w 2673245"/>
                <a:gd name="connsiteY1" fmla="*/ 9899 h 785216"/>
                <a:gd name="connsiteX2" fmla="*/ 2673245 w 2673245"/>
                <a:gd name="connsiteY2" fmla="*/ 405837 h 785216"/>
                <a:gd name="connsiteX3" fmla="*/ 2329360 w 2673245"/>
                <a:gd name="connsiteY3" fmla="*/ 785216 h 785216"/>
                <a:gd name="connsiteX4" fmla="*/ 1351215 w 2673245"/>
                <a:gd name="connsiteY4" fmla="*/ 489970 h 785216"/>
                <a:gd name="connsiteX5" fmla="*/ 275792 w 2673245"/>
                <a:gd name="connsiteY5" fmla="*/ 649029 h 785216"/>
                <a:gd name="connsiteX6" fmla="*/ 0 w 2673245"/>
                <a:gd name="connsiteY6" fmla="*/ 600391 h 785216"/>
                <a:gd name="connsiteX0" fmla="*/ 0 w 2673245"/>
                <a:gd name="connsiteY0" fmla="*/ 593348 h 778173"/>
                <a:gd name="connsiteX1" fmla="*/ 1360942 w 2673245"/>
                <a:gd name="connsiteY1" fmla="*/ 2856 h 778173"/>
                <a:gd name="connsiteX2" fmla="*/ 2673245 w 2673245"/>
                <a:gd name="connsiteY2" fmla="*/ 398794 h 778173"/>
                <a:gd name="connsiteX3" fmla="*/ 2329360 w 2673245"/>
                <a:gd name="connsiteY3" fmla="*/ 778173 h 778173"/>
                <a:gd name="connsiteX4" fmla="*/ 1351215 w 2673245"/>
                <a:gd name="connsiteY4" fmla="*/ 482927 h 778173"/>
                <a:gd name="connsiteX5" fmla="*/ 275792 w 2673245"/>
                <a:gd name="connsiteY5" fmla="*/ 641986 h 778173"/>
                <a:gd name="connsiteX6" fmla="*/ 0 w 2673245"/>
                <a:gd name="connsiteY6" fmla="*/ 593348 h 778173"/>
                <a:gd name="connsiteX0" fmla="*/ 0 w 2478691"/>
                <a:gd name="connsiteY0" fmla="*/ 293714 h 809279"/>
                <a:gd name="connsiteX1" fmla="*/ 1166388 w 2478691"/>
                <a:gd name="connsiteY1" fmla="*/ 33962 h 809279"/>
                <a:gd name="connsiteX2" fmla="*/ 2478691 w 2478691"/>
                <a:gd name="connsiteY2" fmla="*/ 429900 h 809279"/>
                <a:gd name="connsiteX3" fmla="*/ 2134806 w 2478691"/>
                <a:gd name="connsiteY3" fmla="*/ 809279 h 809279"/>
                <a:gd name="connsiteX4" fmla="*/ 1156661 w 2478691"/>
                <a:gd name="connsiteY4" fmla="*/ 514033 h 809279"/>
                <a:gd name="connsiteX5" fmla="*/ 81238 w 2478691"/>
                <a:gd name="connsiteY5" fmla="*/ 673092 h 809279"/>
                <a:gd name="connsiteX6" fmla="*/ 0 w 2478691"/>
                <a:gd name="connsiteY6" fmla="*/ 293714 h 809279"/>
                <a:gd name="connsiteX0" fmla="*/ 0 w 2478691"/>
                <a:gd name="connsiteY0" fmla="*/ 262275 h 777840"/>
                <a:gd name="connsiteX1" fmla="*/ 1166388 w 2478691"/>
                <a:gd name="connsiteY1" fmla="*/ 2523 h 777840"/>
                <a:gd name="connsiteX2" fmla="*/ 2478691 w 2478691"/>
                <a:gd name="connsiteY2" fmla="*/ 398461 h 777840"/>
                <a:gd name="connsiteX3" fmla="*/ 2134806 w 2478691"/>
                <a:gd name="connsiteY3" fmla="*/ 777840 h 777840"/>
                <a:gd name="connsiteX4" fmla="*/ 1156661 w 2478691"/>
                <a:gd name="connsiteY4" fmla="*/ 482594 h 777840"/>
                <a:gd name="connsiteX5" fmla="*/ 81238 w 2478691"/>
                <a:gd name="connsiteY5" fmla="*/ 641653 h 777840"/>
                <a:gd name="connsiteX6" fmla="*/ 0 w 2478691"/>
                <a:gd name="connsiteY6" fmla="*/ 262275 h 777840"/>
                <a:gd name="connsiteX0" fmla="*/ 0 w 2478691"/>
                <a:gd name="connsiteY0" fmla="*/ 262275 h 777841"/>
                <a:gd name="connsiteX1" fmla="*/ 1166388 w 2478691"/>
                <a:gd name="connsiteY1" fmla="*/ 2523 h 777841"/>
                <a:gd name="connsiteX2" fmla="*/ 2478691 w 2478691"/>
                <a:gd name="connsiteY2" fmla="*/ 398461 h 777841"/>
                <a:gd name="connsiteX3" fmla="*/ 2134806 w 2478691"/>
                <a:gd name="connsiteY3" fmla="*/ 777840 h 777841"/>
                <a:gd name="connsiteX4" fmla="*/ 1156661 w 2478691"/>
                <a:gd name="connsiteY4" fmla="*/ 482594 h 777841"/>
                <a:gd name="connsiteX5" fmla="*/ 178515 w 2478691"/>
                <a:gd name="connsiteY5" fmla="*/ 777841 h 777841"/>
                <a:gd name="connsiteX6" fmla="*/ 0 w 2478691"/>
                <a:gd name="connsiteY6" fmla="*/ 262275 h 777841"/>
                <a:gd name="connsiteX0" fmla="*/ 0 w 2478691"/>
                <a:gd name="connsiteY0" fmla="*/ 262275 h 777840"/>
                <a:gd name="connsiteX1" fmla="*/ 1166388 w 2478691"/>
                <a:gd name="connsiteY1" fmla="*/ 2523 h 777840"/>
                <a:gd name="connsiteX2" fmla="*/ 2478691 w 2478691"/>
                <a:gd name="connsiteY2" fmla="*/ 398461 h 777840"/>
                <a:gd name="connsiteX3" fmla="*/ 2134806 w 2478691"/>
                <a:gd name="connsiteY3" fmla="*/ 777840 h 777840"/>
                <a:gd name="connsiteX4" fmla="*/ 1156661 w 2478691"/>
                <a:gd name="connsiteY4" fmla="*/ 482594 h 777840"/>
                <a:gd name="connsiteX5" fmla="*/ 139604 w 2478691"/>
                <a:gd name="connsiteY5" fmla="*/ 748658 h 777840"/>
                <a:gd name="connsiteX6" fmla="*/ 0 w 2478691"/>
                <a:gd name="connsiteY6" fmla="*/ 262275 h 777840"/>
                <a:gd name="connsiteX0" fmla="*/ 0 w 2478691"/>
                <a:gd name="connsiteY0" fmla="*/ 262275 h 777840"/>
                <a:gd name="connsiteX1" fmla="*/ 1166388 w 2478691"/>
                <a:gd name="connsiteY1" fmla="*/ 2523 h 777840"/>
                <a:gd name="connsiteX2" fmla="*/ 2478691 w 2478691"/>
                <a:gd name="connsiteY2" fmla="*/ 398461 h 777840"/>
                <a:gd name="connsiteX3" fmla="*/ 2134806 w 2478691"/>
                <a:gd name="connsiteY3" fmla="*/ 777840 h 777840"/>
                <a:gd name="connsiteX4" fmla="*/ 1156661 w 2478691"/>
                <a:gd name="connsiteY4" fmla="*/ 482594 h 777840"/>
                <a:gd name="connsiteX5" fmla="*/ 139604 w 2478691"/>
                <a:gd name="connsiteY5" fmla="*/ 748658 h 777840"/>
                <a:gd name="connsiteX6" fmla="*/ 0 w 2478691"/>
                <a:gd name="connsiteY6" fmla="*/ 262275 h 777840"/>
                <a:gd name="connsiteX0" fmla="*/ 0 w 2478691"/>
                <a:gd name="connsiteY0" fmla="*/ 262275 h 797295"/>
                <a:gd name="connsiteX1" fmla="*/ 1166388 w 2478691"/>
                <a:gd name="connsiteY1" fmla="*/ 2523 h 797295"/>
                <a:gd name="connsiteX2" fmla="*/ 2478691 w 2478691"/>
                <a:gd name="connsiteY2" fmla="*/ 398461 h 797295"/>
                <a:gd name="connsiteX3" fmla="*/ 2144534 w 2478691"/>
                <a:gd name="connsiteY3" fmla="*/ 797295 h 797295"/>
                <a:gd name="connsiteX4" fmla="*/ 1156661 w 2478691"/>
                <a:gd name="connsiteY4" fmla="*/ 482594 h 797295"/>
                <a:gd name="connsiteX5" fmla="*/ 139604 w 2478691"/>
                <a:gd name="connsiteY5" fmla="*/ 748658 h 797295"/>
                <a:gd name="connsiteX6" fmla="*/ 0 w 2478691"/>
                <a:gd name="connsiteY6" fmla="*/ 262275 h 797295"/>
                <a:gd name="connsiteX0" fmla="*/ 0 w 2478691"/>
                <a:gd name="connsiteY0" fmla="*/ 262275 h 797295"/>
                <a:gd name="connsiteX1" fmla="*/ 1166388 w 2478691"/>
                <a:gd name="connsiteY1" fmla="*/ 2523 h 797295"/>
                <a:gd name="connsiteX2" fmla="*/ 2478691 w 2478691"/>
                <a:gd name="connsiteY2" fmla="*/ 398461 h 797295"/>
                <a:gd name="connsiteX3" fmla="*/ 2144534 w 2478691"/>
                <a:gd name="connsiteY3" fmla="*/ 797295 h 797295"/>
                <a:gd name="connsiteX4" fmla="*/ 1156661 w 2478691"/>
                <a:gd name="connsiteY4" fmla="*/ 482594 h 797295"/>
                <a:gd name="connsiteX5" fmla="*/ 139604 w 2478691"/>
                <a:gd name="connsiteY5" fmla="*/ 748658 h 797295"/>
                <a:gd name="connsiteX6" fmla="*/ 0 w 2478691"/>
                <a:gd name="connsiteY6" fmla="*/ 262275 h 797295"/>
                <a:gd name="connsiteX0" fmla="*/ 0 w 2309168"/>
                <a:gd name="connsiteY0" fmla="*/ 259772 h 794792"/>
                <a:gd name="connsiteX1" fmla="*/ 1166388 w 2309168"/>
                <a:gd name="connsiteY1" fmla="*/ 20 h 794792"/>
                <a:gd name="connsiteX2" fmla="*/ 2309168 w 2309168"/>
                <a:gd name="connsiteY2" fmla="*/ 270099 h 794792"/>
                <a:gd name="connsiteX3" fmla="*/ 2144534 w 2309168"/>
                <a:gd name="connsiteY3" fmla="*/ 794792 h 794792"/>
                <a:gd name="connsiteX4" fmla="*/ 1156661 w 2309168"/>
                <a:gd name="connsiteY4" fmla="*/ 480091 h 794792"/>
                <a:gd name="connsiteX5" fmla="*/ 139604 w 2309168"/>
                <a:gd name="connsiteY5" fmla="*/ 746155 h 794792"/>
                <a:gd name="connsiteX6" fmla="*/ 0 w 2309168"/>
                <a:gd name="connsiteY6" fmla="*/ 259772 h 794792"/>
                <a:gd name="connsiteX0" fmla="*/ 0 w 2309168"/>
                <a:gd name="connsiteY0" fmla="*/ 259772 h 794792"/>
                <a:gd name="connsiteX1" fmla="*/ 1166388 w 2309168"/>
                <a:gd name="connsiteY1" fmla="*/ 20 h 794792"/>
                <a:gd name="connsiteX2" fmla="*/ 2309168 w 2309168"/>
                <a:gd name="connsiteY2" fmla="*/ 270099 h 794792"/>
                <a:gd name="connsiteX3" fmla="*/ 2144534 w 2309168"/>
                <a:gd name="connsiteY3" fmla="*/ 794792 h 794792"/>
                <a:gd name="connsiteX4" fmla="*/ 1156661 w 2309168"/>
                <a:gd name="connsiteY4" fmla="*/ 480091 h 794792"/>
                <a:gd name="connsiteX5" fmla="*/ 139604 w 2309168"/>
                <a:gd name="connsiteY5" fmla="*/ 746155 h 794792"/>
                <a:gd name="connsiteX6" fmla="*/ 0 w 2309168"/>
                <a:gd name="connsiteY6" fmla="*/ 259772 h 794792"/>
                <a:gd name="connsiteX0" fmla="*/ 0 w 2309168"/>
                <a:gd name="connsiteY0" fmla="*/ 259772 h 746155"/>
                <a:gd name="connsiteX1" fmla="*/ 1166388 w 2309168"/>
                <a:gd name="connsiteY1" fmla="*/ 20 h 746155"/>
                <a:gd name="connsiteX2" fmla="*/ 2309168 w 2309168"/>
                <a:gd name="connsiteY2" fmla="*/ 270099 h 746155"/>
                <a:gd name="connsiteX3" fmla="*/ 2121417 w 2309168"/>
                <a:gd name="connsiteY3" fmla="*/ 707462 h 746155"/>
                <a:gd name="connsiteX4" fmla="*/ 1156661 w 2309168"/>
                <a:gd name="connsiteY4" fmla="*/ 480091 h 746155"/>
                <a:gd name="connsiteX5" fmla="*/ 139604 w 2309168"/>
                <a:gd name="connsiteY5" fmla="*/ 746155 h 746155"/>
                <a:gd name="connsiteX6" fmla="*/ 0 w 2309168"/>
                <a:gd name="connsiteY6" fmla="*/ 259772 h 746155"/>
                <a:gd name="connsiteX0" fmla="*/ 0 w 2309168"/>
                <a:gd name="connsiteY0" fmla="*/ 259772 h 746155"/>
                <a:gd name="connsiteX1" fmla="*/ 1166388 w 2309168"/>
                <a:gd name="connsiteY1" fmla="*/ 20 h 746155"/>
                <a:gd name="connsiteX2" fmla="*/ 2309168 w 2309168"/>
                <a:gd name="connsiteY2" fmla="*/ 270099 h 746155"/>
                <a:gd name="connsiteX3" fmla="*/ 2121417 w 2309168"/>
                <a:gd name="connsiteY3" fmla="*/ 707462 h 746155"/>
                <a:gd name="connsiteX4" fmla="*/ 1156661 w 2309168"/>
                <a:gd name="connsiteY4" fmla="*/ 480091 h 746155"/>
                <a:gd name="connsiteX5" fmla="*/ 139604 w 2309168"/>
                <a:gd name="connsiteY5" fmla="*/ 746155 h 746155"/>
                <a:gd name="connsiteX6" fmla="*/ 0 w 2309168"/>
                <a:gd name="connsiteY6" fmla="*/ 259772 h 746155"/>
                <a:gd name="connsiteX0" fmla="*/ 0 w 2309168"/>
                <a:gd name="connsiteY0" fmla="*/ 226793 h 746567"/>
                <a:gd name="connsiteX1" fmla="*/ 1166388 w 2309168"/>
                <a:gd name="connsiteY1" fmla="*/ 432 h 746567"/>
                <a:gd name="connsiteX2" fmla="*/ 2309168 w 2309168"/>
                <a:gd name="connsiteY2" fmla="*/ 270511 h 746567"/>
                <a:gd name="connsiteX3" fmla="*/ 2121417 w 2309168"/>
                <a:gd name="connsiteY3" fmla="*/ 707874 h 746567"/>
                <a:gd name="connsiteX4" fmla="*/ 1156661 w 2309168"/>
                <a:gd name="connsiteY4" fmla="*/ 480503 h 746567"/>
                <a:gd name="connsiteX5" fmla="*/ 139604 w 2309168"/>
                <a:gd name="connsiteY5" fmla="*/ 746567 h 746567"/>
                <a:gd name="connsiteX6" fmla="*/ 0 w 2309168"/>
                <a:gd name="connsiteY6" fmla="*/ 226793 h 746567"/>
                <a:gd name="connsiteX0" fmla="*/ 0 w 2309168"/>
                <a:gd name="connsiteY0" fmla="*/ 226663 h 746437"/>
                <a:gd name="connsiteX1" fmla="*/ 1166388 w 2309168"/>
                <a:gd name="connsiteY1" fmla="*/ 302 h 746437"/>
                <a:gd name="connsiteX2" fmla="*/ 2309168 w 2309168"/>
                <a:gd name="connsiteY2" fmla="*/ 270381 h 746437"/>
                <a:gd name="connsiteX3" fmla="*/ 2121417 w 2309168"/>
                <a:gd name="connsiteY3" fmla="*/ 707744 h 746437"/>
                <a:gd name="connsiteX4" fmla="*/ 1156661 w 2309168"/>
                <a:gd name="connsiteY4" fmla="*/ 480373 h 746437"/>
                <a:gd name="connsiteX5" fmla="*/ 139604 w 2309168"/>
                <a:gd name="connsiteY5" fmla="*/ 746437 h 746437"/>
                <a:gd name="connsiteX6" fmla="*/ 0 w 2309168"/>
                <a:gd name="connsiteY6" fmla="*/ 226663 h 746437"/>
                <a:gd name="connsiteX0" fmla="*/ 0 w 2309168"/>
                <a:gd name="connsiteY0" fmla="*/ 226614 h 746388"/>
                <a:gd name="connsiteX1" fmla="*/ 1166388 w 2309168"/>
                <a:gd name="connsiteY1" fmla="*/ 253 h 746388"/>
                <a:gd name="connsiteX2" fmla="*/ 2309168 w 2309168"/>
                <a:gd name="connsiteY2" fmla="*/ 270332 h 746388"/>
                <a:gd name="connsiteX3" fmla="*/ 2121417 w 2309168"/>
                <a:gd name="connsiteY3" fmla="*/ 707695 h 746388"/>
                <a:gd name="connsiteX4" fmla="*/ 1156661 w 2309168"/>
                <a:gd name="connsiteY4" fmla="*/ 480324 h 746388"/>
                <a:gd name="connsiteX5" fmla="*/ 139604 w 2309168"/>
                <a:gd name="connsiteY5" fmla="*/ 746388 h 746388"/>
                <a:gd name="connsiteX6" fmla="*/ 0 w 2309168"/>
                <a:gd name="connsiteY6" fmla="*/ 226614 h 746388"/>
                <a:gd name="connsiteX0" fmla="*/ 0 w 2309168"/>
                <a:gd name="connsiteY0" fmla="*/ 231692 h 746328"/>
                <a:gd name="connsiteX1" fmla="*/ 1166388 w 2309168"/>
                <a:gd name="connsiteY1" fmla="*/ 193 h 746328"/>
                <a:gd name="connsiteX2" fmla="*/ 2309168 w 2309168"/>
                <a:gd name="connsiteY2" fmla="*/ 270272 h 746328"/>
                <a:gd name="connsiteX3" fmla="*/ 2121417 w 2309168"/>
                <a:gd name="connsiteY3" fmla="*/ 707635 h 746328"/>
                <a:gd name="connsiteX4" fmla="*/ 1156661 w 2309168"/>
                <a:gd name="connsiteY4" fmla="*/ 480264 h 746328"/>
                <a:gd name="connsiteX5" fmla="*/ 139604 w 2309168"/>
                <a:gd name="connsiteY5" fmla="*/ 746328 h 746328"/>
                <a:gd name="connsiteX6" fmla="*/ 0 w 2309168"/>
                <a:gd name="connsiteY6" fmla="*/ 231692 h 746328"/>
                <a:gd name="connsiteX0" fmla="*/ 0 w 2309168"/>
                <a:gd name="connsiteY0" fmla="*/ 231692 h 707635"/>
                <a:gd name="connsiteX1" fmla="*/ 1166388 w 2309168"/>
                <a:gd name="connsiteY1" fmla="*/ 193 h 707635"/>
                <a:gd name="connsiteX2" fmla="*/ 2309168 w 2309168"/>
                <a:gd name="connsiteY2" fmla="*/ 270272 h 707635"/>
                <a:gd name="connsiteX3" fmla="*/ 2121417 w 2309168"/>
                <a:gd name="connsiteY3" fmla="*/ 707635 h 707635"/>
                <a:gd name="connsiteX4" fmla="*/ 1156661 w 2309168"/>
                <a:gd name="connsiteY4" fmla="*/ 480264 h 707635"/>
                <a:gd name="connsiteX5" fmla="*/ 172995 w 2309168"/>
                <a:gd name="connsiteY5" fmla="*/ 684683 h 707635"/>
                <a:gd name="connsiteX6" fmla="*/ 0 w 2309168"/>
                <a:gd name="connsiteY6" fmla="*/ 231692 h 707635"/>
                <a:gd name="connsiteX0" fmla="*/ 0 w 2309168"/>
                <a:gd name="connsiteY0" fmla="*/ 231692 h 707635"/>
                <a:gd name="connsiteX1" fmla="*/ 1166388 w 2309168"/>
                <a:gd name="connsiteY1" fmla="*/ 193 h 707635"/>
                <a:gd name="connsiteX2" fmla="*/ 2309168 w 2309168"/>
                <a:gd name="connsiteY2" fmla="*/ 270272 h 707635"/>
                <a:gd name="connsiteX3" fmla="*/ 2121417 w 2309168"/>
                <a:gd name="connsiteY3" fmla="*/ 707635 h 707635"/>
                <a:gd name="connsiteX4" fmla="*/ 1156661 w 2309168"/>
                <a:gd name="connsiteY4" fmla="*/ 480264 h 707635"/>
                <a:gd name="connsiteX5" fmla="*/ 172995 w 2309168"/>
                <a:gd name="connsiteY5" fmla="*/ 684683 h 707635"/>
                <a:gd name="connsiteX6" fmla="*/ 0 w 2309168"/>
                <a:gd name="connsiteY6" fmla="*/ 231692 h 707635"/>
                <a:gd name="connsiteX0" fmla="*/ 0 w 2309168"/>
                <a:gd name="connsiteY0" fmla="*/ 231692 h 715340"/>
                <a:gd name="connsiteX1" fmla="*/ 1166388 w 2309168"/>
                <a:gd name="connsiteY1" fmla="*/ 193 h 715340"/>
                <a:gd name="connsiteX2" fmla="*/ 2309168 w 2309168"/>
                <a:gd name="connsiteY2" fmla="*/ 270272 h 715340"/>
                <a:gd name="connsiteX3" fmla="*/ 2123986 w 2309168"/>
                <a:gd name="connsiteY3" fmla="*/ 715340 h 715340"/>
                <a:gd name="connsiteX4" fmla="*/ 1156661 w 2309168"/>
                <a:gd name="connsiteY4" fmla="*/ 480264 h 715340"/>
                <a:gd name="connsiteX5" fmla="*/ 172995 w 2309168"/>
                <a:gd name="connsiteY5" fmla="*/ 684683 h 715340"/>
                <a:gd name="connsiteX6" fmla="*/ 0 w 2309168"/>
                <a:gd name="connsiteY6" fmla="*/ 231692 h 715340"/>
                <a:gd name="connsiteX0" fmla="*/ 0 w 2309168"/>
                <a:gd name="connsiteY0" fmla="*/ 231692 h 715340"/>
                <a:gd name="connsiteX1" fmla="*/ 1166388 w 2309168"/>
                <a:gd name="connsiteY1" fmla="*/ 193 h 715340"/>
                <a:gd name="connsiteX2" fmla="*/ 2309168 w 2309168"/>
                <a:gd name="connsiteY2" fmla="*/ 270272 h 715340"/>
                <a:gd name="connsiteX3" fmla="*/ 2123986 w 2309168"/>
                <a:gd name="connsiteY3" fmla="*/ 715340 h 715340"/>
                <a:gd name="connsiteX4" fmla="*/ 1156661 w 2309168"/>
                <a:gd name="connsiteY4" fmla="*/ 480264 h 715340"/>
                <a:gd name="connsiteX5" fmla="*/ 172995 w 2309168"/>
                <a:gd name="connsiteY5" fmla="*/ 684683 h 715340"/>
                <a:gd name="connsiteX6" fmla="*/ 0 w 2309168"/>
                <a:gd name="connsiteY6" fmla="*/ 231692 h 715340"/>
                <a:gd name="connsiteX0" fmla="*/ 0 w 2309168"/>
                <a:gd name="connsiteY0" fmla="*/ 231692 h 715340"/>
                <a:gd name="connsiteX1" fmla="*/ 1166388 w 2309168"/>
                <a:gd name="connsiteY1" fmla="*/ 193 h 715340"/>
                <a:gd name="connsiteX2" fmla="*/ 2309168 w 2309168"/>
                <a:gd name="connsiteY2" fmla="*/ 270272 h 715340"/>
                <a:gd name="connsiteX3" fmla="*/ 2123986 w 2309168"/>
                <a:gd name="connsiteY3" fmla="*/ 715340 h 715340"/>
                <a:gd name="connsiteX4" fmla="*/ 1156661 w 2309168"/>
                <a:gd name="connsiteY4" fmla="*/ 480264 h 715340"/>
                <a:gd name="connsiteX5" fmla="*/ 172995 w 2309168"/>
                <a:gd name="connsiteY5" fmla="*/ 684683 h 715340"/>
                <a:gd name="connsiteX6" fmla="*/ 0 w 2309168"/>
                <a:gd name="connsiteY6" fmla="*/ 231692 h 715340"/>
                <a:gd name="connsiteX0" fmla="*/ 0 w 2314305"/>
                <a:gd name="connsiteY0" fmla="*/ 231543 h 715191"/>
                <a:gd name="connsiteX1" fmla="*/ 1166388 w 2314305"/>
                <a:gd name="connsiteY1" fmla="*/ 44 h 715191"/>
                <a:gd name="connsiteX2" fmla="*/ 2314305 w 2314305"/>
                <a:gd name="connsiteY2" fmla="*/ 249575 h 715191"/>
                <a:gd name="connsiteX3" fmla="*/ 2123986 w 2314305"/>
                <a:gd name="connsiteY3" fmla="*/ 715191 h 715191"/>
                <a:gd name="connsiteX4" fmla="*/ 1156661 w 2314305"/>
                <a:gd name="connsiteY4" fmla="*/ 480115 h 715191"/>
                <a:gd name="connsiteX5" fmla="*/ 172995 w 2314305"/>
                <a:gd name="connsiteY5" fmla="*/ 684534 h 715191"/>
                <a:gd name="connsiteX6" fmla="*/ 0 w 2314305"/>
                <a:gd name="connsiteY6" fmla="*/ 231543 h 715191"/>
                <a:gd name="connsiteX0" fmla="*/ 0 w 2314305"/>
                <a:gd name="connsiteY0" fmla="*/ 231543 h 715191"/>
                <a:gd name="connsiteX1" fmla="*/ 1166388 w 2314305"/>
                <a:gd name="connsiteY1" fmla="*/ 44 h 715191"/>
                <a:gd name="connsiteX2" fmla="*/ 2314305 w 2314305"/>
                <a:gd name="connsiteY2" fmla="*/ 249575 h 715191"/>
                <a:gd name="connsiteX3" fmla="*/ 2123986 w 2314305"/>
                <a:gd name="connsiteY3" fmla="*/ 715191 h 715191"/>
                <a:gd name="connsiteX4" fmla="*/ 1156661 w 2314305"/>
                <a:gd name="connsiteY4" fmla="*/ 480115 h 715191"/>
                <a:gd name="connsiteX5" fmla="*/ 172995 w 2314305"/>
                <a:gd name="connsiteY5" fmla="*/ 684534 h 715191"/>
                <a:gd name="connsiteX6" fmla="*/ 0 w 2314305"/>
                <a:gd name="connsiteY6" fmla="*/ 231543 h 715191"/>
                <a:gd name="connsiteX0" fmla="*/ 0 w 2314305"/>
                <a:gd name="connsiteY0" fmla="*/ 231550 h 715198"/>
                <a:gd name="connsiteX1" fmla="*/ 1166388 w 2314305"/>
                <a:gd name="connsiteY1" fmla="*/ 51 h 715198"/>
                <a:gd name="connsiteX2" fmla="*/ 2314305 w 2314305"/>
                <a:gd name="connsiteY2" fmla="*/ 249582 h 715198"/>
                <a:gd name="connsiteX3" fmla="*/ 2123986 w 2314305"/>
                <a:gd name="connsiteY3" fmla="*/ 715198 h 715198"/>
                <a:gd name="connsiteX4" fmla="*/ 1156661 w 2314305"/>
                <a:gd name="connsiteY4" fmla="*/ 480122 h 715198"/>
                <a:gd name="connsiteX5" fmla="*/ 172995 w 2314305"/>
                <a:gd name="connsiteY5" fmla="*/ 684541 h 715198"/>
                <a:gd name="connsiteX6" fmla="*/ 0 w 2314305"/>
                <a:gd name="connsiteY6" fmla="*/ 231550 h 715198"/>
                <a:gd name="connsiteX0" fmla="*/ 0 w 2314305"/>
                <a:gd name="connsiteY0" fmla="*/ 233092 h 716740"/>
                <a:gd name="connsiteX1" fmla="*/ 1166388 w 2314305"/>
                <a:gd name="connsiteY1" fmla="*/ 1593 h 716740"/>
                <a:gd name="connsiteX2" fmla="*/ 2314305 w 2314305"/>
                <a:gd name="connsiteY2" fmla="*/ 251124 h 716740"/>
                <a:gd name="connsiteX3" fmla="*/ 2123986 w 2314305"/>
                <a:gd name="connsiteY3" fmla="*/ 716740 h 716740"/>
                <a:gd name="connsiteX4" fmla="*/ 1156661 w 2314305"/>
                <a:gd name="connsiteY4" fmla="*/ 481664 h 716740"/>
                <a:gd name="connsiteX5" fmla="*/ 172995 w 2314305"/>
                <a:gd name="connsiteY5" fmla="*/ 686083 h 716740"/>
                <a:gd name="connsiteX6" fmla="*/ 0 w 2314305"/>
                <a:gd name="connsiteY6" fmla="*/ 233092 h 716740"/>
                <a:gd name="connsiteX0" fmla="*/ 0 w 2314305"/>
                <a:gd name="connsiteY0" fmla="*/ 231523 h 715171"/>
                <a:gd name="connsiteX1" fmla="*/ 1166388 w 2314305"/>
                <a:gd name="connsiteY1" fmla="*/ 24 h 715171"/>
                <a:gd name="connsiteX2" fmla="*/ 2314305 w 2314305"/>
                <a:gd name="connsiteY2" fmla="*/ 249555 h 715171"/>
                <a:gd name="connsiteX3" fmla="*/ 2123986 w 2314305"/>
                <a:gd name="connsiteY3" fmla="*/ 715171 h 715171"/>
                <a:gd name="connsiteX4" fmla="*/ 1156661 w 2314305"/>
                <a:gd name="connsiteY4" fmla="*/ 480095 h 715171"/>
                <a:gd name="connsiteX5" fmla="*/ 172995 w 2314305"/>
                <a:gd name="connsiteY5" fmla="*/ 684514 h 715171"/>
                <a:gd name="connsiteX6" fmla="*/ 0 w 2314305"/>
                <a:gd name="connsiteY6" fmla="*/ 231523 h 715171"/>
                <a:gd name="connsiteX0" fmla="*/ 0 w 2314305"/>
                <a:gd name="connsiteY0" fmla="*/ 231550 h 715198"/>
                <a:gd name="connsiteX1" fmla="*/ 1166388 w 2314305"/>
                <a:gd name="connsiteY1" fmla="*/ 51 h 715198"/>
                <a:gd name="connsiteX2" fmla="*/ 2314305 w 2314305"/>
                <a:gd name="connsiteY2" fmla="*/ 249582 h 715198"/>
                <a:gd name="connsiteX3" fmla="*/ 2123986 w 2314305"/>
                <a:gd name="connsiteY3" fmla="*/ 715198 h 715198"/>
                <a:gd name="connsiteX4" fmla="*/ 1156661 w 2314305"/>
                <a:gd name="connsiteY4" fmla="*/ 480122 h 715198"/>
                <a:gd name="connsiteX5" fmla="*/ 172995 w 2314305"/>
                <a:gd name="connsiteY5" fmla="*/ 684541 h 715198"/>
                <a:gd name="connsiteX6" fmla="*/ 0 w 2314305"/>
                <a:gd name="connsiteY6" fmla="*/ 231550 h 715198"/>
                <a:gd name="connsiteX0" fmla="*/ 0 w 2314305"/>
                <a:gd name="connsiteY0" fmla="*/ 232088 h 715736"/>
                <a:gd name="connsiteX1" fmla="*/ 1166388 w 2314305"/>
                <a:gd name="connsiteY1" fmla="*/ 589 h 715736"/>
                <a:gd name="connsiteX2" fmla="*/ 2314305 w 2314305"/>
                <a:gd name="connsiteY2" fmla="*/ 250120 h 715736"/>
                <a:gd name="connsiteX3" fmla="*/ 2123986 w 2314305"/>
                <a:gd name="connsiteY3" fmla="*/ 715736 h 715736"/>
                <a:gd name="connsiteX4" fmla="*/ 1156661 w 2314305"/>
                <a:gd name="connsiteY4" fmla="*/ 480660 h 715736"/>
                <a:gd name="connsiteX5" fmla="*/ 172995 w 2314305"/>
                <a:gd name="connsiteY5" fmla="*/ 685079 h 715736"/>
                <a:gd name="connsiteX6" fmla="*/ 0 w 2314305"/>
                <a:gd name="connsiteY6" fmla="*/ 232088 h 715736"/>
                <a:gd name="connsiteX0" fmla="*/ 0 w 2314305"/>
                <a:gd name="connsiteY0" fmla="*/ 232088 h 715736"/>
                <a:gd name="connsiteX1" fmla="*/ 1166388 w 2314305"/>
                <a:gd name="connsiteY1" fmla="*/ 589 h 715736"/>
                <a:gd name="connsiteX2" fmla="*/ 2314305 w 2314305"/>
                <a:gd name="connsiteY2" fmla="*/ 250120 h 715736"/>
                <a:gd name="connsiteX3" fmla="*/ 2123986 w 2314305"/>
                <a:gd name="connsiteY3" fmla="*/ 715736 h 715736"/>
                <a:gd name="connsiteX4" fmla="*/ 1156661 w 2314305"/>
                <a:gd name="connsiteY4" fmla="*/ 480660 h 715736"/>
                <a:gd name="connsiteX5" fmla="*/ 172995 w 2314305"/>
                <a:gd name="connsiteY5" fmla="*/ 685079 h 715736"/>
                <a:gd name="connsiteX6" fmla="*/ 0 w 2314305"/>
                <a:gd name="connsiteY6" fmla="*/ 232088 h 715736"/>
                <a:gd name="connsiteX0" fmla="*/ 0 w 2314305"/>
                <a:gd name="connsiteY0" fmla="*/ 232088 h 715736"/>
                <a:gd name="connsiteX1" fmla="*/ 1166388 w 2314305"/>
                <a:gd name="connsiteY1" fmla="*/ 589 h 715736"/>
                <a:gd name="connsiteX2" fmla="*/ 2314305 w 2314305"/>
                <a:gd name="connsiteY2" fmla="*/ 250120 h 715736"/>
                <a:gd name="connsiteX3" fmla="*/ 2123986 w 2314305"/>
                <a:gd name="connsiteY3" fmla="*/ 715736 h 715736"/>
                <a:gd name="connsiteX4" fmla="*/ 1156661 w 2314305"/>
                <a:gd name="connsiteY4" fmla="*/ 480660 h 715736"/>
                <a:gd name="connsiteX5" fmla="*/ 172995 w 2314305"/>
                <a:gd name="connsiteY5" fmla="*/ 685079 h 715736"/>
                <a:gd name="connsiteX6" fmla="*/ 0 w 2314305"/>
                <a:gd name="connsiteY6" fmla="*/ 232088 h 715736"/>
                <a:gd name="connsiteX0" fmla="*/ 0 w 2314305"/>
                <a:gd name="connsiteY0" fmla="*/ 232060 h 715708"/>
                <a:gd name="connsiteX1" fmla="*/ 1166388 w 2314305"/>
                <a:gd name="connsiteY1" fmla="*/ 561 h 715708"/>
                <a:gd name="connsiteX2" fmla="*/ 2314305 w 2314305"/>
                <a:gd name="connsiteY2" fmla="*/ 250092 h 715708"/>
                <a:gd name="connsiteX3" fmla="*/ 2123986 w 2314305"/>
                <a:gd name="connsiteY3" fmla="*/ 715708 h 715708"/>
                <a:gd name="connsiteX4" fmla="*/ 1156661 w 2314305"/>
                <a:gd name="connsiteY4" fmla="*/ 480632 h 715708"/>
                <a:gd name="connsiteX5" fmla="*/ 172995 w 2314305"/>
                <a:gd name="connsiteY5" fmla="*/ 685051 h 715708"/>
                <a:gd name="connsiteX6" fmla="*/ 0 w 2314305"/>
                <a:gd name="connsiteY6" fmla="*/ 232060 h 7157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314305" h="715708">
                  <a:moveTo>
                    <a:pt x="0" y="232060"/>
                  </a:moveTo>
                  <a:cubicBezTo>
                    <a:pt x="116349" y="135016"/>
                    <a:pt x="772966" y="-10150"/>
                    <a:pt x="1166388" y="561"/>
                  </a:cubicBezTo>
                  <a:cubicBezTo>
                    <a:pt x="1559810" y="11272"/>
                    <a:pt x="1962415" y="54514"/>
                    <a:pt x="2314305" y="250092"/>
                  </a:cubicBezTo>
                  <a:cubicBezTo>
                    <a:pt x="2236857" y="411910"/>
                    <a:pt x="2305049" y="284904"/>
                    <a:pt x="2123986" y="715708"/>
                  </a:cubicBezTo>
                  <a:cubicBezTo>
                    <a:pt x="2077752" y="646036"/>
                    <a:pt x="1616289" y="480632"/>
                    <a:pt x="1156661" y="480632"/>
                  </a:cubicBezTo>
                  <a:cubicBezTo>
                    <a:pt x="697033" y="480632"/>
                    <a:pt x="257593" y="589531"/>
                    <a:pt x="172995" y="685051"/>
                  </a:cubicBezTo>
                  <a:lnTo>
                    <a:pt x="0" y="232060"/>
                  </a:lnTo>
                  <a:close/>
                </a:path>
              </a:pathLst>
            </a:cu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8" name="Block Arc 1">
              <a:extLst>
                <a:ext uri="{FF2B5EF4-FFF2-40B4-BE49-F238E27FC236}">
                  <a16:creationId xmlns:a16="http://schemas.microsoft.com/office/drawing/2014/main" id="{AA32AB03-ABD1-EA41-ACC2-05087F227CCA}"/>
                </a:ext>
              </a:extLst>
            </p:cNvPr>
            <p:cNvSpPr/>
            <p:nvPr/>
          </p:nvSpPr>
          <p:spPr>
            <a:xfrm rot="15530126">
              <a:off x="4891919" y="3623815"/>
              <a:ext cx="2314305" cy="715708"/>
            </a:xfrm>
            <a:custGeom>
              <a:avLst/>
              <a:gdLst>
                <a:gd name="connsiteX0" fmla="*/ 0 w 2391141"/>
                <a:gd name="connsiteY0" fmla="*/ 726679 h 1453358"/>
                <a:gd name="connsiteX1" fmla="*/ 1195571 w 2391141"/>
                <a:gd name="connsiteY1" fmla="*/ 0 h 1453358"/>
                <a:gd name="connsiteX2" fmla="*/ 2391142 w 2391141"/>
                <a:gd name="connsiteY2" fmla="*/ 726679 h 1453358"/>
                <a:gd name="connsiteX3" fmla="*/ 2027802 w 2391141"/>
                <a:gd name="connsiteY3" fmla="*/ 726679 h 1453358"/>
                <a:gd name="connsiteX4" fmla="*/ 1195571 w 2391141"/>
                <a:gd name="connsiteY4" fmla="*/ 363339 h 1453358"/>
                <a:gd name="connsiteX5" fmla="*/ 363340 w 2391141"/>
                <a:gd name="connsiteY5" fmla="*/ 726679 h 1453358"/>
                <a:gd name="connsiteX6" fmla="*/ 0 w 2391141"/>
                <a:gd name="connsiteY6" fmla="*/ 726679 h 1453358"/>
                <a:gd name="connsiteX0" fmla="*/ 0 w 2614878"/>
                <a:gd name="connsiteY0" fmla="*/ 727830 h 727830"/>
                <a:gd name="connsiteX1" fmla="*/ 1195571 w 2614878"/>
                <a:gd name="connsiteY1" fmla="*/ 1151 h 727830"/>
                <a:gd name="connsiteX2" fmla="*/ 2614878 w 2614878"/>
                <a:gd name="connsiteY2" fmla="*/ 611098 h 727830"/>
                <a:gd name="connsiteX3" fmla="*/ 2027802 w 2614878"/>
                <a:gd name="connsiteY3" fmla="*/ 727830 h 727830"/>
                <a:gd name="connsiteX4" fmla="*/ 1195571 w 2614878"/>
                <a:gd name="connsiteY4" fmla="*/ 364490 h 727830"/>
                <a:gd name="connsiteX5" fmla="*/ 363340 w 2614878"/>
                <a:gd name="connsiteY5" fmla="*/ 727830 h 727830"/>
                <a:gd name="connsiteX6" fmla="*/ 0 w 2614878"/>
                <a:gd name="connsiteY6" fmla="*/ 727830 h 727830"/>
                <a:gd name="connsiteX0" fmla="*/ 0 w 2614878"/>
                <a:gd name="connsiteY0" fmla="*/ 727830 h 727830"/>
                <a:gd name="connsiteX1" fmla="*/ 1195571 w 2614878"/>
                <a:gd name="connsiteY1" fmla="*/ 1151 h 727830"/>
                <a:gd name="connsiteX2" fmla="*/ 2614878 w 2614878"/>
                <a:gd name="connsiteY2" fmla="*/ 611098 h 727830"/>
                <a:gd name="connsiteX3" fmla="*/ 2251538 w 2614878"/>
                <a:gd name="connsiteY3" fmla="*/ 669464 h 727830"/>
                <a:gd name="connsiteX4" fmla="*/ 1195571 w 2614878"/>
                <a:gd name="connsiteY4" fmla="*/ 364490 h 727830"/>
                <a:gd name="connsiteX5" fmla="*/ 363340 w 2614878"/>
                <a:gd name="connsiteY5" fmla="*/ 727830 h 727830"/>
                <a:gd name="connsiteX6" fmla="*/ 0 w 2614878"/>
                <a:gd name="connsiteY6" fmla="*/ 727830 h 727830"/>
                <a:gd name="connsiteX0" fmla="*/ 0 w 2780249"/>
                <a:gd name="connsiteY0" fmla="*/ 590533 h 726720"/>
                <a:gd name="connsiteX1" fmla="*/ 1360942 w 2780249"/>
                <a:gd name="connsiteY1" fmla="*/ 41 h 726720"/>
                <a:gd name="connsiteX2" fmla="*/ 2780249 w 2780249"/>
                <a:gd name="connsiteY2" fmla="*/ 609988 h 726720"/>
                <a:gd name="connsiteX3" fmla="*/ 2416909 w 2780249"/>
                <a:gd name="connsiteY3" fmla="*/ 668354 h 726720"/>
                <a:gd name="connsiteX4" fmla="*/ 1360942 w 2780249"/>
                <a:gd name="connsiteY4" fmla="*/ 363380 h 726720"/>
                <a:gd name="connsiteX5" fmla="*/ 528711 w 2780249"/>
                <a:gd name="connsiteY5" fmla="*/ 726720 h 726720"/>
                <a:gd name="connsiteX6" fmla="*/ 0 w 2780249"/>
                <a:gd name="connsiteY6" fmla="*/ 590533 h 726720"/>
                <a:gd name="connsiteX0" fmla="*/ 0 w 2780249"/>
                <a:gd name="connsiteY0" fmla="*/ 590533 h 668354"/>
                <a:gd name="connsiteX1" fmla="*/ 1360942 w 2780249"/>
                <a:gd name="connsiteY1" fmla="*/ 41 h 668354"/>
                <a:gd name="connsiteX2" fmla="*/ 2780249 w 2780249"/>
                <a:gd name="connsiteY2" fmla="*/ 609988 h 668354"/>
                <a:gd name="connsiteX3" fmla="*/ 2416909 w 2780249"/>
                <a:gd name="connsiteY3" fmla="*/ 668354 h 668354"/>
                <a:gd name="connsiteX4" fmla="*/ 1360942 w 2780249"/>
                <a:gd name="connsiteY4" fmla="*/ 363380 h 668354"/>
                <a:gd name="connsiteX5" fmla="*/ 275792 w 2780249"/>
                <a:gd name="connsiteY5" fmla="*/ 639171 h 668354"/>
                <a:gd name="connsiteX6" fmla="*/ 0 w 2780249"/>
                <a:gd name="connsiteY6" fmla="*/ 590533 h 668354"/>
                <a:gd name="connsiteX0" fmla="*/ 0 w 2780249"/>
                <a:gd name="connsiteY0" fmla="*/ 590533 h 668354"/>
                <a:gd name="connsiteX1" fmla="*/ 1360942 w 2780249"/>
                <a:gd name="connsiteY1" fmla="*/ 41 h 668354"/>
                <a:gd name="connsiteX2" fmla="*/ 2780249 w 2780249"/>
                <a:gd name="connsiteY2" fmla="*/ 609988 h 668354"/>
                <a:gd name="connsiteX3" fmla="*/ 2416909 w 2780249"/>
                <a:gd name="connsiteY3" fmla="*/ 668354 h 668354"/>
                <a:gd name="connsiteX4" fmla="*/ 1351215 w 2780249"/>
                <a:gd name="connsiteY4" fmla="*/ 480112 h 668354"/>
                <a:gd name="connsiteX5" fmla="*/ 275792 w 2780249"/>
                <a:gd name="connsiteY5" fmla="*/ 639171 h 668354"/>
                <a:gd name="connsiteX6" fmla="*/ 0 w 2780249"/>
                <a:gd name="connsiteY6" fmla="*/ 590533 h 668354"/>
                <a:gd name="connsiteX0" fmla="*/ 0 w 2780249"/>
                <a:gd name="connsiteY0" fmla="*/ 590533 h 775358"/>
                <a:gd name="connsiteX1" fmla="*/ 1360942 w 2780249"/>
                <a:gd name="connsiteY1" fmla="*/ 41 h 775358"/>
                <a:gd name="connsiteX2" fmla="*/ 2780249 w 2780249"/>
                <a:gd name="connsiteY2" fmla="*/ 609988 h 775358"/>
                <a:gd name="connsiteX3" fmla="*/ 2329360 w 2780249"/>
                <a:gd name="connsiteY3" fmla="*/ 775358 h 775358"/>
                <a:gd name="connsiteX4" fmla="*/ 1351215 w 2780249"/>
                <a:gd name="connsiteY4" fmla="*/ 480112 h 775358"/>
                <a:gd name="connsiteX5" fmla="*/ 275792 w 2780249"/>
                <a:gd name="connsiteY5" fmla="*/ 639171 h 775358"/>
                <a:gd name="connsiteX6" fmla="*/ 0 w 2780249"/>
                <a:gd name="connsiteY6" fmla="*/ 590533 h 775358"/>
                <a:gd name="connsiteX0" fmla="*/ 0 w 2673245"/>
                <a:gd name="connsiteY0" fmla="*/ 600391 h 785216"/>
                <a:gd name="connsiteX1" fmla="*/ 1360942 w 2673245"/>
                <a:gd name="connsiteY1" fmla="*/ 9899 h 785216"/>
                <a:gd name="connsiteX2" fmla="*/ 2673245 w 2673245"/>
                <a:gd name="connsiteY2" fmla="*/ 405837 h 785216"/>
                <a:gd name="connsiteX3" fmla="*/ 2329360 w 2673245"/>
                <a:gd name="connsiteY3" fmla="*/ 785216 h 785216"/>
                <a:gd name="connsiteX4" fmla="*/ 1351215 w 2673245"/>
                <a:gd name="connsiteY4" fmla="*/ 489970 h 785216"/>
                <a:gd name="connsiteX5" fmla="*/ 275792 w 2673245"/>
                <a:gd name="connsiteY5" fmla="*/ 649029 h 785216"/>
                <a:gd name="connsiteX6" fmla="*/ 0 w 2673245"/>
                <a:gd name="connsiteY6" fmla="*/ 600391 h 785216"/>
                <a:gd name="connsiteX0" fmla="*/ 0 w 2673245"/>
                <a:gd name="connsiteY0" fmla="*/ 593348 h 778173"/>
                <a:gd name="connsiteX1" fmla="*/ 1360942 w 2673245"/>
                <a:gd name="connsiteY1" fmla="*/ 2856 h 778173"/>
                <a:gd name="connsiteX2" fmla="*/ 2673245 w 2673245"/>
                <a:gd name="connsiteY2" fmla="*/ 398794 h 778173"/>
                <a:gd name="connsiteX3" fmla="*/ 2329360 w 2673245"/>
                <a:gd name="connsiteY3" fmla="*/ 778173 h 778173"/>
                <a:gd name="connsiteX4" fmla="*/ 1351215 w 2673245"/>
                <a:gd name="connsiteY4" fmla="*/ 482927 h 778173"/>
                <a:gd name="connsiteX5" fmla="*/ 275792 w 2673245"/>
                <a:gd name="connsiteY5" fmla="*/ 641986 h 778173"/>
                <a:gd name="connsiteX6" fmla="*/ 0 w 2673245"/>
                <a:gd name="connsiteY6" fmla="*/ 593348 h 778173"/>
                <a:gd name="connsiteX0" fmla="*/ 0 w 2478691"/>
                <a:gd name="connsiteY0" fmla="*/ 293714 h 809279"/>
                <a:gd name="connsiteX1" fmla="*/ 1166388 w 2478691"/>
                <a:gd name="connsiteY1" fmla="*/ 33962 h 809279"/>
                <a:gd name="connsiteX2" fmla="*/ 2478691 w 2478691"/>
                <a:gd name="connsiteY2" fmla="*/ 429900 h 809279"/>
                <a:gd name="connsiteX3" fmla="*/ 2134806 w 2478691"/>
                <a:gd name="connsiteY3" fmla="*/ 809279 h 809279"/>
                <a:gd name="connsiteX4" fmla="*/ 1156661 w 2478691"/>
                <a:gd name="connsiteY4" fmla="*/ 514033 h 809279"/>
                <a:gd name="connsiteX5" fmla="*/ 81238 w 2478691"/>
                <a:gd name="connsiteY5" fmla="*/ 673092 h 809279"/>
                <a:gd name="connsiteX6" fmla="*/ 0 w 2478691"/>
                <a:gd name="connsiteY6" fmla="*/ 293714 h 809279"/>
                <a:gd name="connsiteX0" fmla="*/ 0 w 2478691"/>
                <a:gd name="connsiteY0" fmla="*/ 262275 h 777840"/>
                <a:gd name="connsiteX1" fmla="*/ 1166388 w 2478691"/>
                <a:gd name="connsiteY1" fmla="*/ 2523 h 777840"/>
                <a:gd name="connsiteX2" fmla="*/ 2478691 w 2478691"/>
                <a:gd name="connsiteY2" fmla="*/ 398461 h 777840"/>
                <a:gd name="connsiteX3" fmla="*/ 2134806 w 2478691"/>
                <a:gd name="connsiteY3" fmla="*/ 777840 h 777840"/>
                <a:gd name="connsiteX4" fmla="*/ 1156661 w 2478691"/>
                <a:gd name="connsiteY4" fmla="*/ 482594 h 777840"/>
                <a:gd name="connsiteX5" fmla="*/ 81238 w 2478691"/>
                <a:gd name="connsiteY5" fmla="*/ 641653 h 777840"/>
                <a:gd name="connsiteX6" fmla="*/ 0 w 2478691"/>
                <a:gd name="connsiteY6" fmla="*/ 262275 h 777840"/>
                <a:gd name="connsiteX0" fmla="*/ 0 w 2478691"/>
                <a:gd name="connsiteY0" fmla="*/ 262275 h 777841"/>
                <a:gd name="connsiteX1" fmla="*/ 1166388 w 2478691"/>
                <a:gd name="connsiteY1" fmla="*/ 2523 h 777841"/>
                <a:gd name="connsiteX2" fmla="*/ 2478691 w 2478691"/>
                <a:gd name="connsiteY2" fmla="*/ 398461 h 777841"/>
                <a:gd name="connsiteX3" fmla="*/ 2134806 w 2478691"/>
                <a:gd name="connsiteY3" fmla="*/ 777840 h 777841"/>
                <a:gd name="connsiteX4" fmla="*/ 1156661 w 2478691"/>
                <a:gd name="connsiteY4" fmla="*/ 482594 h 777841"/>
                <a:gd name="connsiteX5" fmla="*/ 178515 w 2478691"/>
                <a:gd name="connsiteY5" fmla="*/ 777841 h 777841"/>
                <a:gd name="connsiteX6" fmla="*/ 0 w 2478691"/>
                <a:gd name="connsiteY6" fmla="*/ 262275 h 777841"/>
                <a:gd name="connsiteX0" fmla="*/ 0 w 2478691"/>
                <a:gd name="connsiteY0" fmla="*/ 262275 h 777840"/>
                <a:gd name="connsiteX1" fmla="*/ 1166388 w 2478691"/>
                <a:gd name="connsiteY1" fmla="*/ 2523 h 777840"/>
                <a:gd name="connsiteX2" fmla="*/ 2478691 w 2478691"/>
                <a:gd name="connsiteY2" fmla="*/ 398461 h 777840"/>
                <a:gd name="connsiteX3" fmla="*/ 2134806 w 2478691"/>
                <a:gd name="connsiteY3" fmla="*/ 777840 h 777840"/>
                <a:gd name="connsiteX4" fmla="*/ 1156661 w 2478691"/>
                <a:gd name="connsiteY4" fmla="*/ 482594 h 777840"/>
                <a:gd name="connsiteX5" fmla="*/ 139604 w 2478691"/>
                <a:gd name="connsiteY5" fmla="*/ 748658 h 777840"/>
                <a:gd name="connsiteX6" fmla="*/ 0 w 2478691"/>
                <a:gd name="connsiteY6" fmla="*/ 262275 h 777840"/>
                <a:gd name="connsiteX0" fmla="*/ 0 w 2478691"/>
                <a:gd name="connsiteY0" fmla="*/ 262275 h 777840"/>
                <a:gd name="connsiteX1" fmla="*/ 1166388 w 2478691"/>
                <a:gd name="connsiteY1" fmla="*/ 2523 h 777840"/>
                <a:gd name="connsiteX2" fmla="*/ 2478691 w 2478691"/>
                <a:gd name="connsiteY2" fmla="*/ 398461 h 777840"/>
                <a:gd name="connsiteX3" fmla="*/ 2134806 w 2478691"/>
                <a:gd name="connsiteY3" fmla="*/ 777840 h 777840"/>
                <a:gd name="connsiteX4" fmla="*/ 1156661 w 2478691"/>
                <a:gd name="connsiteY4" fmla="*/ 482594 h 777840"/>
                <a:gd name="connsiteX5" fmla="*/ 139604 w 2478691"/>
                <a:gd name="connsiteY5" fmla="*/ 748658 h 777840"/>
                <a:gd name="connsiteX6" fmla="*/ 0 w 2478691"/>
                <a:gd name="connsiteY6" fmla="*/ 262275 h 777840"/>
                <a:gd name="connsiteX0" fmla="*/ 0 w 2478691"/>
                <a:gd name="connsiteY0" fmla="*/ 262275 h 797295"/>
                <a:gd name="connsiteX1" fmla="*/ 1166388 w 2478691"/>
                <a:gd name="connsiteY1" fmla="*/ 2523 h 797295"/>
                <a:gd name="connsiteX2" fmla="*/ 2478691 w 2478691"/>
                <a:gd name="connsiteY2" fmla="*/ 398461 h 797295"/>
                <a:gd name="connsiteX3" fmla="*/ 2144534 w 2478691"/>
                <a:gd name="connsiteY3" fmla="*/ 797295 h 797295"/>
                <a:gd name="connsiteX4" fmla="*/ 1156661 w 2478691"/>
                <a:gd name="connsiteY4" fmla="*/ 482594 h 797295"/>
                <a:gd name="connsiteX5" fmla="*/ 139604 w 2478691"/>
                <a:gd name="connsiteY5" fmla="*/ 748658 h 797295"/>
                <a:gd name="connsiteX6" fmla="*/ 0 w 2478691"/>
                <a:gd name="connsiteY6" fmla="*/ 262275 h 797295"/>
                <a:gd name="connsiteX0" fmla="*/ 0 w 2478691"/>
                <a:gd name="connsiteY0" fmla="*/ 262275 h 797295"/>
                <a:gd name="connsiteX1" fmla="*/ 1166388 w 2478691"/>
                <a:gd name="connsiteY1" fmla="*/ 2523 h 797295"/>
                <a:gd name="connsiteX2" fmla="*/ 2478691 w 2478691"/>
                <a:gd name="connsiteY2" fmla="*/ 398461 h 797295"/>
                <a:gd name="connsiteX3" fmla="*/ 2144534 w 2478691"/>
                <a:gd name="connsiteY3" fmla="*/ 797295 h 797295"/>
                <a:gd name="connsiteX4" fmla="*/ 1156661 w 2478691"/>
                <a:gd name="connsiteY4" fmla="*/ 482594 h 797295"/>
                <a:gd name="connsiteX5" fmla="*/ 139604 w 2478691"/>
                <a:gd name="connsiteY5" fmla="*/ 748658 h 797295"/>
                <a:gd name="connsiteX6" fmla="*/ 0 w 2478691"/>
                <a:gd name="connsiteY6" fmla="*/ 262275 h 797295"/>
                <a:gd name="connsiteX0" fmla="*/ 0 w 2309168"/>
                <a:gd name="connsiteY0" fmla="*/ 259772 h 794792"/>
                <a:gd name="connsiteX1" fmla="*/ 1166388 w 2309168"/>
                <a:gd name="connsiteY1" fmla="*/ 20 h 794792"/>
                <a:gd name="connsiteX2" fmla="*/ 2309168 w 2309168"/>
                <a:gd name="connsiteY2" fmla="*/ 270099 h 794792"/>
                <a:gd name="connsiteX3" fmla="*/ 2144534 w 2309168"/>
                <a:gd name="connsiteY3" fmla="*/ 794792 h 794792"/>
                <a:gd name="connsiteX4" fmla="*/ 1156661 w 2309168"/>
                <a:gd name="connsiteY4" fmla="*/ 480091 h 794792"/>
                <a:gd name="connsiteX5" fmla="*/ 139604 w 2309168"/>
                <a:gd name="connsiteY5" fmla="*/ 746155 h 794792"/>
                <a:gd name="connsiteX6" fmla="*/ 0 w 2309168"/>
                <a:gd name="connsiteY6" fmla="*/ 259772 h 794792"/>
                <a:gd name="connsiteX0" fmla="*/ 0 w 2309168"/>
                <a:gd name="connsiteY0" fmla="*/ 259772 h 794792"/>
                <a:gd name="connsiteX1" fmla="*/ 1166388 w 2309168"/>
                <a:gd name="connsiteY1" fmla="*/ 20 h 794792"/>
                <a:gd name="connsiteX2" fmla="*/ 2309168 w 2309168"/>
                <a:gd name="connsiteY2" fmla="*/ 270099 h 794792"/>
                <a:gd name="connsiteX3" fmla="*/ 2144534 w 2309168"/>
                <a:gd name="connsiteY3" fmla="*/ 794792 h 794792"/>
                <a:gd name="connsiteX4" fmla="*/ 1156661 w 2309168"/>
                <a:gd name="connsiteY4" fmla="*/ 480091 h 794792"/>
                <a:gd name="connsiteX5" fmla="*/ 139604 w 2309168"/>
                <a:gd name="connsiteY5" fmla="*/ 746155 h 794792"/>
                <a:gd name="connsiteX6" fmla="*/ 0 w 2309168"/>
                <a:gd name="connsiteY6" fmla="*/ 259772 h 794792"/>
                <a:gd name="connsiteX0" fmla="*/ 0 w 2309168"/>
                <a:gd name="connsiteY0" fmla="*/ 259772 h 746155"/>
                <a:gd name="connsiteX1" fmla="*/ 1166388 w 2309168"/>
                <a:gd name="connsiteY1" fmla="*/ 20 h 746155"/>
                <a:gd name="connsiteX2" fmla="*/ 2309168 w 2309168"/>
                <a:gd name="connsiteY2" fmla="*/ 270099 h 746155"/>
                <a:gd name="connsiteX3" fmla="*/ 2121417 w 2309168"/>
                <a:gd name="connsiteY3" fmla="*/ 707462 h 746155"/>
                <a:gd name="connsiteX4" fmla="*/ 1156661 w 2309168"/>
                <a:gd name="connsiteY4" fmla="*/ 480091 h 746155"/>
                <a:gd name="connsiteX5" fmla="*/ 139604 w 2309168"/>
                <a:gd name="connsiteY5" fmla="*/ 746155 h 746155"/>
                <a:gd name="connsiteX6" fmla="*/ 0 w 2309168"/>
                <a:gd name="connsiteY6" fmla="*/ 259772 h 746155"/>
                <a:gd name="connsiteX0" fmla="*/ 0 w 2309168"/>
                <a:gd name="connsiteY0" fmla="*/ 259772 h 746155"/>
                <a:gd name="connsiteX1" fmla="*/ 1166388 w 2309168"/>
                <a:gd name="connsiteY1" fmla="*/ 20 h 746155"/>
                <a:gd name="connsiteX2" fmla="*/ 2309168 w 2309168"/>
                <a:gd name="connsiteY2" fmla="*/ 270099 h 746155"/>
                <a:gd name="connsiteX3" fmla="*/ 2121417 w 2309168"/>
                <a:gd name="connsiteY3" fmla="*/ 707462 h 746155"/>
                <a:gd name="connsiteX4" fmla="*/ 1156661 w 2309168"/>
                <a:gd name="connsiteY4" fmla="*/ 480091 h 746155"/>
                <a:gd name="connsiteX5" fmla="*/ 139604 w 2309168"/>
                <a:gd name="connsiteY5" fmla="*/ 746155 h 746155"/>
                <a:gd name="connsiteX6" fmla="*/ 0 w 2309168"/>
                <a:gd name="connsiteY6" fmla="*/ 259772 h 746155"/>
                <a:gd name="connsiteX0" fmla="*/ 0 w 2309168"/>
                <a:gd name="connsiteY0" fmla="*/ 226793 h 746567"/>
                <a:gd name="connsiteX1" fmla="*/ 1166388 w 2309168"/>
                <a:gd name="connsiteY1" fmla="*/ 432 h 746567"/>
                <a:gd name="connsiteX2" fmla="*/ 2309168 w 2309168"/>
                <a:gd name="connsiteY2" fmla="*/ 270511 h 746567"/>
                <a:gd name="connsiteX3" fmla="*/ 2121417 w 2309168"/>
                <a:gd name="connsiteY3" fmla="*/ 707874 h 746567"/>
                <a:gd name="connsiteX4" fmla="*/ 1156661 w 2309168"/>
                <a:gd name="connsiteY4" fmla="*/ 480503 h 746567"/>
                <a:gd name="connsiteX5" fmla="*/ 139604 w 2309168"/>
                <a:gd name="connsiteY5" fmla="*/ 746567 h 746567"/>
                <a:gd name="connsiteX6" fmla="*/ 0 w 2309168"/>
                <a:gd name="connsiteY6" fmla="*/ 226793 h 746567"/>
                <a:gd name="connsiteX0" fmla="*/ 0 w 2309168"/>
                <a:gd name="connsiteY0" fmla="*/ 226663 h 746437"/>
                <a:gd name="connsiteX1" fmla="*/ 1166388 w 2309168"/>
                <a:gd name="connsiteY1" fmla="*/ 302 h 746437"/>
                <a:gd name="connsiteX2" fmla="*/ 2309168 w 2309168"/>
                <a:gd name="connsiteY2" fmla="*/ 270381 h 746437"/>
                <a:gd name="connsiteX3" fmla="*/ 2121417 w 2309168"/>
                <a:gd name="connsiteY3" fmla="*/ 707744 h 746437"/>
                <a:gd name="connsiteX4" fmla="*/ 1156661 w 2309168"/>
                <a:gd name="connsiteY4" fmla="*/ 480373 h 746437"/>
                <a:gd name="connsiteX5" fmla="*/ 139604 w 2309168"/>
                <a:gd name="connsiteY5" fmla="*/ 746437 h 746437"/>
                <a:gd name="connsiteX6" fmla="*/ 0 w 2309168"/>
                <a:gd name="connsiteY6" fmla="*/ 226663 h 746437"/>
                <a:gd name="connsiteX0" fmla="*/ 0 w 2309168"/>
                <a:gd name="connsiteY0" fmla="*/ 226614 h 746388"/>
                <a:gd name="connsiteX1" fmla="*/ 1166388 w 2309168"/>
                <a:gd name="connsiteY1" fmla="*/ 253 h 746388"/>
                <a:gd name="connsiteX2" fmla="*/ 2309168 w 2309168"/>
                <a:gd name="connsiteY2" fmla="*/ 270332 h 746388"/>
                <a:gd name="connsiteX3" fmla="*/ 2121417 w 2309168"/>
                <a:gd name="connsiteY3" fmla="*/ 707695 h 746388"/>
                <a:gd name="connsiteX4" fmla="*/ 1156661 w 2309168"/>
                <a:gd name="connsiteY4" fmla="*/ 480324 h 746388"/>
                <a:gd name="connsiteX5" fmla="*/ 139604 w 2309168"/>
                <a:gd name="connsiteY5" fmla="*/ 746388 h 746388"/>
                <a:gd name="connsiteX6" fmla="*/ 0 w 2309168"/>
                <a:gd name="connsiteY6" fmla="*/ 226614 h 746388"/>
                <a:gd name="connsiteX0" fmla="*/ 0 w 2309168"/>
                <a:gd name="connsiteY0" fmla="*/ 231692 h 746328"/>
                <a:gd name="connsiteX1" fmla="*/ 1166388 w 2309168"/>
                <a:gd name="connsiteY1" fmla="*/ 193 h 746328"/>
                <a:gd name="connsiteX2" fmla="*/ 2309168 w 2309168"/>
                <a:gd name="connsiteY2" fmla="*/ 270272 h 746328"/>
                <a:gd name="connsiteX3" fmla="*/ 2121417 w 2309168"/>
                <a:gd name="connsiteY3" fmla="*/ 707635 h 746328"/>
                <a:gd name="connsiteX4" fmla="*/ 1156661 w 2309168"/>
                <a:gd name="connsiteY4" fmla="*/ 480264 h 746328"/>
                <a:gd name="connsiteX5" fmla="*/ 139604 w 2309168"/>
                <a:gd name="connsiteY5" fmla="*/ 746328 h 746328"/>
                <a:gd name="connsiteX6" fmla="*/ 0 w 2309168"/>
                <a:gd name="connsiteY6" fmla="*/ 231692 h 746328"/>
                <a:gd name="connsiteX0" fmla="*/ 0 w 2309168"/>
                <a:gd name="connsiteY0" fmla="*/ 231692 h 707635"/>
                <a:gd name="connsiteX1" fmla="*/ 1166388 w 2309168"/>
                <a:gd name="connsiteY1" fmla="*/ 193 h 707635"/>
                <a:gd name="connsiteX2" fmla="*/ 2309168 w 2309168"/>
                <a:gd name="connsiteY2" fmla="*/ 270272 h 707635"/>
                <a:gd name="connsiteX3" fmla="*/ 2121417 w 2309168"/>
                <a:gd name="connsiteY3" fmla="*/ 707635 h 707635"/>
                <a:gd name="connsiteX4" fmla="*/ 1156661 w 2309168"/>
                <a:gd name="connsiteY4" fmla="*/ 480264 h 707635"/>
                <a:gd name="connsiteX5" fmla="*/ 172995 w 2309168"/>
                <a:gd name="connsiteY5" fmla="*/ 684683 h 707635"/>
                <a:gd name="connsiteX6" fmla="*/ 0 w 2309168"/>
                <a:gd name="connsiteY6" fmla="*/ 231692 h 707635"/>
                <a:gd name="connsiteX0" fmla="*/ 0 w 2309168"/>
                <a:gd name="connsiteY0" fmla="*/ 231692 h 707635"/>
                <a:gd name="connsiteX1" fmla="*/ 1166388 w 2309168"/>
                <a:gd name="connsiteY1" fmla="*/ 193 h 707635"/>
                <a:gd name="connsiteX2" fmla="*/ 2309168 w 2309168"/>
                <a:gd name="connsiteY2" fmla="*/ 270272 h 707635"/>
                <a:gd name="connsiteX3" fmla="*/ 2121417 w 2309168"/>
                <a:gd name="connsiteY3" fmla="*/ 707635 h 707635"/>
                <a:gd name="connsiteX4" fmla="*/ 1156661 w 2309168"/>
                <a:gd name="connsiteY4" fmla="*/ 480264 h 707635"/>
                <a:gd name="connsiteX5" fmla="*/ 172995 w 2309168"/>
                <a:gd name="connsiteY5" fmla="*/ 684683 h 707635"/>
                <a:gd name="connsiteX6" fmla="*/ 0 w 2309168"/>
                <a:gd name="connsiteY6" fmla="*/ 231692 h 707635"/>
                <a:gd name="connsiteX0" fmla="*/ 0 w 2309168"/>
                <a:gd name="connsiteY0" fmla="*/ 231692 h 715340"/>
                <a:gd name="connsiteX1" fmla="*/ 1166388 w 2309168"/>
                <a:gd name="connsiteY1" fmla="*/ 193 h 715340"/>
                <a:gd name="connsiteX2" fmla="*/ 2309168 w 2309168"/>
                <a:gd name="connsiteY2" fmla="*/ 270272 h 715340"/>
                <a:gd name="connsiteX3" fmla="*/ 2123986 w 2309168"/>
                <a:gd name="connsiteY3" fmla="*/ 715340 h 715340"/>
                <a:gd name="connsiteX4" fmla="*/ 1156661 w 2309168"/>
                <a:gd name="connsiteY4" fmla="*/ 480264 h 715340"/>
                <a:gd name="connsiteX5" fmla="*/ 172995 w 2309168"/>
                <a:gd name="connsiteY5" fmla="*/ 684683 h 715340"/>
                <a:gd name="connsiteX6" fmla="*/ 0 w 2309168"/>
                <a:gd name="connsiteY6" fmla="*/ 231692 h 715340"/>
                <a:gd name="connsiteX0" fmla="*/ 0 w 2309168"/>
                <a:gd name="connsiteY0" fmla="*/ 231692 h 715340"/>
                <a:gd name="connsiteX1" fmla="*/ 1166388 w 2309168"/>
                <a:gd name="connsiteY1" fmla="*/ 193 h 715340"/>
                <a:gd name="connsiteX2" fmla="*/ 2309168 w 2309168"/>
                <a:gd name="connsiteY2" fmla="*/ 270272 h 715340"/>
                <a:gd name="connsiteX3" fmla="*/ 2123986 w 2309168"/>
                <a:gd name="connsiteY3" fmla="*/ 715340 h 715340"/>
                <a:gd name="connsiteX4" fmla="*/ 1156661 w 2309168"/>
                <a:gd name="connsiteY4" fmla="*/ 480264 h 715340"/>
                <a:gd name="connsiteX5" fmla="*/ 172995 w 2309168"/>
                <a:gd name="connsiteY5" fmla="*/ 684683 h 715340"/>
                <a:gd name="connsiteX6" fmla="*/ 0 w 2309168"/>
                <a:gd name="connsiteY6" fmla="*/ 231692 h 715340"/>
                <a:gd name="connsiteX0" fmla="*/ 0 w 2309168"/>
                <a:gd name="connsiteY0" fmla="*/ 231692 h 715340"/>
                <a:gd name="connsiteX1" fmla="*/ 1166388 w 2309168"/>
                <a:gd name="connsiteY1" fmla="*/ 193 h 715340"/>
                <a:gd name="connsiteX2" fmla="*/ 2309168 w 2309168"/>
                <a:gd name="connsiteY2" fmla="*/ 270272 h 715340"/>
                <a:gd name="connsiteX3" fmla="*/ 2123986 w 2309168"/>
                <a:gd name="connsiteY3" fmla="*/ 715340 h 715340"/>
                <a:gd name="connsiteX4" fmla="*/ 1156661 w 2309168"/>
                <a:gd name="connsiteY4" fmla="*/ 480264 h 715340"/>
                <a:gd name="connsiteX5" fmla="*/ 172995 w 2309168"/>
                <a:gd name="connsiteY5" fmla="*/ 684683 h 715340"/>
                <a:gd name="connsiteX6" fmla="*/ 0 w 2309168"/>
                <a:gd name="connsiteY6" fmla="*/ 231692 h 715340"/>
                <a:gd name="connsiteX0" fmla="*/ 0 w 2314305"/>
                <a:gd name="connsiteY0" fmla="*/ 231543 h 715191"/>
                <a:gd name="connsiteX1" fmla="*/ 1166388 w 2314305"/>
                <a:gd name="connsiteY1" fmla="*/ 44 h 715191"/>
                <a:gd name="connsiteX2" fmla="*/ 2314305 w 2314305"/>
                <a:gd name="connsiteY2" fmla="*/ 249575 h 715191"/>
                <a:gd name="connsiteX3" fmla="*/ 2123986 w 2314305"/>
                <a:gd name="connsiteY3" fmla="*/ 715191 h 715191"/>
                <a:gd name="connsiteX4" fmla="*/ 1156661 w 2314305"/>
                <a:gd name="connsiteY4" fmla="*/ 480115 h 715191"/>
                <a:gd name="connsiteX5" fmla="*/ 172995 w 2314305"/>
                <a:gd name="connsiteY5" fmla="*/ 684534 h 715191"/>
                <a:gd name="connsiteX6" fmla="*/ 0 w 2314305"/>
                <a:gd name="connsiteY6" fmla="*/ 231543 h 715191"/>
                <a:gd name="connsiteX0" fmla="*/ 0 w 2314305"/>
                <a:gd name="connsiteY0" fmla="*/ 231543 h 715191"/>
                <a:gd name="connsiteX1" fmla="*/ 1166388 w 2314305"/>
                <a:gd name="connsiteY1" fmla="*/ 44 h 715191"/>
                <a:gd name="connsiteX2" fmla="*/ 2314305 w 2314305"/>
                <a:gd name="connsiteY2" fmla="*/ 249575 h 715191"/>
                <a:gd name="connsiteX3" fmla="*/ 2123986 w 2314305"/>
                <a:gd name="connsiteY3" fmla="*/ 715191 h 715191"/>
                <a:gd name="connsiteX4" fmla="*/ 1156661 w 2314305"/>
                <a:gd name="connsiteY4" fmla="*/ 480115 h 715191"/>
                <a:gd name="connsiteX5" fmla="*/ 172995 w 2314305"/>
                <a:gd name="connsiteY5" fmla="*/ 684534 h 715191"/>
                <a:gd name="connsiteX6" fmla="*/ 0 w 2314305"/>
                <a:gd name="connsiteY6" fmla="*/ 231543 h 715191"/>
                <a:gd name="connsiteX0" fmla="*/ 0 w 2314305"/>
                <a:gd name="connsiteY0" fmla="*/ 231550 h 715198"/>
                <a:gd name="connsiteX1" fmla="*/ 1166388 w 2314305"/>
                <a:gd name="connsiteY1" fmla="*/ 51 h 715198"/>
                <a:gd name="connsiteX2" fmla="*/ 2314305 w 2314305"/>
                <a:gd name="connsiteY2" fmla="*/ 249582 h 715198"/>
                <a:gd name="connsiteX3" fmla="*/ 2123986 w 2314305"/>
                <a:gd name="connsiteY3" fmla="*/ 715198 h 715198"/>
                <a:gd name="connsiteX4" fmla="*/ 1156661 w 2314305"/>
                <a:gd name="connsiteY4" fmla="*/ 480122 h 715198"/>
                <a:gd name="connsiteX5" fmla="*/ 172995 w 2314305"/>
                <a:gd name="connsiteY5" fmla="*/ 684541 h 715198"/>
                <a:gd name="connsiteX6" fmla="*/ 0 w 2314305"/>
                <a:gd name="connsiteY6" fmla="*/ 231550 h 715198"/>
                <a:gd name="connsiteX0" fmla="*/ 0 w 2314305"/>
                <a:gd name="connsiteY0" fmla="*/ 233092 h 716740"/>
                <a:gd name="connsiteX1" fmla="*/ 1166388 w 2314305"/>
                <a:gd name="connsiteY1" fmla="*/ 1593 h 716740"/>
                <a:gd name="connsiteX2" fmla="*/ 2314305 w 2314305"/>
                <a:gd name="connsiteY2" fmla="*/ 251124 h 716740"/>
                <a:gd name="connsiteX3" fmla="*/ 2123986 w 2314305"/>
                <a:gd name="connsiteY3" fmla="*/ 716740 h 716740"/>
                <a:gd name="connsiteX4" fmla="*/ 1156661 w 2314305"/>
                <a:gd name="connsiteY4" fmla="*/ 481664 h 716740"/>
                <a:gd name="connsiteX5" fmla="*/ 172995 w 2314305"/>
                <a:gd name="connsiteY5" fmla="*/ 686083 h 716740"/>
                <a:gd name="connsiteX6" fmla="*/ 0 w 2314305"/>
                <a:gd name="connsiteY6" fmla="*/ 233092 h 716740"/>
                <a:gd name="connsiteX0" fmla="*/ 0 w 2314305"/>
                <a:gd name="connsiteY0" fmla="*/ 231523 h 715171"/>
                <a:gd name="connsiteX1" fmla="*/ 1166388 w 2314305"/>
                <a:gd name="connsiteY1" fmla="*/ 24 h 715171"/>
                <a:gd name="connsiteX2" fmla="*/ 2314305 w 2314305"/>
                <a:gd name="connsiteY2" fmla="*/ 249555 h 715171"/>
                <a:gd name="connsiteX3" fmla="*/ 2123986 w 2314305"/>
                <a:gd name="connsiteY3" fmla="*/ 715171 h 715171"/>
                <a:gd name="connsiteX4" fmla="*/ 1156661 w 2314305"/>
                <a:gd name="connsiteY4" fmla="*/ 480095 h 715171"/>
                <a:gd name="connsiteX5" fmla="*/ 172995 w 2314305"/>
                <a:gd name="connsiteY5" fmla="*/ 684514 h 715171"/>
                <a:gd name="connsiteX6" fmla="*/ 0 w 2314305"/>
                <a:gd name="connsiteY6" fmla="*/ 231523 h 715171"/>
                <a:gd name="connsiteX0" fmla="*/ 0 w 2314305"/>
                <a:gd name="connsiteY0" fmla="*/ 231550 h 715198"/>
                <a:gd name="connsiteX1" fmla="*/ 1166388 w 2314305"/>
                <a:gd name="connsiteY1" fmla="*/ 51 h 715198"/>
                <a:gd name="connsiteX2" fmla="*/ 2314305 w 2314305"/>
                <a:gd name="connsiteY2" fmla="*/ 249582 h 715198"/>
                <a:gd name="connsiteX3" fmla="*/ 2123986 w 2314305"/>
                <a:gd name="connsiteY3" fmla="*/ 715198 h 715198"/>
                <a:gd name="connsiteX4" fmla="*/ 1156661 w 2314305"/>
                <a:gd name="connsiteY4" fmla="*/ 480122 h 715198"/>
                <a:gd name="connsiteX5" fmla="*/ 172995 w 2314305"/>
                <a:gd name="connsiteY5" fmla="*/ 684541 h 715198"/>
                <a:gd name="connsiteX6" fmla="*/ 0 w 2314305"/>
                <a:gd name="connsiteY6" fmla="*/ 231550 h 715198"/>
                <a:gd name="connsiteX0" fmla="*/ 0 w 2314305"/>
                <a:gd name="connsiteY0" fmla="*/ 232088 h 715736"/>
                <a:gd name="connsiteX1" fmla="*/ 1166388 w 2314305"/>
                <a:gd name="connsiteY1" fmla="*/ 589 h 715736"/>
                <a:gd name="connsiteX2" fmla="*/ 2314305 w 2314305"/>
                <a:gd name="connsiteY2" fmla="*/ 250120 h 715736"/>
                <a:gd name="connsiteX3" fmla="*/ 2123986 w 2314305"/>
                <a:gd name="connsiteY3" fmla="*/ 715736 h 715736"/>
                <a:gd name="connsiteX4" fmla="*/ 1156661 w 2314305"/>
                <a:gd name="connsiteY4" fmla="*/ 480660 h 715736"/>
                <a:gd name="connsiteX5" fmla="*/ 172995 w 2314305"/>
                <a:gd name="connsiteY5" fmla="*/ 685079 h 715736"/>
                <a:gd name="connsiteX6" fmla="*/ 0 w 2314305"/>
                <a:gd name="connsiteY6" fmla="*/ 232088 h 715736"/>
                <a:gd name="connsiteX0" fmla="*/ 0 w 2314305"/>
                <a:gd name="connsiteY0" fmla="*/ 232088 h 715736"/>
                <a:gd name="connsiteX1" fmla="*/ 1166388 w 2314305"/>
                <a:gd name="connsiteY1" fmla="*/ 589 h 715736"/>
                <a:gd name="connsiteX2" fmla="*/ 2314305 w 2314305"/>
                <a:gd name="connsiteY2" fmla="*/ 250120 h 715736"/>
                <a:gd name="connsiteX3" fmla="*/ 2123986 w 2314305"/>
                <a:gd name="connsiteY3" fmla="*/ 715736 h 715736"/>
                <a:gd name="connsiteX4" fmla="*/ 1156661 w 2314305"/>
                <a:gd name="connsiteY4" fmla="*/ 480660 h 715736"/>
                <a:gd name="connsiteX5" fmla="*/ 172995 w 2314305"/>
                <a:gd name="connsiteY5" fmla="*/ 685079 h 715736"/>
                <a:gd name="connsiteX6" fmla="*/ 0 w 2314305"/>
                <a:gd name="connsiteY6" fmla="*/ 232088 h 715736"/>
                <a:gd name="connsiteX0" fmla="*/ 0 w 2314305"/>
                <a:gd name="connsiteY0" fmla="*/ 232088 h 715736"/>
                <a:gd name="connsiteX1" fmla="*/ 1166388 w 2314305"/>
                <a:gd name="connsiteY1" fmla="*/ 589 h 715736"/>
                <a:gd name="connsiteX2" fmla="*/ 2314305 w 2314305"/>
                <a:gd name="connsiteY2" fmla="*/ 250120 h 715736"/>
                <a:gd name="connsiteX3" fmla="*/ 2123986 w 2314305"/>
                <a:gd name="connsiteY3" fmla="*/ 715736 h 715736"/>
                <a:gd name="connsiteX4" fmla="*/ 1156661 w 2314305"/>
                <a:gd name="connsiteY4" fmla="*/ 480660 h 715736"/>
                <a:gd name="connsiteX5" fmla="*/ 172995 w 2314305"/>
                <a:gd name="connsiteY5" fmla="*/ 685079 h 715736"/>
                <a:gd name="connsiteX6" fmla="*/ 0 w 2314305"/>
                <a:gd name="connsiteY6" fmla="*/ 232088 h 715736"/>
                <a:gd name="connsiteX0" fmla="*/ 0 w 2314305"/>
                <a:gd name="connsiteY0" fmla="*/ 232060 h 715708"/>
                <a:gd name="connsiteX1" fmla="*/ 1166388 w 2314305"/>
                <a:gd name="connsiteY1" fmla="*/ 561 h 715708"/>
                <a:gd name="connsiteX2" fmla="*/ 2314305 w 2314305"/>
                <a:gd name="connsiteY2" fmla="*/ 250092 h 715708"/>
                <a:gd name="connsiteX3" fmla="*/ 2123986 w 2314305"/>
                <a:gd name="connsiteY3" fmla="*/ 715708 h 715708"/>
                <a:gd name="connsiteX4" fmla="*/ 1156661 w 2314305"/>
                <a:gd name="connsiteY4" fmla="*/ 480632 h 715708"/>
                <a:gd name="connsiteX5" fmla="*/ 172995 w 2314305"/>
                <a:gd name="connsiteY5" fmla="*/ 685051 h 715708"/>
                <a:gd name="connsiteX6" fmla="*/ 0 w 2314305"/>
                <a:gd name="connsiteY6" fmla="*/ 232060 h 7157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314305" h="715708">
                  <a:moveTo>
                    <a:pt x="0" y="232060"/>
                  </a:moveTo>
                  <a:cubicBezTo>
                    <a:pt x="116349" y="135016"/>
                    <a:pt x="772966" y="-10150"/>
                    <a:pt x="1166388" y="561"/>
                  </a:cubicBezTo>
                  <a:cubicBezTo>
                    <a:pt x="1559810" y="11272"/>
                    <a:pt x="1962415" y="54514"/>
                    <a:pt x="2314305" y="250092"/>
                  </a:cubicBezTo>
                  <a:cubicBezTo>
                    <a:pt x="2236857" y="411910"/>
                    <a:pt x="2305049" y="284904"/>
                    <a:pt x="2123986" y="715708"/>
                  </a:cubicBezTo>
                  <a:cubicBezTo>
                    <a:pt x="2077752" y="646036"/>
                    <a:pt x="1616289" y="480632"/>
                    <a:pt x="1156661" y="480632"/>
                  </a:cubicBezTo>
                  <a:cubicBezTo>
                    <a:pt x="697033" y="480632"/>
                    <a:pt x="257593" y="589531"/>
                    <a:pt x="172995" y="685051"/>
                  </a:cubicBezTo>
                  <a:lnTo>
                    <a:pt x="0" y="232060"/>
                  </a:lnTo>
                  <a:close/>
                </a:path>
              </a:pathLst>
            </a:custGeom>
            <a:solidFill>
              <a:srgbClr val="0070C0"/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9" name="Block Arc 1">
              <a:extLst>
                <a:ext uri="{FF2B5EF4-FFF2-40B4-BE49-F238E27FC236}">
                  <a16:creationId xmlns:a16="http://schemas.microsoft.com/office/drawing/2014/main" id="{8F201011-5760-E1DE-4E7A-20AFB5B3134D}"/>
                </a:ext>
              </a:extLst>
            </p:cNvPr>
            <p:cNvSpPr/>
            <p:nvPr/>
          </p:nvSpPr>
          <p:spPr>
            <a:xfrm rot="18602280">
              <a:off x="5465551" y="1431121"/>
              <a:ext cx="2314305" cy="715708"/>
            </a:xfrm>
            <a:custGeom>
              <a:avLst/>
              <a:gdLst>
                <a:gd name="connsiteX0" fmla="*/ 0 w 2391141"/>
                <a:gd name="connsiteY0" fmla="*/ 726679 h 1453358"/>
                <a:gd name="connsiteX1" fmla="*/ 1195571 w 2391141"/>
                <a:gd name="connsiteY1" fmla="*/ 0 h 1453358"/>
                <a:gd name="connsiteX2" fmla="*/ 2391142 w 2391141"/>
                <a:gd name="connsiteY2" fmla="*/ 726679 h 1453358"/>
                <a:gd name="connsiteX3" fmla="*/ 2027802 w 2391141"/>
                <a:gd name="connsiteY3" fmla="*/ 726679 h 1453358"/>
                <a:gd name="connsiteX4" fmla="*/ 1195571 w 2391141"/>
                <a:gd name="connsiteY4" fmla="*/ 363339 h 1453358"/>
                <a:gd name="connsiteX5" fmla="*/ 363340 w 2391141"/>
                <a:gd name="connsiteY5" fmla="*/ 726679 h 1453358"/>
                <a:gd name="connsiteX6" fmla="*/ 0 w 2391141"/>
                <a:gd name="connsiteY6" fmla="*/ 726679 h 1453358"/>
                <a:gd name="connsiteX0" fmla="*/ 0 w 2614878"/>
                <a:gd name="connsiteY0" fmla="*/ 727830 h 727830"/>
                <a:gd name="connsiteX1" fmla="*/ 1195571 w 2614878"/>
                <a:gd name="connsiteY1" fmla="*/ 1151 h 727830"/>
                <a:gd name="connsiteX2" fmla="*/ 2614878 w 2614878"/>
                <a:gd name="connsiteY2" fmla="*/ 611098 h 727830"/>
                <a:gd name="connsiteX3" fmla="*/ 2027802 w 2614878"/>
                <a:gd name="connsiteY3" fmla="*/ 727830 h 727830"/>
                <a:gd name="connsiteX4" fmla="*/ 1195571 w 2614878"/>
                <a:gd name="connsiteY4" fmla="*/ 364490 h 727830"/>
                <a:gd name="connsiteX5" fmla="*/ 363340 w 2614878"/>
                <a:gd name="connsiteY5" fmla="*/ 727830 h 727830"/>
                <a:gd name="connsiteX6" fmla="*/ 0 w 2614878"/>
                <a:gd name="connsiteY6" fmla="*/ 727830 h 727830"/>
                <a:gd name="connsiteX0" fmla="*/ 0 w 2614878"/>
                <a:gd name="connsiteY0" fmla="*/ 727830 h 727830"/>
                <a:gd name="connsiteX1" fmla="*/ 1195571 w 2614878"/>
                <a:gd name="connsiteY1" fmla="*/ 1151 h 727830"/>
                <a:gd name="connsiteX2" fmla="*/ 2614878 w 2614878"/>
                <a:gd name="connsiteY2" fmla="*/ 611098 h 727830"/>
                <a:gd name="connsiteX3" fmla="*/ 2251538 w 2614878"/>
                <a:gd name="connsiteY3" fmla="*/ 669464 h 727830"/>
                <a:gd name="connsiteX4" fmla="*/ 1195571 w 2614878"/>
                <a:gd name="connsiteY4" fmla="*/ 364490 h 727830"/>
                <a:gd name="connsiteX5" fmla="*/ 363340 w 2614878"/>
                <a:gd name="connsiteY5" fmla="*/ 727830 h 727830"/>
                <a:gd name="connsiteX6" fmla="*/ 0 w 2614878"/>
                <a:gd name="connsiteY6" fmla="*/ 727830 h 727830"/>
                <a:gd name="connsiteX0" fmla="*/ 0 w 2780249"/>
                <a:gd name="connsiteY0" fmla="*/ 590533 h 726720"/>
                <a:gd name="connsiteX1" fmla="*/ 1360942 w 2780249"/>
                <a:gd name="connsiteY1" fmla="*/ 41 h 726720"/>
                <a:gd name="connsiteX2" fmla="*/ 2780249 w 2780249"/>
                <a:gd name="connsiteY2" fmla="*/ 609988 h 726720"/>
                <a:gd name="connsiteX3" fmla="*/ 2416909 w 2780249"/>
                <a:gd name="connsiteY3" fmla="*/ 668354 h 726720"/>
                <a:gd name="connsiteX4" fmla="*/ 1360942 w 2780249"/>
                <a:gd name="connsiteY4" fmla="*/ 363380 h 726720"/>
                <a:gd name="connsiteX5" fmla="*/ 528711 w 2780249"/>
                <a:gd name="connsiteY5" fmla="*/ 726720 h 726720"/>
                <a:gd name="connsiteX6" fmla="*/ 0 w 2780249"/>
                <a:gd name="connsiteY6" fmla="*/ 590533 h 726720"/>
                <a:gd name="connsiteX0" fmla="*/ 0 w 2780249"/>
                <a:gd name="connsiteY0" fmla="*/ 590533 h 668354"/>
                <a:gd name="connsiteX1" fmla="*/ 1360942 w 2780249"/>
                <a:gd name="connsiteY1" fmla="*/ 41 h 668354"/>
                <a:gd name="connsiteX2" fmla="*/ 2780249 w 2780249"/>
                <a:gd name="connsiteY2" fmla="*/ 609988 h 668354"/>
                <a:gd name="connsiteX3" fmla="*/ 2416909 w 2780249"/>
                <a:gd name="connsiteY3" fmla="*/ 668354 h 668354"/>
                <a:gd name="connsiteX4" fmla="*/ 1360942 w 2780249"/>
                <a:gd name="connsiteY4" fmla="*/ 363380 h 668354"/>
                <a:gd name="connsiteX5" fmla="*/ 275792 w 2780249"/>
                <a:gd name="connsiteY5" fmla="*/ 639171 h 668354"/>
                <a:gd name="connsiteX6" fmla="*/ 0 w 2780249"/>
                <a:gd name="connsiteY6" fmla="*/ 590533 h 668354"/>
                <a:gd name="connsiteX0" fmla="*/ 0 w 2780249"/>
                <a:gd name="connsiteY0" fmla="*/ 590533 h 668354"/>
                <a:gd name="connsiteX1" fmla="*/ 1360942 w 2780249"/>
                <a:gd name="connsiteY1" fmla="*/ 41 h 668354"/>
                <a:gd name="connsiteX2" fmla="*/ 2780249 w 2780249"/>
                <a:gd name="connsiteY2" fmla="*/ 609988 h 668354"/>
                <a:gd name="connsiteX3" fmla="*/ 2416909 w 2780249"/>
                <a:gd name="connsiteY3" fmla="*/ 668354 h 668354"/>
                <a:gd name="connsiteX4" fmla="*/ 1351215 w 2780249"/>
                <a:gd name="connsiteY4" fmla="*/ 480112 h 668354"/>
                <a:gd name="connsiteX5" fmla="*/ 275792 w 2780249"/>
                <a:gd name="connsiteY5" fmla="*/ 639171 h 668354"/>
                <a:gd name="connsiteX6" fmla="*/ 0 w 2780249"/>
                <a:gd name="connsiteY6" fmla="*/ 590533 h 668354"/>
                <a:gd name="connsiteX0" fmla="*/ 0 w 2780249"/>
                <a:gd name="connsiteY0" fmla="*/ 590533 h 775358"/>
                <a:gd name="connsiteX1" fmla="*/ 1360942 w 2780249"/>
                <a:gd name="connsiteY1" fmla="*/ 41 h 775358"/>
                <a:gd name="connsiteX2" fmla="*/ 2780249 w 2780249"/>
                <a:gd name="connsiteY2" fmla="*/ 609988 h 775358"/>
                <a:gd name="connsiteX3" fmla="*/ 2329360 w 2780249"/>
                <a:gd name="connsiteY3" fmla="*/ 775358 h 775358"/>
                <a:gd name="connsiteX4" fmla="*/ 1351215 w 2780249"/>
                <a:gd name="connsiteY4" fmla="*/ 480112 h 775358"/>
                <a:gd name="connsiteX5" fmla="*/ 275792 w 2780249"/>
                <a:gd name="connsiteY5" fmla="*/ 639171 h 775358"/>
                <a:gd name="connsiteX6" fmla="*/ 0 w 2780249"/>
                <a:gd name="connsiteY6" fmla="*/ 590533 h 775358"/>
                <a:gd name="connsiteX0" fmla="*/ 0 w 2673245"/>
                <a:gd name="connsiteY0" fmla="*/ 600391 h 785216"/>
                <a:gd name="connsiteX1" fmla="*/ 1360942 w 2673245"/>
                <a:gd name="connsiteY1" fmla="*/ 9899 h 785216"/>
                <a:gd name="connsiteX2" fmla="*/ 2673245 w 2673245"/>
                <a:gd name="connsiteY2" fmla="*/ 405837 h 785216"/>
                <a:gd name="connsiteX3" fmla="*/ 2329360 w 2673245"/>
                <a:gd name="connsiteY3" fmla="*/ 785216 h 785216"/>
                <a:gd name="connsiteX4" fmla="*/ 1351215 w 2673245"/>
                <a:gd name="connsiteY4" fmla="*/ 489970 h 785216"/>
                <a:gd name="connsiteX5" fmla="*/ 275792 w 2673245"/>
                <a:gd name="connsiteY5" fmla="*/ 649029 h 785216"/>
                <a:gd name="connsiteX6" fmla="*/ 0 w 2673245"/>
                <a:gd name="connsiteY6" fmla="*/ 600391 h 785216"/>
                <a:gd name="connsiteX0" fmla="*/ 0 w 2673245"/>
                <a:gd name="connsiteY0" fmla="*/ 593348 h 778173"/>
                <a:gd name="connsiteX1" fmla="*/ 1360942 w 2673245"/>
                <a:gd name="connsiteY1" fmla="*/ 2856 h 778173"/>
                <a:gd name="connsiteX2" fmla="*/ 2673245 w 2673245"/>
                <a:gd name="connsiteY2" fmla="*/ 398794 h 778173"/>
                <a:gd name="connsiteX3" fmla="*/ 2329360 w 2673245"/>
                <a:gd name="connsiteY3" fmla="*/ 778173 h 778173"/>
                <a:gd name="connsiteX4" fmla="*/ 1351215 w 2673245"/>
                <a:gd name="connsiteY4" fmla="*/ 482927 h 778173"/>
                <a:gd name="connsiteX5" fmla="*/ 275792 w 2673245"/>
                <a:gd name="connsiteY5" fmla="*/ 641986 h 778173"/>
                <a:gd name="connsiteX6" fmla="*/ 0 w 2673245"/>
                <a:gd name="connsiteY6" fmla="*/ 593348 h 778173"/>
                <a:gd name="connsiteX0" fmla="*/ 0 w 2478691"/>
                <a:gd name="connsiteY0" fmla="*/ 293714 h 809279"/>
                <a:gd name="connsiteX1" fmla="*/ 1166388 w 2478691"/>
                <a:gd name="connsiteY1" fmla="*/ 33962 h 809279"/>
                <a:gd name="connsiteX2" fmla="*/ 2478691 w 2478691"/>
                <a:gd name="connsiteY2" fmla="*/ 429900 h 809279"/>
                <a:gd name="connsiteX3" fmla="*/ 2134806 w 2478691"/>
                <a:gd name="connsiteY3" fmla="*/ 809279 h 809279"/>
                <a:gd name="connsiteX4" fmla="*/ 1156661 w 2478691"/>
                <a:gd name="connsiteY4" fmla="*/ 514033 h 809279"/>
                <a:gd name="connsiteX5" fmla="*/ 81238 w 2478691"/>
                <a:gd name="connsiteY5" fmla="*/ 673092 h 809279"/>
                <a:gd name="connsiteX6" fmla="*/ 0 w 2478691"/>
                <a:gd name="connsiteY6" fmla="*/ 293714 h 809279"/>
                <a:gd name="connsiteX0" fmla="*/ 0 w 2478691"/>
                <a:gd name="connsiteY0" fmla="*/ 262275 h 777840"/>
                <a:gd name="connsiteX1" fmla="*/ 1166388 w 2478691"/>
                <a:gd name="connsiteY1" fmla="*/ 2523 h 777840"/>
                <a:gd name="connsiteX2" fmla="*/ 2478691 w 2478691"/>
                <a:gd name="connsiteY2" fmla="*/ 398461 h 777840"/>
                <a:gd name="connsiteX3" fmla="*/ 2134806 w 2478691"/>
                <a:gd name="connsiteY3" fmla="*/ 777840 h 777840"/>
                <a:gd name="connsiteX4" fmla="*/ 1156661 w 2478691"/>
                <a:gd name="connsiteY4" fmla="*/ 482594 h 777840"/>
                <a:gd name="connsiteX5" fmla="*/ 81238 w 2478691"/>
                <a:gd name="connsiteY5" fmla="*/ 641653 h 777840"/>
                <a:gd name="connsiteX6" fmla="*/ 0 w 2478691"/>
                <a:gd name="connsiteY6" fmla="*/ 262275 h 777840"/>
                <a:gd name="connsiteX0" fmla="*/ 0 w 2478691"/>
                <a:gd name="connsiteY0" fmla="*/ 262275 h 777841"/>
                <a:gd name="connsiteX1" fmla="*/ 1166388 w 2478691"/>
                <a:gd name="connsiteY1" fmla="*/ 2523 h 777841"/>
                <a:gd name="connsiteX2" fmla="*/ 2478691 w 2478691"/>
                <a:gd name="connsiteY2" fmla="*/ 398461 h 777841"/>
                <a:gd name="connsiteX3" fmla="*/ 2134806 w 2478691"/>
                <a:gd name="connsiteY3" fmla="*/ 777840 h 777841"/>
                <a:gd name="connsiteX4" fmla="*/ 1156661 w 2478691"/>
                <a:gd name="connsiteY4" fmla="*/ 482594 h 777841"/>
                <a:gd name="connsiteX5" fmla="*/ 178515 w 2478691"/>
                <a:gd name="connsiteY5" fmla="*/ 777841 h 777841"/>
                <a:gd name="connsiteX6" fmla="*/ 0 w 2478691"/>
                <a:gd name="connsiteY6" fmla="*/ 262275 h 777841"/>
                <a:gd name="connsiteX0" fmla="*/ 0 w 2478691"/>
                <a:gd name="connsiteY0" fmla="*/ 262275 h 777840"/>
                <a:gd name="connsiteX1" fmla="*/ 1166388 w 2478691"/>
                <a:gd name="connsiteY1" fmla="*/ 2523 h 777840"/>
                <a:gd name="connsiteX2" fmla="*/ 2478691 w 2478691"/>
                <a:gd name="connsiteY2" fmla="*/ 398461 h 777840"/>
                <a:gd name="connsiteX3" fmla="*/ 2134806 w 2478691"/>
                <a:gd name="connsiteY3" fmla="*/ 777840 h 777840"/>
                <a:gd name="connsiteX4" fmla="*/ 1156661 w 2478691"/>
                <a:gd name="connsiteY4" fmla="*/ 482594 h 777840"/>
                <a:gd name="connsiteX5" fmla="*/ 139604 w 2478691"/>
                <a:gd name="connsiteY5" fmla="*/ 748658 h 777840"/>
                <a:gd name="connsiteX6" fmla="*/ 0 w 2478691"/>
                <a:gd name="connsiteY6" fmla="*/ 262275 h 777840"/>
                <a:gd name="connsiteX0" fmla="*/ 0 w 2478691"/>
                <a:gd name="connsiteY0" fmla="*/ 262275 h 777840"/>
                <a:gd name="connsiteX1" fmla="*/ 1166388 w 2478691"/>
                <a:gd name="connsiteY1" fmla="*/ 2523 h 777840"/>
                <a:gd name="connsiteX2" fmla="*/ 2478691 w 2478691"/>
                <a:gd name="connsiteY2" fmla="*/ 398461 h 777840"/>
                <a:gd name="connsiteX3" fmla="*/ 2134806 w 2478691"/>
                <a:gd name="connsiteY3" fmla="*/ 777840 h 777840"/>
                <a:gd name="connsiteX4" fmla="*/ 1156661 w 2478691"/>
                <a:gd name="connsiteY4" fmla="*/ 482594 h 777840"/>
                <a:gd name="connsiteX5" fmla="*/ 139604 w 2478691"/>
                <a:gd name="connsiteY5" fmla="*/ 748658 h 777840"/>
                <a:gd name="connsiteX6" fmla="*/ 0 w 2478691"/>
                <a:gd name="connsiteY6" fmla="*/ 262275 h 777840"/>
                <a:gd name="connsiteX0" fmla="*/ 0 w 2478691"/>
                <a:gd name="connsiteY0" fmla="*/ 262275 h 797295"/>
                <a:gd name="connsiteX1" fmla="*/ 1166388 w 2478691"/>
                <a:gd name="connsiteY1" fmla="*/ 2523 h 797295"/>
                <a:gd name="connsiteX2" fmla="*/ 2478691 w 2478691"/>
                <a:gd name="connsiteY2" fmla="*/ 398461 h 797295"/>
                <a:gd name="connsiteX3" fmla="*/ 2144534 w 2478691"/>
                <a:gd name="connsiteY3" fmla="*/ 797295 h 797295"/>
                <a:gd name="connsiteX4" fmla="*/ 1156661 w 2478691"/>
                <a:gd name="connsiteY4" fmla="*/ 482594 h 797295"/>
                <a:gd name="connsiteX5" fmla="*/ 139604 w 2478691"/>
                <a:gd name="connsiteY5" fmla="*/ 748658 h 797295"/>
                <a:gd name="connsiteX6" fmla="*/ 0 w 2478691"/>
                <a:gd name="connsiteY6" fmla="*/ 262275 h 797295"/>
                <a:gd name="connsiteX0" fmla="*/ 0 w 2478691"/>
                <a:gd name="connsiteY0" fmla="*/ 262275 h 797295"/>
                <a:gd name="connsiteX1" fmla="*/ 1166388 w 2478691"/>
                <a:gd name="connsiteY1" fmla="*/ 2523 h 797295"/>
                <a:gd name="connsiteX2" fmla="*/ 2478691 w 2478691"/>
                <a:gd name="connsiteY2" fmla="*/ 398461 h 797295"/>
                <a:gd name="connsiteX3" fmla="*/ 2144534 w 2478691"/>
                <a:gd name="connsiteY3" fmla="*/ 797295 h 797295"/>
                <a:gd name="connsiteX4" fmla="*/ 1156661 w 2478691"/>
                <a:gd name="connsiteY4" fmla="*/ 482594 h 797295"/>
                <a:gd name="connsiteX5" fmla="*/ 139604 w 2478691"/>
                <a:gd name="connsiteY5" fmla="*/ 748658 h 797295"/>
                <a:gd name="connsiteX6" fmla="*/ 0 w 2478691"/>
                <a:gd name="connsiteY6" fmla="*/ 262275 h 797295"/>
                <a:gd name="connsiteX0" fmla="*/ 0 w 2309168"/>
                <a:gd name="connsiteY0" fmla="*/ 259772 h 794792"/>
                <a:gd name="connsiteX1" fmla="*/ 1166388 w 2309168"/>
                <a:gd name="connsiteY1" fmla="*/ 20 h 794792"/>
                <a:gd name="connsiteX2" fmla="*/ 2309168 w 2309168"/>
                <a:gd name="connsiteY2" fmla="*/ 270099 h 794792"/>
                <a:gd name="connsiteX3" fmla="*/ 2144534 w 2309168"/>
                <a:gd name="connsiteY3" fmla="*/ 794792 h 794792"/>
                <a:gd name="connsiteX4" fmla="*/ 1156661 w 2309168"/>
                <a:gd name="connsiteY4" fmla="*/ 480091 h 794792"/>
                <a:gd name="connsiteX5" fmla="*/ 139604 w 2309168"/>
                <a:gd name="connsiteY5" fmla="*/ 746155 h 794792"/>
                <a:gd name="connsiteX6" fmla="*/ 0 w 2309168"/>
                <a:gd name="connsiteY6" fmla="*/ 259772 h 794792"/>
                <a:gd name="connsiteX0" fmla="*/ 0 w 2309168"/>
                <a:gd name="connsiteY0" fmla="*/ 259772 h 794792"/>
                <a:gd name="connsiteX1" fmla="*/ 1166388 w 2309168"/>
                <a:gd name="connsiteY1" fmla="*/ 20 h 794792"/>
                <a:gd name="connsiteX2" fmla="*/ 2309168 w 2309168"/>
                <a:gd name="connsiteY2" fmla="*/ 270099 h 794792"/>
                <a:gd name="connsiteX3" fmla="*/ 2144534 w 2309168"/>
                <a:gd name="connsiteY3" fmla="*/ 794792 h 794792"/>
                <a:gd name="connsiteX4" fmla="*/ 1156661 w 2309168"/>
                <a:gd name="connsiteY4" fmla="*/ 480091 h 794792"/>
                <a:gd name="connsiteX5" fmla="*/ 139604 w 2309168"/>
                <a:gd name="connsiteY5" fmla="*/ 746155 h 794792"/>
                <a:gd name="connsiteX6" fmla="*/ 0 w 2309168"/>
                <a:gd name="connsiteY6" fmla="*/ 259772 h 794792"/>
                <a:gd name="connsiteX0" fmla="*/ 0 w 2309168"/>
                <a:gd name="connsiteY0" fmla="*/ 259772 h 746155"/>
                <a:gd name="connsiteX1" fmla="*/ 1166388 w 2309168"/>
                <a:gd name="connsiteY1" fmla="*/ 20 h 746155"/>
                <a:gd name="connsiteX2" fmla="*/ 2309168 w 2309168"/>
                <a:gd name="connsiteY2" fmla="*/ 270099 h 746155"/>
                <a:gd name="connsiteX3" fmla="*/ 2121417 w 2309168"/>
                <a:gd name="connsiteY3" fmla="*/ 707462 h 746155"/>
                <a:gd name="connsiteX4" fmla="*/ 1156661 w 2309168"/>
                <a:gd name="connsiteY4" fmla="*/ 480091 h 746155"/>
                <a:gd name="connsiteX5" fmla="*/ 139604 w 2309168"/>
                <a:gd name="connsiteY5" fmla="*/ 746155 h 746155"/>
                <a:gd name="connsiteX6" fmla="*/ 0 w 2309168"/>
                <a:gd name="connsiteY6" fmla="*/ 259772 h 746155"/>
                <a:gd name="connsiteX0" fmla="*/ 0 w 2309168"/>
                <a:gd name="connsiteY0" fmla="*/ 259772 h 746155"/>
                <a:gd name="connsiteX1" fmla="*/ 1166388 w 2309168"/>
                <a:gd name="connsiteY1" fmla="*/ 20 h 746155"/>
                <a:gd name="connsiteX2" fmla="*/ 2309168 w 2309168"/>
                <a:gd name="connsiteY2" fmla="*/ 270099 h 746155"/>
                <a:gd name="connsiteX3" fmla="*/ 2121417 w 2309168"/>
                <a:gd name="connsiteY3" fmla="*/ 707462 h 746155"/>
                <a:gd name="connsiteX4" fmla="*/ 1156661 w 2309168"/>
                <a:gd name="connsiteY4" fmla="*/ 480091 h 746155"/>
                <a:gd name="connsiteX5" fmla="*/ 139604 w 2309168"/>
                <a:gd name="connsiteY5" fmla="*/ 746155 h 746155"/>
                <a:gd name="connsiteX6" fmla="*/ 0 w 2309168"/>
                <a:gd name="connsiteY6" fmla="*/ 259772 h 746155"/>
                <a:gd name="connsiteX0" fmla="*/ 0 w 2309168"/>
                <a:gd name="connsiteY0" fmla="*/ 226793 h 746567"/>
                <a:gd name="connsiteX1" fmla="*/ 1166388 w 2309168"/>
                <a:gd name="connsiteY1" fmla="*/ 432 h 746567"/>
                <a:gd name="connsiteX2" fmla="*/ 2309168 w 2309168"/>
                <a:gd name="connsiteY2" fmla="*/ 270511 h 746567"/>
                <a:gd name="connsiteX3" fmla="*/ 2121417 w 2309168"/>
                <a:gd name="connsiteY3" fmla="*/ 707874 h 746567"/>
                <a:gd name="connsiteX4" fmla="*/ 1156661 w 2309168"/>
                <a:gd name="connsiteY4" fmla="*/ 480503 h 746567"/>
                <a:gd name="connsiteX5" fmla="*/ 139604 w 2309168"/>
                <a:gd name="connsiteY5" fmla="*/ 746567 h 746567"/>
                <a:gd name="connsiteX6" fmla="*/ 0 w 2309168"/>
                <a:gd name="connsiteY6" fmla="*/ 226793 h 746567"/>
                <a:gd name="connsiteX0" fmla="*/ 0 w 2309168"/>
                <a:gd name="connsiteY0" fmla="*/ 226663 h 746437"/>
                <a:gd name="connsiteX1" fmla="*/ 1166388 w 2309168"/>
                <a:gd name="connsiteY1" fmla="*/ 302 h 746437"/>
                <a:gd name="connsiteX2" fmla="*/ 2309168 w 2309168"/>
                <a:gd name="connsiteY2" fmla="*/ 270381 h 746437"/>
                <a:gd name="connsiteX3" fmla="*/ 2121417 w 2309168"/>
                <a:gd name="connsiteY3" fmla="*/ 707744 h 746437"/>
                <a:gd name="connsiteX4" fmla="*/ 1156661 w 2309168"/>
                <a:gd name="connsiteY4" fmla="*/ 480373 h 746437"/>
                <a:gd name="connsiteX5" fmla="*/ 139604 w 2309168"/>
                <a:gd name="connsiteY5" fmla="*/ 746437 h 746437"/>
                <a:gd name="connsiteX6" fmla="*/ 0 w 2309168"/>
                <a:gd name="connsiteY6" fmla="*/ 226663 h 746437"/>
                <a:gd name="connsiteX0" fmla="*/ 0 w 2309168"/>
                <a:gd name="connsiteY0" fmla="*/ 226614 h 746388"/>
                <a:gd name="connsiteX1" fmla="*/ 1166388 w 2309168"/>
                <a:gd name="connsiteY1" fmla="*/ 253 h 746388"/>
                <a:gd name="connsiteX2" fmla="*/ 2309168 w 2309168"/>
                <a:gd name="connsiteY2" fmla="*/ 270332 h 746388"/>
                <a:gd name="connsiteX3" fmla="*/ 2121417 w 2309168"/>
                <a:gd name="connsiteY3" fmla="*/ 707695 h 746388"/>
                <a:gd name="connsiteX4" fmla="*/ 1156661 w 2309168"/>
                <a:gd name="connsiteY4" fmla="*/ 480324 h 746388"/>
                <a:gd name="connsiteX5" fmla="*/ 139604 w 2309168"/>
                <a:gd name="connsiteY5" fmla="*/ 746388 h 746388"/>
                <a:gd name="connsiteX6" fmla="*/ 0 w 2309168"/>
                <a:gd name="connsiteY6" fmla="*/ 226614 h 746388"/>
                <a:gd name="connsiteX0" fmla="*/ 0 w 2309168"/>
                <a:gd name="connsiteY0" fmla="*/ 231692 h 746328"/>
                <a:gd name="connsiteX1" fmla="*/ 1166388 w 2309168"/>
                <a:gd name="connsiteY1" fmla="*/ 193 h 746328"/>
                <a:gd name="connsiteX2" fmla="*/ 2309168 w 2309168"/>
                <a:gd name="connsiteY2" fmla="*/ 270272 h 746328"/>
                <a:gd name="connsiteX3" fmla="*/ 2121417 w 2309168"/>
                <a:gd name="connsiteY3" fmla="*/ 707635 h 746328"/>
                <a:gd name="connsiteX4" fmla="*/ 1156661 w 2309168"/>
                <a:gd name="connsiteY4" fmla="*/ 480264 h 746328"/>
                <a:gd name="connsiteX5" fmla="*/ 139604 w 2309168"/>
                <a:gd name="connsiteY5" fmla="*/ 746328 h 746328"/>
                <a:gd name="connsiteX6" fmla="*/ 0 w 2309168"/>
                <a:gd name="connsiteY6" fmla="*/ 231692 h 746328"/>
                <a:gd name="connsiteX0" fmla="*/ 0 w 2309168"/>
                <a:gd name="connsiteY0" fmla="*/ 231692 h 707635"/>
                <a:gd name="connsiteX1" fmla="*/ 1166388 w 2309168"/>
                <a:gd name="connsiteY1" fmla="*/ 193 h 707635"/>
                <a:gd name="connsiteX2" fmla="*/ 2309168 w 2309168"/>
                <a:gd name="connsiteY2" fmla="*/ 270272 h 707635"/>
                <a:gd name="connsiteX3" fmla="*/ 2121417 w 2309168"/>
                <a:gd name="connsiteY3" fmla="*/ 707635 h 707635"/>
                <a:gd name="connsiteX4" fmla="*/ 1156661 w 2309168"/>
                <a:gd name="connsiteY4" fmla="*/ 480264 h 707635"/>
                <a:gd name="connsiteX5" fmla="*/ 172995 w 2309168"/>
                <a:gd name="connsiteY5" fmla="*/ 684683 h 707635"/>
                <a:gd name="connsiteX6" fmla="*/ 0 w 2309168"/>
                <a:gd name="connsiteY6" fmla="*/ 231692 h 707635"/>
                <a:gd name="connsiteX0" fmla="*/ 0 w 2309168"/>
                <a:gd name="connsiteY0" fmla="*/ 231692 h 707635"/>
                <a:gd name="connsiteX1" fmla="*/ 1166388 w 2309168"/>
                <a:gd name="connsiteY1" fmla="*/ 193 h 707635"/>
                <a:gd name="connsiteX2" fmla="*/ 2309168 w 2309168"/>
                <a:gd name="connsiteY2" fmla="*/ 270272 h 707635"/>
                <a:gd name="connsiteX3" fmla="*/ 2121417 w 2309168"/>
                <a:gd name="connsiteY3" fmla="*/ 707635 h 707635"/>
                <a:gd name="connsiteX4" fmla="*/ 1156661 w 2309168"/>
                <a:gd name="connsiteY4" fmla="*/ 480264 h 707635"/>
                <a:gd name="connsiteX5" fmla="*/ 172995 w 2309168"/>
                <a:gd name="connsiteY5" fmla="*/ 684683 h 707635"/>
                <a:gd name="connsiteX6" fmla="*/ 0 w 2309168"/>
                <a:gd name="connsiteY6" fmla="*/ 231692 h 707635"/>
                <a:gd name="connsiteX0" fmla="*/ 0 w 2309168"/>
                <a:gd name="connsiteY0" fmla="*/ 231692 h 715340"/>
                <a:gd name="connsiteX1" fmla="*/ 1166388 w 2309168"/>
                <a:gd name="connsiteY1" fmla="*/ 193 h 715340"/>
                <a:gd name="connsiteX2" fmla="*/ 2309168 w 2309168"/>
                <a:gd name="connsiteY2" fmla="*/ 270272 h 715340"/>
                <a:gd name="connsiteX3" fmla="*/ 2123986 w 2309168"/>
                <a:gd name="connsiteY3" fmla="*/ 715340 h 715340"/>
                <a:gd name="connsiteX4" fmla="*/ 1156661 w 2309168"/>
                <a:gd name="connsiteY4" fmla="*/ 480264 h 715340"/>
                <a:gd name="connsiteX5" fmla="*/ 172995 w 2309168"/>
                <a:gd name="connsiteY5" fmla="*/ 684683 h 715340"/>
                <a:gd name="connsiteX6" fmla="*/ 0 w 2309168"/>
                <a:gd name="connsiteY6" fmla="*/ 231692 h 715340"/>
                <a:gd name="connsiteX0" fmla="*/ 0 w 2309168"/>
                <a:gd name="connsiteY0" fmla="*/ 231692 h 715340"/>
                <a:gd name="connsiteX1" fmla="*/ 1166388 w 2309168"/>
                <a:gd name="connsiteY1" fmla="*/ 193 h 715340"/>
                <a:gd name="connsiteX2" fmla="*/ 2309168 w 2309168"/>
                <a:gd name="connsiteY2" fmla="*/ 270272 h 715340"/>
                <a:gd name="connsiteX3" fmla="*/ 2123986 w 2309168"/>
                <a:gd name="connsiteY3" fmla="*/ 715340 h 715340"/>
                <a:gd name="connsiteX4" fmla="*/ 1156661 w 2309168"/>
                <a:gd name="connsiteY4" fmla="*/ 480264 h 715340"/>
                <a:gd name="connsiteX5" fmla="*/ 172995 w 2309168"/>
                <a:gd name="connsiteY5" fmla="*/ 684683 h 715340"/>
                <a:gd name="connsiteX6" fmla="*/ 0 w 2309168"/>
                <a:gd name="connsiteY6" fmla="*/ 231692 h 715340"/>
                <a:gd name="connsiteX0" fmla="*/ 0 w 2309168"/>
                <a:gd name="connsiteY0" fmla="*/ 231692 h 715340"/>
                <a:gd name="connsiteX1" fmla="*/ 1166388 w 2309168"/>
                <a:gd name="connsiteY1" fmla="*/ 193 h 715340"/>
                <a:gd name="connsiteX2" fmla="*/ 2309168 w 2309168"/>
                <a:gd name="connsiteY2" fmla="*/ 270272 h 715340"/>
                <a:gd name="connsiteX3" fmla="*/ 2123986 w 2309168"/>
                <a:gd name="connsiteY3" fmla="*/ 715340 h 715340"/>
                <a:gd name="connsiteX4" fmla="*/ 1156661 w 2309168"/>
                <a:gd name="connsiteY4" fmla="*/ 480264 h 715340"/>
                <a:gd name="connsiteX5" fmla="*/ 172995 w 2309168"/>
                <a:gd name="connsiteY5" fmla="*/ 684683 h 715340"/>
                <a:gd name="connsiteX6" fmla="*/ 0 w 2309168"/>
                <a:gd name="connsiteY6" fmla="*/ 231692 h 715340"/>
                <a:gd name="connsiteX0" fmla="*/ 0 w 2314305"/>
                <a:gd name="connsiteY0" fmla="*/ 231543 h 715191"/>
                <a:gd name="connsiteX1" fmla="*/ 1166388 w 2314305"/>
                <a:gd name="connsiteY1" fmla="*/ 44 h 715191"/>
                <a:gd name="connsiteX2" fmla="*/ 2314305 w 2314305"/>
                <a:gd name="connsiteY2" fmla="*/ 249575 h 715191"/>
                <a:gd name="connsiteX3" fmla="*/ 2123986 w 2314305"/>
                <a:gd name="connsiteY3" fmla="*/ 715191 h 715191"/>
                <a:gd name="connsiteX4" fmla="*/ 1156661 w 2314305"/>
                <a:gd name="connsiteY4" fmla="*/ 480115 h 715191"/>
                <a:gd name="connsiteX5" fmla="*/ 172995 w 2314305"/>
                <a:gd name="connsiteY5" fmla="*/ 684534 h 715191"/>
                <a:gd name="connsiteX6" fmla="*/ 0 w 2314305"/>
                <a:gd name="connsiteY6" fmla="*/ 231543 h 715191"/>
                <a:gd name="connsiteX0" fmla="*/ 0 w 2314305"/>
                <a:gd name="connsiteY0" fmla="*/ 231543 h 715191"/>
                <a:gd name="connsiteX1" fmla="*/ 1166388 w 2314305"/>
                <a:gd name="connsiteY1" fmla="*/ 44 h 715191"/>
                <a:gd name="connsiteX2" fmla="*/ 2314305 w 2314305"/>
                <a:gd name="connsiteY2" fmla="*/ 249575 h 715191"/>
                <a:gd name="connsiteX3" fmla="*/ 2123986 w 2314305"/>
                <a:gd name="connsiteY3" fmla="*/ 715191 h 715191"/>
                <a:gd name="connsiteX4" fmla="*/ 1156661 w 2314305"/>
                <a:gd name="connsiteY4" fmla="*/ 480115 h 715191"/>
                <a:gd name="connsiteX5" fmla="*/ 172995 w 2314305"/>
                <a:gd name="connsiteY5" fmla="*/ 684534 h 715191"/>
                <a:gd name="connsiteX6" fmla="*/ 0 w 2314305"/>
                <a:gd name="connsiteY6" fmla="*/ 231543 h 715191"/>
                <a:gd name="connsiteX0" fmla="*/ 0 w 2314305"/>
                <a:gd name="connsiteY0" fmla="*/ 231550 h 715198"/>
                <a:gd name="connsiteX1" fmla="*/ 1166388 w 2314305"/>
                <a:gd name="connsiteY1" fmla="*/ 51 h 715198"/>
                <a:gd name="connsiteX2" fmla="*/ 2314305 w 2314305"/>
                <a:gd name="connsiteY2" fmla="*/ 249582 h 715198"/>
                <a:gd name="connsiteX3" fmla="*/ 2123986 w 2314305"/>
                <a:gd name="connsiteY3" fmla="*/ 715198 h 715198"/>
                <a:gd name="connsiteX4" fmla="*/ 1156661 w 2314305"/>
                <a:gd name="connsiteY4" fmla="*/ 480122 h 715198"/>
                <a:gd name="connsiteX5" fmla="*/ 172995 w 2314305"/>
                <a:gd name="connsiteY5" fmla="*/ 684541 h 715198"/>
                <a:gd name="connsiteX6" fmla="*/ 0 w 2314305"/>
                <a:gd name="connsiteY6" fmla="*/ 231550 h 715198"/>
                <a:gd name="connsiteX0" fmla="*/ 0 w 2314305"/>
                <a:gd name="connsiteY0" fmla="*/ 233092 h 716740"/>
                <a:gd name="connsiteX1" fmla="*/ 1166388 w 2314305"/>
                <a:gd name="connsiteY1" fmla="*/ 1593 h 716740"/>
                <a:gd name="connsiteX2" fmla="*/ 2314305 w 2314305"/>
                <a:gd name="connsiteY2" fmla="*/ 251124 h 716740"/>
                <a:gd name="connsiteX3" fmla="*/ 2123986 w 2314305"/>
                <a:gd name="connsiteY3" fmla="*/ 716740 h 716740"/>
                <a:gd name="connsiteX4" fmla="*/ 1156661 w 2314305"/>
                <a:gd name="connsiteY4" fmla="*/ 481664 h 716740"/>
                <a:gd name="connsiteX5" fmla="*/ 172995 w 2314305"/>
                <a:gd name="connsiteY5" fmla="*/ 686083 h 716740"/>
                <a:gd name="connsiteX6" fmla="*/ 0 w 2314305"/>
                <a:gd name="connsiteY6" fmla="*/ 233092 h 716740"/>
                <a:gd name="connsiteX0" fmla="*/ 0 w 2314305"/>
                <a:gd name="connsiteY0" fmla="*/ 231523 h 715171"/>
                <a:gd name="connsiteX1" fmla="*/ 1166388 w 2314305"/>
                <a:gd name="connsiteY1" fmla="*/ 24 h 715171"/>
                <a:gd name="connsiteX2" fmla="*/ 2314305 w 2314305"/>
                <a:gd name="connsiteY2" fmla="*/ 249555 h 715171"/>
                <a:gd name="connsiteX3" fmla="*/ 2123986 w 2314305"/>
                <a:gd name="connsiteY3" fmla="*/ 715171 h 715171"/>
                <a:gd name="connsiteX4" fmla="*/ 1156661 w 2314305"/>
                <a:gd name="connsiteY4" fmla="*/ 480095 h 715171"/>
                <a:gd name="connsiteX5" fmla="*/ 172995 w 2314305"/>
                <a:gd name="connsiteY5" fmla="*/ 684514 h 715171"/>
                <a:gd name="connsiteX6" fmla="*/ 0 w 2314305"/>
                <a:gd name="connsiteY6" fmla="*/ 231523 h 715171"/>
                <a:gd name="connsiteX0" fmla="*/ 0 w 2314305"/>
                <a:gd name="connsiteY0" fmla="*/ 231550 h 715198"/>
                <a:gd name="connsiteX1" fmla="*/ 1166388 w 2314305"/>
                <a:gd name="connsiteY1" fmla="*/ 51 h 715198"/>
                <a:gd name="connsiteX2" fmla="*/ 2314305 w 2314305"/>
                <a:gd name="connsiteY2" fmla="*/ 249582 h 715198"/>
                <a:gd name="connsiteX3" fmla="*/ 2123986 w 2314305"/>
                <a:gd name="connsiteY3" fmla="*/ 715198 h 715198"/>
                <a:gd name="connsiteX4" fmla="*/ 1156661 w 2314305"/>
                <a:gd name="connsiteY4" fmla="*/ 480122 h 715198"/>
                <a:gd name="connsiteX5" fmla="*/ 172995 w 2314305"/>
                <a:gd name="connsiteY5" fmla="*/ 684541 h 715198"/>
                <a:gd name="connsiteX6" fmla="*/ 0 w 2314305"/>
                <a:gd name="connsiteY6" fmla="*/ 231550 h 715198"/>
                <a:gd name="connsiteX0" fmla="*/ 0 w 2314305"/>
                <a:gd name="connsiteY0" fmla="*/ 232088 h 715736"/>
                <a:gd name="connsiteX1" fmla="*/ 1166388 w 2314305"/>
                <a:gd name="connsiteY1" fmla="*/ 589 h 715736"/>
                <a:gd name="connsiteX2" fmla="*/ 2314305 w 2314305"/>
                <a:gd name="connsiteY2" fmla="*/ 250120 h 715736"/>
                <a:gd name="connsiteX3" fmla="*/ 2123986 w 2314305"/>
                <a:gd name="connsiteY3" fmla="*/ 715736 h 715736"/>
                <a:gd name="connsiteX4" fmla="*/ 1156661 w 2314305"/>
                <a:gd name="connsiteY4" fmla="*/ 480660 h 715736"/>
                <a:gd name="connsiteX5" fmla="*/ 172995 w 2314305"/>
                <a:gd name="connsiteY5" fmla="*/ 685079 h 715736"/>
                <a:gd name="connsiteX6" fmla="*/ 0 w 2314305"/>
                <a:gd name="connsiteY6" fmla="*/ 232088 h 715736"/>
                <a:gd name="connsiteX0" fmla="*/ 0 w 2314305"/>
                <a:gd name="connsiteY0" fmla="*/ 232088 h 715736"/>
                <a:gd name="connsiteX1" fmla="*/ 1166388 w 2314305"/>
                <a:gd name="connsiteY1" fmla="*/ 589 h 715736"/>
                <a:gd name="connsiteX2" fmla="*/ 2314305 w 2314305"/>
                <a:gd name="connsiteY2" fmla="*/ 250120 h 715736"/>
                <a:gd name="connsiteX3" fmla="*/ 2123986 w 2314305"/>
                <a:gd name="connsiteY3" fmla="*/ 715736 h 715736"/>
                <a:gd name="connsiteX4" fmla="*/ 1156661 w 2314305"/>
                <a:gd name="connsiteY4" fmla="*/ 480660 h 715736"/>
                <a:gd name="connsiteX5" fmla="*/ 172995 w 2314305"/>
                <a:gd name="connsiteY5" fmla="*/ 685079 h 715736"/>
                <a:gd name="connsiteX6" fmla="*/ 0 w 2314305"/>
                <a:gd name="connsiteY6" fmla="*/ 232088 h 715736"/>
                <a:gd name="connsiteX0" fmla="*/ 0 w 2314305"/>
                <a:gd name="connsiteY0" fmla="*/ 232088 h 715736"/>
                <a:gd name="connsiteX1" fmla="*/ 1166388 w 2314305"/>
                <a:gd name="connsiteY1" fmla="*/ 589 h 715736"/>
                <a:gd name="connsiteX2" fmla="*/ 2314305 w 2314305"/>
                <a:gd name="connsiteY2" fmla="*/ 250120 h 715736"/>
                <a:gd name="connsiteX3" fmla="*/ 2123986 w 2314305"/>
                <a:gd name="connsiteY3" fmla="*/ 715736 h 715736"/>
                <a:gd name="connsiteX4" fmla="*/ 1156661 w 2314305"/>
                <a:gd name="connsiteY4" fmla="*/ 480660 h 715736"/>
                <a:gd name="connsiteX5" fmla="*/ 172995 w 2314305"/>
                <a:gd name="connsiteY5" fmla="*/ 685079 h 715736"/>
                <a:gd name="connsiteX6" fmla="*/ 0 w 2314305"/>
                <a:gd name="connsiteY6" fmla="*/ 232088 h 715736"/>
                <a:gd name="connsiteX0" fmla="*/ 0 w 2314305"/>
                <a:gd name="connsiteY0" fmla="*/ 232060 h 715708"/>
                <a:gd name="connsiteX1" fmla="*/ 1166388 w 2314305"/>
                <a:gd name="connsiteY1" fmla="*/ 561 h 715708"/>
                <a:gd name="connsiteX2" fmla="*/ 2314305 w 2314305"/>
                <a:gd name="connsiteY2" fmla="*/ 250092 h 715708"/>
                <a:gd name="connsiteX3" fmla="*/ 2123986 w 2314305"/>
                <a:gd name="connsiteY3" fmla="*/ 715708 h 715708"/>
                <a:gd name="connsiteX4" fmla="*/ 1156661 w 2314305"/>
                <a:gd name="connsiteY4" fmla="*/ 480632 h 715708"/>
                <a:gd name="connsiteX5" fmla="*/ 172995 w 2314305"/>
                <a:gd name="connsiteY5" fmla="*/ 685051 h 715708"/>
                <a:gd name="connsiteX6" fmla="*/ 0 w 2314305"/>
                <a:gd name="connsiteY6" fmla="*/ 232060 h 7157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314305" h="715708">
                  <a:moveTo>
                    <a:pt x="0" y="232060"/>
                  </a:moveTo>
                  <a:cubicBezTo>
                    <a:pt x="116349" y="135016"/>
                    <a:pt x="772966" y="-10150"/>
                    <a:pt x="1166388" y="561"/>
                  </a:cubicBezTo>
                  <a:cubicBezTo>
                    <a:pt x="1559810" y="11272"/>
                    <a:pt x="1962415" y="54514"/>
                    <a:pt x="2314305" y="250092"/>
                  </a:cubicBezTo>
                  <a:cubicBezTo>
                    <a:pt x="2236857" y="411910"/>
                    <a:pt x="2305049" y="284904"/>
                    <a:pt x="2123986" y="715708"/>
                  </a:cubicBezTo>
                  <a:cubicBezTo>
                    <a:pt x="2077752" y="646036"/>
                    <a:pt x="1616289" y="480632"/>
                    <a:pt x="1156661" y="480632"/>
                  </a:cubicBezTo>
                  <a:cubicBezTo>
                    <a:pt x="697033" y="480632"/>
                    <a:pt x="257593" y="589531"/>
                    <a:pt x="172995" y="685051"/>
                  </a:cubicBezTo>
                  <a:lnTo>
                    <a:pt x="0" y="232060"/>
                  </a:lnTo>
                  <a:close/>
                </a:path>
              </a:pathLst>
            </a:custGeom>
            <a:solidFill>
              <a:srgbClr val="252260"/>
            </a:solidFill>
            <a:ln>
              <a:solidFill>
                <a:srgbClr val="2522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60A35A71-AD7F-2773-210C-70D0C1064C54}"/>
                </a:ext>
              </a:extLst>
            </p:cNvPr>
            <p:cNvSpPr txBox="1"/>
            <p:nvPr/>
          </p:nvSpPr>
          <p:spPr>
            <a:xfrm rot="2976467">
              <a:off x="9461974" y="1744448"/>
              <a:ext cx="1841899" cy="638175"/>
            </a:xfrm>
            <a:prstGeom prst="rect">
              <a:avLst/>
            </a:prstGeom>
            <a:noFill/>
          </p:spPr>
          <p:txBody>
            <a:bodyPr wrap="square" rtlCol="0">
              <a:prstTxWarp prst="textArchUp">
                <a:avLst>
                  <a:gd name="adj" fmla="val 11053946"/>
                </a:avLst>
              </a:prstTxWarp>
              <a:spAutoFit/>
            </a:bodyPr>
            <a:lstStyle/>
            <a:p>
              <a:pPr algn="ctr"/>
              <a:r>
                <a:rPr lang="en-US" sz="2400" dirty="0">
                  <a:solidFill>
                    <a:schemeClr val="bg1"/>
                  </a:solidFill>
                </a:rPr>
                <a:t>Connect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5B60CAB7-94DD-6759-3D0C-BA7D3AD77D22}"/>
                </a:ext>
              </a:extLst>
            </p:cNvPr>
            <p:cNvSpPr txBox="1"/>
            <p:nvPr/>
          </p:nvSpPr>
          <p:spPr>
            <a:xfrm rot="6218390">
              <a:off x="9925946" y="3694976"/>
              <a:ext cx="1841899" cy="638175"/>
            </a:xfrm>
            <a:prstGeom prst="rect">
              <a:avLst/>
            </a:prstGeom>
            <a:noFill/>
          </p:spPr>
          <p:txBody>
            <a:bodyPr wrap="square" rtlCol="0">
              <a:prstTxWarp prst="textArchUp">
                <a:avLst/>
              </a:prstTxWarp>
              <a:spAutoFit/>
            </a:bodyPr>
            <a:lstStyle/>
            <a:p>
              <a:pPr algn="ctr"/>
              <a:r>
                <a:rPr lang="en-US" sz="2400" dirty="0">
                  <a:solidFill>
                    <a:schemeClr val="bg1"/>
                  </a:solidFill>
                </a:rPr>
                <a:t>Learn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8A36CCCB-8CB2-5C0A-E92B-5365C8817F44}"/>
                </a:ext>
              </a:extLst>
            </p:cNvPr>
            <p:cNvSpPr txBox="1"/>
            <p:nvPr/>
          </p:nvSpPr>
          <p:spPr>
            <a:xfrm rot="9167093">
              <a:off x="8638078" y="5306238"/>
              <a:ext cx="1841899" cy="638175"/>
            </a:xfrm>
            <a:prstGeom prst="rect">
              <a:avLst/>
            </a:prstGeom>
            <a:noFill/>
          </p:spPr>
          <p:txBody>
            <a:bodyPr wrap="square" rtlCol="0">
              <a:prstTxWarp prst="textArchUp">
                <a:avLst/>
              </a:prstTxWarp>
              <a:spAutoFit/>
            </a:bodyPr>
            <a:lstStyle/>
            <a:p>
              <a:pPr algn="ctr"/>
              <a:r>
                <a:rPr lang="en-US" sz="2400" dirty="0">
                  <a:solidFill>
                    <a:schemeClr val="bg1"/>
                  </a:solidFill>
                </a:rPr>
                <a:t>Engage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B8D10961-798C-3E82-DBE7-392638BA61E2}"/>
                </a:ext>
              </a:extLst>
            </p:cNvPr>
            <p:cNvSpPr txBox="1"/>
            <p:nvPr/>
          </p:nvSpPr>
          <p:spPr>
            <a:xfrm rot="15697400">
              <a:off x="5263361" y="3507272"/>
              <a:ext cx="2027125" cy="638175"/>
            </a:xfrm>
            <a:prstGeom prst="rect">
              <a:avLst/>
            </a:prstGeom>
            <a:noFill/>
          </p:spPr>
          <p:txBody>
            <a:bodyPr wrap="square" rtlCol="0">
              <a:prstTxWarp prst="textArchUp">
                <a:avLst>
                  <a:gd name="adj" fmla="val 10820778"/>
                </a:avLst>
              </a:prstTxWarp>
              <a:spAutoFit/>
            </a:bodyPr>
            <a:lstStyle/>
            <a:p>
              <a:pPr algn="ctr"/>
              <a:r>
                <a:rPr lang="en-US" sz="2400" dirty="0">
                  <a:solidFill>
                    <a:schemeClr val="bg1"/>
                  </a:solidFill>
                </a:rPr>
                <a:t>Appreciate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6A34E2CE-5138-5BC5-2D0A-18105858E39F}"/>
                </a:ext>
              </a:extLst>
            </p:cNvPr>
            <p:cNvSpPr txBox="1"/>
            <p:nvPr/>
          </p:nvSpPr>
          <p:spPr>
            <a:xfrm rot="18734748">
              <a:off x="5921532" y="1587556"/>
              <a:ext cx="1841899" cy="638175"/>
            </a:xfrm>
            <a:prstGeom prst="rect">
              <a:avLst/>
            </a:prstGeom>
            <a:noFill/>
          </p:spPr>
          <p:txBody>
            <a:bodyPr wrap="square" rtlCol="0">
              <a:prstTxWarp prst="textArchUp">
                <a:avLst/>
              </a:prstTxWarp>
              <a:spAutoFit/>
            </a:bodyPr>
            <a:lstStyle/>
            <a:p>
              <a:pPr algn="ctr"/>
              <a:r>
                <a:rPr lang="en-US" sz="2400" dirty="0">
                  <a:solidFill>
                    <a:schemeClr val="bg1"/>
                  </a:solidFill>
                </a:rPr>
                <a:t>Motivate</a:t>
              </a:r>
            </a:p>
          </p:txBody>
        </p:sp>
        <p:sp>
          <p:nvSpPr>
            <p:cNvPr id="17" name="Isosceles Triangle 16">
              <a:extLst>
                <a:ext uri="{FF2B5EF4-FFF2-40B4-BE49-F238E27FC236}">
                  <a16:creationId xmlns:a16="http://schemas.microsoft.com/office/drawing/2014/main" id="{66BAF7AA-9886-8CAB-1EBD-20A3721ED1C2}"/>
                </a:ext>
              </a:extLst>
            </p:cNvPr>
            <p:cNvSpPr/>
            <p:nvPr/>
          </p:nvSpPr>
          <p:spPr>
            <a:xfrm rot="6649031">
              <a:off x="9283774" y="854270"/>
              <a:ext cx="1097280" cy="457200"/>
            </a:xfrm>
            <a:prstGeom prst="triangle">
              <a:avLst>
                <a:gd name="adj" fmla="val 49630"/>
              </a:avLst>
            </a:prstGeom>
            <a:solidFill>
              <a:srgbClr val="EE4238"/>
            </a:solidFill>
            <a:ln>
              <a:solidFill>
                <a:srgbClr val="EE423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" name="Isosceles Triangle 17">
              <a:extLst>
                <a:ext uri="{FF2B5EF4-FFF2-40B4-BE49-F238E27FC236}">
                  <a16:creationId xmlns:a16="http://schemas.microsoft.com/office/drawing/2014/main" id="{36E1D5FB-05B9-4303-195D-3FA0304492A8}"/>
                </a:ext>
              </a:extLst>
            </p:cNvPr>
            <p:cNvSpPr/>
            <p:nvPr/>
          </p:nvSpPr>
          <p:spPr>
            <a:xfrm rot="10033193">
              <a:off x="10653102" y="2772840"/>
              <a:ext cx="1097280" cy="457200"/>
            </a:xfrm>
            <a:prstGeom prst="triangle">
              <a:avLst>
                <a:gd name="adj" fmla="val 49630"/>
              </a:avLst>
            </a:prstGeom>
            <a:solidFill>
              <a:srgbClr val="F18120"/>
            </a:solidFill>
            <a:ln>
              <a:solidFill>
                <a:srgbClr val="F1812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9" name="Block Arc 1">
              <a:extLst>
                <a:ext uri="{FF2B5EF4-FFF2-40B4-BE49-F238E27FC236}">
                  <a16:creationId xmlns:a16="http://schemas.microsoft.com/office/drawing/2014/main" id="{FB12AED3-376C-EC6D-51F0-AEEB90A2B8F0}"/>
                </a:ext>
              </a:extLst>
            </p:cNvPr>
            <p:cNvSpPr/>
            <p:nvPr/>
          </p:nvSpPr>
          <p:spPr>
            <a:xfrm>
              <a:off x="7436948" y="567120"/>
              <a:ext cx="2314305" cy="715708"/>
            </a:xfrm>
            <a:custGeom>
              <a:avLst/>
              <a:gdLst>
                <a:gd name="connsiteX0" fmla="*/ 0 w 2391141"/>
                <a:gd name="connsiteY0" fmla="*/ 726679 h 1453358"/>
                <a:gd name="connsiteX1" fmla="*/ 1195571 w 2391141"/>
                <a:gd name="connsiteY1" fmla="*/ 0 h 1453358"/>
                <a:gd name="connsiteX2" fmla="*/ 2391142 w 2391141"/>
                <a:gd name="connsiteY2" fmla="*/ 726679 h 1453358"/>
                <a:gd name="connsiteX3" fmla="*/ 2027802 w 2391141"/>
                <a:gd name="connsiteY3" fmla="*/ 726679 h 1453358"/>
                <a:gd name="connsiteX4" fmla="*/ 1195571 w 2391141"/>
                <a:gd name="connsiteY4" fmla="*/ 363339 h 1453358"/>
                <a:gd name="connsiteX5" fmla="*/ 363340 w 2391141"/>
                <a:gd name="connsiteY5" fmla="*/ 726679 h 1453358"/>
                <a:gd name="connsiteX6" fmla="*/ 0 w 2391141"/>
                <a:gd name="connsiteY6" fmla="*/ 726679 h 1453358"/>
                <a:gd name="connsiteX0" fmla="*/ 0 w 2614878"/>
                <a:gd name="connsiteY0" fmla="*/ 727830 h 727830"/>
                <a:gd name="connsiteX1" fmla="*/ 1195571 w 2614878"/>
                <a:gd name="connsiteY1" fmla="*/ 1151 h 727830"/>
                <a:gd name="connsiteX2" fmla="*/ 2614878 w 2614878"/>
                <a:gd name="connsiteY2" fmla="*/ 611098 h 727830"/>
                <a:gd name="connsiteX3" fmla="*/ 2027802 w 2614878"/>
                <a:gd name="connsiteY3" fmla="*/ 727830 h 727830"/>
                <a:gd name="connsiteX4" fmla="*/ 1195571 w 2614878"/>
                <a:gd name="connsiteY4" fmla="*/ 364490 h 727830"/>
                <a:gd name="connsiteX5" fmla="*/ 363340 w 2614878"/>
                <a:gd name="connsiteY5" fmla="*/ 727830 h 727830"/>
                <a:gd name="connsiteX6" fmla="*/ 0 w 2614878"/>
                <a:gd name="connsiteY6" fmla="*/ 727830 h 727830"/>
                <a:gd name="connsiteX0" fmla="*/ 0 w 2614878"/>
                <a:gd name="connsiteY0" fmla="*/ 727830 h 727830"/>
                <a:gd name="connsiteX1" fmla="*/ 1195571 w 2614878"/>
                <a:gd name="connsiteY1" fmla="*/ 1151 h 727830"/>
                <a:gd name="connsiteX2" fmla="*/ 2614878 w 2614878"/>
                <a:gd name="connsiteY2" fmla="*/ 611098 h 727830"/>
                <a:gd name="connsiteX3" fmla="*/ 2251538 w 2614878"/>
                <a:gd name="connsiteY3" fmla="*/ 669464 h 727830"/>
                <a:gd name="connsiteX4" fmla="*/ 1195571 w 2614878"/>
                <a:gd name="connsiteY4" fmla="*/ 364490 h 727830"/>
                <a:gd name="connsiteX5" fmla="*/ 363340 w 2614878"/>
                <a:gd name="connsiteY5" fmla="*/ 727830 h 727830"/>
                <a:gd name="connsiteX6" fmla="*/ 0 w 2614878"/>
                <a:gd name="connsiteY6" fmla="*/ 727830 h 727830"/>
                <a:gd name="connsiteX0" fmla="*/ 0 w 2780249"/>
                <a:gd name="connsiteY0" fmla="*/ 590533 h 726720"/>
                <a:gd name="connsiteX1" fmla="*/ 1360942 w 2780249"/>
                <a:gd name="connsiteY1" fmla="*/ 41 h 726720"/>
                <a:gd name="connsiteX2" fmla="*/ 2780249 w 2780249"/>
                <a:gd name="connsiteY2" fmla="*/ 609988 h 726720"/>
                <a:gd name="connsiteX3" fmla="*/ 2416909 w 2780249"/>
                <a:gd name="connsiteY3" fmla="*/ 668354 h 726720"/>
                <a:gd name="connsiteX4" fmla="*/ 1360942 w 2780249"/>
                <a:gd name="connsiteY4" fmla="*/ 363380 h 726720"/>
                <a:gd name="connsiteX5" fmla="*/ 528711 w 2780249"/>
                <a:gd name="connsiteY5" fmla="*/ 726720 h 726720"/>
                <a:gd name="connsiteX6" fmla="*/ 0 w 2780249"/>
                <a:gd name="connsiteY6" fmla="*/ 590533 h 726720"/>
                <a:gd name="connsiteX0" fmla="*/ 0 w 2780249"/>
                <a:gd name="connsiteY0" fmla="*/ 590533 h 668354"/>
                <a:gd name="connsiteX1" fmla="*/ 1360942 w 2780249"/>
                <a:gd name="connsiteY1" fmla="*/ 41 h 668354"/>
                <a:gd name="connsiteX2" fmla="*/ 2780249 w 2780249"/>
                <a:gd name="connsiteY2" fmla="*/ 609988 h 668354"/>
                <a:gd name="connsiteX3" fmla="*/ 2416909 w 2780249"/>
                <a:gd name="connsiteY3" fmla="*/ 668354 h 668354"/>
                <a:gd name="connsiteX4" fmla="*/ 1360942 w 2780249"/>
                <a:gd name="connsiteY4" fmla="*/ 363380 h 668354"/>
                <a:gd name="connsiteX5" fmla="*/ 275792 w 2780249"/>
                <a:gd name="connsiteY5" fmla="*/ 639171 h 668354"/>
                <a:gd name="connsiteX6" fmla="*/ 0 w 2780249"/>
                <a:gd name="connsiteY6" fmla="*/ 590533 h 668354"/>
                <a:gd name="connsiteX0" fmla="*/ 0 w 2780249"/>
                <a:gd name="connsiteY0" fmla="*/ 590533 h 668354"/>
                <a:gd name="connsiteX1" fmla="*/ 1360942 w 2780249"/>
                <a:gd name="connsiteY1" fmla="*/ 41 h 668354"/>
                <a:gd name="connsiteX2" fmla="*/ 2780249 w 2780249"/>
                <a:gd name="connsiteY2" fmla="*/ 609988 h 668354"/>
                <a:gd name="connsiteX3" fmla="*/ 2416909 w 2780249"/>
                <a:gd name="connsiteY3" fmla="*/ 668354 h 668354"/>
                <a:gd name="connsiteX4" fmla="*/ 1351215 w 2780249"/>
                <a:gd name="connsiteY4" fmla="*/ 480112 h 668354"/>
                <a:gd name="connsiteX5" fmla="*/ 275792 w 2780249"/>
                <a:gd name="connsiteY5" fmla="*/ 639171 h 668354"/>
                <a:gd name="connsiteX6" fmla="*/ 0 w 2780249"/>
                <a:gd name="connsiteY6" fmla="*/ 590533 h 668354"/>
                <a:gd name="connsiteX0" fmla="*/ 0 w 2780249"/>
                <a:gd name="connsiteY0" fmla="*/ 590533 h 775358"/>
                <a:gd name="connsiteX1" fmla="*/ 1360942 w 2780249"/>
                <a:gd name="connsiteY1" fmla="*/ 41 h 775358"/>
                <a:gd name="connsiteX2" fmla="*/ 2780249 w 2780249"/>
                <a:gd name="connsiteY2" fmla="*/ 609988 h 775358"/>
                <a:gd name="connsiteX3" fmla="*/ 2329360 w 2780249"/>
                <a:gd name="connsiteY3" fmla="*/ 775358 h 775358"/>
                <a:gd name="connsiteX4" fmla="*/ 1351215 w 2780249"/>
                <a:gd name="connsiteY4" fmla="*/ 480112 h 775358"/>
                <a:gd name="connsiteX5" fmla="*/ 275792 w 2780249"/>
                <a:gd name="connsiteY5" fmla="*/ 639171 h 775358"/>
                <a:gd name="connsiteX6" fmla="*/ 0 w 2780249"/>
                <a:gd name="connsiteY6" fmla="*/ 590533 h 775358"/>
                <a:gd name="connsiteX0" fmla="*/ 0 w 2673245"/>
                <a:gd name="connsiteY0" fmla="*/ 600391 h 785216"/>
                <a:gd name="connsiteX1" fmla="*/ 1360942 w 2673245"/>
                <a:gd name="connsiteY1" fmla="*/ 9899 h 785216"/>
                <a:gd name="connsiteX2" fmla="*/ 2673245 w 2673245"/>
                <a:gd name="connsiteY2" fmla="*/ 405837 h 785216"/>
                <a:gd name="connsiteX3" fmla="*/ 2329360 w 2673245"/>
                <a:gd name="connsiteY3" fmla="*/ 785216 h 785216"/>
                <a:gd name="connsiteX4" fmla="*/ 1351215 w 2673245"/>
                <a:gd name="connsiteY4" fmla="*/ 489970 h 785216"/>
                <a:gd name="connsiteX5" fmla="*/ 275792 w 2673245"/>
                <a:gd name="connsiteY5" fmla="*/ 649029 h 785216"/>
                <a:gd name="connsiteX6" fmla="*/ 0 w 2673245"/>
                <a:gd name="connsiteY6" fmla="*/ 600391 h 785216"/>
                <a:gd name="connsiteX0" fmla="*/ 0 w 2673245"/>
                <a:gd name="connsiteY0" fmla="*/ 593348 h 778173"/>
                <a:gd name="connsiteX1" fmla="*/ 1360942 w 2673245"/>
                <a:gd name="connsiteY1" fmla="*/ 2856 h 778173"/>
                <a:gd name="connsiteX2" fmla="*/ 2673245 w 2673245"/>
                <a:gd name="connsiteY2" fmla="*/ 398794 h 778173"/>
                <a:gd name="connsiteX3" fmla="*/ 2329360 w 2673245"/>
                <a:gd name="connsiteY3" fmla="*/ 778173 h 778173"/>
                <a:gd name="connsiteX4" fmla="*/ 1351215 w 2673245"/>
                <a:gd name="connsiteY4" fmla="*/ 482927 h 778173"/>
                <a:gd name="connsiteX5" fmla="*/ 275792 w 2673245"/>
                <a:gd name="connsiteY5" fmla="*/ 641986 h 778173"/>
                <a:gd name="connsiteX6" fmla="*/ 0 w 2673245"/>
                <a:gd name="connsiteY6" fmla="*/ 593348 h 778173"/>
                <a:gd name="connsiteX0" fmla="*/ 0 w 2478691"/>
                <a:gd name="connsiteY0" fmla="*/ 293714 h 809279"/>
                <a:gd name="connsiteX1" fmla="*/ 1166388 w 2478691"/>
                <a:gd name="connsiteY1" fmla="*/ 33962 h 809279"/>
                <a:gd name="connsiteX2" fmla="*/ 2478691 w 2478691"/>
                <a:gd name="connsiteY2" fmla="*/ 429900 h 809279"/>
                <a:gd name="connsiteX3" fmla="*/ 2134806 w 2478691"/>
                <a:gd name="connsiteY3" fmla="*/ 809279 h 809279"/>
                <a:gd name="connsiteX4" fmla="*/ 1156661 w 2478691"/>
                <a:gd name="connsiteY4" fmla="*/ 514033 h 809279"/>
                <a:gd name="connsiteX5" fmla="*/ 81238 w 2478691"/>
                <a:gd name="connsiteY5" fmla="*/ 673092 h 809279"/>
                <a:gd name="connsiteX6" fmla="*/ 0 w 2478691"/>
                <a:gd name="connsiteY6" fmla="*/ 293714 h 809279"/>
                <a:gd name="connsiteX0" fmla="*/ 0 w 2478691"/>
                <a:gd name="connsiteY0" fmla="*/ 262275 h 777840"/>
                <a:gd name="connsiteX1" fmla="*/ 1166388 w 2478691"/>
                <a:gd name="connsiteY1" fmla="*/ 2523 h 777840"/>
                <a:gd name="connsiteX2" fmla="*/ 2478691 w 2478691"/>
                <a:gd name="connsiteY2" fmla="*/ 398461 h 777840"/>
                <a:gd name="connsiteX3" fmla="*/ 2134806 w 2478691"/>
                <a:gd name="connsiteY3" fmla="*/ 777840 h 777840"/>
                <a:gd name="connsiteX4" fmla="*/ 1156661 w 2478691"/>
                <a:gd name="connsiteY4" fmla="*/ 482594 h 777840"/>
                <a:gd name="connsiteX5" fmla="*/ 81238 w 2478691"/>
                <a:gd name="connsiteY5" fmla="*/ 641653 h 777840"/>
                <a:gd name="connsiteX6" fmla="*/ 0 w 2478691"/>
                <a:gd name="connsiteY6" fmla="*/ 262275 h 777840"/>
                <a:gd name="connsiteX0" fmla="*/ 0 w 2478691"/>
                <a:gd name="connsiteY0" fmla="*/ 262275 h 777841"/>
                <a:gd name="connsiteX1" fmla="*/ 1166388 w 2478691"/>
                <a:gd name="connsiteY1" fmla="*/ 2523 h 777841"/>
                <a:gd name="connsiteX2" fmla="*/ 2478691 w 2478691"/>
                <a:gd name="connsiteY2" fmla="*/ 398461 h 777841"/>
                <a:gd name="connsiteX3" fmla="*/ 2134806 w 2478691"/>
                <a:gd name="connsiteY3" fmla="*/ 777840 h 777841"/>
                <a:gd name="connsiteX4" fmla="*/ 1156661 w 2478691"/>
                <a:gd name="connsiteY4" fmla="*/ 482594 h 777841"/>
                <a:gd name="connsiteX5" fmla="*/ 178515 w 2478691"/>
                <a:gd name="connsiteY5" fmla="*/ 777841 h 777841"/>
                <a:gd name="connsiteX6" fmla="*/ 0 w 2478691"/>
                <a:gd name="connsiteY6" fmla="*/ 262275 h 777841"/>
                <a:gd name="connsiteX0" fmla="*/ 0 w 2478691"/>
                <a:gd name="connsiteY0" fmla="*/ 262275 h 777840"/>
                <a:gd name="connsiteX1" fmla="*/ 1166388 w 2478691"/>
                <a:gd name="connsiteY1" fmla="*/ 2523 h 777840"/>
                <a:gd name="connsiteX2" fmla="*/ 2478691 w 2478691"/>
                <a:gd name="connsiteY2" fmla="*/ 398461 h 777840"/>
                <a:gd name="connsiteX3" fmla="*/ 2134806 w 2478691"/>
                <a:gd name="connsiteY3" fmla="*/ 777840 h 777840"/>
                <a:gd name="connsiteX4" fmla="*/ 1156661 w 2478691"/>
                <a:gd name="connsiteY4" fmla="*/ 482594 h 777840"/>
                <a:gd name="connsiteX5" fmla="*/ 139604 w 2478691"/>
                <a:gd name="connsiteY5" fmla="*/ 748658 h 777840"/>
                <a:gd name="connsiteX6" fmla="*/ 0 w 2478691"/>
                <a:gd name="connsiteY6" fmla="*/ 262275 h 777840"/>
                <a:gd name="connsiteX0" fmla="*/ 0 w 2478691"/>
                <a:gd name="connsiteY0" fmla="*/ 262275 h 777840"/>
                <a:gd name="connsiteX1" fmla="*/ 1166388 w 2478691"/>
                <a:gd name="connsiteY1" fmla="*/ 2523 h 777840"/>
                <a:gd name="connsiteX2" fmla="*/ 2478691 w 2478691"/>
                <a:gd name="connsiteY2" fmla="*/ 398461 h 777840"/>
                <a:gd name="connsiteX3" fmla="*/ 2134806 w 2478691"/>
                <a:gd name="connsiteY3" fmla="*/ 777840 h 777840"/>
                <a:gd name="connsiteX4" fmla="*/ 1156661 w 2478691"/>
                <a:gd name="connsiteY4" fmla="*/ 482594 h 777840"/>
                <a:gd name="connsiteX5" fmla="*/ 139604 w 2478691"/>
                <a:gd name="connsiteY5" fmla="*/ 748658 h 777840"/>
                <a:gd name="connsiteX6" fmla="*/ 0 w 2478691"/>
                <a:gd name="connsiteY6" fmla="*/ 262275 h 777840"/>
                <a:gd name="connsiteX0" fmla="*/ 0 w 2478691"/>
                <a:gd name="connsiteY0" fmla="*/ 262275 h 797295"/>
                <a:gd name="connsiteX1" fmla="*/ 1166388 w 2478691"/>
                <a:gd name="connsiteY1" fmla="*/ 2523 h 797295"/>
                <a:gd name="connsiteX2" fmla="*/ 2478691 w 2478691"/>
                <a:gd name="connsiteY2" fmla="*/ 398461 h 797295"/>
                <a:gd name="connsiteX3" fmla="*/ 2144534 w 2478691"/>
                <a:gd name="connsiteY3" fmla="*/ 797295 h 797295"/>
                <a:gd name="connsiteX4" fmla="*/ 1156661 w 2478691"/>
                <a:gd name="connsiteY4" fmla="*/ 482594 h 797295"/>
                <a:gd name="connsiteX5" fmla="*/ 139604 w 2478691"/>
                <a:gd name="connsiteY5" fmla="*/ 748658 h 797295"/>
                <a:gd name="connsiteX6" fmla="*/ 0 w 2478691"/>
                <a:gd name="connsiteY6" fmla="*/ 262275 h 797295"/>
                <a:gd name="connsiteX0" fmla="*/ 0 w 2478691"/>
                <a:gd name="connsiteY0" fmla="*/ 262275 h 797295"/>
                <a:gd name="connsiteX1" fmla="*/ 1166388 w 2478691"/>
                <a:gd name="connsiteY1" fmla="*/ 2523 h 797295"/>
                <a:gd name="connsiteX2" fmla="*/ 2478691 w 2478691"/>
                <a:gd name="connsiteY2" fmla="*/ 398461 h 797295"/>
                <a:gd name="connsiteX3" fmla="*/ 2144534 w 2478691"/>
                <a:gd name="connsiteY3" fmla="*/ 797295 h 797295"/>
                <a:gd name="connsiteX4" fmla="*/ 1156661 w 2478691"/>
                <a:gd name="connsiteY4" fmla="*/ 482594 h 797295"/>
                <a:gd name="connsiteX5" fmla="*/ 139604 w 2478691"/>
                <a:gd name="connsiteY5" fmla="*/ 748658 h 797295"/>
                <a:gd name="connsiteX6" fmla="*/ 0 w 2478691"/>
                <a:gd name="connsiteY6" fmla="*/ 262275 h 797295"/>
                <a:gd name="connsiteX0" fmla="*/ 0 w 2309168"/>
                <a:gd name="connsiteY0" fmla="*/ 259772 h 794792"/>
                <a:gd name="connsiteX1" fmla="*/ 1166388 w 2309168"/>
                <a:gd name="connsiteY1" fmla="*/ 20 h 794792"/>
                <a:gd name="connsiteX2" fmla="*/ 2309168 w 2309168"/>
                <a:gd name="connsiteY2" fmla="*/ 270099 h 794792"/>
                <a:gd name="connsiteX3" fmla="*/ 2144534 w 2309168"/>
                <a:gd name="connsiteY3" fmla="*/ 794792 h 794792"/>
                <a:gd name="connsiteX4" fmla="*/ 1156661 w 2309168"/>
                <a:gd name="connsiteY4" fmla="*/ 480091 h 794792"/>
                <a:gd name="connsiteX5" fmla="*/ 139604 w 2309168"/>
                <a:gd name="connsiteY5" fmla="*/ 746155 h 794792"/>
                <a:gd name="connsiteX6" fmla="*/ 0 w 2309168"/>
                <a:gd name="connsiteY6" fmla="*/ 259772 h 794792"/>
                <a:gd name="connsiteX0" fmla="*/ 0 w 2309168"/>
                <a:gd name="connsiteY0" fmla="*/ 259772 h 794792"/>
                <a:gd name="connsiteX1" fmla="*/ 1166388 w 2309168"/>
                <a:gd name="connsiteY1" fmla="*/ 20 h 794792"/>
                <a:gd name="connsiteX2" fmla="*/ 2309168 w 2309168"/>
                <a:gd name="connsiteY2" fmla="*/ 270099 h 794792"/>
                <a:gd name="connsiteX3" fmla="*/ 2144534 w 2309168"/>
                <a:gd name="connsiteY3" fmla="*/ 794792 h 794792"/>
                <a:gd name="connsiteX4" fmla="*/ 1156661 w 2309168"/>
                <a:gd name="connsiteY4" fmla="*/ 480091 h 794792"/>
                <a:gd name="connsiteX5" fmla="*/ 139604 w 2309168"/>
                <a:gd name="connsiteY5" fmla="*/ 746155 h 794792"/>
                <a:gd name="connsiteX6" fmla="*/ 0 w 2309168"/>
                <a:gd name="connsiteY6" fmla="*/ 259772 h 794792"/>
                <a:gd name="connsiteX0" fmla="*/ 0 w 2309168"/>
                <a:gd name="connsiteY0" fmla="*/ 259772 h 746155"/>
                <a:gd name="connsiteX1" fmla="*/ 1166388 w 2309168"/>
                <a:gd name="connsiteY1" fmla="*/ 20 h 746155"/>
                <a:gd name="connsiteX2" fmla="*/ 2309168 w 2309168"/>
                <a:gd name="connsiteY2" fmla="*/ 270099 h 746155"/>
                <a:gd name="connsiteX3" fmla="*/ 2121417 w 2309168"/>
                <a:gd name="connsiteY3" fmla="*/ 707462 h 746155"/>
                <a:gd name="connsiteX4" fmla="*/ 1156661 w 2309168"/>
                <a:gd name="connsiteY4" fmla="*/ 480091 h 746155"/>
                <a:gd name="connsiteX5" fmla="*/ 139604 w 2309168"/>
                <a:gd name="connsiteY5" fmla="*/ 746155 h 746155"/>
                <a:gd name="connsiteX6" fmla="*/ 0 w 2309168"/>
                <a:gd name="connsiteY6" fmla="*/ 259772 h 746155"/>
                <a:gd name="connsiteX0" fmla="*/ 0 w 2309168"/>
                <a:gd name="connsiteY0" fmla="*/ 259772 h 746155"/>
                <a:gd name="connsiteX1" fmla="*/ 1166388 w 2309168"/>
                <a:gd name="connsiteY1" fmla="*/ 20 h 746155"/>
                <a:gd name="connsiteX2" fmla="*/ 2309168 w 2309168"/>
                <a:gd name="connsiteY2" fmla="*/ 270099 h 746155"/>
                <a:gd name="connsiteX3" fmla="*/ 2121417 w 2309168"/>
                <a:gd name="connsiteY3" fmla="*/ 707462 h 746155"/>
                <a:gd name="connsiteX4" fmla="*/ 1156661 w 2309168"/>
                <a:gd name="connsiteY4" fmla="*/ 480091 h 746155"/>
                <a:gd name="connsiteX5" fmla="*/ 139604 w 2309168"/>
                <a:gd name="connsiteY5" fmla="*/ 746155 h 746155"/>
                <a:gd name="connsiteX6" fmla="*/ 0 w 2309168"/>
                <a:gd name="connsiteY6" fmla="*/ 259772 h 746155"/>
                <a:gd name="connsiteX0" fmla="*/ 0 w 2309168"/>
                <a:gd name="connsiteY0" fmla="*/ 226793 h 746567"/>
                <a:gd name="connsiteX1" fmla="*/ 1166388 w 2309168"/>
                <a:gd name="connsiteY1" fmla="*/ 432 h 746567"/>
                <a:gd name="connsiteX2" fmla="*/ 2309168 w 2309168"/>
                <a:gd name="connsiteY2" fmla="*/ 270511 h 746567"/>
                <a:gd name="connsiteX3" fmla="*/ 2121417 w 2309168"/>
                <a:gd name="connsiteY3" fmla="*/ 707874 h 746567"/>
                <a:gd name="connsiteX4" fmla="*/ 1156661 w 2309168"/>
                <a:gd name="connsiteY4" fmla="*/ 480503 h 746567"/>
                <a:gd name="connsiteX5" fmla="*/ 139604 w 2309168"/>
                <a:gd name="connsiteY5" fmla="*/ 746567 h 746567"/>
                <a:gd name="connsiteX6" fmla="*/ 0 w 2309168"/>
                <a:gd name="connsiteY6" fmla="*/ 226793 h 746567"/>
                <a:gd name="connsiteX0" fmla="*/ 0 w 2309168"/>
                <a:gd name="connsiteY0" fmla="*/ 226663 h 746437"/>
                <a:gd name="connsiteX1" fmla="*/ 1166388 w 2309168"/>
                <a:gd name="connsiteY1" fmla="*/ 302 h 746437"/>
                <a:gd name="connsiteX2" fmla="*/ 2309168 w 2309168"/>
                <a:gd name="connsiteY2" fmla="*/ 270381 h 746437"/>
                <a:gd name="connsiteX3" fmla="*/ 2121417 w 2309168"/>
                <a:gd name="connsiteY3" fmla="*/ 707744 h 746437"/>
                <a:gd name="connsiteX4" fmla="*/ 1156661 w 2309168"/>
                <a:gd name="connsiteY4" fmla="*/ 480373 h 746437"/>
                <a:gd name="connsiteX5" fmla="*/ 139604 w 2309168"/>
                <a:gd name="connsiteY5" fmla="*/ 746437 h 746437"/>
                <a:gd name="connsiteX6" fmla="*/ 0 w 2309168"/>
                <a:gd name="connsiteY6" fmla="*/ 226663 h 746437"/>
                <a:gd name="connsiteX0" fmla="*/ 0 w 2309168"/>
                <a:gd name="connsiteY0" fmla="*/ 226614 h 746388"/>
                <a:gd name="connsiteX1" fmla="*/ 1166388 w 2309168"/>
                <a:gd name="connsiteY1" fmla="*/ 253 h 746388"/>
                <a:gd name="connsiteX2" fmla="*/ 2309168 w 2309168"/>
                <a:gd name="connsiteY2" fmla="*/ 270332 h 746388"/>
                <a:gd name="connsiteX3" fmla="*/ 2121417 w 2309168"/>
                <a:gd name="connsiteY3" fmla="*/ 707695 h 746388"/>
                <a:gd name="connsiteX4" fmla="*/ 1156661 w 2309168"/>
                <a:gd name="connsiteY4" fmla="*/ 480324 h 746388"/>
                <a:gd name="connsiteX5" fmla="*/ 139604 w 2309168"/>
                <a:gd name="connsiteY5" fmla="*/ 746388 h 746388"/>
                <a:gd name="connsiteX6" fmla="*/ 0 w 2309168"/>
                <a:gd name="connsiteY6" fmla="*/ 226614 h 746388"/>
                <a:gd name="connsiteX0" fmla="*/ 0 w 2309168"/>
                <a:gd name="connsiteY0" fmla="*/ 231692 h 746328"/>
                <a:gd name="connsiteX1" fmla="*/ 1166388 w 2309168"/>
                <a:gd name="connsiteY1" fmla="*/ 193 h 746328"/>
                <a:gd name="connsiteX2" fmla="*/ 2309168 w 2309168"/>
                <a:gd name="connsiteY2" fmla="*/ 270272 h 746328"/>
                <a:gd name="connsiteX3" fmla="*/ 2121417 w 2309168"/>
                <a:gd name="connsiteY3" fmla="*/ 707635 h 746328"/>
                <a:gd name="connsiteX4" fmla="*/ 1156661 w 2309168"/>
                <a:gd name="connsiteY4" fmla="*/ 480264 h 746328"/>
                <a:gd name="connsiteX5" fmla="*/ 139604 w 2309168"/>
                <a:gd name="connsiteY5" fmla="*/ 746328 h 746328"/>
                <a:gd name="connsiteX6" fmla="*/ 0 w 2309168"/>
                <a:gd name="connsiteY6" fmla="*/ 231692 h 746328"/>
                <a:gd name="connsiteX0" fmla="*/ 0 w 2309168"/>
                <a:gd name="connsiteY0" fmla="*/ 231692 h 707635"/>
                <a:gd name="connsiteX1" fmla="*/ 1166388 w 2309168"/>
                <a:gd name="connsiteY1" fmla="*/ 193 h 707635"/>
                <a:gd name="connsiteX2" fmla="*/ 2309168 w 2309168"/>
                <a:gd name="connsiteY2" fmla="*/ 270272 h 707635"/>
                <a:gd name="connsiteX3" fmla="*/ 2121417 w 2309168"/>
                <a:gd name="connsiteY3" fmla="*/ 707635 h 707635"/>
                <a:gd name="connsiteX4" fmla="*/ 1156661 w 2309168"/>
                <a:gd name="connsiteY4" fmla="*/ 480264 h 707635"/>
                <a:gd name="connsiteX5" fmla="*/ 172995 w 2309168"/>
                <a:gd name="connsiteY5" fmla="*/ 684683 h 707635"/>
                <a:gd name="connsiteX6" fmla="*/ 0 w 2309168"/>
                <a:gd name="connsiteY6" fmla="*/ 231692 h 707635"/>
                <a:gd name="connsiteX0" fmla="*/ 0 w 2309168"/>
                <a:gd name="connsiteY0" fmla="*/ 231692 h 707635"/>
                <a:gd name="connsiteX1" fmla="*/ 1166388 w 2309168"/>
                <a:gd name="connsiteY1" fmla="*/ 193 h 707635"/>
                <a:gd name="connsiteX2" fmla="*/ 2309168 w 2309168"/>
                <a:gd name="connsiteY2" fmla="*/ 270272 h 707635"/>
                <a:gd name="connsiteX3" fmla="*/ 2121417 w 2309168"/>
                <a:gd name="connsiteY3" fmla="*/ 707635 h 707635"/>
                <a:gd name="connsiteX4" fmla="*/ 1156661 w 2309168"/>
                <a:gd name="connsiteY4" fmla="*/ 480264 h 707635"/>
                <a:gd name="connsiteX5" fmla="*/ 172995 w 2309168"/>
                <a:gd name="connsiteY5" fmla="*/ 684683 h 707635"/>
                <a:gd name="connsiteX6" fmla="*/ 0 w 2309168"/>
                <a:gd name="connsiteY6" fmla="*/ 231692 h 707635"/>
                <a:gd name="connsiteX0" fmla="*/ 0 w 2309168"/>
                <a:gd name="connsiteY0" fmla="*/ 231692 h 715340"/>
                <a:gd name="connsiteX1" fmla="*/ 1166388 w 2309168"/>
                <a:gd name="connsiteY1" fmla="*/ 193 h 715340"/>
                <a:gd name="connsiteX2" fmla="*/ 2309168 w 2309168"/>
                <a:gd name="connsiteY2" fmla="*/ 270272 h 715340"/>
                <a:gd name="connsiteX3" fmla="*/ 2123986 w 2309168"/>
                <a:gd name="connsiteY3" fmla="*/ 715340 h 715340"/>
                <a:gd name="connsiteX4" fmla="*/ 1156661 w 2309168"/>
                <a:gd name="connsiteY4" fmla="*/ 480264 h 715340"/>
                <a:gd name="connsiteX5" fmla="*/ 172995 w 2309168"/>
                <a:gd name="connsiteY5" fmla="*/ 684683 h 715340"/>
                <a:gd name="connsiteX6" fmla="*/ 0 w 2309168"/>
                <a:gd name="connsiteY6" fmla="*/ 231692 h 715340"/>
                <a:gd name="connsiteX0" fmla="*/ 0 w 2309168"/>
                <a:gd name="connsiteY0" fmla="*/ 231692 h 715340"/>
                <a:gd name="connsiteX1" fmla="*/ 1166388 w 2309168"/>
                <a:gd name="connsiteY1" fmla="*/ 193 h 715340"/>
                <a:gd name="connsiteX2" fmla="*/ 2309168 w 2309168"/>
                <a:gd name="connsiteY2" fmla="*/ 270272 h 715340"/>
                <a:gd name="connsiteX3" fmla="*/ 2123986 w 2309168"/>
                <a:gd name="connsiteY3" fmla="*/ 715340 h 715340"/>
                <a:gd name="connsiteX4" fmla="*/ 1156661 w 2309168"/>
                <a:gd name="connsiteY4" fmla="*/ 480264 h 715340"/>
                <a:gd name="connsiteX5" fmla="*/ 172995 w 2309168"/>
                <a:gd name="connsiteY5" fmla="*/ 684683 h 715340"/>
                <a:gd name="connsiteX6" fmla="*/ 0 w 2309168"/>
                <a:gd name="connsiteY6" fmla="*/ 231692 h 715340"/>
                <a:gd name="connsiteX0" fmla="*/ 0 w 2309168"/>
                <a:gd name="connsiteY0" fmla="*/ 231692 h 715340"/>
                <a:gd name="connsiteX1" fmla="*/ 1166388 w 2309168"/>
                <a:gd name="connsiteY1" fmla="*/ 193 h 715340"/>
                <a:gd name="connsiteX2" fmla="*/ 2309168 w 2309168"/>
                <a:gd name="connsiteY2" fmla="*/ 270272 h 715340"/>
                <a:gd name="connsiteX3" fmla="*/ 2123986 w 2309168"/>
                <a:gd name="connsiteY3" fmla="*/ 715340 h 715340"/>
                <a:gd name="connsiteX4" fmla="*/ 1156661 w 2309168"/>
                <a:gd name="connsiteY4" fmla="*/ 480264 h 715340"/>
                <a:gd name="connsiteX5" fmla="*/ 172995 w 2309168"/>
                <a:gd name="connsiteY5" fmla="*/ 684683 h 715340"/>
                <a:gd name="connsiteX6" fmla="*/ 0 w 2309168"/>
                <a:gd name="connsiteY6" fmla="*/ 231692 h 715340"/>
                <a:gd name="connsiteX0" fmla="*/ 0 w 2314305"/>
                <a:gd name="connsiteY0" fmla="*/ 231543 h 715191"/>
                <a:gd name="connsiteX1" fmla="*/ 1166388 w 2314305"/>
                <a:gd name="connsiteY1" fmla="*/ 44 h 715191"/>
                <a:gd name="connsiteX2" fmla="*/ 2314305 w 2314305"/>
                <a:gd name="connsiteY2" fmla="*/ 249575 h 715191"/>
                <a:gd name="connsiteX3" fmla="*/ 2123986 w 2314305"/>
                <a:gd name="connsiteY3" fmla="*/ 715191 h 715191"/>
                <a:gd name="connsiteX4" fmla="*/ 1156661 w 2314305"/>
                <a:gd name="connsiteY4" fmla="*/ 480115 h 715191"/>
                <a:gd name="connsiteX5" fmla="*/ 172995 w 2314305"/>
                <a:gd name="connsiteY5" fmla="*/ 684534 h 715191"/>
                <a:gd name="connsiteX6" fmla="*/ 0 w 2314305"/>
                <a:gd name="connsiteY6" fmla="*/ 231543 h 715191"/>
                <a:gd name="connsiteX0" fmla="*/ 0 w 2314305"/>
                <a:gd name="connsiteY0" fmla="*/ 231543 h 715191"/>
                <a:gd name="connsiteX1" fmla="*/ 1166388 w 2314305"/>
                <a:gd name="connsiteY1" fmla="*/ 44 h 715191"/>
                <a:gd name="connsiteX2" fmla="*/ 2314305 w 2314305"/>
                <a:gd name="connsiteY2" fmla="*/ 249575 h 715191"/>
                <a:gd name="connsiteX3" fmla="*/ 2123986 w 2314305"/>
                <a:gd name="connsiteY3" fmla="*/ 715191 h 715191"/>
                <a:gd name="connsiteX4" fmla="*/ 1156661 w 2314305"/>
                <a:gd name="connsiteY4" fmla="*/ 480115 h 715191"/>
                <a:gd name="connsiteX5" fmla="*/ 172995 w 2314305"/>
                <a:gd name="connsiteY5" fmla="*/ 684534 h 715191"/>
                <a:gd name="connsiteX6" fmla="*/ 0 w 2314305"/>
                <a:gd name="connsiteY6" fmla="*/ 231543 h 715191"/>
                <a:gd name="connsiteX0" fmla="*/ 0 w 2314305"/>
                <a:gd name="connsiteY0" fmla="*/ 231550 h 715198"/>
                <a:gd name="connsiteX1" fmla="*/ 1166388 w 2314305"/>
                <a:gd name="connsiteY1" fmla="*/ 51 h 715198"/>
                <a:gd name="connsiteX2" fmla="*/ 2314305 w 2314305"/>
                <a:gd name="connsiteY2" fmla="*/ 249582 h 715198"/>
                <a:gd name="connsiteX3" fmla="*/ 2123986 w 2314305"/>
                <a:gd name="connsiteY3" fmla="*/ 715198 h 715198"/>
                <a:gd name="connsiteX4" fmla="*/ 1156661 w 2314305"/>
                <a:gd name="connsiteY4" fmla="*/ 480122 h 715198"/>
                <a:gd name="connsiteX5" fmla="*/ 172995 w 2314305"/>
                <a:gd name="connsiteY5" fmla="*/ 684541 h 715198"/>
                <a:gd name="connsiteX6" fmla="*/ 0 w 2314305"/>
                <a:gd name="connsiteY6" fmla="*/ 231550 h 715198"/>
                <a:gd name="connsiteX0" fmla="*/ 0 w 2314305"/>
                <a:gd name="connsiteY0" fmla="*/ 233092 h 716740"/>
                <a:gd name="connsiteX1" fmla="*/ 1166388 w 2314305"/>
                <a:gd name="connsiteY1" fmla="*/ 1593 h 716740"/>
                <a:gd name="connsiteX2" fmla="*/ 2314305 w 2314305"/>
                <a:gd name="connsiteY2" fmla="*/ 251124 h 716740"/>
                <a:gd name="connsiteX3" fmla="*/ 2123986 w 2314305"/>
                <a:gd name="connsiteY3" fmla="*/ 716740 h 716740"/>
                <a:gd name="connsiteX4" fmla="*/ 1156661 w 2314305"/>
                <a:gd name="connsiteY4" fmla="*/ 481664 h 716740"/>
                <a:gd name="connsiteX5" fmla="*/ 172995 w 2314305"/>
                <a:gd name="connsiteY5" fmla="*/ 686083 h 716740"/>
                <a:gd name="connsiteX6" fmla="*/ 0 w 2314305"/>
                <a:gd name="connsiteY6" fmla="*/ 233092 h 716740"/>
                <a:gd name="connsiteX0" fmla="*/ 0 w 2314305"/>
                <a:gd name="connsiteY0" fmla="*/ 231523 h 715171"/>
                <a:gd name="connsiteX1" fmla="*/ 1166388 w 2314305"/>
                <a:gd name="connsiteY1" fmla="*/ 24 h 715171"/>
                <a:gd name="connsiteX2" fmla="*/ 2314305 w 2314305"/>
                <a:gd name="connsiteY2" fmla="*/ 249555 h 715171"/>
                <a:gd name="connsiteX3" fmla="*/ 2123986 w 2314305"/>
                <a:gd name="connsiteY3" fmla="*/ 715171 h 715171"/>
                <a:gd name="connsiteX4" fmla="*/ 1156661 w 2314305"/>
                <a:gd name="connsiteY4" fmla="*/ 480095 h 715171"/>
                <a:gd name="connsiteX5" fmla="*/ 172995 w 2314305"/>
                <a:gd name="connsiteY5" fmla="*/ 684514 h 715171"/>
                <a:gd name="connsiteX6" fmla="*/ 0 w 2314305"/>
                <a:gd name="connsiteY6" fmla="*/ 231523 h 715171"/>
                <a:gd name="connsiteX0" fmla="*/ 0 w 2314305"/>
                <a:gd name="connsiteY0" fmla="*/ 231550 h 715198"/>
                <a:gd name="connsiteX1" fmla="*/ 1166388 w 2314305"/>
                <a:gd name="connsiteY1" fmla="*/ 51 h 715198"/>
                <a:gd name="connsiteX2" fmla="*/ 2314305 w 2314305"/>
                <a:gd name="connsiteY2" fmla="*/ 249582 h 715198"/>
                <a:gd name="connsiteX3" fmla="*/ 2123986 w 2314305"/>
                <a:gd name="connsiteY3" fmla="*/ 715198 h 715198"/>
                <a:gd name="connsiteX4" fmla="*/ 1156661 w 2314305"/>
                <a:gd name="connsiteY4" fmla="*/ 480122 h 715198"/>
                <a:gd name="connsiteX5" fmla="*/ 172995 w 2314305"/>
                <a:gd name="connsiteY5" fmla="*/ 684541 h 715198"/>
                <a:gd name="connsiteX6" fmla="*/ 0 w 2314305"/>
                <a:gd name="connsiteY6" fmla="*/ 231550 h 715198"/>
                <a:gd name="connsiteX0" fmla="*/ 0 w 2314305"/>
                <a:gd name="connsiteY0" fmla="*/ 232088 h 715736"/>
                <a:gd name="connsiteX1" fmla="*/ 1166388 w 2314305"/>
                <a:gd name="connsiteY1" fmla="*/ 589 h 715736"/>
                <a:gd name="connsiteX2" fmla="*/ 2314305 w 2314305"/>
                <a:gd name="connsiteY2" fmla="*/ 250120 h 715736"/>
                <a:gd name="connsiteX3" fmla="*/ 2123986 w 2314305"/>
                <a:gd name="connsiteY3" fmla="*/ 715736 h 715736"/>
                <a:gd name="connsiteX4" fmla="*/ 1156661 w 2314305"/>
                <a:gd name="connsiteY4" fmla="*/ 480660 h 715736"/>
                <a:gd name="connsiteX5" fmla="*/ 172995 w 2314305"/>
                <a:gd name="connsiteY5" fmla="*/ 685079 h 715736"/>
                <a:gd name="connsiteX6" fmla="*/ 0 w 2314305"/>
                <a:gd name="connsiteY6" fmla="*/ 232088 h 715736"/>
                <a:gd name="connsiteX0" fmla="*/ 0 w 2314305"/>
                <a:gd name="connsiteY0" fmla="*/ 232088 h 715736"/>
                <a:gd name="connsiteX1" fmla="*/ 1166388 w 2314305"/>
                <a:gd name="connsiteY1" fmla="*/ 589 h 715736"/>
                <a:gd name="connsiteX2" fmla="*/ 2314305 w 2314305"/>
                <a:gd name="connsiteY2" fmla="*/ 250120 h 715736"/>
                <a:gd name="connsiteX3" fmla="*/ 2123986 w 2314305"/>
                <a:gd name="connsiteY3" fmla="*/ 715736 h 715736"/>
                <a:gd name="connsiteX4" fmla="*/ 1156661 w 2314305"/>
                <a:gd name="connsiteY4" fmla="*/ 480660 h 715736"/>
                <a:gd name="connsiteX5" fmla="*/ 172995 w 2314305"/>
                <a:gd name="connsiteY5" fmla="*/ 685079 h 715736"/>
                <a:gd name="connsiteX6" fmla="*/ 0 w 2314305"/>
                <a:gd name="connsiteY6" fmla="*/ 232088 h 715736"/>
                <a:gd name="connsiteX0" fmla="*/ 0 w 2314305"/>
                <a:gd name="connsiteY0" fmla="*/ 232088 h 715736"/>
                <a:gd name="connsiteX1" fmla="*/ 1166388 w 2314305"/>
                <a:gd name="connsiteY1" fmla="*/ 589 h 715736"/>
                <a:gd name="connsiteX2" fmla="*/ 2314305 w 2314305"/>
                <a:gd name="connsiteY2" fmla="*/ 250120 h 715736"/>
                <a:gd name="connsiteX3" fmla="*/ 2123986 w 2314305"/>
                <a:gd name="connsiteY3" fmla="*/ 715736 h 715736"/>
                <a:gd name="connsiteX4" fmla="*/ 1156661 w 2314305"/>
                <a:gd name="connsiteY4" fmla="*/ 480660 h 715736"/>
                <a:gd name="connsiteX5" fmla="*/ 172995 w 2314305"/>
                <a:gd name="connsiteY5" fmla="*/ 685079 h 715736"/>
                <a:gd name="connsiteX6" fmla="*/ 0 w 2314305"/>
                <a:gd name="connsiteY6" fmla="*/ 232088 h 715736"/>
                <a:gd name="connsiteX0" fmla="*/ 0 w 2314305"/>
                <a:gd name="connsiteY0" fmla="*/ 232060 h 715708"/>
                <a:gd name="connsiteX1" fmla="*/ 1166388 w 2314305"/>
                <a:gd name="connsiteY1" fmla="*/ 561 h 715708"/>
                <a:gd name="connsiteX2" fmla="*/ 2314305 w 2314305"/>
                <a:gd name="connsiteY2" fmla="*/ 250092 h 715708"/>
                <a:gd name="connsiteX3" fmla="*/ 2123986 w 2314305"/>
                <a:gd name="connsiteY3" fmla="*/ 715708 h 715708"/>
                <a:gd name="connsiteX4" fmla="*/ 1156661 w 2314305"/>
                <a:gd name="connsiteY4" fmla="*/ 480632 h 715708"/>
                <a:gd name="connsiteX5" fmla="*/ 172995 w 2314305"/>
                <a:gd name="connsiteY5" fmla="*/ 685051 h 715708"/>
                <a:gd name="connsiteX6" fmla="*/ 0 w 2314305"/>
                <a:gd name="connsiteY6" fmla="*/ 232060 h 7157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314305" h="715708">
                  <a:moveTo>
                    <a:pt x="0" y="232060"/>
                  </a:moveTo>
                  <a:cubicBezTo>
                    <a:pt x="116349" y="135016"/>
                    <a:pt x="772966" y="-10150"/>
                    <a:pt x="1166388" y="561"/>
                  </a:cubicBezTo>
                  <a:cubicBezTo>
                    <a:pt x="1559810" y="11272"/>
                    <a:pt x="1962415" y="54514"/>
                    <a:pt x="2314305" y="250092"/>
                  </a:cubicBezTo>
                  <a:cubicBezTo>
                    <a:pt x="2236857" y="411910"/>
                    <a:pt x="2305049" y="284904"/>
                    <a:pt x="2123986" y="715708"/>
                  </a:cubicBezTo>
                  <a:cubicBezTo>
                    <a:pt x="2077752" y="646036"/>
                    <a:pt x="1616289" y="480632"/>
                    <a:pt x="1156661" y="480632"/>
                  </a:cubicBezTo>
                  <a:cubicBezTo>
                    <a:pt x="697033" y="480632"/>
                    <a:pt x="257593" y="589531"/>
                    <a:pt x="172995" y="685051"/>
                  </a:cubicBezTo>
                  <a:lnTo>
                    <a:pt x="0" y="232060"/>
                  </a:lnTo>
                  <a:close/>
                </a:path>
              </a:pathLst>
            </a:custGeom>
            <a:solidFill>
              <a:srgbClr val="EE4238"/>
            </a:solidFill>
            <a:ln>
              <a:solidFill>
                <a:srgbClr val="EE423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0" name="Isosceles Triangle 19">
              <a:extLst>
                <a:ext uri="{FF2B5EF4-FFF2-40B4-BE49-F238E27FC236}">
                  <a16:creationId xmlns:a16="http://schemas.microsoft.com/office/drawing/2014/main" id="{184515E6-B851-C754-274F-499CEAE57E02}"/>
                </a:ext>
              </a:extLst>
            </p:cNvPr>
            <p:cNvSpPr/>
            <p:nvPr/>
          </p:nvSpPr>
          <p:spPr>
            <a:xfrm rot="12756092">
              <a:off x="10065502" y="5009385"/>
              <a:ext cx="1097280" cy="457200"/>
            </a:xfrm>
            <a:prstGeom prst="triangle">
              <a:avLst>
                <a:gd name="adj" fmla="val 49630"/>
              </a:avLst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1" name="Isosceles Triangle 20">
              <a:extLst>
                <a:ext uri="{FF2B5EF4-FFF2-40B4-BE49-F238E27FC236}">
                  <a16:creationId xmlns:a16="http://schemas.microsoft.com/office/drawing/2014/main" id="{991A81CC-752D-816A-536E-316C6F192065}"/>
                </a:ext>
              </a:extLst>
            </p:cNvPr>
            <p:cNvSpPr/>
            <p:nvPr/>
          </p:nvSpPr>
          <p:spPr>
            <a:xfrm rot="16200000">
              <a:off x="7917790" y="5974077"/>
              <a:ext cx="1097280" cy="457200"/>
            </a:xfrm>
            <a:prstGeom prst="triangle">
              <a:avLst>
                <a:gd name="adj" fmla="val 49630"/>
              </a:avLst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3" name="Isosceles Triangle 22">
              <a:extLst>
                <a:ext uri="{FF2B5EF4-FFF2-40B4-BE49-F238E27FC236}">
                  <a16:creationId xmlns:a16="http://schemas.microsoft.com/office/drawing/2014/main" id="{90D9A080-DDEE-6E5A-71E0-0B59E29652F1}"/>
                </a:ext>
              </a:extLst>
            </p:cNvPr>
            <p:cNvSpPr/>
            <p:nvPr/>
          </p:nvSpPr>
          <p:spPr>
            <a:xfrm rot="722318">
              <a:off x="5436198" y="2460377"/>
              <a:ext cx="1097280" cy="457200"/>
            </a:xfrm>
            <a:prstGeom prst="triangle">
              <a:avLst>
                <a:gd name="adj" fmla="val 49630"/>
              </a:avLst>
            </a:prstGeom>
            <a:solidFill>
              <a:srgbClr val="0070C0"/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4" name="Isosceles Triangle 23">
              <a:extLst>
                <a:ext uri="{FF2B5EF4-FFF2-40B4-BE49-F238E27FC236}">
                  <a16:creationId xmlns:a16="http://schemas.microsoft.com/office/drawing/2014/main" id="{5FE737BF-29F3-253B-F372-82F26AE216E7}"/>
                </a:ext>
              </a:extLst>
            </p:cNvPr>
            <p:cNvSpPr/>
            <p:nvPr/>
          </p:nvSpPr>
          <p:spPr>
            <a:xfrm rot="4150195">
              <a:off x="7002567" y="831281"/>
              <a:ext cx="1097280" cy="457200"/>
            </a:xfrm>
            <a:prstGeom prst="triangle">
              <a:avLst>
                <a:gd name="adj" fmla="val 49630"/>
              </a:avLst>
            </a:prstGeom>
            <a:solidFill>
              <a:srgbClr val="252260"/>
            </a:solidFill>
            <a:ln>
              <a:solidFill>
                <a:srgbClr val="2522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F6354306-6CCB-13D7-FBCF-0131E8E0524F}"/>
                </a:ext>
              </a:extLst>
            </p:cNvPr>
            <p:cNvSpPr txBox="1"/>
            <p:nvPr/>
          </p:nvSpPr>
          <p:spPr>
            <a:xfrm>
              <a:off x="7612778" y="888506"/>
              <a:ext cx="1841899" cy="638175"/>
            </a:xfrm>
            <a:prstGeom prst="rect">
              <a:avLst/>
            </a:prstGeom>
            <a:noFill/>
          </p:spPr>
          <p:txBody>
            <a:bodyPr wrap="square" rtlCol="0">
              <a:prstTxWarp prst="textArchUp">
                <a:avLst/>
              </a:prstTxWarp>
              <a:spAutoFit/>
            </a:bodyPr>
            <a:lstStyle/>
            <a:p>
              <a:pPr algn="ctr"/>
              <a:r>
                <a:rPr lang="en-US" sz="2400" dirty="0">
                  <a:solidFill>
                    <a:schemeClr val="bg1"/>
                  </a:solidFill>
                </a:rPr>
                <a:t>Inspire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14825B25-72E2-5DA6-9FFA-9F7980FC4324}"/>
                </a:ext>
              </a:extLst>
            </p:cNvPr>
            <p:cNvSpPr txBox="1"/>
            <p:nvPr/>
          </p:nvSpPr>
          <p:spPr>
            <a:xfrm rot="9250858">
              <a:off x="6574793" y="2562176"/>
              <a:ext cx="3973684" cy="212365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400" dirty="0">
                  <a:solidFill>
                    <a:srgbClr val="252260"/>
                  </a:solidFill>
                </a:rPr>
                <a:t>Donor </a:t>
              </a:r>
            </a:p>
            <a:p>
              <a:pPr algn="ctr"/>
              <a:r>
                <a:rPr lang="en-US" sz="4400" dirty="0">
                  <a:solidFill>
                    <a:srgbClr val="252260"/>
                  </a:solidFill>
                </a:rPr>
                <a:t>Engagement </a:t>
              </a:r>
            </a:p>
            <a:p>
              <a:pPr algn="ctr"/>
              <a:r>
                <a:rPr lang="en-US" sz="4400" dirty="0">
                  <a:solidFill>
                    <a:srgbClr val="252260"/>
                  </a:solidFill>
                </a:rPr>
                <a:t>Cycle</a:t>
              </a: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5120AD1D-8401-66ED-B838-D9B34D8C24E5}"/>
              </a:ext>
            </a:extLst>
          </p:cNvPr>
          <p:cNvGrpSpPr/>
          <p:nvPr/>
        </p:nvGrpSpPr>
        <p:grpSpPr>
          <a:xfrm>
            <a:off x="0" y="6078071"/>
            <a:ext cx="12192000" cy="779929"/>
            <a:chOff x="0" y="6078071"/>
            <a:chExt cx="12192000" cy="779929"/>
          </a:xfrm>
        </p:grpSpPr>
        <p:sp>
          <p:nvSpPr>
            <p:cNvPr id="13" name="Rectangle 24">
              <a:extLst>
                <a:ext uri="{FF2B5EF4-FFF2-40B4-BE49-F238E27FC236}">
                  <a16:creationId xmlns:a16="http://schemas.microsoft.com/office/drawing/2014/main" id="{50B6429A-8517-DD3A-CB06-BF8B18EABE10}"/>
                </a:ext>
              </a:extLst>
            </p:cNvPr>
            <p:cNvSpPr/>
            <p:nvPr/>
          </p:nvSpPr>
          <p:spPr>
            <a:xfrm>
              <a:off x="0" y="6078071"/>
              <a:ext cx="12192000" cy="779929"/>
            </a:xfrm>
            <a:custGeom>
              <a:avLst/>
              <a:gdLst>
                <a:gd name="connsiteX0" fmla="*/ 0 w 12876028"/>
                <a:gd name="connsiteY0" fmla="*/ 0 h 1662721"/>
                <a:gd name="connsiteX1" fmla="*/ 12876028 w 12876028"/>
                <a:gd name="connsiteY1" fmla="*/ 0 h 1662721"/>
                <a:gd name="connsiteX2" fmla="*/ 12876028 w 12876028"/>
                <a:gd name="connsiteY2" fmla="*/ 1662721 h 1662721"/>
                <a:gd name="connsiteX3" fmla="*/ 0 w 12876028"/>
                <a:gd name="connsiteY3" fmla="*/ 1662721 h 1662721"/>
                <a:gd name="connsiteX4" fmla="*/ 0 w 12876028"/>
                <a:gd name="connsiteY4" fmla="*/ 0 h 1662721"/>
                <a:gd name="connsiteX0" fmla="*/ 0 w 12876028"/>
                <a:gd name="connsiteY0" fmla="*/ 893135 h 1662721"/>
                <a:gd name="connsiteX1" fmla="*/ 12876028 w 12876028"/>
                <a:gd name="connsiteY1" fmla="*/ 0 h 1662721"/>
                <a:gd name="connsiteX2" fmla="*/ 12876028 w 12876028"/>
                <a:gd name="connsiteY2" fmla="*/ 1662721 h 1662721"/>
                <a:gd name="connsiteX3" fmla="*/ 0 w 12876028"/>
                <a:gd name="connsiteY3" fmla="*/ 1662721 h 1662721"/>
                <a:gd name="connsiteX4" fmla="*/ 0 w 12876028"/>
                <a:gd name="connsiteY4" fmla="*/ 893135 h 16627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876028" h="1662721">
                  <a:moveTo>
                    <a:pt x="0" y="893135"/>
                  </a:moveTo>
                  <a:lnTo>
                    <a:pt x="12876028" y="0"/>
                  </a:lnTo>
                  <a:lnTo>
                    <a:pt x="12876028" y="1662721"/>
                  </a:lnTo>
                  <a:lnTo>
                    <a:pt x="0" y="1662721"/>
                  </a:lnTo>
                  <a:lnTo>
                    <a:pt x="0" y="893135"/>
                  </a:lnTo>
                  <a:close/>
                </a:path>
              </a:pathLst>
            </a:custGeom>
            <a:solidFill>
              <a:srgbClr val="DD403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A6C3E603-40BC-DCE5-BBDA-8B3A9C0F571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4486" b="24288"/>
            <a:stretch/>
          </p:blipFill>
          <p:spPr>
            <a:xfrm>
              <a:off x="9825318" y="6236638"/>
              <a:ext cx="2079811" cy="559334"/>
            </a:xfrm>
            <a:prstGeom prst="rect">
              <a:avLst/>
            </a:prstGeom>
          </p:spPr>
        </p:pic>
      </p:grpSp>
      <p:sp>
        <p:nvSpPr>
          <p:cNvPr id="22" name="Slide Number Placeholder 5">
            <a:extLst>
              <a:ext uri="{FF2B5EF4-FFF2-40B4-BE49-F238E27FC236}">
                <a16:creationId xmlns:a16="http://schemas.microsoft.com/office/drawing/2014/main" id="{456C7AAB-B8A9-C8E6-2615-3B0D78E450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-1" y="6492875"/>
            <a:ext cx="528919" cy="365125"/>
          </a:xfrm>
        </p:spPr>
        <p:txBody>
          <a:bodyPr/>
          <a:lstStyle/>
          <a:p>
            <a:fld id="{0F897CD2-57D8-4610-8E64-C03C1E4E4E05}" type="slidenum">
              <a:rPr lang="en-US" sz="1600" b="1" smtClean="0">
                <a:solidFill>
                  <a:schemeClr val="bg1"/>
                </a:solidFill>
              </a:rPr>
              <a:t>35</a:t>
            </a:fld>
            <a:endParaRPr lang="en-US" sz="16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1056801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9CBED602-B9AA-4E30-811B-082728B0E948}"/>
              </a:ext>
            </a:extLst>
          </p:cNvPr>
          <p:cNvGrpSpPr/>
          <p:nvPr/>
        </p:nvGrpSpPr>
        <p:grpSpPr>
          <a:xfrm>
            <a:off x="0" y="6078071"/>
            <a:ext cx="12192000" cy="779929"/>
            <a:chOff x="0" y="6078071"/>
            <a:chExt cx="12192000" cy="779929"/>
          </a:xfrm>
        </p:grpSpPr>
        <p:sp>
          <p:nvSpPr>
            <p:cNvPr id="3" name="Rectangle 24">
              <a:extLst>
                <a:ext uri="{FF2B5EF4-FFF2-40B4-BE49-F238E27FC236}">
                  <a16:creationId xmlns:a16="http://schemas.microsoft.com/office/drawing/2014/main" id="{C367CC84-698C-26A1-9D0F-CDAA043943DB}"/>
                </a:ext>
              </a:extLst>
            </p:cNvPr>
            <p:cNvSpPr/>
            <p:nvPr/>
          </p:nvSpPr>
          <p:spPr>
            <a:xfrm>
              <a:off x="0" y="6078071"/>
              <a:ext cx="12192000" cy="779929"/>
            </a:xfrm>
            <a:custGeom>
              <a:avLst/>
              <a:gdLst>
                <a:gd name="connsiteX0" fmla="*/ 0 w 12876028"/>
                <a:gd name="connsiteY0" fmla="*/ 0 h 1662721"/>
                <a:gd name="connsiteX1" fmla="*/ 12876028 w 12876028"/>
                <a:gd name="connsiteY1" fmla="*/ 0 h 1662721"/>
                <a:gd name="connsiteX2" fmla="*/ 12876028 w 12876028"/>
                <a:gd name="connsiteY2" fmla="*/ 1662721 h 1662721"/>
                <a:gd name="connsiteX3" fmla="*/ 0 w 12876028"/>
                <a:gd name="connsiteY3" fmla="*/ 1662721 h 1662721"/>
                <a:gd name="connsiteX4" fmla="*/ 0 w 12876028"/>
                <a:gd name="connsiteY4" fmla="*/ 0 h 1662721"/>
                <a:gd name="connsiteX0" fmla="*/ 0 w 12876028"/>
                <a:gd name="connsiteY0" fmla="*/ 893135 h 1662721"/>
                <a:gd name="connsiteX1" fmla="*/ 12876028 w 12876028"/>
                <a:gd name="connsiteY1" fmla="*/ 0 h 1662721"/>
                <a:gd name="connsiteX2" fmla="*/ 12876028 w 12876028"/>
                <a:gd name="connsiteY2" fmla="*/ 1662721 h 1662721"/>
                <a:gd name="connsiteX3" fmla="*/ 0 w 12876028"/>
                <a:gd name="connsiteY3" fmla="*/ 1662721 h 1662721"/>
                <a:gd name="connsiteX4" fmla="*/ 0 w 12876028"/>
                <a:gd name="connsiteY4" fmla="*/ 893135 h 16627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876028" h="1662721">
                  <a:moveTo>
                    <a:pt x="0" y="893135"/>
                  </a:moveTo>
                  <a:lnTo>
                    <a:pt x="12876028" y="0"/>
                  </a:lnTo>
                  <a:lnTo>
                    <a:pt x="12876028" y="1662721"/>
                  </a:lnTo>
                  <a:lnTo>
                    <a:pt x="0" y="1662721"/>
                  </a:lnTo>
                  <a:lnTo>
                    <a:pt x="0" y="893135"/>
                  </a:lnTo>
                  <a:close/>
                </a:path>
              </a:pathLst>
            </a:custGeom>
            <a:solidFill>
              <a:srgbClr val="DD403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706977B5-0C6C-A11B-E6C8-969AC985CA5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t="24486" b="24288"/>
            <a:stretch/>
          </p:blipFill>
          <p:spPr>
            <a:xfrm>
              <a:off x="9825318" y="6236638"/>
              <a:ext cx="2079811" cy="559334"/>
            </a:xfrm>
            <a:prstGeom prst="rect">
              <a:avLst/>
            </a:prstGeom>
          </p:spPr>
        </p:pic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81561FA0-D1C7-AD45-AAC2-3F6D42047E16}"/>
              </a:ext>
            </a:extLst>
          </p:cNvPr>
          <p:cNvSpPr txBox="1"/>
          <p:nvPr/>
        </p:nvSpPr>
        <p:spPr>
          <a:xfrm>
            <a:off x="331694" y="1230391"/>
            <a:ext cx="11044518" cy="3293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>
              <a:spcAft>
                <a:spcPts val="1200"/>
              </a:spcAft>
              <a:buClr>
                <a:srgbClr val="EE4238"/>
              </a:buClr>
            </a:pPr>
            <a:r>
              <a:rPr lang="en-US" sz="2800" dirty="0">
                <a:solidFill>
                  <a:srgbClr val="252260"/>
                </a:solidFill>
                <a:latin typeface="Century Gothic" panose="020B0502020202020204" pitchFamily="34" charset="0"/>
              </a:rPr>
              <a:t>Does your organization accept pledges or recurring donations?</a:t>
            </a:r>
          </a:p>
          <a:p>
            <a:pPr marL="1028700" indent="-571500">
              <a:spcAft>
                <a:spcPts val="1200"/>
              </a:spcAft>
              <a:buClr>
                <a:srgbClr val="EE4238"/>
              </a:buClr>
              <a:buFont typeface="+mj-lt"/>
              <a:buAutoNum type="arabicPeriod"/>
            </a:pPr>
            <a:r>
              <a:rPr lang="en-US" sz="2800" dirty="0">
                <a:solidFill>
                  <a:srgbClr val="252260"/>
                </a:solidFill>
                <a:latin typeface="Century Gothic" panose="020B0502020202020204" pitchFamily="34" charset="0"/>
              </a:rPr>
              <a:t>No, it’s not on our radar at this time.</a:t>
            </a:r>
          </a:p>
          <a:p>
            <a:pPr marL="1028700" indent="-571500">
              <a:spcAft>
                <a:spcPts val="1200"/>
              </a:spcAft>
              <a:buClr>
                <a:srgbClr val="EE4238"/>
              </a:buClr>
              <a:buFont typeface="+mj-lt"/>
              <a:buAutoNum type="arabicPeriod"/>
            </a:pPr>
            <a:r>
              <a:rPr lang="en-US" sz="2800" dirty="0">
                <a:solidFill>
                  <a:srgbClr val="252260"/>
                </a:solidFill>
                <a:latin typeface="Century Gothic" panose="020B0502020202020204" pitchFamily="34" charset="0"/>
              </a:rPr>
              <a:t>No, but we’d like to start.</a:t>
            </a:r>
          </a:p>
          <a:p>
            <a:pPr marL="1028700" indent="-571500">
              <a:spcAft>
                <a:spcPts val="1200"/>
              </a:spcAft>
              <a:buClr>
                <a:srgbClr val="EE4238"/>
              </a:buClr>
              <a:buFont typeface="+mj-lt"/>
              <a:buAutoNum type="arabicPeriod"/>
            </a:pPr>
            <a:r>
              <a:rPr lang="en-US" sz="2800" dirty="0">
                <a:solidFill>
                  <a:srgbClr val="252260"/>
                </a:solidFill>
                <a:latin typeface="Century Gothic" panose="020B0502020202020204" pitchFamily="34" charset="0"/>
              </a:rPr>
              <a:t>Yes, but we don’t promote it.</a:t>
            </a:r>
          </a:p>
          <a:p>
            <a:pPr marL="1028700" indent="-571500">
              <a:spcAft>
                <a:spcPts val="1200"/>
              </a:spcAft>
              <a:buClr>
                <a:srgbClr val="EE4238"/>
              </a:buClr>
              <a:buFont typeface="+mj-lt"/>
              <a:buAutoNum type="arabicPeriod"/>
            </a:pPr>
            <a:r>
              <a:rPr lang="en-US" sz="2800" dirty="0">
                <a:solidFill>
                  <a:srgbClr val="252260"/>
                </a:solidFill>
                <a:latin typeface="Century Gothic" panose="020B0502020202020204" pitchFamily="34" charset="0"/>
              </a:rPr>
              <a:t>Yes, we receive pledges and recurring donations.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4786D73-D047-34CE-2FF2-AFCCFD23A2EA}"/>
              </a:ext>
            </a:extLst>
          </p:cNvPr>
          <p:cNvSpPr/>
          <p:nvPr/>
        </p:nvSpPr>
        <p:spPr>
          <a:xfrm>
            <a:off x="0" y="0"/>
            <a:ext cx="12192000" cy="959224"/>
          </a:xfrm>
          <a:prstGeom prst="rect">
            <a:avLst/>
          </a:prstGeom>
          <a:solidFill>
            <a:srgbClr val="F181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B6DD2AD-DD20-A6EB-4CAF-5FC2073501D5}"/>
              </a:ext>
            </a:extLst>
          </p:cNvPr>
          <p:cNvSpPr txBox="1"/>
          <p:nvPr/>
        </p:nvSpPr>
        <p:spPr>
          <a:xfrm>
            <a:off x="762000" y="125707"/>
            <a:ext cx="9592236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Century Gothic" panose="020B0502020202020204" pitchFamily="34" charset="0"/>
              </a:rPr>
              <a:t>POLL 3</a:t>
            </a:r>
            <a:r>
              <a:rPr lang="en-US" sz="4400" dirty="0">
                <a:solidFill>
                  <a:srgbClr val="F18120"/>
                </a:solidFill>
                <a:latin typeface="Century Gothic" panose="020B0502020202020204" pitchFamily="34" charset="0"/>
              </a:rPr>
              <a:t>?</a:t>
            </a:r>
          </a:p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9B3726-DCC4-32A3-19F7-77D173B58E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-1" y="6492875"/>
            <a:ext cx="519953" cy="365125"/>
          </a:xfrm>
        </p:spPr>
        <p:txBody>
          <a:bodyPr/>
          <a:lstStyle/>
          <a:p>
            <a:fld id="{0F897CD2-57D8-4610-8E64-C03C1E4E4E05}" type="slidenum">
              <a:rPr lang="en-US" sz="1600" b="1" smtClean="0">
                <a:solidFill>
                  <a:schemeClr val="bg1"/>
                </a:solidFill>
              </a:rPr>
              <a:t>36</a:t>
            </a:fld>
            <a:endParaRPr lang="en-US" sz="16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9328136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9CBED602-B9AA-4E30-811B-082728B0E948}"/>
              </a:ext>
            </a:extLst>
          </p:cNvPr>
          <p:cNvGrpSpPr/>
          <p:nvPr/>
        </p:nvGrpSpPr>
        <p:grpSpPr>
          <a:xfrm>
            <a:off x="0" y="6078071"/>
            <a:ext cx="12192000" cy="779929"/>
            <a:chOff x="0" y="6078071"/>
            <a:chExt cx="12192000" cy="779929"/>
          </a:xfrm>
        </p:grpSpPr>
        <p:sp>
          <p:nvSpPr>
            <p:cNvPr id="3" name="Rectangle 24">
              <a:extLst>
                <a:ext uri="{FF2B5EF4-FFF2-40B4-BE49-F238E27FC236}">
                  <a16:creationId xmlns:a16="http://schemas.microsoft.com/office/drawing/2014/main" id="{C367CC84-698C-26A1-9D0F-CDAA043943DB}"/>
                </a:ext>
              </a:extLst>
            </p:cNvPr>
            <p:cNvSpPr/>
            <p:nvPr/>
          </p:nvSpPr>
          <p:spPr>
            <a:xfrm>
              <a:off x="0" y="6078071"/>
              <a:ext cx="12192000" cy="779929"/>
            </a:xfrm>
            <a:custGeom>
              <a:avLst/>
              <a:gdLst>
                <a:gd name="connsiteX0" fmla="*/ 0 w 12876028"/>
                <a:gd name="connsiteY0" fmla="*/ 0 h 1662721"/>
                <a:gd name="connsiteX1" fmla="*/ 12876028 w 12876028"/>
                <a:gd name="connsiteY1" fmla="*/ 0 h 1662721"/>
                <a:gd name="connsiteX2" fmla="*/ 12876028 w 12876028"/>
                <a:gd name="connsiteY2" fmla="*/ 1662721 h 1662721"/>
                <a:gd name="connsiteX3" fmla="*/ 0 w 12876028"/>
                <a:gd name="connsiteY3" fmla="*/ 1662721 h 1662721"/>
                <a:gd name="connsiteX4" fmla="*/ 0 w 12876028"/>
                <a:gd name="connsiteY4" fmla="*/ 0 h 1662721"/>
                <a:gd name="connsiteX0" fmla="*/ 0 w 12876028"/>
                <a:gd name="connsiteY0" fmla="*/ 893135 h 1662721"/>
                <a:gd name="connsiteX1" fmla="*/ 12876028 w 12876028"/>
                <a:gd name="connsiteY1" fmla="*/ 0 h 1662721"/>
                <a:gd name="connsiteX2" fmla="*/ 12876028 w 12876028"/>
                <a:gd name="connsiteY2" fmla="*/ 1662721 h 1662721"/>
                <a:gd name="connsiteX3" fmla="*/ 0 w 12876028"/>
                <a:gd name="connsiteY3" fmla="*/ 1662721 h 1662721"/>
                <a:gd name="connsiteX4" fmla="*/ 0 w 12876028"/>
                <a:gd name="connsiteY4" fmla="*/ 893135 h 16627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876028" h="1662721">
                  <a:moveTo>
                    <a:pt x="0" y="893135"/>
                  </a:moveTo>
                  <a:lnTo>
                    <a:pt x="12876028" y="0"/>
                  </a:lnTo>
                  <a:lnTo>
                    <a:pt x="12876028" y="1662721"/>
                  </a:lnTo>
                  <a:lnTo>
                    <a:pt x="0" y="1662721"/>
                  </a:lnTo>
                  <a:lnTo>
                    <a:pt x="0" y="893135"/>
                  </a:lnTo>
                  <a:close/>
                </a:path>
              </a:pathLst>
            </a:custGeom>
            <a:solidFill>
              <a:srgbClr val="DD403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706977B5-0C6C-A11B-E6C8-969AC985CA5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t="24486" b="24288"/>
            <a:stretch/>
          </p:blipFill>
          <p:spPr>
            <a:xfrm>
              <a:off x="9825318" y="6236638"/>
              <a:ext cx="2079811" cy="559334"/>
            </a:xfrm>
            <a:prstGeom prst="rect">
              <a:avLst/>
            </a:prstGeom>
          </p:spPr>
        </p:pic>
      </p:grpSp>
      <p:sp>
        <p:nvSpPr>
          <p:cNvPr id="8" name="Rectangle 7">
            <a:extLst>
              <a:ext uri="{FF2B5EF4-FFF2-40B4-BE49-F238E27FC236}">
                <a16:creationId xmlns:a16="http://schemas.microsoft.com/office/drawing/2014/main" id="{94786D73-D047-34CE-2FF2-AFCCFD23A2EA}"/>
              </a:ext>
            </a:extLst>
          </p:cNvPr>
          <p:cNvSpPr/>
          <p:nvPr/>
        </p:nvSpPr>
        <p:spPr>
          <a:xfrm>
            <a:off x="0" y="0"/>
            <a:ext cx="12192000" cy="959224"/>
          </a:xfrm>
          <a:prstGeom prst="rect">
            <a:avLst/>
          </a:prstGeom>
          <a:solidFill>
            <a:srgbClr val="33CC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B6DD2AD-DD20-A6EB-4CAF-5FC2073501D5}"/>
              </a:ext>
            </a:extLst>
          </p:cNvPr>
          <p:cNvSpPr txBox="1"/>
          <p:nvPr/>
        </p:nvSpPr>
        <p:spPr>
          <a:xfrm>
            <a:off x="672353" y="69954"/>
            <a:ext cx="1123277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dirty="0">
                <a:solidFill>
                  <a:schemeClr val="bg1"/>
                </a:solidFill>
                <a:latin typeface="Century Gothic" panose="020B0502020202020204" pitchFamily="34" charset="0"/>
              </a:rPr>
              <a:t>Invite – Meaningful gifts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4B063A-56FC-68F3-AF34-DCF071DE86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-1" y="6492875"/>
            <a:ext cx="528919" cy="365125"/>
          </a:xfrm>
        </p:spPr>
        <p:txBody>
          <a:bodyPr/>
          <a:lstStyle/>
          <a:p>
            <a:fld id="{0F897CD2-57D8-4610-8E64-C03C1E4E4E05}" type="slidenum">
              <a:rPr lang="en-US" sz="1600" b="1" smtClean="0">
                <a:solidFill>
                  <a:schemeClr val="bg1"/>
                </a:solidFill>
              </a:rPr>
              <a:t>37</a:t>
            </a:fld>
            <a:endParaRPr lang="en-US" sz="1600" b="1" dirty="0">
              <a:solidFill>
                <a:schemeClr val="bg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E3901C3-9639-5CBB-3BE1-907F864270D9}"/>
              </a:ext>
            </a:extLst>
          </p:cNvPr>
          <p:cNvSpPr txBox="1"/>
          <p:nvPr/>
        </p:nvSpPr>
        <p:spPr>
          <a:xfrm>
            <a:off x="286871" y="1076104"/>
            <a:ext cx="11013475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28700" indent="-571500">
              <a:spcAft>
                <a:spcPts val="1200"/>
              </a:spcAft>
              <a:buClr>
                <a:srgbClr val="EE4238"/>
              </a:buClr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252260"/>
                </a:solidFill>
                <a:latin typeface="Century Gothic" panose="020B0502020202020204" pitchFamily="34" charset="0"/>
              </a:rPr>
              <a:t>Upgrade to recurring gifts</a:t>
            </a:r>
          </a:p>
          <a:p>
            <a:pPr marL="1028700" indent="-571500">
              <a:spcAft>
                <a:spcPts val="1200"/>
              </a:spcAft>
              <a:buClr>
                <a:srgbClr val="EE4238"/>
              </a:buClr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252260"/>
                </a:solidFill>
                <a:latin typeface="Century Gothic" panose="020B0502020202020204" pitchFamily="34" charset="0"/>
              </a:rPr>
              <a:t>Special appeals for specific projects</a:t>
            </a:r>
          </a:p>
          <a:p>
            <a:pPr marL="1028700" indent="-571500">
              <a:spcAft>
                <a:spcPts val="1200"/>
              </a:spcAft>
              <a:buClr>
                <a:srgbClr val="EE4238"/>
              </a:buClr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252260"/>
                </a:solidFill>
                <a:latin typeface="Century Gothic" panose="020B0502020202020204" pitchFamily="34" charset="0"/>
              </a:rPr>
              <a:t>Multi-year pledges</a:t>
            </a:r>
          </a:p>
          <a:p>
            <a:pPr marL="1028700" indent="-571500">
              <a:spcAft>
                <a:spcPts val="1200"/>
              </a:spcAft>
              <a:buClr>
                <a:srgbClr val="EE4238"/>
              </a:buClr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252260"/>
                </a:solidFill>
                <a:latin typeface="Century Gothic" panose="020B0502020202020204" pitchFamily="34" charset="0"/>
              </a:rPr>
              <a:t>Custom proposals for major gifts</a:t>
            </a:r>
          </a:p>
          <a:p>
            <a:pPr marL="1028700" indent="-571500">
              <a:spcAft>
                <a:spcPts val="1200"/>
              </a:spcAft>
              <a:buClr>
                <a:srgbClr val="EE4238"/>
              </a:buClr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rgbClr val="252260"/>
                </a:solidFill>
                <a:latin typeface="Century Gothic" panose="020B0502020202020204" pitchFamily="34" charset="0"/>
              </a:rPr>
              <a:t>Utilize CRM to research, plan and track</a:t>
            </a:r>
          </a:p>
        </p:txBody>
      </p:sp>
    </p:spTree>
    <p:extLst>
      <p:ext uri="{BB962C8B-B14F-4D97-AF65-F5344CB8AC3E}">
        <p14:creationId xmlns:p14="http://schemas.microsoft.com/office/powerpoint/2010/main" val="356484332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9CBED602-B9AA-4E30-811B-082728B0E948}"/>
              </a:ext>
            </a:extLst>
          </p:cNvPr>
          <p:cNvGrpSpPr/>
          <p:nvPr/>
        </p:nvGrpSpPr>
        <p:grpSpPr>
          <a:xfrm>
            <a:off x="0" y="6316825"/>
            <a:ext cx="12192000" cy="541176"/>
            <a:chOff x="0" y="6078071"/>
            <a:chExt cx="12192000" cy="779929"/>
          </a:xfrm>
        </p:grpSpPr>
        <p:sp>
          <p:nvSpPr>
            <p:cNvPr id="3" name="Rectangle 24">
              <a:extLst>
                <a:ext uri="{FF2B5EF4-FFF2-40B4-BE49-F238E27FC236}">
                  <a16:creationId xmlns:a16="http://schemas.microsoft.com/office/drawing/2014/main" id="{C367CC84-698C-26A1-9D0F-CDAA043943DB}"/>
                </a:ext>
              </a:extLst>
            </p:cNvPr>
            <p:cNvSpPr/>
            <p:nvPr/>
          </p:nvSpPr>
          <p:spPr>
            <a:xfrm>
              <a:off x="0" y="6078071"/>
              <a:ext cx="12192000" cy="779929"/>
            </a:xfrm>
            <a:custGeom>
              <a:avLst/>
              <a:gdLst>
                <a:gd name="connsiteX0" fmla="*/ 0 w 12876028"/>
                <a:gd name="connsiteY0" fmla="*/ 0 h 1662721"/>
                <a:gd name="connsiteX1" fmla="*/ 12876028 w 12876028"/>
                <a:gd name="connsiteY1" fmla="*/ 0 h 1662721"/>
                <a:gd name="connsiteX2" fmla="*/ 12876028 w 12876028"/>
                <a:gd name="connsiteY2" fmla="*/ 1662721 h 1662721"/>
                <a:gd name="connsiteX3" fmla="*/ 0 w 12876028"/>
                <a:gd name="connsiteY3" fmla="*/ 1662721 h 1662721"/>
                <a:gd name="connsiteX4" fmla="*/ 0 w 12876028"/>
                <a:gd name="connsiteY4" fmla="*/ 0 h 1662721"/>
                <a:gd name="connsiteX0" fmla="*/ 0 w 12876028"/>
                <a:gd name="connsiteY0" fmla="*/ 893135 h 1662721"/>
                <a:gd name="connsiteX1" fmla="*/ 12876028 w 12876028"/>
                <a:gd name="connsiteY1" fmla="*/ 0 h 1662721"/>
                <a:gd name="connsiteX2" fmla="*/ 12876028 w 12876028"/>
                <a:gd name="connsiteY2" fmla="*/ 1662721 h 1662721"/>
                <a:gd name="connsiteX3" fmla="*/ 0 w 12876028"/>
                <a:gd name="connsiteY3" fmla="*/ 1662721 h 1662721"/>
                <a:gd name="connsiteX4" fmla="*/ 0 w 12876028"/>
                <a:gd name="connsiteY4" fmla="*/ 893135 h 16627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876028" h="1662721">
                  <a:moveTo>
                    <a:pt x="0" y="893135"/>
                  </a:moveTo>
                  <a:lnTo>
                    <a:pt x="12876028" y="0"/>
                  </a:lnTo>
                  <a:lnTo>
                    <a:pt x="12876028" y="1662721"/>
                  </a:lnTo>
                  <a:lnTo>
                    <a:pt x="0" y="1662721"/>
                  </a:lnTo>
                  <a:lnTo>
                    <a:pt x="0" y="893135"/>
                  </a:lnTo>
                  <a:close/>
                </a:path>
              </a:pathLst>
            </a:custGeom>
            <a:solidFill>
              <a:srgbClr val="DD403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706977B5-0C6C-A11B-E6C8-969AC985CA5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t="24486" b="24288"/>
            <a:stretch/>
          </p:blipFill>
          <p:spPr>
            <a:xfrm>
              <a:off x="10468947" y="6236638"/>
              <a:ext cx="1436181" cy="559334"/>
            </a:xfrm>
            <a:prstGeom prst="rect">
              <a:avLst/>
            </a:prstGeom>
          </p:spPr>
        </p:pic>
      </p:grp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4B063A-56FC-68F3-AF34-DCF071DE86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-1" y="6578082"/>
            <a:ext cx="528919" cy="279918"/>
          </a:xfrm>
        </p:spPr>
        <p:txBody>
          <a:bodyPr/>
          <a:lstStyle/>
          <a:p>
            <a:fld id="{0F897CD2-57D8-4610-8E64-C03C1E4E4E05}" type="slidenum">
              <a:rPr lang="en-US" sz="1600" b="1" smtClean="0">
                <a:solidFill>
                  <a:schemeClr val="bg1"/>
                </a:solidFill>
              </a:rPr>
              <a:t>38</a:t>
            </a:fld>
            <a:endParaRPr lang="en-US" sz="1600" b="1" dirty="0">
              <a:solidFill>
                <a:schemeClr val="bg1"/>
              </a:solidFill>
            </a:endParaRPr>
          </a:p>
        </p:txBody>
      </p:sp>
      <p:pic>
        <p:nvPicPr>
          <p:cNvPr id="7" name="Picture 6" descr="A close-up of a card&#10;&#10;Description automatically generated">
            <a:extLst>
              <a:ext uri="{FF2B5EF4-FFF2-40B4-BE49-F238E27FC236}">
                <a16:creationId xmlns:a16="http://schemas.microsoft.com/office/drawing/2014/main" id="{2C82CECB-1A77-2C5F-0D22-8879AB76A05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4869" y="1129003"/>
            <a:ext cx="9286203" cy="436672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35733013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9CBED602-B9AA-4E30-811B-082728B0E948}"/>
              </a:ext>
            </a:extLst>
          </p:cNvPr>
          <p:cNvGrpSpPr/>
          <p:nvPr/>
        </p:nvGrpSpPr>
        <p:grpSpPr>
          <a:xfrm>
            <a:off x="0" y="6316825"/>
            <a:ext cx="12192000" cy="541176"/>
            <a:chOff x="0" y="6078071"/>
            <a:chExt cx="12192000" cy="779929"/>
          </a:xfrm>
        </p:grpSpPr>
        <p:sp>
          <p:nvSpPr>
            <p:cNvPr id="3" name="Rectangle 24">
              <a:extLst>
                <a:ext uri="{FF2B5EF4-FFF2-40B4-BE49-F238E27FC236}">
                  <a16:creationId xmlns:a16="http://schemas.microsoft.com/office/drawing/2014/main" id="{C367CC84-698C-26A1-9D0F-CDAA043943DB}"/>
                </a:ext>
              </a:extLst>
            </p:cNvPr>
            <p:cNvSpPr/>
            <p:nvPr/>
          </p:nvSpPr>
          <p:spPr>
            <a:xfrm>
              <a:off x="0" y="6078071"/>
              <a:ext cx="12192000" cy="779929"/>
            </a:xfrm>
            <a:custGeom>
              <a:avLst/>
              <a:gdLst>
                <a:gd name="connsiteX0" fmla="*/ 0 w 12876028"/>
                <a:gd name="connsiteY0" fmla="*/ 0 h 1662721"/>
                <a:gd name="connsiteX1" fmla="*/ 12876028 w 12876028"/>
                <a:gd name="connsiteY1" fmla="*/ 0 h 1662721"/>
                <a:gd name="connsiteX2" fmla="*/ 12876028 w 12876028"/>
                <a:gd name="connsiteY2" fmla="*/ 1662721 h 1662721"/>
                <a:gd name="connsiteX3" fmla="*/ 0 w 12876028"/>
                <a:gd name="connsiteY3" fmla="*/ 1662721 h 1662721"/>
                <a:gd name="connsiteX4" fmla="*/ 0 w 12876028"/>
                <a:gd name="connsiteY4" fmla="*/ 0 h 1662721"/>
                <a:gd name="connsiteX0" fmla="*/ 0 w 12876028"/>
                <a:gd name="connsiteY0" fmla="*/ 893135 h 1662721"/>
                <a:gd name="connsiteX1" fmla="*/ 12876028 w 12876028"/>
                <a:gd name="connsiteY1" fmla="*/ 0 h 1662721"/>
                <a:gd name="connsiteX2" fmla="*/ 12876028 w 12876028"/>
                <a:gd name="connsiteY2" fmla="*/ 1662721 h 1662721"/>
                <a:gd name="connsiteX3" fmla="*/ 0 w 12876028"/>
                <a:gd name="connsiteY3" fmla="*/ 1662721 h 1662721"/>
                <a:gd name="connsiteX4" fmla="*/ 0 w 12876028"/>
                <a:gd name="connsiteY4" fmla="*/ 893135 h 16627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876028" h="1662721">
                  <a:moveTo>
                    <a:pt x="0" y="893135"/>
                  </a:moveTo>
                  <a:lnTo>
                    <a:pt x="12876028" y="0"/>
                  </a:lnTo>
                  <a:lnTo>
                    <a:pt x="12876028" y="1662721"/>
                  </a:lnTo>
                  <a:lnTo>
                    <a:pt x="0" y="1662721"/>
                  </a:lnTo>
                  <a:lnTo>
                    <a:pt x="0" y="893135"/>
                  </a:lnTo>
                  <a:close/>
                </a:path>
              </a:pathLst>
            </a:custGeom>
            <a:solidFill>
              <a:srgbClr val="DD403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706977B5-0C6C-A11B-E6C8-969AC985CA5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t="24486" b="24288"/>
            <a:stretch/>
          </p:blipFill>
          <p:spPr>
            <a:xfrm>
              <a:off x="10468947" y="6236638"/>
              <a:ext cx="1436181" cy="559334"/>
            </a:xfrm>
            <a:prstGeom prst="rect">
              <a:avLst/>
            </a:prstGeom>
          </p:spPr>
        </p:pic>
      </p:grp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4B063A-56FC-68F3-AF34-DCF071DE86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-1" y="6578082"/>
            <a:ext cx="528919" cy="279918"/>
          </a:xfrm>
        </p:spPr>
        <p:txBody>
          <a:bodyPr/>
          <a:lstStyle/>
          <a:p>
            <a:fld id="{0F897CD2-57D8-4610-8E64-C03C1E4E4E05}" type="slidenum">
              <a:rPr lang="en-US" sz="1600" b="1" smtClean="0">
                <a:solidFill>
                  <a:schemeClr val="bg1"/>
                </a:solidFill>
              </a:rPr>
              <a:t>39</a:t>
            </a:fld>
            <a:endParaRPr lang="en-US" sz="1600" b="1" dirty="0">
              <a:solidFill>
                <a:schemeClr val="bg1"/>
              </a:solidFill>
            </a:endParaRPr>
          </a:p>
        </p:txBody>
      </p:sp>
      <p:pic>
        <p:nvPicPr>
          <p:cNvPr id="8" name="Picture 7" descr="A screenshot of a table&#10;&#10;Description automatically generated">
            <a:extLst>
              <a:ext uri="{FF2B5EF4-FFF2-40B4-BE49-F238E27FC236}">
                <a16:creationId xmlns:a16="http://schemas.microsoft.com/office/drawing/2014/main" id="{900798FA-678E-B3BA-8D42-189DC54E2B8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6524" y="193797"/>
            <a:ext cx="6558952" cy="597373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22165097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D5C5515-93AC-28C5-DBAF-E8F0684E991E}"/>
              </a:ext>
            </a:extLst>
          </p:cNvPr>
          <p:cNvSpPr/>
          <p:nvPr/>
        </p:nvSpPr>
        <p:spPr>
          <a:xfrm>
            <a:off x="5216019" y="860778"/>
            <a:ext cx="5213448" cy="121012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Isosceles Triangle 25">
            <a:extLst>
              <a:ext uri="{FF2B5EF4-FFF2-40B4-BE49-F238E27FC236}">
                <a16:creationId xmlns:a16="http://schemas.microsoft.com/office/drawing/2014/main" id="{187A778D-2547-34D1-A5F5-97BC24E5AE17}"/>
              </a:ext>
            </a:extLst>
          </p:cNvPr>
          <p:cNvSpPr/>
          <p:nvPr/>
        </p:nvSpPr>
        <p:spPr>
          <a:xfrm rot="5400000">
            <a:off x="9853704" y="992682"/>
            <a:ext cx="1859690" cy="869879"/>
          </a:xfrm>
          <a:prstGeom prst="triangl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A836DBD-B06B-C6BB-0A42-DFA3BD67A78B}"/>
              </a:ext>
            </a:extLst>
          </p:cNvPr>
          <p:cNvSpPr txBox="1"/>
          <p:nvPr/>
        </p:nvSpPr>
        <p:spPr>
          <a:xfrm>
            <a:off x="5190626" y="873623"/>
            <a:ext cx="602786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600" dirty="0">
                <a:solidFill>
                  <a:schemeClr val="bg1"/>
                </a:solidFill>
                <a:latin typeface="Century Gothic" panose="020B0502020202020204" pitchFamily="34" charset="0"/>
              </a:rPr>
              <a:t>Appreciate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4ADFE021-7A52-F9D3-8D15-8995D4F0F921}"/>
              </a:ext>
            </a:extLst>
          </p:cNvPr>
          <p:cNvGrpSpPr/>
          <p:nvPr/>
        </p:nvGrpSpPr>
        <p:grpSpPr>
          <a:xfrm rot="8824152">
            <a:off x="771580" y="197082"/>
            <a:ext cx="5429467" cy="5737076"/>
            <a:chOff x="5803319" y="511241"/>
            <a:chExt cx="5947063" cy="6269497"/>
          </a:xfrm>
        </p:grpSpPr>
        <p:sp>
          <p:nvSpPr>
            <p:cNvPr id="4" name="Block Arc 1">
              <a:extLst>
                <a:ext uri="{FF2B5EF4-FFF2-40B4-BE49-F238E27FC236}">
                  <a16:creationId xmlns:a16="http://schemas.microsoft.com/office/drawing/2014/main" id="{3F548CDE-172C-5260-CE20-2F4807EE1972}"/>
                </a:ext>
              </a:extLst>
            </p:cNvPr>
            <p:cNvSpPr/>
            <p:nvPr/>
          </p:nvSpPr>
          <p:spPr>
            <a:xfrm rot="3037373">
              <a:off x="9392654" y="1530696"/>
              <a:ext cx="2314305" cy="715708"/>
            </a:xfrm>
            <a:custGeom>
              <a:avLst/>
              <a:gdLst>
                <a:gd name="connsiteX0" fmla="*/ 0 w 2391141"/>
                <a:gd name="connsiteY0" fmla="*/ 726679 h 1453358"/>
                <a:gd name="connsiteX1" fmla="*/ 1195571 w 2391141"/>
                <a:gd name="connsiteY1" fmla="*/ 0 h 1453358"/>
                <a:gd name="connsiteX2" fmla="*/ 2391142 w 2391141"/>
                <a:gd name="connsiteY2" fmla="*/ 726679 h 1453358"/>
                <a:gd name="connsiteX3" fmla="*/ 2027802 w 2391141"/>
                <a:gd name="connsiteY3" fmla="*/ 726679 h 1453358"/>
                <a:gd name="connsiteX4" fmla="*/ 1195571 w 2391141"/>
                <a:gd name="connsiteY4" fmla="*/ 363339 h 1453358"/>
                <a:gd name="connsiteX5" fmla="*/ 363340 w 2391141"/>
                <a:gd name="connsiteY5" fmla="*/ 726679 h 1453358"/>
                <a:gd name="connsiteX6" fmla="*/ 0 w 2391141"/>
                <a:gd name="connsiteY6" fmla="*/ 726679 h 1453358"/>
                <a:gd name="connsiteX0" fmla="*/ 0 w 2614878"/>
                <a:gd name="connsiteY0" fmla="*/ 727830 h 727830"/>
                <a:gd name="connsiteX1" fmla="*/ 1195571 w 2614878"/>
                <a:gd name="connsiteY1" fmla="*/ 1151 h 727830"/>
                <a:gd name="connsiteX2" fmla="*/ 2614878 w 2614878"/>
                <a:gd name="connsiteY2" fmla="*/ 611098 h 727830"/>
                <a:gd name="connsiteX3" fmla="*/ 2027802 w 2614878"/>
                <a:gd name="connsiteY3" fmla="*/ 727830 h 727830"/>
                <a:gd name="connsiteX4" fmla="*/ 1195571 w 2614878"/>
                <a:gd name="connsiteY4" fmla="*/ 364490 h 727830"/>
                <a:gd name="connsiteX5" fmla="*/ 363340 w 2614878"/>
                <a:gd name="connsiteY5" fmla="*/ 727830 h 727830"/>
                <a:gd name="connsiteX6" fmla="*/ 0 w 2614878"/>
                <a:gd name="connsiteY6" fmla="*/ 727830 h 727830"/>
                <a:gd name="connsiteX0" fmla="*/ 0 w 2614878"/>
                <a:gd name="connsiteY0" fmla="*/ 727830 h 727830"/>
                <a:gd name="connsiteX1" fmla="*/ 1195571 w 2614878"/>
                <a:gd name="connsiteY1" fmla="*/ 1151 h 727830"/>
                <a:gd name="connsiteX2" fmla="*/ 2614878 w 2614878"/>
                <a:gd name="connsiteY2" fmla="*/ 611098 h 727830"/>
                <a:gd name="connsiteX3" fmla="*/ 2251538 w 2614878"/>
                <a:gd name="connsiteY3" fmla="*/ 669464 h 727830"/>
                <a:gd name="connsiteX4" fmla="*/ 1195571 w 2614878"/>
                <a:gd name="connsiteY4" fmla="*/ 364490 h 727830"/>
                <a:gd name="connsiteX5" fmla="*/ 363340 w 2614878"/>
                <a:gd name="connsiteY5" fmla="*/ 727830 h 727830"/>
                <a:gd name="connsiteX6" fmla="*/ 0 w 2614878"/>
                <a:gd name="connsiteY6" fmla="*/ 727830 h 727830"/>
                <a:gd name="connsiteX0" fmla="*/ 0 w 2780249"/>
                <a:gd name="connsiteY0" fmla="*/ 590533 h 726720"/>
                <a:gd name="connsiteX1" fmla="*/ 1360942 w 2780249"/>
                <a:gd name="connsiteY1" fmla="*/ 41 h 726720"/>
                <a:gd name="connsiteX2" fmla="*/ 2780249 w 2780249"/>
                <a:gd name="connsiteY2" fmla="*/ 609988 h 726720"/>
                <a:gd name="connsiteX3" fmla="*/ 2416909 w 2780249"/>
                <a:gd name="connsiteY3" fmla="*/ 668354 h 726720"/>
                <a:gd name="connsiteX4" fmla="*/ 1360942 w 2780249"/>
                <a:gd name="connsiteY4" fmla="*/ 363380 h 726720"/>
                <a:gd name="connsiteX5" fmla="*/ 528711 w 2780249"/>
                <a:gd name="connsiteY5" fmla="*/ 726720 h 726720"/>
                <a:gd name="connsiteX6" fmla="*/ 0 w 2780249"/>
                <a:gd name="connsiteY6" fmla="*/ 590533 h 726720"/>
                <a:gd name="connsiteX0" fmla="*/ 0 w 2780249"/>
                <a:gd name="connsiteY0" fmla="*/ 590533 h 668354"/>
                <a:gd name="connsiteX1" fmla="*/ 1360942 w 2780249"/>
                <a:gd name="connsiteY1" fmla="*/ 41 h 668354"/>
                <a:gd name="connsiteX2" fmla="*/ 2780249 w 2780249"/>
                <a:gd name="connsiteY2" fmla="*/ 609988 h 668354"/>
                <a:gd name="connsiteX3" fmla="*/ 2416909 w 2780249"/>
                <a:gd name="connsiteY3" fmla="*/ 668354 h 668354"/>
                <a:gd name="connsiteX4" fmla="*/ 1360942 w 2780249"/>
                <a:gd name="connsiteY4" fmla="*/ 363380 h 668354"/>
                <a:gd name="connsiteX5" fmla="*/ 275792 w 2780249"/>
                <a:gd name="connsiteY5" fmla="*/ 639171 h 668354"/>
                <a:gd name="connsiteX6" fmla="*/ 0 w 2780249"/>
                <a:gd name="connsiteY6" fmla="*/ 590533 h 668354"/>
                <a:gd name="connsiteX0" fmla="*/ 0 w 2780249"/>
                <a:gd name="connsiteY0" fmla="*/ 590533 h 668354"/>
                <a:gd name="connsiteX1" fmla="*/ 1360942 w 2780249"/>
                <a:gd name="connsiteY1" fmla="*/ 41 h 668354"/>
                <a:gd name="connsiteX2" fmla="*/ 2780249 w 2780249"/>
                <a:gd name="connsiteY2" fmla="*/ 609988 h 668354"/>
                <a:gd name="connsiteX3" fmla="*/ 2416909 w 2780249"/>
                <a:gd name="connsiteY3" fmla="*/ 668354 h 668354"/>
                <a:gd name="connsiteX4" fmla="*/ 1351215 w 2780249"/>
                <a:gd name="connsiteY4" fmla="*/ 480112 h 668354"/>
                <a:gd name="connsiteX5" fmla="*/ 275792 w 2780249"/>
                <a:gd name="connsiteY5" fmla="*/ 639171 h 668354"/>
                <a:gd name="connsiteX6" fmla="*/ 0 w 2780249"/>
                <a:gd name="connsiteY6" fmla="*/ 590533 h 668354"/>
                <a:gd name="connsiteX0" fmla="*/ 0 w 2780249"/>
                <a:gd name="connsiteY0" fmla="*/ 590533 h 775358"/>
                <a:gd name="connsiteX1" fmla="*/ 1360942 w 2780249"/>
                <a:gd name="connsiteY1" fmla="*/ 41 h 775358"/>
                <a:gd name="connsiteX2" fmla="*/ 2780249 w 2780249"/>
                <a:gd name="connsiteY2" fmla="*/ 609988 h 775358"/>
                <a:gd name="connsiteX3" fmla="*/ 2329360 w 2780249"/>
                <a:gd name="connsiteY3" fmla="*/ 775358 h 775358"/>
                <a:gd name="connsiteX4" fmla="*/ 1351215 w 2780249"/>
                <a:gd name="connsiteY4" fmla="*/ 480112 h 775358"/>
                <a:gd name="connsiteX5" fmla="*/ 275792 w 2780249"/>
                <a:gd name="connsiteY5" fmla="*/ 639171 h 775358"/>
                <a:gd name="connsiteX6" fmla="*/ 0 w 2780249"/>
                <a:gd name="connsiteY6" fmla="*/ 590533 h 775358"/>
                <a:gd name="connsiteX0" fmla="*/ 0 w 2673245"/>
                <a:gd name="connsiteY0" fmla="*/ 600391 h 785216"/>
                <a:gd name="connsiteX1" fmla="*/ 1360942 w 2673245"/>
                <a:gd name="connsiteY1" fmla="*/ 9899 h 785216"/>
                <a:gd name="connsiteX2" fmla="*/ 2673245 w 2673245"/>
                <a:gd name="connsiteY2" fmla="*/ 405837 h 785216"/>
                <a:gd name="connsiteX3" fmla="*/ 2329360 w 2673245"/>
                <a:gd name="connsiteY3" fmla="*/ 785216 h 785216"/>
                <a:gd name="connsiteX4" fmla="*/ 1351215 w 2673245"/>
                <a:gd name="connsiteY4" fmla="*/ 489970 h 785216"/>
                <a:gd name="connsiteX5" fmla="*/ 275792 w 2673245"/>
                <a:gd name="connsiteY5" fmla="*/ 649029 h 785216"/>
                <a:gd name="connsiteX6" fmla="*/ 0 w 2673245"/>
                <a:gd name="connsiteY6" fmla="*/ 600391 h 785216"/>
                <a:gd name="connsiteX0" fmla="*/ 0 w 2673245"/>
                <a:gd name="connsiteY0" fmla="*/ 593348 h 778173"/>
                <a:gd name="connsiteX1" fmla="*/ 1360942 w 2673245"/>
                <a:gd name="connsiteY1" fmla="*/ 2856 h 778173"/>
                <a:gd name="connsiteX2" fmla="*/ 2673245 w 2673245"/>
                <a:gd name="connsiteY2" fmla="*/ 398794 h 778173"/>
                <a:gd name="connsiteX3" fmla="*/ 2329360 w 2673245"/>
                <a:gd name="connsiteY3" fmla="*/ 778173 h 778173"/>
                <a:gd name="connsiteX4" fmla="*/ 1351215 w 2673245"/>
                <a:gd name="connsiteY4" fmla="*/ 482927 h 778173"/>
                <a:gd name="connsiteX5" fmla="*/ 275792 w 2673245"/>
                <a:gd name="connsiteY5" fmla="*/ 641986 h 778173"/>
                <a:gd name="connsiteX6" fmla="*/ 0 w 2673245"/>
                <a:gd name="connsiteY6" fmla="*/ 593348 h 778173"/>
                <a:gd name="connsiteX0" fmla="*/ 0 w 2478691"/>
                <a:gd name="connsiteY0" fmla="*/ 293714 h 809279"/>
                <a:gd name="connsiteX1" fmla="*/ 1166388 w 2478691"/>
                <a:gd name="connsiteY1" fmla="*/ 33962 h 809279"/>
                <a:gd name="connsiteX2" fmla="*/ 2478691 w 2478691"/>
                <a:gd name="connsiteY2" fmla="*/ 429900 h 809279"/>
                <a:gd name="connsiteX3" fmla="*/ 2134806 w 2478691"/>
                <a:gd name="connsiteY3" fmla="*/ 809279 h 809279"/>
                <a:gd name="connsiteX4" fmla="*/ 1156661 w 2478691"/>
                <a:gd name="connsiteY4" fmla="*/ 514033 h 809279"/>
                <a:gd name="connsiteX5" fmla="*/ 81238 w 2478691"/>
                <a:gd name="connsiteY5" fmla="*/ 673092 h 809279"/>
                <a:gd name="connsiteX6" fmla="*/ 0 w 2478691"/>
                <a:gd name="connsiteY6" fmla="*/ 293714 h 809279"/>
                <a:gd name="connsiteX0" fmla="*/ 0 w 2478691"/>
                <a:gd name="connsiteY0" fmla="*/ 262275 h 777840"/>
                <a:gd name="connsiteX1" fmla="*/ 1166388 w 2478691"/>
                <a:gd name="connsiteY1" fmla="*/ 2523 h 777840"/>
                <a:gd name="connsiteX2" fmla="*/ 2478691 w 2478691"/>
                <a:gd name="connsiteY2" fmla="*/ 398461 h 777840"/>
                <a:gd name="connsiteX3" fmla="*/ 2134806 w 2478691"/>
                <a:gd name="connsiteY3" fmla="*/ 777840 h 777840"/>
                <a:gd name="connsiteX4" fmla="*/ 1156661 w 2478691"/>
                <a:gd name="connsiteY4" fmla="*/ 482594 h 777840"/>
                <a:gd name="connsiteX5" fmla="*/ 81238 w 2478691"/>
                <a:gd name="connsiteY5" fmla="*/ 641653 h 777840"/>
                <a:gd name="connsiteX6" fmla="*/ 0 w 2478691"/>
                <a:gd name="connsiteY6" fmla="*/ 262275 h 777840"/>
                <a:gd name="connsiteX0" fmla="*/ 0 w 2478691"/>
                <a:gd name="connsiteY0" fmla="*/ 262275 h 777841"/>
                <a:gd name="connsiteX1" fmla="*/ 1166388 w 2478691"/>
                <a:gd name="connsiteY1" fmla="*/ 2523 h 777841"/>
                <a:gd name="connsiteX2" fmla="*/ 2478691 w 2478691"/>
                <a:gd name="connsiteY2" fmla="*/ 398461 h 777841"/>
                <a:gd name="connsiteX3" fmla="*/ 2134806 w 2478691"/>
                <a:gd name="connsiteY3" fmla="*/ 777840 h 777841"/>
                <a:gd name="connsiteX4" fmla="*/ 1156661 w 2478691"/>
                <a:gd name="connsiteY4" fmla="*/ 482594 h 777841"/>
                <a:gd name="connsiteX5" fmla="*/ 178515 w 2478691"/>
                <a:gd name="connsiteY5" fmla="*/ 777841 h 777841"/>
                <a:gd name="connsiteX6" fmla="*/ 0 w 2478691"/>
                <a:gd name="connsiteY6" fmla="*/ 262275 h 777841"/>
                <a:gd name="connsiteX0" fmla="*/ 0 w 2478691"/>
                <a:gd name="connsiteY0" fmla="*/ 262275 h 777840"/>
                <a:gd name="connsiteX1" fmla="*/ 1166388 w 2478691"/>
                <a:gd name="connsiteY1" fmla="*/ 2523 h 777840"/>
                <a:gd name="connsiteX2" fmla="*/ 2478691 w 2478691"/>
                <a:gd name="connsiteY2" fmla="*/ 398461 h 777840"/>
                <a:gd name="connsiteX3" fmla="*/ 2134806 w 2478691"/>
                <a:gd name="connsiteY3" fmla="*/ 777840 h 777840"/>
                <a:gd name="connsiteX4" fmla="*/ 1156661 w 2478691"/>
                <a:gd name="connsiteY4" fmla="*/ 482594 h 777840"/>
                <a:gd name="connsiteX5" fmla="*/ 139604 w 2478691"/>
                <a:gd name="connsiteY5" fmla="*/ 748658 h 777840"/>
                <a:gd name="connsiteX6" fmla="*/ 0 w 2478691"/>
                <a:gd name="connsiteY6" fmla="*/ 262275 h 777840"/>
                <a:gd name="connsiteX0" fmla="*/ 0 w 2478691"/>
                <a:gd name="connsiteY0" fmla="*/ 262275 h 777840"/>
                <a:gd name="connsiteX1" fmla="*/ 1166388 w 2478691"/>
                <a:gd name="connsiteY1" fmla="*/ 2523 h 777840"/>
                <a:gd name="connsiteX2" fmla="*/ 2478691 w 2478691"/>
                <a:gd name="connsiteY2" fmla="*/ 398461 h 777840"/>
                <a:gd name="connsiteX3" fmla="*/ 2134806 w 2478691"/>
                <a:gd name="connsiteY3" fmla="*/ 777840 h 777840"/>
                <a:gd name="connsiteX4" fmla="*/ 1156661 w 2478691"/>
                <a:gd name="connsiteY4" fmla="*/ 482594 h 777840"/>
                <a:gd name="connsiteX5" fmla="*/ 139604 w 2478691"/>
                <a:gd name="connsiteY5" fmla="*/ 748658 h 777840"/>
                <a:gd name="connsiteX6" fmla="*/ 0 w 2478691"/>
                <a:gd name="connsiteY6" fmla="*/ 262275 h 777840"/>
                <a:gd name="connsiteX0" fmla="*/ 0 w 2478691"/>
                <a:gd name="connsiteY0" fmla="*/ 262275 h 797295"/>
                <a:gd name="connsiteX1" fmla="*/ 1166388 w 2478691"/>
                <a:gd name="connsiteY1" fmla="*/ 2523 h 797295"/>
                <a:gd name="connsiteX2" fmla="*/ 2478691 w 2478691"/>
                <a:gd name="connsiteY2" fmla="*/ 398461 h 797295"/>
                <a:gd name="connsiteX3" fmla="*/ 2144534 w 2478691"/>
                <a:gd name="connsiteY3" fmla="*/ 797295 h 797295"/>
                <a:gd name="connsiteX4" fmla="*/ 1156661 w 2478691"/>
                <a:gd name="connsiteY4" fmla="*/ 482594 h 797295"/>
                <a:gd name="connsiteX5" fmla="*/ 139604 w 2478691"/>
                <a:gd name="connsiteY5" fmla="*/ 748658 h 797295"/>
                <a:gd name="connsiteX6" fmla="*/ 0 w 2478691"/>
                <a:gd name="connsiteY6" fmla="*/ 262275 h 797295"/>
                <a:gd name="connsiteX0" fmla="*/ 0 w 2478691"/>
                <a:gd name="connsiteY0" fmla="*/ 262275 h 797295"/>
                <a:gd name="connsiteX1" fmla="*/ 1166388 w 2478691"/>
                <a:gd name="connsiteY1" fmla="*/ 2523 h 797295"/>
                <a:gd name="connsiteX2" fmla="*/ 2478691 w 2478691"/>
                <a:gd name="connsiteY2" fmla="*/ 398461 h 797295"/>
                <a:gd name="connsiteX3" fmla="*/ 2144534 w 2478691"/>
                <a:gd name="connsiteY3" fmla="*/ 797295 h 797295"/>
                <a:gd name="connsiteX4" fmla="*/ 1156661 w 2478691"/>
                <a:gd name="connsiteY4" fmla="*/ 482594 h 797295"/>
                <a:gd name="connsiteX5" fmla="*/ 139604 w 2478691"/>
                <a:gd name="connsiteY5" fmla="*/ 748658 h 797295"/>
                <a:gd name="connsiteX6" fmla="*/ 0 w 2478691"/>
                <a:gd name="connsiteY6" fmla="*/ 262275 h 797295"/>
                <a:gd name="connsiteX0" fmla="*/ 0 w 2309168"/>
                <a:gd name="connsiteY0" fmla="*/ 259772 h 794792"/>
                <a:gd name="connsiteX1" fmla="*/ 1166388 w 2309168"/>
                <a:gd name="connsiteY1" fmla="*/ 20 h 794792"/>
                <a:gd name="connsiteX2" fmla="*/ 2309168 w 2309168"/>
                <a:gd name="connsiteY2" fmla="*/ 270099 h 794792"/>
                <a:gd name="connsiteX3" fmla="*/ 2144534 w 2309168"/>
                <a:gd name="connsiteY3" fmla="*/ 794792 h 794792"/>
                <a:gd name="connsiteX4" fmla="*/ 1156661 w 2309168"/>
                <a:gd name="connsiteY4" fmla="*/ 480091 h 794792"/>
                <a:gd name="connsiteX5" fmla="*/ 139604 w 2309168"/>
                <a:gd name="connsiteY5" fmla="*/ 746155 h 794792"/>
                <a:gd name="connsiteX6" fmla="*/ 0 w 2309168"/>
                <a:gd name="connsiteY6" fmla="*/ 259772 h 794792"/>
                <a:gd name="connsiteX0" fmla="*/ 0 w 2309168"/>
                <a:gd name="connsiteY0" fmla="*/ 259772 h 794792"/>
                <a:gd name="connsiteX1" fmla="*/ 1166388 w 2309168"/>
                <a:gd name="connsiteY1" fmla="*/ 20 h 794792"/>
                <a:gd name="connsiteX2" fmla="*/ 2309168 w 2309168"/>
                <a:gd name="connsiteY2" fmla="*/ 270099 h 794792"/>
                <a:gd name="connsiteX3" fmla="*/ 2144534 w 2309168"/>
                <a:gd name="connsiteY3" fmla="*/ 794792 h 794792"/>
                <a:gd name="connsiteX4" fmla="*/ 1156661 w 2309168"/>
                <a:gd name="connsiteY4" fmla="*/ 480091 h 794792"/>
                <a:gd name="connsiteX5" fmla="*/ 139604 w 2309168"/>
                <a:gd name="connsiteY5" fmla="*/ 746155 h 794792"/>
                <a:gd name="connsiteX6" fmla="*/ 0 w 2309168"/>
                <a:gd name="connsiteY6" fmla="*/ 259772 h 794792"/>
                <a:gd name="connsiteX0" fmla="*/ 0 w 2309168"/>
                <a:gd name="connsiteY0" fmla="*/ 259772 h 746155"/>
                <a:gd name="connsiteX1" fmla="*/ 1166388 w 2309168"/>
                <a:gd name="connsiteY1" fmla="*/ 20 h 746155"/>
                <a:gd name="connsiteX2" fmla="*/ 2309168 w 2309168"/>
                <a:gd name="connsiteY2" fmla="*/ 270099 h 746155"/>
                <a:gd name="connsiteX3" fmla="*/ 2121417 w 2309168"/>
                <a:gd name="connsiteY3" fmla="*/ 707462 h 746155"/>
                <a:gd name="connsiteX4" fmla="*/ 1156661 w 2309168"/>
                <a:gd name="connsiteY4" fmla="*/ 480091 h 746155"/>
                <a:gd name="connsiteX5" fmla="*/ 139604 w 2309168"/>
                <a:gd name="connsiteY5" fmla="*/ 746155 h 746155"/>
                <a:gd name="connsiteX6" fmla="*/ 0 w 2309168"/>
                <a:gd name="connsiteY6" fmla="*/ 259772 h 746155"/>
                <a:gd name="connsiteX0" fmla="*/ 0 w 2309168"/>
                <a:gd name="connsiteY0" fmla="*/ 259772 h 746155"/>
                <a:gd name="connsiteX1" fmla="*/ 1166388 w 2309168"/>
                <a:gd name="connsiteY1" fmla="*/ 20 h 746155"/>
                <a:gd name="connsiteX2" fmla="*/ 2309168 w 2309168"/>
                <a:gd name="connsiteY2" fmla="*/ 270099 h 746155"/>
                <a:gd name="connsiteX3" fmla="*/ 2121417 w 2309168"/>
                <a:gd name="connsiteY3" fmla="*/ 707462 h 746155"/>
                <a:gd name="connsiteX4" fmla="*/ 1156661 w 2309168"/>
                <a:gd name="connsiteY4" fmla="*/ 480091 h 746155"/>
                <a:gd name="connsiteX5" fmla="*/ 139604 w 2309168"/>
                <a:gd name="connsiteY5" fmla="*/ 746155 h 746155"/>
                <a:gd name="connsiteX6" fmla="*/ 0 w 2309168"/>
                <a:gd name="connsiteY6" fmla="*/ 259772 h 746155"/>
                <a:gd name="connsiteX0" fmla="*/ 0 w 2309168"/>
                <a:gd name="connsiteY0" fmla="*/ 226793 h 746567"/>
                <a:gd name="connsiteX1" fmla="*/ 1166388 w 2309168"/>
                <a:gd name="connsiteY1" fmla="*/ 432 h 746567"/>
                <a:gd name="connsiteX2" fmla="*/ 2309168 w 2309168"/>
                <a:gd name="connsiteY2" fmla="*/ 270511 h 746567"/>
                <a:gd name="connsiteX3" fmla="*/ 2121417 w 2309168"/>
                <a:gd name="connsiteY3" fmla="*/ 707874 h 746567"/>
                <a:gd name="connsiteX4" fmla="*/ 1156661 w 2309168"/>
                <a:gd name="connsiteY4" fmla="*/ 480503 h 746567"/>
                <a:gd name="connsiteX5" fmla="*/ 139604 w 2309168"/>
                <a:gd name="connsiteY5" fmla="*/ 746567 h 746567"/>
                <a:gd name="connsiteX6" fmla="*/ 0 w 2309168"/>
                <a:gd name="connsiteY6" fmla="*/ 226793 h 746567"/>
                <a:gd name="connsiteX0" fmla="*/ 0 w 2309168"/>
                <a:gd name="connsiteY0" fmla="*/ 226663 h 746437"/>
                <a:gd name="connsiteX1" fmla="*/ 1166388 w 2309168"/>
                <a:gd name="connsiteY1" fmla="*/ 302 h 746437"/>
                <a:gd name="connsiteX2" fmla="*/ 2309168 w 2309168"/>
                <a:gd name="connsiteY2" fmla="*/ 270381 h 746437"/>
                <a:gd name="connsiteX3" fmla="*/ 2121417 w 2309168"/>
                <a:gd name="connsiteY3" fmla="*/ 707744 h 746437"/>
                <a:gd name="connsiteX4" fmla="*/ 1156661 w 2309168"/>
                <a:gd name="connsiteY4" fmla="*/ 480373 h 746437"/>
                <a:gd name="connsiteX5" fmla="*/ 139604 w 2309168"/>
                <a:gd name="connsiteY5" fmla="*/ 746437 h 746437"/>
                <a:gd name="connsiteX6" fmla="*/ 0 w 2309168"/>
                <a:gd name="connsiteY6" fmla="*/ 226663 h 746437"/>
                <a:gd name="connsiteX0" fmla="*/ 0 w 2309168"/>
                <a:gd name="connsiteY0" fmla="*/ 226614 h 746388"/>
                <a:gd name="connsiteX1" fmla="*/ 1166388 w 2309168"/>
                <a:gd name="connsiteY1" fmla="*/ 253 h 746388"/>
                <a:gd name="connsiteX2" fmla="*/ 2309168 w 2309168"/>
                <a:gd name="connsiteY2" fmla="*/ 270332 h 746388"/>
                <a:gd name="connsiteX3" fmla="*/ 2121417 w 2309168"/>
                <a:gd name="connsiteY3" fmla="*/ 707695 h 746388"/>
                <a:gd name="connsiteX4" fmla="*/ 1156661 w 2309168"/>
                <a:gd name="connsiteY4" fmla="*/ 480324 h 746388"/>
                <a:gd name="connsiteX5" fmla="*/ 139604 w 2309168"/>
                <a:gd name="connsiteY5" fmla="*/ 746388 h 746388"/>
                <a:gd name="connsiteX6" fmla="*/ 0 w 2309168"/>
                <a:gd name="connsiteY6" fmla="*/ 226614 h 746388"/>
                <a:gd name="connsiteX0" fmla="*/ 0 w 2309168"/>
                <a:gd name="connsiteY0" fmla="*/ 231692 h 746328"/>
                <a:gd name="connsiteX1" fmla="*/ 1166388 w 2309168"/>
                <a:gd name="connsiteY1" fmla="*/ 193 h 746328"/>
                <a:gd name="connsiteX2" fmla="*/ 2309168 w 2309168"/>
                <a:gd name="connsiteY2" fmla="*/ 270272 h 746328"/>
                <a:gd name="connsiteX3" fmla="*/ 2121417 w 2309168"/>
                <a:gd name="connsiteY3" fmla="*/ 707635 h 746328"/>
                <a:gd name="connsiteX4" fmla="*/ 1156661 w 2309168"/>
                <a:gd name="connsiteY4" fmla="*/ 480264 h 746328"/>
                <a:gd name="connsiteX5" fmla="*/ 139604 w 2309168"/>
                <a:gd name="connsiteY5" fmla="*/ 746328 h 746328"/>
                <a:gd name="connsiteX6" fmla="*/ 0 w 2309168"/>
                <a:gd name="connsiteY6" fmla="*/ 231692 h 746328"/>
                <a:gd name="connsiteX0" fmla="*/ 0 w 2309168"/>
                <a:gd name="connsiteY0" fmla="*/ 231692 h 707635"/>
                <a:gd name="connsiteX1" fmla="*/ 1166388 w 2309168"/>
                <a:gd name="connsiteY1" fmla="*/ 193 h 707635"/>
                <a:gd name="connsiteX2" fmla="*/ 2309168 w 2309168"/>
                <a:gd name="connsiteY2" fmla="*/ 270272 h 707635"/>
                <a:gd name="connsiteX3" fmla="*/ 2121417 w 2309168"/>
                <a:gd name="connsiteY3" fmla="*/ 707635 h 707635"/>
                <a:gd name="connsiteX4" fmla="*/ 1156661 w 2309168"/>
                <a:gd name="connsiteY4" fmla="*/ 480264 h 707635"/>
                <a:gd name="connsiteX5" fmla="*/ 172995 w 2309168"/>
                <a:gd name="connsiteY5" fmla="*/ 684683 h 707635"/>
                <a:gd name="connsiteX6" fmla="*/ 0 w 2309168"/>
                <a:gd name="connsiteY6" fmla="*/ 231692 h 707635"/>
                <a:gd name="connsiteX0" fmla="*/ 0 w 2309168"/>
                <a:gd name="connsiteY0" fmla="*/ 231692 h 707635"/>
                <a:gd name="connsiteX1" fmla="*/ 1166388 w 2309168"/>
                <a:gd name="connsiteY1" fmla="*/ 193 h 707635"/>
                <a:gd name="connsiteX2" fmla="*/ 2309168 w 2309168"/>
                <a:gd name="connsiteY2" fmla="*/ 270272 h 707635"/>
                <a:gd name="connsiteX3" fmla="*/ 2121417 w 2309168"/>
                <a:gd name="connsiteY3" fmla="*/ 707635 h 707635"/>
                <a:gd name="connsiteX4" fmla="*/ 1156661 w 2309168"/>
                <a:gd name="connsiteY4" fmla="*/ 480264 h 707635"/>
                <a:gd name="connsiteX5" fmla="*/ 172995 w 2309168"/>
                <a:gd name="connsiteY5" fmla="*/ 684683 h 707635"/>
                <a:gd name="connsiteX6" fmla="*/ 0 w 2309168"/>
                <a:gd name="connsiteY6" fmla="*/ 231692 h 707635"/>
                <a:gd name="connsiteX0" fmla="*/ 0 w 2309168"/>
                <a:gd name="connsiteY0" fmla="*/ 231692 h 715340"/>
                <a:gd name="connsiteX1" fmla="*/ 1166388 w 2309168"/>
                <a:gd name="connsiteY1" fmla="*/ 193 h 715340"/>
                <a:gd name="connsiteX2" fmla="*/ 2309168 w 2309168"/>
                <a:gd name="connsiteY2" fmla="*/ 270272 h 715340"/>
                <a:gd name="connsiteX3" fmla="*/ 2123986 w 2309168"/>
                <a:gd name="connsiteY3" fmla="*/ 715340 h 715340"/>
                <a:gd name="connsiteX4" fmla="*/ 1156661 w 2309168"/>
                <a:gd name="connsiteY4" fmla="*/ 480264 h 715340"/>
                <a:gd name="connsiteX5" fmla="*/ 172995 w 2309168"/>
                <a:gd name="connsiteY5" fmla="*/ 684683 h 715340"/>
                <a:gd name="connsiteX6" fmla="*/ 0 w 2309168"/>
                <a:gd name="connsiteY6" fmla="*/ 231692 h 715340"/>
                <a:gd name="connsiteX0" fmla="*/ 0 w 2309168"/>
                <a:gd name="connsiteY0" fmla="*/ 231692 h 715340"/>
                <a:gd name="connsiteX1" fmla="*/ 1166388 w 2309168"/>
                <a:gd name="connsiteY1" fmla="*/ 193 h 715340"/>
                <a:gd name="connsiteX2" fmla="*/ 2309168 w 2309168"/>
                <a:gd name="connsiteY2" fmla="*/ 270272 h 715340"/>
                <a:gd name="connsiteX3" fmla="*/ 2123986 w 2309168"/>
                <a:gd name="connsiteY3" fmla="*/ 715340 h 715340"/>
                <a:gd name="connsiteX4" fmla="*/ 1156661 w 2309168"/>
                <a:gd name="connsiteY4" fmla="*/ 480264 h 715340"/>
                <a:gd name="connsiteX5" fmla="*/ 172995 w 2309168"/>
                <a:gd name="connsiteY5" fmla="*/ 684683 h 715340"/>
                <a:gd name="connsiteX6" fmla="*/ 0 w 2309168"/>
                <a:gd name="connsiteY6" fmla="*/ 231692 h 715340"/>
                <a:gd name="connsiteX0" fmla="*/ 0 w 2309168"/>
                <a:gd name="connsiteY0" fmla="*/ 231692 h 715340"/>
                <a:gd name="connsiteX1" fmla="*/ 1166388 w 2309168"/>
                <a:gd name="connsiteY1" fmla="*/ 193 h 715340"/>
                <a:gd name="connsiteX2" fmla="*/ 2309168 w 2309168"/>
                <a:gd name="connsiteY2" fmla="*/ 270272 h 715340"/>
                <a:gd name="connsiteX3" fmla="*/ 2123986 w 2309168"/>
                <a:gd name="connsiteY3" fmla="*/ 715340 h 715340"/>
                <a:gd name="connsiteX4" fmla="*/ 1156661 w 2309168"/>
                <a:gd name="connsiteY4" fmla="*/ 480264 h 715340"/>
                <a:gd name="connsiteX5" fmla="*/ 172995 w 2309168"/>
                <a:gd name="connsiteY5" fmla="*/ 684683 h 715340"/>
                <a:gd name="connsiteX6" fmla="*/ 0 w 2309168"/>
                <a:gd name="connsiteY6" fmla="*/ 231692 h 715340"/>
                <a:gd name="connsiteX0" fmla="*/ 0 w 2314305"/>
                <a:gd name="connsiteY0" fmla="*/ 231543 h 715191"/>
                <a:gd name="connsiteX1" fmla="*/ 1166388 w 2314305"/>
                <a:gd name="connsiteY1" fmla="*/ 44 h 715191"/>
                <a:gd name="connsiteX2" fmla="*/ 2314305 w 2314305"/>
                <a:gd name="connsiteY2" fmla="*/ 249575 h 715191"/>
                <a:gd name="connsiteX3" fmla="*/ 2123986 w 2314305"/>
                <a:gd name="connsiteY3" fmla="*/ 715191 h 715191"/>
                <a:gd name="connsiteX4" fmla="*/ 1156661 w 2314305"/>
                <a:gd name="connsiteY4" fmla="*/ 480115 h 715191"/>
                <a:gd name="connsiteX5" fmla="*/ 172995 w 2314305"/>
                <a:gd name="connsiteY5" fmla="*/ 684534 h 715191"/>
                <a:gd name="connsiteX6" fmla="*/ 0 w 2314305"/>
                <a:gd name="connsiteY6" fmla="*/ 231543 h 715191"/>
                <a:gd name="connsiteX0" fmla="*/ 0 w 2314305"/>
                <a:gd name="connsiteY0" fmla="*/ 231543 h 715191"/>
                <a:gd name="connsiteX1" fmla="*/ 1166388 w 2314305"/>
                <a:gd name="connsiteY1" fmla="*/ 44 h 715191"/>
                <a:gd name="connsiteX2" fmla="*/ 2314305 w 2314305"/>
                <a:gd name="connsiteY2" fmla="*/ 249575 h 715191"/>
                <a:gd name="connsiteX3" fmla="*/ 2123986 w 2314305"/>
                <a:gd name="connsiteY3" fmla="*/ 715191 h 715191"/>
                <a:gd name="connsiteX4" fmla="*/ 1156661 w 2314305"/>
                <a:gd name="connsiteY4" fmla="*/ 480115 h 715191"/>
                <a:gd name="connsiteX5" fmla="*/ 172995 w 2314305"/>
                <a:gd name="connsiteY5" fmla="*/ 684534 h 715191"/>
                <a:gd name="connsiteX6" fmla="*/ 0 w 2314305"/>
                <a:gd name="connsiteY6" fmla="*/ 231543 h 715191"/>
                <a:gd name="connsiteX0" fmla="*/ 0 w 2314305"/>
                <a:gd name="connsiteY0" fmla="*/ 231550 h 715198"/>
                <a:gd name="connsiteX1" fmla="*/ 1166388 w 2314305"/>
                <a:gd name="connsiteY1" fmla="*/ 51 h 715198"/>
                <a:gd name="connsiteX2" fmla="*/ 2314305 w 2314305"/>
                <a:gd name="connsiteY2" fmla="*/ 249582 h 715198"/>
                <a:gd name="connsiteX3" fmla="*/ 2123986 w 2314305"/>
                <a:gd name="connsiteY3" fmla="*/ 715198 h 715198"/>
                <a:gd name="connsiteX4" fmla="*/ 1156661 w 2314305"/>
                <a:gd name="connsiteY4" fmla="*/ 480122 h 715198"/>
                <a:gd name="connsiteX5" fmla="*/ 172995 w 2314305"/>
                <a:gd name="connsiteY5" fmla="*/ 684541 h 715198"/>
                <a:gd name="connsiteX6" fmla="*/ 0 w 2314305"/>
                <a:gd name="connsiteY6" fmla="*/ 231550 h 715198"/>
                <a:gd name="connsiteX0" fmla="*/ 0 w 2314305"/>
                <a:gd name="connsiteY0" fmla="*/ 233092 h 716740"/>
                <a:gd name="connsiteX1" fmla="*/ 1166388 w 2314305"/>
                <a:gd name="connsiteY1" fmla="*/ 1593 h 716740"/>
                <a:gd name="connsiteX2" fmla="*/ 2314305 w 2314305"/>
                <a:gd name="connsiteY2" fmla="*/ 251124 h 716740"/>
                <a:gd name="connsiteX3" fmla="*/ 2123986 w 2314305"/>
                <a:gd name="connsiteY3" fmla="*/ 716740 h 716740"/>
                <a:gd name="connsiteX4" fmla="*/ 1156661 w 2314305"/>
                <a:gd name="connsiteY4" fmla="*/ 481664 h 716740"/>
                <a:gd name="connsiteX5" fmla="*/ 172995 w 2314305"/>
                <a:gd name="connsiteY5" fmla="*/ 686083 h 716740"/>
                <a:gd name="connsiteX6" fmla="*/ 0 w 2314305"/>
                <a:gd name="connsiteY6" fmla="*/ 233092 h 716740"/>
                <a:gd name="connsiteX0" fmla="*/ 0 w 2314305"/>
                <a:gd name="connsiteY0" fmla="*/ 231523 h 715171"/>
                <a:gd name="connsiteX1" fmla="*/ 1166388 w 2314305"/>
                <a:gd name="connsiteY1" fmla="*/ 24 h 715171"/>
                <a:gd name="connsiteX2" fmla="*/ 2314305 w 2314305"/>
                <a:gd name="connsiteY2" fmla="*/ 249555 h 715171"/>
                <a:gd name="connsiteX3" fmla="*/ 2123986 w 2314305"/>
                <a:gd name="connsiteY3" fmla="*/ 715171 h 715171"/>
                <a:gd name="connsiteX4" fmla="*/ 1156661 w 2314305"/>
                <a:gd name="connsiteY4" fmla="*/ 480095 h 715171"/>
                <a:gd name="connsiteX5" fmla="*/ 172995 w 2314305"/>
                <a:gd name="connsiteY5" fmla="*/ 684514 h 715171"/>
                <a:gd name="connsiteX6" fmla="*/ 0 w 2314305"/>
                <a:gd name="connsiteY6" fmla="*/ 231523 h 715171"/>
                <a:gd name="connsiteX0" fmla="*/ 0 w 2314305"/>
                <a:gd name="connsiteY0" fmla="*/ 231550 h 715198"/>
                <a:gd name="connsiteX1" fmla="*/ 1166388 w 2314305"/>
                <a:gd name="connsiteY1" fmla="*/ 51 h 715198"/>
                <a:gd name="connsiteX2" fmla="*/ 2314305 w 2314305"/>
                <a:gd name="connsiteY2" fmla="*/ 249582 h 715198"/>
                <a:gd name="connsiteX3" fmla="*/ 2123986 w 2314305"/>
                <a:gd name="connsiteY3" fmla="*/ 715198 h 715198"/>
                <a:gd name="connsiteX4" fmla="*/ 1156661 w 2314305"/>
                <a:gd name="connsiteY4" fmla="*/ 480122 h 715198"/>
                <a:gd name="connsiteX5" fmla="*/ 172995 w 2314305"/>
                <a:gd name="connsiteY5" fmla="*/ 684541 h 715198"/>
                <a:gd name="connsiteX6" fmla="*/ 0 w 2314305"/>
                <a:gd name="connsiteY6" fmla="*/ 231550 h 715198"/>
                <a:gd name="connsiteX0" fmla="*/ 0 w 2314305"/>
                <a:gd name="connsiteY0" fmla="*/ 232088 h 715736"/>
                <a:gd name="connsiteX1" fmla="*/ 1166388 w 2314305"/>
                <a:gd name="connsiteY1" fmla="*/ 589 h 715736"/>
                <a:gd name="connsiteX2" fmla="*/ 2314305 w 2314305"/>
                <a:gd name="connsiteY2" fmla="*/ 250120 h 715736"/>
                <a:gd name="connsiteX3" fmla="*/ 2123986 w 2314305"/>
                <a:gd name="connsiteY3" fmla="*/ 715736 h 715736"/>
                <a:gd name="connsiteX4" fmla="*/ 1156661 w 2314305"/>
                <a:gd name="connsiteY4" fmla="*/ 480660 h 715736"/>
                <a:gd name="connsiteX5" fmla="*/ 172995 w 2314305"/>
                <a:gd name="connsiteY5" fmla="*/ 685079 h 715736"/>
                <a:gd name="connsiteX6" fmla="*/ 0 w 2314305"/>
                <a:gd name="connsiteY6" fmla="*/ 232088 h 715736"/>
                <a:gd name="connsiteX0" fmla="*/ 0 w 2314305"/>
                <a:gd name="connsiteY0" fmla="*/ 232088 h 715736"/>
                <a:gd name="connsiteX1" fmla="*/ 1166388 w 2314305"/>
                <a:gd name="connsiteY1" fmla="*/ 589 h 715736"/>
                <a:gd name="connsiteX2" fmla="*/ 2314305 w 2314305"/>
                <a:gd name="connsiteY2" fmla="*/ 250120 h 715736"/>
                <a:gd name="connsiteX3" fmla="*/ 2123986 w 2314305"/>
                <a:gd name="connsiteY3" fmla="*/ 715736 h 715736"/>
                <a:gd name="connsiteX4" fmla="*/ 1156661 w 2314305"/>
                <a:gd name="connsiteY4" fmla="*/ 480660 h 715736"/>
                <a:gd name="connsiteX5" fmla="*/ 172995 w 2314305"/>
                <a:gd name="connsiteY5" fmla="*/ 685079 h 715736"/>
                <a:gd name="connsiteX6" fmla="*/ 0 w 2314305"/>
                <a:gd name="connsiteY6" fmla="*/ 232088 h 715736"/>
                <a:gd name="connsiteX0" fmla="*/ 0 w 2314305"/>
                <a:gd name="connsiteY0" fmla="*/ 232088 h 715736"/>
                <a:gd name="connsiteX1" fmla="*/ 1166388 w 2314305"/>
                <a:gd name="connsiteY1" fmla="*/ 589 h 715736"/>
                <a:gd name="connsiteX2" fmla="*/ 2314305 w 2314305"/>
                <a:gd name="connsiteY2" fmla="*/ 250120 h 715736"/>
                <a:gd name="connsiteX3" fmla="*/ 2123986 w 2314305"/>
                <a:gd name="connsiteY3" fmla="*/ 715736 h 715736"/>
                <a:gd name="connsiteX4" fmla="*/ 1156661 w 2314305"/>
                <a:gd name="connsiteY4" fmla="*/ 480660 h 715736"/>
                <a:gd name="connsiteX5" fmla="*/ 172995 w 2314305"/>
                <a:gd name="connsiteY5" fmla="*/ 685079 h 715736"/>
                <a:gd name="connsiteX6" fmla="*/ 0 w 2314305"/>
                <a:gd name="connsiteY6" fmla="*/ 232088 h 715736"/>
                <a:gd name="connsiteX0" fmla="*/ 0 w 2314305"/>
                <a:gd name="connsiteY0" fmla="*/ 232060 h 715708"/>
                <a:gd name="connsiteX1" fmla="*/ 1166388 w 2314305"/>
                <a:gd name="connsiteY1" fmla="*/ 561 h 715708"/>
                <a:gd name="connsiteX2" fmla="*/ 2314305 w 2314305"/>
                <a:gd name="connsiteY2" fmla="*/ 250092 h 715708"/>
                <a:gd name="connsiteX3" fmla="*/ 2123986 w 2314305"/>
                <a:gd name="connsiteY3" fmla="*/ 715708 h 715708"/>
                <a:gd name="connsiteX4" fmla="*/ 1156661 w 2314305"/>
                <a:gd name="connsiteY4" fmla="*/ 480632 h 715708"/>
                <a:gd name="connsiteX5" fmla="*/ 172995 w 2314305"/>
                <a:gd name="connsiteY5" fmla="*/ 685051 h 715708"/>
                <a:gd name="connsiteX6" fmla="*/ 0 w 2314305"/>
                <a:gd name="connsiteY6" fmla="*/ 232060 h 7157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314305" h="715708">
                  <a:moveTo>
                    <a:pt x="0" y="232060"/>
                  </a:moveTo>
                  <a:cubicBezTo>
                    <a:pt x="116349" y="135016"/>
                    <a:pt x="772966" y="-10150"/>
                    <a:pt x="1166388" y="561"/>
                  </a:cubicBezTo>
                  <a:cubicBezTo>
                    <a:pt x="1559810" y="11272"/>
                    <a:pt x="1962415" y="54514"/>
                    <a:pt x="2314305" y="250092"/>
                  </a:cubicBezTo>
                  <a:cubicBezTo>
                    <a:pt x="2236857" y="411910"/>
                    <a:pt x="2305049" y="284904"/>
                    <a:pt x="2123986" y="715708"/>
                  </a:cubicBezTo>
                  <a:cubicBezTo>
                    <a:pt x="2077752" y="646036"/>
                    <a:pt x="1616289" y="480632"/>
                    <a:pt x="1156661" y="480632"/>
                  </a:cubicBezTo>
                  <a:cubicBezTo>
                    <a:pt x="697033" y="480632"/>
                    <a:pt x="257593" y="589531"/>
                    <a:pt x="172995" y="685051"/>
                  </a:cubicBezTo>
                  <a:lnTo>
                    <a:pt x="0" y="232060"/>
                  </a:lnTo>
                  <a:close/>
                </a:path>
              </a:pathLst>
            </a:custGeom>
            <a:solidFill>
              <a:srgbClr val="F18120"/>
            </a:solidFill>
            <a:ln>
              <a:solidFill>
                <a:srgbClr val="F1812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5" name="Block Arc 1">
              <a:extLst>
                <a:ext uri="{FF2B5EF4-FFF2-40B4-BE49-F238E27FC236}">
                  <a16:creationId xmlns:a16="http://schemas.microsoft.com/office/drawing/2014/main" id="{0CFC99D9-D4B4-A7EB-BC2E-0D3AABCD0784}"/>
                </a:ext>
              </a:extLst>
            </p:cNvPr>
            <p:cNvSpPr/>
            <p:nvPr/>
          </p:nvSpPr>
          <p:spPr>
            <a:xfrm rot="6099059">
              <a:off x="9940336" y="3713264"/>
              <a:ext cx="2314305" cy="715708"/>
            </a:xfrm>
            <a:custGeom>
              <a:avLst/>
              <a:gdLst>
                <a:gd name="connsiteX0" fmla="*/ 0 w 2391141"/>
                <a:gd name="connsiteY0" fmla="*/ 726679 h 1453358"/>
                <a:gd name="connsiteX1" fmla="*/ 1195571 w 2391141"/>
                <a:gd name="connsiteY1" fmla="*/ 0 h 1453358"/>
                <a:gd name="connsiteX2" fmla="*/ 2391142 w 2391141"/>
                <a:gd name="connsiteY2" fmla="*/ 726679 h 1453358"/>
                <a:gd name="connsiteX3" fmla="*/ 2027802 w 2391141"/>
                <a:gd name="connsiteY3" fmla="*/ 726679 h 1453358"/>
                <a:gd name="connsiteX4" fmla="*/ 1195571 w 2391141"/>
                <a:gd name="connsiteY4" fmla="*/ 363339 h 1453358"/>
                <a:gd name="connsiteX5" fmla="*/ 363340 w 2391141"/>
                <a:gd name="connsiteY5" fmla="*/ 726679 h 1453358"/>
                <a:gd name="connsiteX6" fmla="*/ 0 w 2391141"/>
                <a:gd name="connsiteY6" fmla="*/ 726679 h 1453358"/>
                <a:gd name="connsiteX0" fmla="*/ 0 w 2614878"/>
                <a:gd name="connsiteY0" fmla="*/ 727830 h 727830"/>
                <a:gd name="connsiteX1" fmla="*/ 1195571 w 2614878"/>
                <a:gd name="connsiteY1" fmla="*/ 1151 h 727830"/>
                <a:gd name="connsiteX2" fmla="*/ 2614878 w 2614878"/>
                <a:gd name="connsiteY2" fmla="*/ 611098 h 727830"/>
                <a:gd name="connsiteX3" fmla="*/ 2027802 w 2614878"/>
                <a:gd name="connsiteY3" fmla="*/ 727830 h 727830"/>
                <a:gd name="connsiteX4" fmla="*/ 1195571 w 2614878"/>
                <a:gd name="connsiteY4" fmla="*/ 364490 h 727830"/>
                <a:gd name="connsiteX5" fmla="*/ 363340 w 2614878"/>
                <a:gd name="connsiteY5" fmla="*/ 727830 h 727830"/>
                <a:gd name="connsiteX6" fmla="*/ 0 w 2614878"/>
                <a:gd name="connsiteY6" fmla="*/ 727830 h 727830"/>
                <a:gd name="connsiteX0" fmla="*/ 0 w 2614878"/>
                <a:gd name="connsiteY0" fmla="*/ 727830 h 727830"/>
                <a:gd name="connsiteX1" fmla="*/ 1195571 w 2614878"/>
                <a:gd name="connsiteY1" fmla="*/ 1151 h 727830"/>
                <a:gd name="connsiteX2" fmla="*/ 2614878 w 2614878"/>
                <a:gd name="connsiteY2" fmla="*/ 611098 h 727830"/>
                <a:gd name="connsiteX3" fmla="*/ 2251538 w 2614878"/>
                <a:gd name="connsiteY3" fmla="*/ 669464 h 727830"/>
                <a:gd name="connsiteX4" fmla="*/ 1195571 w 2614878"/>
                <a:gd name="connsiteY4" fmla="*/ 364490 h 727830"/>
                <a:gd name="connsiteX5" fmla="*/ 363340 w 2614878"/>
                <a:gd name="connsiteY5" fmla="*/ 727830 h 727830"/>
                <a:gd name="connsiteX6" fmla="*/ 0 w 2614878"/>
                <a:gd name="connsiteY6" fmla="*/ 727830 h 727830"/>
                <a:gd name="connsiteX0" fmla="*/ 0 w 2780249"/>
                <a:gd name="connsiteY0" fmla="*/ 590533 h 726720"/>
                <a:gd name="connsiteX1" fmla="*/ 1360942 w 2780249"/>
                <a:gd name="connsiteY1" fmla="*/ 41 h 726720"/>
                <a:gd name="connsiteX2" fmla="*/ 2780249 w 2780249"/>
                <a:gd name="connsiteY2" fmla="*/ 609988 h 726720"/>
                <a:gd name="connsiteX3" fmla="*/ 2416909 w 2780249"/>
                <a:gd name="connsiteY3" fmla="*/ 668354 h 726720"/>
                <a:gd name="connsiteX4" fmla="*/ 1360942 w 2780249"/>
                <a:gd name="connsiteY4" fmla="*/ 363380 h 726720"/>
                <a:gd name="connsiteX5" fmla="*/ 528711 w 2780249"/>
                <a:gd name="connsiteY5" fmla="*/ 726720 h 726720"/>
                <a:gd name="connsiteX6" fmla="*/ 0 w 2780249"/>
                <a:gd name="connsiteY6" fmla="*/ 590533 h 726720"/>
                <a:gd name="connsiteX0" fmla="*/ 0 w 2780249"/>
                <a:gd name="connsiteY0" fmla="*/ 590533 h 668354"/>
                <a:gd name="connsiteX1" fmla="*/ 1360942 w 2780249"/>
                <a:gd name="connsiteY1" fmla="*/ 41 h 668354"/>
                <a:gd name="connsiteX2" fmla="*/ 2780249 w 2780249"/>
                <a:gd name="connsiteY2" fmla="*/ 609988 h 668354"/>
                <a:gd name="connsiteX3" fmla="*/ 2416909 w 2780249"/>
                <a:gd name="connsiteY3" fmla="*/ 668354 h 668354"/>
                <a:gd name="connsiteX4" fmla="*/ 1360942 w 2780249"/>
                <a:gd name="connsiteY4" fmla="*/ 363380 h 668354"/>
                <a:gd name="connsiteX5" fmla="*/ 275792 w 2780249"/>
                <a:gd name="connsiteY5" fmla="*/ 639171 h 668354"/>
                <a:gd name="connsiteX6" fmla="*/ 0 w 2780249"/>
                <a:gd name="connsiteY6" fmla="*/ 590533 h 668354"/>
                <a:gd name="connsiteX0" fmla="*/ 0 w 2780249"/>
                <a:gd name="connsiteY0" fmla="*/ 590533 h 668354"/>
                <a:gd name="connsiteX1" fmla="*/ 1360942 w 2780249"/>
                <a:gd name="connsiteY1" fmla="*/ 41 h 668354"/>
                <a:gd name="connsiteX2" fmla="*/ 2780249 w 2780249"/>
                <a:gd name="connsiteY2" fmla="*/ 609988 h 668354"/>
                <a:gd name="connsiteX3" fmla="*/ 2416909 w 2780249"/>
                <a:gd name="connsiteY3" fmla="*/ 668354 h 668354"/>
                <a:gd name="connsiteX4" fmla="*/ 1351215 w 2780249"/>
                <a:gd name="connsiteY4" fmla="*/ 480112 h 668354"/>
                <a:gd name="connsiteX5" fmla="*/ 275792 w 2780249"/>
                <a:gd name="connsiteY5" fmla="*/ 639171 h 668354"/>
                <a:gd name="connsiteX6" fmla="*/ 0 w 2780249"/>
                <a:gd name="connsiteY6" fmla="*/ 590533 h 668354"/>
                <a:gd name="connsiteX0" fmla="*/ 0 w 2780249"/>
                <a:gd name="connsiteY0" fmla="*/ 590533 h 775358"/>
                <a:gd name="connsiteX1" fmla="*/ 1360942 w 2780249"/>
                <a:gd name="connsiteY1" fmla="*/ 41 h 775358"/>
                <a:gd name="connsiteX2" fmla="*/ 2780249 w 2780249"/>
                <a:gd name="connsiteY2" fmla="*/ 609988 h 775358"/>
                <a:gd name="connsiteX3" fmla="*/ 2329360 w 2780249"/>
                <a:gd name="connsiteY3" fmla="*/ 775358 h 775358"/>
                <a:gd name="connsiteX4" fmla="*/ 1351215 w 2780249"/>
                <a:gd name="connsiteY4" fmla="*/ 480112 h 775358"/>
                <a:gd name="connsiteX5" fmla="*/ 275792 w 2780249"/>
                <a:gd name="connsiteY5" fmla="*/ 639171 h 775358"/>
                <a:gd name="connsiteX6" fmla="*/ 0 w 2780249"/>
                <a:gd name="connsiteY6" fmla="*/ 590533 h 775358"/>
                <a:gd name="connsiteX0" fmla="*/ 0 w 2673245"/>
                <a:gd name="connsiteY0" fmla="*/ 600391 h 785216"/>
                <a:gd name="connsiteX1" fmla="*/ 1360942 w 2673245"/>
                <a:gd name="connsiteY1" fmla="*/ 9899 h 785216"/>
                <a:gd name="connsiteX2" fmla="*/ 2673245 w 2673245"/>
                <a:gd name="connsiteY2" fmla="*/ 405837 h 785216"/>
                <a:gd name="connsiteX3" fmla="*/ 2329360 w 2673245"/>
                <a:gd name="connsiteY3" fmla="*/ 785216 h 785216"/>
                <a:gd name="connsiteX4" fmla="*/ 1351215 w 2673245"/>
                <a:gd name="connsiteY4" fmla="*/ 489970 h 785216"/>
                <a:gd name="connsiteX5" fmla="*/ 275792 w 2673245"/>
                <a:gd name="connsiteY5" fmla="*/ 649029 h 785216"/>
                <a:gd name="connsiteX6" fmla="*/ 0 w 2673245"/>
                <a:gd name="connsiteY6" fmla="*/ 600391 h 785216"/>
                <a:gd name="connsiteX0" fmla="*/ 0 w 2673245"/>
                <a:gd name="connsiteY0" fmla="*/ 593348 h 778173"/>
                <a:gd name="connsiteX1" fmla="*/ 1360942 w 2673245"/>
                <a:gd name="connsiteY1" fmla="*/ 2856 h 778173"/>
                <a:gd name="connsiteX2" fmla="*/ 2673245 w 2673245"/>
                <a:gd name="connsiteY2" fmla="*/ 398794 h 778173"/>
                <a:gd name="connsiteX3" fmla="*/ 2329360 w 2673245"/>
                <a:gd name="connsiteY3" fmla="*/ 778173 h 778173"/>
                <a:gd name="connsiteX4" fmla="*/ 1351215 w 2673245"/>
                <a:gd name="connsiteY4" fmla="*/ 482927 h 778173"/>
                <a:gd name="connsiteX5" fmla="*/ 275792 w 2673245"/>
                <a:gd name="connsiteY5" fmla="*/ 641986 h 778173"/>
                <a:gd name="connsiteX6" fmla="*/ 0 w 2673245"/>
                <a:gd name="connsiteY6" fmla="*/ 593348 h 778173"/>
                <a:gd name="connsiteX0" fmla="*/ 0 w 2478691"/>
                <a:gd name="connsiteY0" fmla="*/ 293714 h 809279"/>
                <a:gd name="connsiteX1" fmla="*/ 1166388 w 2478691"/>
                <a:gd name="connsiteY1" fmla="*/ 33962 h 809279"/>
                <a:gd name="connsiteX2" fmla="*/ 2478691 w 2478691"/>
                <a:gd name="connsiteY2" fmla="*/ 429900 h 809279"/>
                <a:gd name="connsiteX3" fmla="*/ 2134806 w 2478691"/>
                <a:gd name="connsiteY3" fmla="*/ 809279 h 809279"/>
                <a:gd name="connsiteX4" fmla="*/ 1156661 w 2478691"/>
                <a:gd name="connsiteY4" fmla="*/ 514033 h 809279"/>
                <a:gd name="connsiteX5" fmla="*/ 81238 w 2478691"/>
                <a:gd name="connsiteY5" fmla="*/ 673092 h 809279"/>
                <a:gd name="connsiteX6" fmla="*/ 0 w 2478691"/>
                <a:gd name="connsiteY6" fmla="*/ 293714 h 809279"/>
                <a:gd name="connsiteX0" fmla="*/ 0 w 2478691"/>
                <a:gd name="connsiteY0" fmla="*/ 262275 h 777840"/>
                <a:gd name="connsiteX1" fmla="*/ 1166388 w 2478691"/>
                <a:gd name="connsiteY1" fmla="*/ 2523 h 777840"/>
                <a:gd name="connsiteX2" fmla="*/ 2478691 w 2478691"/>
                <a:gd name="connsiteY2" fmla="*/ 398461 h 777840"/>
                <a:gd name="connsiteX3" fmla="*/ 2134806 w 2478691"/>
                <a:gd name="connsiteY3" fmla="*/ 777840 h 777840"/>
                <a:gd name="connsiteX4" fmla="*/ 1156661 w 2478691"/>
                <a:gd name="connsiteY4" fmla="*/ 482594 h 777840"/>
                <a:gd name="connsiteX5" fmla="*/ 81238 w 2478691"/>
                <a:gd name="connsiteY5" fmla="*/ 641653 h 777840"/>
                <a:gd name="connsiteX6" fmla="*/ 0 w 2478691"/>
                <a:gd name="connsiteY6" fmla="*/ 262275 h 777840"/>
                <a:gd name="connsiteX0" fmla="*/ 0 w 2478691"/>
                <a:gd name="connsiteY0" fmla="*/ 262275 h 777841"/>
                <a:gd name="connsiteX1" fmla="*/ 1166388 w 2478691"/>
                <a:gd name="connsiteY1" fmla="*/ 2523 h 777841"/>
                <a:gd name="connsiteX2" fmla="*/ 2478691 w 2478691"/>
                <a:gd name="connsiteY2" fmla="*/ 398461 h 777841"/>
                <a:gd name="connsiteX3" fmla="*/ 2134806 w 2478691"/>
                <a:gd name="connsiteY3" fmla="*/ 777840 h 777841"/>
                <a:gd name="connsiteX4" fmla="*/ 1156661 w 2478691"/>
                <a:gd name="connsiteY4" fmla="*/ 482594 h 777841"/>
                <a:gd name="connsiteX5" fmla="*/ 178515 w 2478691"/>
                <a:gd name="connsiteY5" fmla="*/ 777841 h 777841"/>
                <a:gd name="connsiteX6" fmla="*/ 0 w 2478691"/>
                <a:gd name="connsiteY6" fmla="*/ 262275 h 777841"/>
                <a:gd name="connsiteX0" fmla="*/ 0 w 2478691"/>
                <a:gd name="connsiteY0" fmla="*/ 262275 h 777840"/>
                <a:gd name="connsiteX1" fmla="*/ 1166388 w 2478691"/>
                <a:gd name="connsiteY1" fmla="*/ 2523 h 777840"/>
                <a:gd name="connsiteX2" fmla="*/ 2478691 w 2478691"/>
                <a:gd name="connsiteY2" fmla="*/ 398461 h 777840"/>
                <a:gd name="connsiteX3" fmla="*/ 2134806 w 2478691"/>
                <a:gd name="connsiteY3" fmla="*/ 777840 h 777840"/>
                <a:gd name="connsiteX4" fmla="*/ 1156661 w 2478691"/>
                <a:gd name="connsiteY4" fmla="*/ 482594 h 777840"/>
                <a:gd name="connsiteX5" fmla="*/ 139604 w 2478691"/>
                <a:gd name="connsiteY5" fmla="*/ 748658 h 777840"/>
                <a:gd name="connsiteX6" fmla="*/ 0 w 2478691"/>
                <a:gd name="connsiteY6" fmla="*/ 262275 h 777840"/>
                <a:gd name="connsiteX0" fmla="*/ 0 w 2478691"/>
                <a:gd name="connsiteY0" fmla="*/ 262275 h 777840"/>
                <a:gd name="connsiteX1" fmla="*/ 1166388 w 2478691"/>
                <a:gd name="connsiteY1" fmla="*/ 2523 h 777840"/>
                <a:gd name="connsiteX2" fmla="*/ 2478691 w 2478691"/>
                <a:gd name="connsiteY2" fmla="*/ 398461 h 777840"/>
                <a:gd name="connsiteX3" fmla="*/ 2134806 w 2478691"/>
                <a:gd name="connsiteY3" fmla="*/ 777840 h 777840"/>
                <a:gd name="connsiteX4" fmla="*/ 1156661 w 2478691"/>
                <a:gd name="connsiteY4" fmla="*/ 482594 h 777840"/>
                <a:gd name="connsiteX5" fmla="*/ 139604 w 2478691"/>
                <a:gd name="connsiteY5" fmla="*/ 748658 h 777840"/>
                <a:gd name="connsiteX6" fmla="*/ 0 w 2478691"/>
                <a:gd name="connsiteY6" fmla="*/ 262275 h 777840"/>
                <a:gd name="connsiteX0" fmla="*/ 0 w 2478691"/>
                <a:gd name="connsiteY0" fmla="*/ 262275 h 797295"/>
                <a:gd name="connsiteX1" fmla="*/ 1166388 w 2478691"/>
                <a:gd name="connsiteY1" fmla="*/ 2523 h 797295"/>
                <a:gd name="connsiteX2" fmla="*/ 2478691 w 2478691"/>
                <a:gd name="connsiteY2" fmla="*/ 398461 h 797295"/>
                <a:gd name="connsiteX3" fmla="*/ 2144534 w 2478691"/>
                <a:gd name="connsiteY3" fmla="*/ 797295 h 797295"/>
                <a:gd name="connsiteX4" fmla="*/ 1156661 w 2478691"/>
                <a:gd name="connsiteY4" fmla="*/ 482594 h 797295"/>
                <a:gd name="connsiteX5" fmla="*/ 139604 w 2478691"/>
                <a:gd name="connsiteY5" fmla="*/ 748658 h 797295"/>
                <a:gd name="connsiteX6" fmla="*/ 0 w 2478691"/>
                <a:gd name="connsiteY6" fmla="*/ 262275 h 797295"/>
                <a:gd name="connsiteX0" fmla="*/ 0 w 2478691"/>
                <a:gd name="connsiteY0" fmla="*/ 262275 h 797295"/>
                <a:gd name="connsiteX1" fmla="*/ 1166388 w 2478691"/>
                <a:gd name="connsiteY1" fmla="*/ 2523 h 797295"/>
                <a:gd name="connsiteX2" fmla="*/ 2478691 w 2478691"/>
                <a:gd name="connsiteY2" fmla="*/ 398461 h 797295"/>
                <a:gd name="connsiteX3" fmla="*/ 2144534 w 2478691"/>
                <a:gd name="connsiteY3" fmla="*/ 797295 h 797295"/>
                <a:gd name="connsiteX4" fmla="*/ 1156661 w 2478691"/>
                <a:gd name="connsiteY4" fmla="*/ 482594 h 797295"/>
                <a:gd name="connsiteX5" fmla="*/ 139604 w 2478691"/>
                <a:gd name="connsiteY5" fmla="*/ 748658 h 797295"/>
                <a:gd name="connsiteX6" fmla="*/ 0 w 2478691"/>
                <a:gd name="connsiteY6" fmla="*/ 262275 h 797295"/>
                <a:gd name="connsiteX0" fmla="*/ 0 w 2309168"/>
                <a:gd name="connsiteY0" fmla="*/ 259772 h 794792"/>
                <a:gd name="connsiteX1" fmla="*/ 1166388 w 2309168"/>
                <a:gd name="connsiteY1" fmla="*/ 20 h 794792"/>
                <a:gd name="connsiteX2" fmla="*/ 2309168 w 2309168"/>
                <a:gd name="connsiteY2" fmla="*/ 270099 h 794792"/>
                <a:gd name="connsiteX3" fmla="*/ 2144534 w 2309168"/>
                <a:gd name="connsiteY3" fmla="*/ 794792 h 794792"/>
                <a:gd name="connsiteX4" fmla="*/ 1156661 w 2309168"/>
                <a:gd name="connsiteY4" fmla="*/ 480091 h 794792"/>
                <a:gd name="connsiteX5" fmla="*/ 139604 w 2309168"/>
                <a:gd name="connsiteY5" fmla="*/ 746155 h 794792"/>
                <a:gd name="connsiteX6" fmla="*/ 0 w 2309168"/>
                <a:gd name="connsiteY6" fmla="*/ 259772 h 794792"/>
                <a:gd name="connsiteX0" fmla="*/ 0 w 2309168"/>
                <a:gd name="connsiteY0" fmla="*/ 259772 h 794792"/>
                <a:gd name="connsiteX1" fmla="*/ 1166388 w 2309168"/>
                <a:gd name="connsiteY1" fmla="*/ 20 h 794792"/>
                <a:gd name="connsiteX2" fmla="*/ 2309168 w 2309168"/>
                <a:gd name="connsiteY2" fmla="*/ 270099 h 794792"/>
                <a:gd name="connsiteX3" fmla="*/ 2144534 w 2309168"/>
                <a:gd name="connsiteY3" fmla="*/ 794792 h 794792"/>
                <a:gd name="connsiteX4" fmla="*/ 1156661 w 2309168"/>
                <a:gd name="connsiteY4" fmla="*/ 480091 h 794792"/>
                <a:gd name="connsiteX5" fmla="*/ 139604 w 2309168"/>
                <a:gd name="connsiteY5" fmla="*/ 746155 h 794792"/>
                <a:gd name="connsiteX6" fmla="*/ 0 w 2309168"/>
                <a:gd name="connsiteY6" fmla="*/ 259772 h 794792"/>
                <a:gd name="connsiteX0" fmla="*/ 0 w 2309168"/>
                <a:gd name="connsiteY0" fmla="*/ 259772 h 746155"/>
                <a:gd name="connsiteX1" fmla="*/ 1166388 w 2309168"/>
                <a:gd name="connsiteY1" fmla="*/ 20 h 746155"/>
                <a:gd name="connsiteX2" fmla="*/ 2309168 w 2309168"/>
                <a:gd name="connsiteY2" fmla="*/ 270099 h 746155"/>
                <a:gd name="connsiteX3" fmla="*/ 2121417 w 2309168"/>
                <a:gd name="connsiteY3" fmla="*/ 707462 h 746155"/>
                <a:gd name="connsiteX4" fmla="*/ 1156661 w 2309168"/>
                <a:gd name="connsiteY4" fmla="*/ 480091 h 746155"/>
                <a:gd name="connsiteX5" fmla="*/ 139604 w 2309168"/>
                <a:gd name="connsiteY5" fmla="*/ 746155 h 746155"/>
                <a:gd name="connsiteX6" fmla="*/ 0 w 2309168"/>
                <a:gd name="connsiteY6" fmla="*/ 259772 h 746155"/>
                <a:gd name="connsiteX0" fmla="*/ 0 w 2309168"/>
                <a:gd name="connsiteY0" fmla="*/ 259772 h 746155"/>
                <a:gd name="connsiteX1" fmla="*/ 1166388 w 2309168"/>
                <a:gd name="connsiteY1" fmla="*/ 20 h 746155"/>
                <a:gd name="connsiteX2" fmla="*/ 2309168 w 2309168"/>
                <a:gd name="connsiteY2" fmla="*/ 270099 h 746155"/>
                <a:gd name="connsiteX3" fmla="*/ 2121417 w 2309168"/>
                <a:gd name="connsiteY3" fmla="*/ 707462 h 746155"/>
                <a:gd name="connsiteX4" fmla="*/ 1156661 w 2309168"/>
                <a:gd name="connsiteY4" fmla="*/ 480091 h 746155"/>
                <a:gd name="connsiteX5" fmla="*/ 139604 w 2309168"/>
                <a:gd name="connsiteY5" fmla="*/ 746155 h 746155"/>
                <a:gd name="connsiteX6" fmla="*/ 0 w 2309168"/>
                <a:gd name="connsiteY6" fmla="*/ 259772 h 746155"/>
                <a:gd name="connsiteX0" fmla="*/ 0 w 2309168"/>
                <a:gd name="connsiteY0" fmla="*/ 226793 h 746567"/>
                <a:gd name="connsiteX1" fmla="*/ 1166388 w 2309168"/>
                <a:gd name="connsiteY1" fmla="*/ 432 h 746567"/>
                <a:gd name="connsiteX2" fmla="*/ 2309168 w 2309168"/>
                <a:gd name="connsiteY2" fmla="*/ 270511 h 746567"/>
                <a:gd name="connsiteX3" fmla="*/ 2121417 w 2309168"/>
                <a:gd name="connsiteY3" fmla="*/ 707874 h 746567"/>
                <a:gd name="connsiteX4" fmla="*/ 1156661 w 2309168"/>
                <a:gd name="connsiteY4" fmla="*/ 480503 h 746567"/>
                <a:gd name="connsiteX5" fmla="*/ 139604 w 2309168"/>
                <a:gd name="connsiteY5" fmla="*/ 746567 h 746567"/>
                <a:gd name="connsiteX6" fmla="*/ 0 w 2309168"/>
                <a:gd name="connsiteY6" fmla="*/ 226793 h 746567"/>
                <a:gd name="connsiteX0" fmla="*/ 0 w 2309168"/>
                <a:gd name="connsiteY0" fmla="*/ 226663 h 746437"/>
                <a:gd name="connsiteX1" fmla="*/ 1166388 w 2309168"/>
                <a:gd name="connsiteY1" fmla="*/ 302 h 746437"/>
                <a:gd name="connsiteX2" fmla="*/ 2309168 w 2309168"/>
                <a:gd name="connsiteY2" fmla="*/ 270381 h 746437"/>
                <a:gd name="connsiteX3" fmla="*/ 2121417 w 2309168"/>
                <a:gd name="connsiteY3" fmla="*/ 707744 h 746437"/>
                <a:gd name="connsiteX4" fmla="*/ 1156661 w 2309168"/>
                <a:gd name="connsiteY4" fmla="*/ 480373 h 746437"/>
                <a:gd name="connsiteX5" fmla="*/ 139604 w 2309168"/>
                <a:gd name="connsiteY5" fmla="*/ 746437 h 746437"/>
                <a:gd name="connsiteX6" fmla="*/ 0 w 2309168"/>
                <a:gd name="connsiteY6" fmla="*/ 226663 h 746437"/>
                <a:gd name="connsiteX0" fmla="*/ 0 w 2309168"/>
                <a:gd name="connsiteY0" fmla="*/ 226614 h 746388"/>
                <a:gd name="connsiteX1" fmla="*/ 1166388 w 2309168"/>
                <a:gd name="connsiteY1" fmla="*/ 253 h 746388"/>
                <a:gd name="connsiteX2" fmla="*/ 2309168 w 2309168"/>
                <a:gd name="connsiteY2" fmla="*/ 270332 h 746388"/>
                <a:gd name="connsiteX3" fmla="*/ 2121417 w 2309168"/>
                <a:gd name="connsiteY3" fmla="*/ 707695 h 746388"/>
                <a:gd name="connsiteX4" fmla="*/ 1156661 w 2309168"/>
                <a:gd name="connsiteY4" fmla="*/ 480324 h 746388"/>
                <a:gd name="connsiteX5" fmla="*/ 139604 w 2309168"/>
                <a:gd name="connsiteY5" fmla="*/ 746388 h 746388"/>
                <a:gd name="connsiteX6" fmla="*/ 0 w 2309168"/>
                <a:gd name="connsiteY6" fmla="*/ 226614 h 746388"/>
                <a:gd name="connsiteX0" fmla="*/ 0 w 2309168"/>
                <a:gd name="connsiteY0" fmla="*/ 231692 h 746328"/>
                <a:gd name="connsiteX1" fmla="*/ 1166388 w 2309168"/>
                <a:gd name="connsiteY1" fmla="*/ 193 h 746328"/>
                <a:gd name="connsiteX2" fmla="*/ 2309168 w 2309168"/>
                <a:gd name="connsiteY2" fmla="*/ 270272 h 746328"/>
                <a:gd name="connsiteX3" fmla="*/ 2121417 w 2309168"/>
                <a:gd name="connsiteY3" fmla="*/ 707635 h 746328"/>
                <a:gd name="connsiteX4" fmla="*/ 1156661 w 2309168"/>
                <a:gd name="connsiteY4" fmla="*/ 480264 h 746328"/>
                <a:gd name="connsiteX5" fmla="*/ 139604 w 2309168"/>
                <a:gd name="connsiteY5" fmla="*/ 746328 h 746328"/>
                <a:gd name="connsiteX6" fmla="*/ 0 w 2309168"/>
                <a:gd name="connsiteY6" fmla="*/ 231692 h 746328"/>
                <a:gd name="connsiteX0" fmla="*/ 0 w 2309168"/>
                <a:gd name="connsiteY0" fmla="*/ 231692 h 707635"/>
                <a:gd name="connsiteX1" fmla="*/ 1166388 w 2309168"/>
                <a:gd name="connsiteY1" fmla="*/ 193 h 707635"/>
                <a:gd name="connsiteX2" fmla="*/ 2309168 w 2309168"/>
                <a:gd name="connsiteY2" fmla="*/ 270272 h 707635"/>
                <a:gd name="connsiteX3" fmla="*/ 2121417 w 2309168"/>
                <a:gd name="connsiteY3" fmla="*/ 707635 h 707635"/>
                <a:gd name="connsiteX4" fmla="*/ 1156661 w 2309168"/>
                <a:gd name="connsiteY4" fmla="*/ 480264 h 707635"/>
                <a:gd name="connsiteX5" fmla="*/ 172995 w 2309168"/>
                <a:gd name="connsiteY5" fmla="*/ 684683 h 707635"/>
                <a:gd name="connsiteX6" fmla="*/ 0 w 2309168"/>
                <a:gd name="connsiteY6" fmla="*/ 231692 h 707635"/>
                <a:gd name="connsiteX0" fmla="*/ 0 w 2309168"/>
                <a:gd name="connsiteY0" fmla="*/ 231692 h 707635"/>
                <a:gd name="connsiteX1" fmla="*/ 1166388 w 2309168"/>
                <a:gd name="connsiteY1" fmla="*/ 193 h 707635"/>
                <a:gd name="connsiteX2" fmla="*/ 2309168 w 2309168"/>
                <a:gd name="connsiteY2" fmla="*/ 270272 h 707635"/>
                <a:gd name="connsiteX3" fmla="*/ 2121417 w 2309168"/>
                <a:gd name="connsiteY3" fmla="*/ 707635 h 707635"/>
                <a:gd name="connsiteX4" fmla="*/ 1156661 w 2309168"/>
                <a:gd name="connsiteY4" fmla="*/ 480264 h 707635"/>
                <a:gd name="connsiteX5" fmla="*/ 172995 w 2309168"/>
                <a:gd name="connsiteY5" fmla="*/ 684683 h 707635"/>
                <a:gd name="connsiteX6" fmla="*/ 0 w 2309168"/>
                <a:gd name="connsiteY6" fmla="*/ 231692 h 707635"/>
                <a:gd name="connsiteX0" fmla="*/ 0 w 2309168"/>
                <a:gd name="connsiteY0" fmla="*/ 231692 h 715340"/>
                <a:gd name="connsiteX1" fmla="*/ 1166388 w 2309168"/>
                <a:gd name="connsiteY1" fmla="*/ 193 h 715340"/>
                <a:gd name="connsiteX2" fmla="*/ 2309168 w 2309168"/>
                <a:gd name="connsiteY2" fmla="*/ 270272 h 715340"/>
                <a:gd name="connsiteX3" fmla="*/ 2123986 w 2309168"/>
                <a:gd name="connsiteY3" fmla="*/ 715340 h 715340"/>
                <a:gd name="connsiteX4" fmla="*/ 1156661 w 2309168"/>
                <a:gd name="connsiteY4" fmla="*/ 480264 h 715340"/>
                <a:gd name="connsiteX5" fmla="*/ 172995 w 2309168"/>
                <a:gd name="connsiteY5" fmla="*/ 684683 h 715340"/>
                <a:gd name="connsiteX6" fmla="*/ 0 w 2309168"/>
                <a:gd name="connsiteY6" fmla="*/ 231692 h 715340"/>
                <a:gd name="connsiteX0" fmla="*/ 0 w 2309168"/>
                <a:gd name="connsiteY0" fmla="*/ 231692 h 715340"/>
                <a:gd name="connsiteX1" fmla="*/ 1166388 w 2309168"/>
                <a:gd name="connsiteY1" fmla="*/ 193 h 715340"/>
                <a:gd name="connsiteX2" fmla="*/ 2309168 w 2309168"/>
                <a:gd name="connsiteY2" fmla="*/ 270272 h 715340"/>
                <a:gd name="connsiteX3" fmla="*/ 2123986 w 2309168"/>
                <a:gd name="connsiteY3" fmla="*/ 715340 h 715340"/>
                <a:gd name="connsiteX4" fmla="*/ 1156661 w 2309168"/>
                <a:gd name="connsiteY4" fmla="*/ 480264 h 715340"/>
                <a:gd name="connsiteX5" fmla="*/ 172995 w 2309168"/>
                <a:gd name="connsiteY5" fmla="*/ 684683 h 715340"/>
                <a:gd name="connsiteX6" fmla="*/ 0 w 2309168"/>
                <a:gd name="connsiteY6" fmla="*/ 231692 h 715340"/>
                <a:gd name="connsiteX0" fmla="*/ 0 w 2309168"/>
                <a:gd name="connsiteY0" fmla="*/ 231692 h 715340"/>
                <a:gd name="connsiteX1" fmla="*/ 1166388 w 2309168"/>
                <a:gd name="connsiteY1" fmla="*/ 193 h 715340"/>
                <a:gd name="connsiteX2" fmla="*/ 2309168 w 2309168"/>
                <a:gd name="connsiteY2" fmla="*/ 270272 h 715340"/>
                <a:gd name="connsiteX3" fmla="*/ 2123986 w 2309168"/>
                <a:gd name="connsiteY3" fmla="*/ 715340 h 715340"/>
                <a:gd name="connsiteX4" fmla="*/ 1156661 w 2309168"/>
                <a:gd name="connsiteY4" fmla="*/ 480264 h 715340"/>
                <a:gd name="connsiteX5" fmla="*/ 172995 w 2309168"/>
                <a:gd name="connsiteY5" fmla="*/ 684683 h 715340"/>
                <a:gd name="connsiteX6" fmla="*/ 0 w 2309168"/>
                <a:gd name="connsiteY6" fmla="*/ 231692 h 715340"/>
                <a:gd name="connsiteX0" fmla="*/ 0 w 2314305"/>
                <a:gd name="connsiteY0" fmla="*/ 231543 h 715191"/>
                <a:gd name="connsiteX1" fmla="*/ 1166388 w 2314305"/>
                <a:gd name="connsiteY1" fmla="*/ 44 h 715191"/>
                <a:gd name="connsiteX2" fmla="*/ 2314305 w 2314305"/>
                <a:gd name="connsiteY2" fmla="*/ 249575 h 715191"/>
                <a:gd name="connsiteX3" fmla="*/ 2123986 w 2314305"/>
                <a:gd name="connsiteY3" fmla="*/ 715191 h 715191"/>
                <a:gd name="connsiteX4" fmla="*/ 1156661 w 2314305"/>
                <a:gd name="connsiteY4" fmla="*/ 480115 h 715191"/>
                <a:gd name="connsiteX5" fmla="*/ 172995 w 2314305"/>
                <a:gd name="connsiteY5" fmla="*/ 684534 h 715191"/>
                <a:gd name="connsiteX6" fmla="*/ 0 w 2314305"/>
                <a:gd name="connsiteY6" fmla="*/ 231543 h 715191"/>
                <a:gd name="connsiteX0" fmla="*/ 0 w 2314305"/>
                <a:gd name="connsiteY0" fmla="*/ 231543 h 715191"/>
                <a:gd name="connsiteX1" fmla="*/ 1166388 w 2314305"/>
                <a:gd name="connsiteY1" fmla="*/ 44 h 715191"/>
                <a:gd name="connsiteX2" fmla="*/ 2314305 w 2314305"/>
                <a:gd name="connsiteY2" fmla="*/ 249575 h 715191"/>
                <a:gd name="connsiteX3" fmla="*/ 2123986 w 2314305"/>
                <a:gd name="connsiteY3" fmla="*/ 715191 h 715191"/>
                <a:gd name="connsiteX4" fmla="*/ 1156661 w 2314305"/>
                <a:gd name="connsiteY4" fmla="*/ 480115 h 715191"/>
                <a:gd name="connsiteX5" fmla="*/ 172995 w 2314305"/>
                <a:gd name="connsiteY5" fmla="*/ 684534 h 715191"/>
                <a:gd name="connsiteX6" fmla="*/ 0 w 2314305"/>
                <a:gd name="connsiteY6" fmla="*/ 231543 h 715191"/>
                <a:gd name="connsiteX0" fmla="*/ 0 w 2314305"/>
                <a:gd name="connsiteY0" fmla="*/ 231550 h 715198"/>
                <a:gd name="connsiteX1" fmla="*/ 1166388 w 2314305"/>
                <a:gd name="connsiteY1" fmla="*/ 51 h 715198"/>
                <a:gd name="connsiteX2" fmla="*/ 2314305 w 2314305"/>
                <a:gd name="connsiteY2" fmla="*/ 249582 h 715198"/>
                <a:gd name="connsiteX3" fmla="*/ 2123986 w 2314305"/>
                <a:gd name="connsiteY3" fmla="*/ 715198 h 715198"/>
                <a:gd name="connsiteX4" fmla="*/ 1156661 w 2314305"/>
                <a:gd name="connsiteY4" fmla="*/ 480122 h 715198"/>
                <a:gd name="connsiteX5" fmla="*/ 172995 w 2314305"/>
                <a:gd name="connsiteY5" fmla="*/ 684541 h 715198"/>
                <a:gd name="connsiteX6" fmla="*/ 0 w 2314305"/>
                <a:gd name="connsiteY6" fmla="*/ 231550 h 715198"/>
                <a:gd name="connsiteX0" fmla="*/ 0 w 2314305"/>
                <a:gd name="connsiteY0" fmla="*/ 233092 h 716740"/>
                <a:gd name="connsiteX1" fmla="*/ 1166388 w 2314305"/>
                <a:gd name="connsiteY1" fmla="*/ 1593 h 716740"/>
                <a:gd name="connsiteX2" fmla="*/ 2314305 w 2314305"/>
                <a:gd name="connsiteY2" fmla="*/ 251124 h 716740"/>
                <a:gd name="connsiteX3" fmla="*/ 2123986 w 2314305"/>
                <a:gd name="connsiteY3" fmla="*/ 716740 h 716740"/>
                <a:gd name="connsiteX4" fmla="*/ 1156661 w 2314305"/>
                <a:gd name="connsiteY4" fmla="*/ 481664 h 716740"/>
                <a:gd name="connsiteX5" fmla="*/ 172995 w 2314305"/>
                <a:gd name="connsiteY5" fmla="*/ 686083 h 716740"/>
                <a:gd name="connsiteX6" fmla="*/ 0 w 2314305"/>
                <a:gd name="connsiteY6" fmla="*/ 233092 h 716740"/>
                <a:gd name="connsiteX0" fmla="*/ 0 w 2314305"/>
                <a:gd name="connsiteY0" fmla="*/ 231523 h 715171"/>
                <a:gd name="connsiteX1" fmla="*/ 1166388 w 2314305"/>
                <a:gd name="connsiteY1" fmla="*/ 24 h 715171"/>
                <a:gd name="connsiteX2" fmla="*/ 2314305 w 2314305"/>
                <a:gd name="connsiteY2" fmla="*/ 249555 h 715171"/>
                <a:gd name="connsiteX3" fmla="*/ 2123986 w 2314305"/>
                <a:gd name="connsiteY3" fmla="*/ 715171 h 715171"/>
                <a:gd name="connsiteX4" fmla="*/ 1156661 w 2314305"/>
                <a:gd name="connsiteY4" fmla="*/ 480095 h 715171"/>
                <a:gd name="connsiteX5" fmla="*/ 172995 w 2314305"/>
                <a:gd name="connsiteY5" fmla="*/ 684514 h 715171"/>
                <a:gd name="connsiteX6" fmla="*/ 0 w 2314305"/>
                <a:gd name="connsiteY6" fmla="*/ 231523 h 715171"/>
                <a:gd name="connsiteX0" fmla="*/ 0 w 2314305"/>
                <a:gd name="connsiteY0" fmla="*/ 231550 h 715198"/>
                <a:gd name="connsiteX1" fmla="*/ 1166388 w 2314305"/>
                <a:gd name="connsiteY1" fmla="*/ 51 h 715198"/>
                <a:gd name="connsiteX2" fmla="*/ 2314305 w 2314305"/>
                <a:gd name="connsiteY2" fmla="*/ 249582 h 715198"/>
                <a:gd name="connsiteX3" fmla="*/ 2123986 w 2314305"/>
                <a:gd name="connsiteY3" fmla="*/ 715198 h 715198"/>
                <a:gd name="connsiteX4" fmla="*/ 1156661 w 2314305"/>
                <a:gd name="connsiteY4" fmla="*/ 480122 h 715198"/>
                <a:gd name="connsiteX5" fmla="*/ 172995 w 2314305"/>
                <a:gd name="connsiteY5" fmla="*/ 684541 h 715198"/>
                <a:gd name="connsiteX6" fmla="*/ 0 w 2314305"/>
                <a:gd name="connsiteY6" fmla="*/ 231550 h 715198"/>
                <a:gd name="connsiteX0" fmla="*/ 0 w 2314305"/>
                <a:gd name="connsiteY0" fmla="*/ 232088 h 715736"/>
                <a:gd name="connsiteX1" fmla="*/ 1166388 w 2314305"/>
                <a:gd name="connsiteY1" fmla="*/ 589 h 715736"/>
                <a:gd name="connsiteX2" fmla="*/ 2314305 w 2314305"/>
                <a:gd name="connsiteY2" fmla="*/ 250120 h 715736"/>
                <a:gd name="connsiteX3" fmla="*/ 2123986 w 2314305"/>
                <a:gd name="connsiteY3" fmla="*/ 715736 h 715736"/>
                <a:gd name="connsiteX4" fmla="*/ 1156661 w 2314305"/>
                <a:gd name="connsiteY4" fmla="*/ 480660 h 715736"/>
                <a:gd name="connsiteX5" fmla="*/ 172995 w 2314305"/>
                <a:gd name="connsiteY5" fmla="*/ 685079 h 715736"/>
                <a:gd name="connsiteX6" fmla="*/ 0 w 2314305"/>
                <a:gd name="connsiteY6" fmla="*/ 232088 h 715736"/>
                <a:gd name="connsiteX0" fmla="*/ 0 w 2314305"/>
                <a:gd name="connsiteY0" fmla="*/ 232088 h 715736"/>
                <a:gd name="connsiteX1" fmla="*/ 1166388 w 2314305"/>
                <a:gd name="connsiteY1" fmla="*/ 589 h 715736"/>
                <a:gd name="connsiteX2" fmla="*/ 2314305 w 2314305"/>
                <a:gd name="connsiteY2" fmla="*/ 250120 h 715736"/>
                <a:gd name="connsiteX3" fmla="*/ 2123986 w 2314305"/>
                <a:gd name="connsiteY3" fmla="*/ 715736 h 715736"/>
                <a:gd name="connsiteX4" fmla="*/ 1156661 w 2314305"/>
                <a:gd name="connsiteY4" fmla="*/ 480660 h 715736"/>
                <a:gd name="connsiteX5" fmla="*/ 172995 w 2314305"/>
                <a:gd name="connsiteY5" fmla="*/ 685079 h 715736"/>
                <a:gd name="connsiteX6" fmla="*/ 0 w 2314305"/>
                <a:gd name="connsiteY6" fmla="*/ 232088 h 715736"/>
                <a:gd name="connsiteX0" fmla="*/ 0 w 2314305"/>
                <a:gd name="connsiteY0" fmla="*/ 232088 h 715736"/>
                <a:gd name="connsiteX1" fmla="*/ 1166388 w 2314305"/>
                <a:gd name="connsiteY1" fmla="*/ 589 h 715736"/>
                <a:gd name="connsiteX2" fmla="*/ 2314305 w 2314305"/>
                <a:gd name="connsiteY2" fmla="*/ 250120 h 715736"/>
                <a:gd name="connsiteX3" fmla="*/ 2123986 w 2314305"/>
                <a:gd name="connsiteY3" fmla="*/ 715736 h 715736"/>
                <a:gd name="connsiteX4" fmla="*/ 1156661 w 2314305"/>
                <a:gd name="connsiteY4" fmla="*/ 480660 h 715736"/>
                <a:gd name="connsiteX5" fmla="*/ 172995 w 2314305"/>
                <a:gd name="connsiteY5" fmla="*/ 685079 h 715736"/>
                <a:gd name="connsiteX6" fmla="*/ 0 w 2314305"/>
                <a:gd name="connsiteY6" fmla="*/ 232088 h 715736"/>
                <a:gd name="connsiteX0" fmla="*/ 0 w 2314305"/>
                <a:gd name="connsiteY0" fmla="*/ 232060 h 715708"/>
                <a:gd name="connsiteX1" fmla="*/ 1166388 w 2314305"/>
                <a:gd name="connsiteY1" fmla="*/ 561 h 715708"/>
                <a:gd name="connsiteX2" fmla="*/ 2314305 w 2314305"/>
                <a:gd name="connsiteY2" fmla="*/ 250092 h 715708"/>
                <a:gd name="connsiteX3" fmla="*/ 2123986 w 2314305"/>
                <a:gd name="connsiteY3" fmla="*/ 715708 h 715708"/>
                <a:gd name="connsiteX4" fmla="*/ 1156661 w 2314305"/>
                <a:gd name="connsiteY4" fmla="*/ 480632 h 715708"/>
                <a:gd name="connsiteX5" fmla="*/ 172995 w 2314305"/>
                <a:gd name="connsiteY5" fmla="*/ 685051 h 715708"/>
                <a:gd name="connsiteX6" fmla="*/ 0 w 2314305"/>
                <a:gd name="connsiteY6" fmla="*/ 232060 h 7157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314305" h="715708">
                  <a:moveTo>
                    <a:pt x="0" y="232060"/>
                  </a:moveTo>
                  <a:cubicBezTo>
                    <a:pt x="116349" y="135016"/>
                    <a:pt x="772966" y="-10150"/>
                    <a:pt x="1166388" y="561"/>
                  </a:cubicBezTo>
                  <a:cubicBezTo>
                    <a:pt x="1559810" y="11272"/>
                    <a:pt x="1962415" y="54514"/>
                    <a:pt x="2314305" y="250092"/>
                  </a:cubicBezTo>
                  <a:cubicBezTo>
                    <a:pt x="2236857" y="411910"/>
                    <a:pt x="2305049" y="284904"/>
                    <a:pt x="2123986" y="715708"/>
                  </a:cubicBezTo>
                  <a:cubicBezTo>
                    <a:pt x="2077752" y="646036"/>
                    <a:pt x="1616289" y="480632"/>
                    <a:pt x="1156661" y="480632"/>
                  </a:cubicBezTo>
                  <a:cubicBezTo>
                    <a:pt x="697033" y="480632"/>
                    <a:pt x="257593" y="589531"/>
                    <a:pt x="172995" y="685051"/>
                  </a:cubicBezTo>
                  <a:lnTo>
                    <a:pt x="0" y="232060"/>
                  </a:lnTo>
                  <a:close/>
                </a:path>
              </a:pathLst>
            </a:cu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6" name="Block Arc 1">
              <a:extLst>
                <a:ext uri="{FF2B5EF4-FFF2-40B4-BE49-F238E27FC236}">
                  <a16:creationId xmlns:a16="http://schemas.microsoft.com/office/drawing/2014/main" id="{77F81D69-D021-608D-0773-D3DDE81CC74F}"/>
                </a:ext>
              </a:extLst>
            </p:cNvPr>
            <p:cNvSpPr/>
            <p:nvPr/>
          </p:nvSpPr>
          <p:spPr>
            <a:xfrm rot="9231251">
              <a:off x="8493305" y="5452344"/>
              <a:ext cx="2314305" cy="715708"/>
            </a:xfrm>
            <a:custGeom>
              <a:avLst/>
              <a:gdLst>
                <a:gd name="connsiteX0" fmla="*/ 0 w 2391141"/>
                <a:gd name="connsiteY0" fmla="*/ 726679 h 1453358"/>
                <a:gd name="connsiteX1" fmla="*/ 1195571 w 2391141"/>
                <a:gd name="connsiteY1" fmla="*/ 0 h 1453358"/>
                <a:gd name="connsiteX2" fmla="*/ 2391142 w 2391141"/>
                <a:gd name="connsiteY2" fmla="*/ 726679 h 1453358"/>
                <a:gd name="connsiteX3" fmla="*/ 2027802 w 2391141"/>
                <a:gd name="connsiteY3" fmla="*/ 726679 h 1453358"/>
                <a:gd name="connsiteX4" fmla="*/ 1195571 w 2391141"/>
                <a:gd name="connsiteY4" fmla="*/ 363339 h 1453358"/>
                <a:gd name="connsiteX5" fmla="*/ 363340 w 2391141"/>
                <a:gd name="connsiteY5" fmla="*/ 726679 h 1453358"/>
                <a:gd name="connsiteX6" fmla="*/ 0 w 2391141"/>
                <a:gd name="connsiteY6" fmla="*/ 726679 h 1453358"/>
                <a:gd name="connsiteX0" fmla="*/ 0 w 2614878"/>
                <a:gd name="connsiteY0" fmla="*/ 727830 h 727830"/>
                <a:gd name="connsiteX1" fmla="*/ 1195571 w 2614878"/>
                <a:gd name="connsiteY1" fmla="*/ 1151 h 727830"/>
                <a:gd name="connsiteX2" fmla="*/ 2614878 w 2614878"/>
                <a:gd name="connsiteY2" fmla="*/ 611098 h 727830"/>
                <a:gd name="connsiteX3" fmla="*/ 2027802 w 2614878"/>
                <a:gd name="connsiteY3" fmla="*/ 727830 h 727830"/>
                <a:gd name="connsiteX4" fmla="*/ 1195571 w 2614878"/>
                <a:gd name="connsiteY4" fmla="*/ 364490 h 727830"/>
                <a:gd name="connsiteX5" fmla="*/ 363340 w 2614878"/>
                <a:gd name="connsiteY5" fmla="*/ 727830 h 727830"/>
                <a:gd name="connsiteX6" fmla="*/ 0 w 2614878"/>
                <a:gd name="connsiteY6" fmla="*/ 727830 h 727830"/>
                <a:gd name="connsiteX0" fmla="*/ 0 w 2614878"/>
                <a:gd name="connsiteY0" fmla="*/ 727830 h 727830"/>
                <a:gd name="connsiteX1" fmla="*/ 1195571 w 2614878"/>
                <a:gd name="connsiteY1" fmla="*/ 1151 h 727830"/>
                <a:gd name="connsiteX2" fmla="*/ 2614878 w 2614878"/>
                <a:gd name="connsiteY2" fmla="*/ 611098 h 727830"/>
                <a:gd name="connsiteX3" fmla="*/ 2251538 w 2614878"/>
                <a:gd name="connsiteY3" fmla="*/ 669464 h 727830"/>
                <a:gd name="connsiteX4" fmla="*/ 1195571 w 2614878"/>
                <a:gd name="connsiteY4" fmla="*/ 364490 h 727830"/>
                <a:gd name="connsiteX5" fmla="*/ 363340 w 2614878"/>
                <a:gd name="connsiteY5" fmla="*/ 727830 h 727830"/>
                <a:gd name="connsiteX6" fmla="*/ 0 w 2614878"/>
                <a:gd name="connsiteY6" fmla="*/ 727830 h 727830"/>
                <a:gd name="connsiteX0" fmla="*/ 0 w 2780249"/>
                <a:gd name="connsiteY0" fmla="*/ 590533 h 726720"/>
                <a:gd name="connsiteX1" fmla="*/ 1360942 w 2780249"/>
                <a:gd name="connsiteY1" fmla="*/ 41 h 726720"/>
                <a:gd name="connsiteX2" fmla="*/ 2780249 w 2780249"/>
                <a:gd name="connsiteY2" fmla="*/ 609988 h 726720"/>
                <a:gd name="connsiteX3" fmla="*/ 2416909 w 2780249"/>
                <a:gd name="connsiteY3" fmla="*/ 668354 h 726720"/>
                <a:gd name="connsiteX4" fmla="*/ 1360942 w 2780249"/>
                <a:gd name="connsiteY4" fmla="*/ 363380 h 726720"/>
                <a:gd name="connsiteX5" fmla="*/ 528711 w 2780249"/>
                <a:gd name="connsiteY5" fmla="*/ 726720 h 726720"/>
                <a:gd name="connsiteX6" fmla="*/ 0 w 2780249"/>
                <a:gd name="connsiteY6" fmla="*/ 590533 h 726720"/>
                <a:gd name="connsiteX0" fmla="*/ 0 w 2780249"/>
                <a:gd name="connsiteY0" fmla="*/ 590533 h 668354"/>
                <a:gd name="connsiteX1" fmla="*/ 1360942 w 2780249"/>
                <a:gd name="connsiteY1" fmla="*/ 41 h 668354"/>
                <a:gd name="connsiteX2" fmla="*/ 2780249 w 2780249"/>
                <a:gd name="connsiteY2" fmla="*/ 609988 h 668354"/>
                <a:gd name="connsiteX3" fmla="*/ 2416909 w 2780249"/>
                <a:gd name="connsiteY3" fmla="*/ 668354 h 668354"/>
                <a:gd name="connsiteX4" fmla="*/ 1360942 w 2780249"/>
                <a:gd name="connsiteY4" fmla="*/ 363380 h 668354"/>
                <a:gd name="connsiteX5" fmla="*/ 275792 w 2780249"/>
                <a:gd name="connsiteY5" fmla="*/ 639171 h 668354"/>
                <a:gd name="connsiteX6" fmla="*/ 0 w 2780249"/>
                <a:gd name="connsiteY6" fmla="*/ 590533 h 668354"/>
                <a:gd name="connsiteX0" fmla="*/ 0 w 2780249"/>
                <a:gd name="connsiteY0" fmla="*/ 590533 h 668354"/>
                <a:gd name="connsiteX1" fmla="*/ 1360942 w 2780249"/>
                <a:gd name="connsiteY1" fmla="*/ 41 h 668354"/>
                <a:gd name="connsiteX2" fmla="*/ 2780249 w 2780249"/>
                <a:gd name="connsiteY2" fmla="*/ 609988 h 668354"/>
                <a:gd name="connsiteX3" fmla="*/ 2416909 w 2780249"/>
                <a:gd name="connsiteY3" fmla="*/ 668354 h 668354"/>
                <a:gd name="connsiteX4" fmla="*/ 1351215 w 2780249"/>
                <a:gd name="connsiteY4" fmla="*/ 480112 h 668354"/>
                <a:gd name="connsiteX5" fmla="*/ 275792 w 2780249"/>
                <a:gd name="connsiteY5" fmla="*/ 639171 h 668354"/>
                <a:gd name="connsiteX6" fmla="*/ 0 w 2780249"/>
                <a:gd name="connsiteY6" fmla="*/ 590533 h 668354"/>
                <a:gd name="connsiteX0" fmla="*/ 0 w 2780249"/>
                <a:gd name="connsiteY0" fmla="*/ 590533 h 775358"/>
                <a:gd name="connsiteX1" fmla="*/ 1360942 w 2780249"/>
                <a:gd name="connsiteY1" fmla="*/ 41 h 775358"/>
                <a:gd name="connsiteX2" fmla="*/ 2780249 w 2780249"/>
                <a:gd name="connsiteY2" fmla="*/ 609988 h 775358"/>
                <a:gd name="connsiteX3" fmla="*/ 2329360 w 2780249"/>
                <a:gd name="connsiteY3" fmla="*/ 775358 h 775358"/>
                <a:gd name="connsiteX4" fmla="*/ 1351215 w 2780249"/>
                <a:gd name="connsiteY4" fmla="*/ 480112 h 775358"/>
                <a:gd name="connsiteX5" fmla="*/ 275792 w 2780249"/>
                <a:gd name="connsiteY5" fmla="*/ 639171 h 775358"/>
                <a:gd name="connsiteX6" fmla="*/ 0 w 2780249"/>
                <a:gd name="connsiteY6" fmla="*/ 590533 h 775358"/>
                <a:gd name="connsiteX0" fmla="*/ 0 w 2673245"/>
                <a:gd name="connsiteY0" fmla="*/ 600391 h 785216"/>
                <a:gd name="connsiteX1" fmla="*/ 1360942 w 2673245"/>
                <a:gd name="connsiteY1" fmla="*/ 9899 h 785216"/>
                <a:gd name="connsiteX2" fmla="*/ 2673245 w 2673245"/>
                <a:gd name="connsiteY2" fmla="*/ 405837 h 785216"/>
                <a:gd name="connsiteX3" fmla="*/ 2329360 w 2673245"/>
                <a:gd name="connsiteY3" fmla="*/ 785216 h 785216"/>
                <a:gd name="connsiteX4" fmla="*/ 1351215 w 2673245"/>
                <a:gd name="connsiteY4" fmla="*/ 489970 h 785216"/>
                <a:gd name="connsiteX5" fmla="*/ 275792 w 2673245"/>
                <a:gd name="connsiteY5" fmla="*/ 649029 h 785216"/>
                <a:gd name="connsiteX6" fmla="*/ 0 w 2673245"/>
                <a:gd name="connsiteY6" fmla="*/ 600391 h 785216"/>
                <a:gd name="connsiteX0" fmla="*/ 0 w 2673245"/>
                <a:gd name="connsiteY0" fmla="*/ 593348 h 778173"/>
                <a:gd name="connsiteX1" fmla="*/ 1360942 w 2673245"/>
                <a:gd name="connsiteY1" fmla="*/ 2856 h 778173"/>
                <a:gd name="connsiteX2" fmla="*/ 2673245 w 2673245"/>
                <a:gd name="connsiteY2" fmla="*/ 398794 h 778173"/>
                <a:gd name="connsiteX3" fmla="*/ 2329360 w 2673245"/>
                <a:gd name="connsiteY3" fmla="*/ 778173 h 778173"/>
                <a:gd name="connsiteX4" fmla="*/ 1351215 w 2673245"/>
                <a:gd name="connsiteY4" fmla="*/ 482927 h 778173"/>
                <a:gd name="connsiteX5" fmla="*/ 275792 w 2673245"/>
                <a:gd name="connsiteY5" fmla="*/ 641986 h 778173"/>
                <a:gd name="connsiteX6" fmla="*/ 0 w 2673245"/>
                <a:gd name="connsiteY6" fmla="*/ 593348 h 778173"/>
                <a:gd name="connsiteX0" fmla="*/ 0 w 2478691"/>
                <a:gd name="connsiteY0" fmla="*/ 293714 h 809279"/>
                <a:gd name="connsiteX1" fmla="*/ 1166388 w 2478691"/>
                <a:gd name="connsiteY1" fmla="*/ 33962 h 809279"/>
                <a:gd name="connsiteX2" fmla="*/ 2478691 w 2478691"/>
                <a:gd name="connsiteY2" fmla="*/ 429900 h 809279"/>
                <a:gd name="connsiteX3" fmla="*/ 2134806 w 2478691"/>
                <a:gd name="connsiteY3" fmla="*/ 809279 h 809279"/>
                <a:gd name="connsiteX4" fmla="*/ 1156661 w 2478691"/>
                <a:gd name="connsiteY4" fmla="*/ 514033 h 809279"/>
                <a:gd name="connsiteX5" fmla="*/ 81238 w 2478691"/>
                <a:gd name="connsiteY5" fmla="*/ 673092 h 809279"/>
                <a:gd name="connsiteX6" fmla="*/ 0 w 2478691"/>
                <a:gd name="connsiteY6" fmla="*/ 293714 h 809279"/>
                <a:gd name="connsiteX0" fmla="*/ 0 w 2478691"/>
                <a:gd name="connsiteY0" fmla="*/ 262275 h 777840"/>
                <a:gd name="connsiteX1" fmla="*/ 1166388 w 2478691"/>
                <a:gd name="connsiteY1" fmla="*/ 2523 h 777840"/>
                <a:gd name="connsiteX2" fmla="*/ 2478691 w 2478691"/>
                <a:gd name="connsiteY2" fmla="*/ 398461 h 777840"/>
                <a:gd name="connsiteX3" fmla="*/ 2134806 w 2478691"/>
                <a:gd name="connsiteY3" fmla="*/ 777840 h 777840"/>
                <a:gd name="connsiteX4" fmla="*/ 1156661 w 2478691"/>
                <a:gd name="connsiteY4" fmla="*/ 482594 h 777840"/>
                <a:gd name="connsiteX5" fmla="*/ 81238 w 2478691"/>
                <a:gd name="connsiteY5" fmla="*/ 641653 h 777840"/>
                <a:gd name="connsiteX6" fmla="*/ 0 w 2478691"/>
                <a:gd name="connsiteY6" fmla="*/ 262275 h 777840"/>
                <a:gd name="connsiteX0" fmla="*/ 0 w 2478691"/>
                <a:gd name="connsiteY0" fmla="*/ 262275 h 777841"/>
                <a:gd name="connsiteX1" fmla="*/ 1166388 w 2478691"/>
                <a:gd name="connsiteY1" fmla="*/ 2523 h 777841"/>
                <a:gd name="connsiteX2" fmla="*/ 2478691 w 2478691"/>
                <a:gd name="connsiteY2" fmla="*/ 398461 h 777841"/>
                <a:gd name="connsiteX3" fmla="*/ 2134806 w 2478691"/>
                <a:gd name="connsiteY3" fmla="*/ 777840 h 777841"/>
                <a:gd name="connsiteX4" fmla="*/ 1156661 w 2478691"/>
                <a:gd name="connsiteY4" fmla="*/ 482594 h 777841"/>
                <a:gd name="connsiteX5" fmla="*/ 178515 w 2478691"/>
                <a:gd name="connsiteY5" fmla="*/ 777841 h 777841"/>
                <a:gd name="connsiteX6" fmla="*/ 0 w 2478691"/>
                <a:gd name="connsiteY6" fmla="*/ 262275 h 777841"/>
                <a:gd name="connsiteX0" fmla="*/ 0 w 2478691"/>
                <a:gd name="connsiteY0" fmla="*/ 262275 h 777840"/>
                <a:gd name="connsiteX1" fmla="*/ 1166388 w 2478691"/>
                <a:gd name="connsiteY1" fmla="*/ 2523 h 777840"/>
                <a:gd name="connsiteX2" fmla="*/ 2478691 w 2478691"/>
                <a:gd name="connsiteY2" fmla="*/ 398461 h 777840"/>
                <a:gd name="connsiteX3" fmla="*/ 2134806 w 2478691"/>
                <a:gd name="connsiteY3" fmla="*/ 777840 h 777840"/>
                <a:gd name="connsiteX4" fmla="*/ 1156661 w 2478691"/>
                <a:gd name="connsiteY4" fmla="*/ 482594 h 777840"/>
                <a:gd name="connsiteX5" fmla="*/ 139604 w 2478691"/>
                <a:gd name="connsiteY5" fmla="*/ 748658 h 777840"/>
                <a:gd name="connsiteX6" fmla="*/ 0 w 2478691"/>
                <a:gd name="connsiteY6" fmla="*/ 262275 h 777840"/>
                <a:gd name="connsiteX0" fmla="*/ 0 w 2478691"/>
                <a:gd name="connsiteY0" fmla="*/ 262275 h 777840"/>
                <a:gd name="connsiteX1" fmla="*/ 1166388 w 2478691"/>
                <a:gd name="connsiteY1" fmla="*/ 2523 h 777840"/>
                <a:gd name="connsiteX2" fmla="*/ 2478691 w 2478691"/>
                <a:gd name="connsiteY2" fmla="*/ 398461 h 777840"/>
                <a:gd name="connsiteX3" fmla="*/ 2134806 w 2478691"/>
                <a:gd name="connsiteY3" fmla="*/ 777840 h 777840"/>
                <a:gd name="connsiteX4" fmla="*/ 1156661 w 2478691"/>
                <a:gd name="connsiteY4" fmla="*/ 482594 h 777840"/>
                <a:gd name="connsiteX5" fmla="*/ 139604 w 2478691"/>
                <a:gd name="connsiteY5" fmla="*/ 748658 h 777840"/>
                <a:gd name="connsiteX6" fmla="*/ 0 w 2478691"/>
                <a:gd name="connsiteY6" fmla="*/ 262275 h 777840"/>
                <a:gd name="connsiteX0" fmla="*/ 0 w 2478691"/>
                <a:gd name="connsiteY0" fmla="*/ 262275 h 797295"/>
                <a:gd name="connsiteX1" fmla="*/ 1166388 w 2478691"/>
                <a:gd name="connsiteY1" fmla="*/ 2523 h 797295"/>
                <a:gd name="connsiteX2" fmla="*/ 2478691 w 2478691"/>
                <a:gd name="connsiteY2" fmla="*/ 398461 h 797295"/>
                <a:gd name="connsiteX3" fmla="*/ 2144534 w 2478691"/>
                <a:gd name="connsiteY3" fmla="*/ 797295 h 797295"/>
                <a:gd name="connsiteX4" fmla="*/ 1156661 w 2478691"/>
                <a:gd name="connsiteY4" fmla="*/ 482594 h 797295"/>
                <a:gd name="connsiteX5" fmla="*/ 139604 w 2478691"/>
                <a:gd name="connsiteY5" fmla="*/ 748658 h 797295"/>
                <a:gd name="connsiteX6" fmla="*/ 0 w 2478691"/>
                <a:gd name="connsiteY6" fmla="*/ 262275 h 797295"/>
                <a:gd name="connsiteX0" fmla="*/ 0 w 2478691"/>
                <a:gd name="connsiteY0" fmla="*/ 262275 h 797295"/>
                <a:gd name="connsiteX1" fmla="*/ 1166388 w 2478691"/>
                <a:gd name="connsiteY1" fmla="*/ 2523 h 797295"/>
                <a:gd name="connsiteX2" fmla="*/ 2478691 w 2478691"/>
                <a:gd name="connsiteY2" fmla="*/ 398461 h 797295"/>
                <a:gd name="connsiteX3" fmla="*/ 2144534 w 2478691"/>
                <a:gd name="connsiteY3" fmla="*/ 797295 h 797295"/>
                <a:gd name="connsiteX4" fmla="*/ 1156661 w 2478691"/>
                <a:gd name="connsiteY4" fmla="*/ 482594 h 797295"/>
                <a:gd name="connsiteX5" fmla="*/ 139604 w 2478691"/>
                <a:gd name="connsiteY5" fmla="*/ 748658 h 797295"/>
                <a:gd name="connsiteX6" fmla="*/ 0 w 2478691"/>
                <a:gd name="connsiteY6" fmla="*/ 262275 h 797295"/>
                <a:gd name="connsiteX0" fmla="*/ 0 w 2309168"/>
                <a:gd name="connsiteY0" fmla="*/ 259772 h 794792"/>
                <a:gd name="connsiteX1" fmla="*/ 1166388 w 2309168"/>
                <a:gd name="connsiteY1" fmla="*/ 20 h 794792"/>
                <a:gd name="connsiteX2" fmla="*/ 2309168 w 2309168"/>
                <a:gd name="connsiteY2" fmla="*/ 270099 h 794792"/>
                <a:gd name="connsiteX3" fmla="*/ 2144534 w 2309168"/>
                <a:gd name="connsiteY3" fmla="*/ 794792 h 794792"/>
                <a:gd name="connsiteX4" fmla="*/ 1156661 w 2309168"/>
                <a:gd name="connsiteY4" fmla="*/ 480091 h 794792"/>
                <a:gd name="connsiteX5" fmla="*/ 139604 w 2309168"/>
                <a:gd name="connsiteY5" fmla="*/ 746155 h 794792"/>
                <a:gd name="connsiteX6" fmla="*/ 0 w 2309168"/>
                <a:gd name="connsiteY6" fmla="*/ 259772 h 794792"/>
                <a:gd name="connsiteX0" fmla="*/ 0 w 2309168"/>
                <a:gd name="connsiteY0" fmla="*/ 259772 h 794792"/>
                <a:gd name="connsiteX1" fmla="*/ 1166388 w 2309168"/>
                <a:gd name="connsiteY1" fmla="*/ 20 h 794792"/>
                <a:gd name="connsiteX2" fmla="*/ 2309168 w 2309168"/>
                <a:gd name="connsiteY2" fmla="*/ 270099 h 794792"/>
                <a:gd name="connsiteX3" fmla="*/ 2144534 w 2309168"/>
                <a:gd name="connsiteY3" fmla="*/ 794792 h 794792"/>
                <a:gd name="connsiteX4" fmla="*/ 1156661 w 2309168"/>
                <a:gd name="connsiteY4" fmla="*/ 480091 h 794792"/>
                <a:gd name="connsiteX5" fmla="*/ 139604 w 2309168"/>
                <a:gd name="connsiteY5" fmla="*/ 746155 h 794792"/>
                <a:gd name="connsiteX6" fmla="*/ 0 w 2309168"/>
                <a:gd name="connsiteY6" fmla="*/ 259772 h 794792"/>
                <a:gd name="connsiteX0" fmla="*/ 0 w 2309168"/>
                <a:gd name="connsiteY0" fmla="*/ 259772 h 746155"/>
                <a:gd name="connsiteX1" fmla="*/ 1166388 w 2309168"/>
                <a:gd name="connsiteY1" fmla="*/ 20 h 746155"/>
                <a:gd name="connsiteX2" fmla="*/ 2309168 w 2309168"/>
                <a:gd name="connsiteY2" fmla="*/ 270099 h 746155"/>
                <a:gd name="connsiteX3" fmla="*/ 2121417 w 2309168"/>
                <a:gd name="connsiteY3" fmla="*/ 707462 h 746155"/>
                <a:gd name="connsiteX4" fmla="*/ 1156661 w 2309168"/>
                <a:gd name="connsiteY4" fmla="*/ 480091 h 746155"/>
                <a:gd name="connsiteX5" fmla="*/ 139604 w 2309168"/>
                <a:gd name="connsiteY5" fmla="*/ 746155 h 746155"/>
                <a:gd name="connsiteX6" fmla="*/ 0 w 2309168"/>
                <a:gd name="connsiteY6" fmla="*/ 259772 h 746155"/>
                <a:gd name="connsiteX0" fmla="*/ 0 w 2309168"/>
                <a:gd name="connsiteY0" fmla="*/ 259772 h 746155"/>
                <a:gd name="connsiteX1" fmla="*/ 1166388 w 2309168"/>
                <a:gd name="connsiteY1" fmla="*/ 20 h 746155"/>
                <a:gd name="connsiteX2" fmla="*/ 2309168 w 2309168"/>
                <a:gd name="connsiteY2" fmla="*/ 270099 h 746155"/>
                <a:gd name="connsiteX3" fmla="*/ 2121417 w 2309168"/>
                <a:gd name="connsiteY3" fmla="*/ 707462 h 746155"/>
                <a:gd name="connsiteX4" fmla="*/ 1156661 w 2309168"/>
                <a:gd name="connsiteY4" fmla="*/ 480091 h 746155"/>
                <a:gd name="connsiteX5" fmla="*/ 139604 w 2309168"/>
                <a:gd name="connsiteY5" fmla="*/ 746155 h 746155"/>
                <a:gd name="connsiteX6" fmla="*/ 0 w 2309168"/>
                <a:gd name="connsiteY6" fmla="*/ 259772 h 746155"/>
                <a:gd name="connsiteX0" fmla="*/ 0 w 2309168"/>
                <a:gd name="connsiteY0" fmla="*/ 226793 h 746567"/>
                <a:gd name="connsiteX1" fmla="*/ 1166388 w 2309168"/>
                <a:gd name="connsiteY1" fmla="*/ 432 h 746567"/>
                <a:gd name="connsiteX2" fmla="*/ 2309168 w 2309168"/>
                <a:gd name="connsiteY2" fmla="*/ 270511 h 746567"/>
                <a:gd name="connsiteX3" fmla="*/ 2121417 w 2309168"/>
                <a:gd name="connsiteY3" fmla="*/ 707874 h 746567"/>
                <a:gd name="connsiteX4" fmla="*/ 1156661 w 2309168"/>
                <a:gd name="connsiteY4" fmla="*/ 480503 h 746567"/>
                <a:gd name="connsiteX5" fmla="*/ 139604 w 2309168"/>
                <a:gd name="connsiteY5" fmla="*/ 746567 h 746567"/>
                <a:gd name="connsiteX6" fmla="*/ 0 w 2309168"/>
                <a:gd name="connsiteY6" fmla="*/ 226793 h 746567"/>
                <a:gd name="connsiteX0" fmla="*/ 0 w 2309168"/>
                <a:gd name="connsiteY0" fmla="*/ 226663 h 746437"/>
                <a:gd name="connsiteX1" fmla="*/ 1166388 w 2309168"/>
                <a:gd name="connsiteY1" fmla="*/ 302 h 746437"/>
                <a:gd name="connsiteX2" fmla="*/ 2309168 w 2309168"/>
                <a:gd name="connsiteY2" fmla="*/ 270381 h 746437"/>
                <a:gd name="connsiteX3" fmla="*/ 2121417 w 2309168"/>
                <a:gd name="connsiteY3" fmla="*/ 707744 h 746437"/>
                <a:gd name="connsiteX4" fmla="*/ 1156661 w 2309168"/>
                <a:gd name="connsiteY4" fmla="*/ 480373 h 746437"/>
                <a:gd name="connsiteX5" fmla="*/ 139604 w 2309168"/>
                <a:gd name="connsiteY5" fmla="*/ 746437 h 746437"/>
                <a:gd name="connsiteX6" fmla="*/ 0 w 2309168"/>
                <a:gd name="connsiteY6" fmla="*/ 226663 h 746437"/>
                <a:gd name="connsiteX0" fmla="*/ 0 w 2309168"/>
                <a:gd name="connsiteY0" fmla="*/ 226614 h 746388"/>
                <a:gd name="connsiteX1" fmla="*/ 1166388 w 2309168"/>
                <a:gd name="connsiteY1" fmla="*/ 253 h 746388"/>
                <a:gd name="connsiteX2" fmla="*/ 2309168 w 2309168"/>
                <a:gd name="connsiteY2" fmla="*/ 270332 h 746388"/>
                <a:gd name="connsiteX3" fmla="*/ 2121417 w 2309168"/>
                <a:gd name="connsiteY3" fmla="*/ 707695 h 746388"/>
                <a:gd name="connsiteX4" fmla="*/ 1156661 w 2309168"/>
                <a:gd name="connsiteY4" fmla="*/ 480324 h 746388"/>
                <a:gd name="connsiteX5" fmla="*/ 139604 w 2309168"/>
                <a:gd name="connsiteY5" fmla="*/ 746388 h 746388"/>
                <a:gd name="connsiteX6" fmla="*/ 0 w 2309168"/>
                <a:gd name="connsiteY6" fmla="*/ 226614 h 746388"/>
                <a:gd name="connsiteX0" fmla="*/ 0 w 2309168"/>
                <a:gd name="connsiteY0" fmla="*/ 231692 h 746328"/>
                <a:gd name="connsiteX1" fmla="*/ 1166388 w 2309168"/>
                <a:gd name="connsiteY1" fmla="*/ 193 h 746328"/>
                <a:gd name="connsiteX2" fmla="*/ 2309168 w 2309168"/>
                <a:gd name="connsiteY2" fmla="*/ 270272 h 746328"/>
                <a:gd name="connsiteX3" fmla="*/ 2121417 w 2309168"/>
                <a:gd name="connsiteY3" fmla="*/ 707635 h 746328"/>
                <a:gd name="connsiteX4" fmla="*/ 1156661 w 2309168"/>
                <a:gd name="connsiteY4" fmla="*/ 480264 h 746328"/>
                <a:gd name="connsiteX5" fmla="*/ 139604 w 2309168"/>
                <a:gd name="connsiteY5" fmla="*/ 746328 h 746328"/>
                <a:gd name="connsiteX6" fmla="*/ 0 w 2309168"/>
                <a:gd name="connsiteY6" fmla="*/ 231692 h 746328"/>
                <a:gd name="connsiteX0" fmla="*/ 0 w 2309168"/>
                <a:gd name="connsiteY0" fmla="*/ 231692 h 707635"/>
                <a:gd name="connsiteX1" fmla="*/ 1166388 w 2309168"/>
                <a:gd name="connsiteY1" fmla="*/ 193 h 707635"/>
                <a:gd name="connsiteX2" fmla="*/ 2309168 w 2309168"/>
                <a:gd name="connsiteY2" fmla="*/ 270272 h 707635"/>
                <a:gd name="connsiteX3" fmla="*/ 2121417 w 2309168"/>
                <a:gd name="connsiteY3" fmla="*/ 707635 h 707635"/>
                <a:gd name="connsiteX4" fmla="*/ 1156661 w 2309168"/>
                <a:gd name="connsiteY4" fmla="*/ 480264 h 707635"/>
                <a:gd name="connsiteX5" fmla="*/ 172995 w 2309168"/>
                <a:gd name="connsiteY5" fmla="*/ 684683 h 707635"/>
                <a:gd name="connsiteX6" fmla="*/ 0 w 2309168"/>
                <a:gd name="connsiteY6" fmla="*/ 231692 h 707635"/>
                <a:gd name="connsiteX0" fmla="*/ 0 w 2309168"/>
                <a:gd name="connsiteY0" fmla="*/ 231692 h 707635"/>
                <a:gd name="connsiteX1" fmla="*/ 1166388 w 2309168"/>
                <a:gd name="connsiteY1" fmla="*/ 193 h 707635"/>
                <a:gd name="connsiteX2" fmla="*/ 2309168 w 2309168"/>
                <a:gd name="connsiteY2" fmla="*/ 270272 h 707635"/>
                <a:gd name="connsiteX3" fmla="*/ 2121417 w 2309168"/>
                <a:gd name="connsiteY3" fmla="*/ 707635 h 707635"/>
                <a:gd name="connsiteX4" fmla="*/ 1156661 w 2309168"/>
                <a:gd name="connsiteY4" fmla="*/ 480264 h 707635"/>
                <a:gd name="connsiteX5" fmla="*/ 172995 w 2309168"/>
                <a:gd name="connsiteY5" fmla="*/ 684683 h 707635"/>
                <a:gd name="connsiteX6" fmla="*/ 0 w 2309168"/>
                <a:gd name="connsiteY6" fmla="*/ 231692 h 707635"/>
                <a:gd name="connsiteX0" fmla="*/ 0 w 2309168"/>
                <a:gd name="connsiteY0" fmla="*/ 231692 h 715340"/>
                <a:gd name="connsiteX1" fmla="*/ 1166388 w 2309168"/>
                <a:gd name="connsiteY1" fmla="*/ 193 h 715340"/>
                <a:gd name="connsiteX2" fmla="*/ 2309168 w 2309168"/>
                <a:gd name="connsiteY2" fmla="*/ 270272 h 715340"/>
                <a:gd name="connsiteX3" fmla="*/ 2123986 w 2309168"/>
                <a:gd name="connsiteY3" fmla="*/ 715340 h 715340"/>
                <a:gd name="connsiteX4" fmla="*/ 1156661 w 2309168"/>
                <a:gd name="connsiteY4" fmla="*/ 480264 h 715340"/>
                <a:gd name="connsiteX5" fmla="*/ 172995 w 2309168"/>
                <a:gd name="connsiteY5" fmla="*/ 684683 h 715340"/>
                <a:gd name="connsiteX6" fmla="*/ 0 w 2309168"/>
                <a:gd name="connsiteY6" fmla="*/ 231692 h 715340"/>
                <a:gd name="connsiteX0" fmla="*/ 0 w 2309168"/>
                <a:gd name="connsiteY0" fmla="*/ 231692 h 715340"/>
                <a:gd name="connsiteX1" fmla="*/ 1166388 w 2309168"/>
                <a:gd name="connsiteY1" fmla="*/ 193 h 715340"/>
                <a:gd name="connsiteX2" fmla="*/ 2309168 w 2309168"/>
                <a:gd name="connsiteY2" fmla="*/ 270272 h 715340"/>
                <a:gd name="connsiteX3" fmla="*/ 2123986 w 2309168"/>
                <a:gd name="connsiteY3" fmla="*/ 715340 h 715340"/>
                <a:gd name="connsiteX4" fmla="*/ 1156661 w 2309168"/>
                <a:gd name="connsiteY4" fmla="*/ 480264 h 715340"/>
                <a:gd name="connsiteX5" fmla="*/ 172995 w 2309168"/>
                <a:gd name="connsiteY5" fmla="*/ 684683 h 715340"/>
                <a:gd name="connsiteX6" fmla="*/ 0 w 2309168"/>
                <a:gd name="connsiteY6" fmla="*/ 231692 h 715340"/>
                <a:gd name="connsiteX0" fmla="*/ 0 w 2309168"/>
                <a:gd name="connsiteY0" fmla="*/ 231692 h 715340"/>
                <a:gd name="connsiteX1" fmla="*/ 1166388 w 2309168"/>
                <a:gd name="connsiteY1" fmla="*/ 193 h 715340"/>
                <a:gd name="connsiteX2" fmla="*/ 2309168 w 2309168"/>
                <a:gd name="connsiteY2" fmla="*/ 270272 h 715340"/>
                <a:gd name="connsiteX3" fmla="*/ 2123986 w 2309168"/>
                <a:gd name="connsiteY3" fmla="*/ 715340 h 715340"/>
                <a:gd name="connsiteX4" fmla="*/ 1156661 w 2309168"/>
                <a:gd name="connsiteY4" fmla="*/ 480264 h 715340"/>
                <a:gd name="connsiteX5" fmla="*/ 172995 w 2309168"/>
                <a:gd name="connsiteY5" fmla="*/ 684683 h 715340"/>
                <a:gd name="connsiteX6" fmla="*/ 0 w 2309168"/>
                <a:gd name="connsiteY6" fmla="*/ 231692 h 715340"/>
                <a:gd name="connsiteX0" fmla="*/ 0 w 2314305"/>
                <a:gd name="connsiteY0" fmla="*/ 231543 h 715191"/>
                <a:gd name="connsiteX1" fmla="*/ 1166388 w 2314305"/>
                <a:gd name="connsiteY1" fmla="*/ 44 h 715191"/>
                <a:gd name="connsiteX2" fmla="*/ 2314305 w 2314305"/>
                <a:gd name="connsiteY2" fmla="*/ 249575 h 715191"/>
                <a:gd name="connsiteX3" fmla="*/ 2123986 w 2314305"/>
                <a:gd name="connsiteY3" fmla="*/ 715191 h 715191"/>
                <a:gd name="connsiteX4" fmla="*/ 1156661 w 2314305"/>
                <a:gd name="connsiteY4" fmla="*/ 480115 h 715191"/>
                <a:gd name="connsiteX5" fmla="*/ 172995 w 2314305"/>
                <a:gd name="connsiteY5" fmla="*/ 684534 h 715191"/>
                <a:gd name="connsiteX6" fmla="*/ 0 w 2314305"/>
                <a:gd name="connsiteY6" fmla="*/ 231543 h 715191"/>
                <a:gd name="connsiteX0" fmla="*/ 0 w 2314305"/>
                <a:gd name="connsiteY0" fmla="*/ 231543 h 715191"/>
                <a:gd name="connsiteX1" fmla="*/ 1166388 w 2314305"/>
                <a:gd name="connsiteY1" fmla="*/ 44 h 715191"/>
                <a:gd name="connsiteX2" fmla="*/ 2314305 w 2314305"/>
                <a:gd name="connsiteY2" fmla="*/ 249575 h 715191"/>
                <a:gd name="connsiteX3" fmla="*/ 2123986 w 2314305"/>
                <a:gd name="connsiteY3" fmla="*/ 715191 h 715191"/>
                <a:gd name="connsiteX4" fmla="*/ 1156661 w 2314305"/>
                <a:gd name="connsiteY4" fmla="*/ 480115 h 715191"/>
                <a:gd name="connsiteX5" fmla="*/ 172995 w 2314305"/>
                <a:gd name="connsiteY5" fmla="*/ 684534 h 715191"/>
                <a:gd name="connsiteX6" fmla="*/ 0 w 2314305"/>
                <a:gd name="connsiteY6" fmla="*/ 231543 h 715191"/>
                <a:gd name="connsiteX0" fmla="*/ 0 w 2314305"/>
                <a:gd name="connsiteY0" fmla="*/ 231550 h 715198"/>
                <a:gd name="connsiteX1" fmla="*/ 1166388 w 2314305"/>
                <a:gd name="connsiteY1" fmla="*/ 51 h 715198"/>
                <a:gd name="connsiteX2" fmla="*/ 2314305 w 2314305"/>
                <a:gd name="connsiteY2" fmla="*/ 249582 h 715198"/>
                <a:gd name="connsiteX3" fmla="*/ 2123986 w 2314305"/>
                <a:gd name="connsiteY3" fmla="*/ 715198 h 715198"/>
                <a:gd name="connsiteX4" fmla="*/ 1156661 w 2314305"/>
                <a:gd name="connsiteY4" fmla="*/ 480122 h 715198"/>
                <a:gd name="connsiteX5" fmla="*/ 172995 w 2314305"/>
                <a:gd name="connsiteY5" fmla="*/ 684541 h 715198"/>
                <a:gd name="connsiteX6" fmla="*/ 0 w 2314305"/>
                <a:gd name="connsiteY6" fmla="*/ 231550 h 715198"/>
                <a:gd name="connsiteX0" fmla="*/ 0 w 2314305"/>
                <a:gd name="connsiteY0" fmla="*/ 233092 h 716740"/>
                <a:gd name="connsiteX1" fmla="*/ 1166388 w 2314305"/>
                <a:gd name="connsiteY1" fmla="*/ 1593 h 716740"/>
                <a:gd name="connsiteX2" fmla="*/ 2314305 w 2314305"/>
                <a:gd name="connsiteY2" fmla="*/ 251124 h 716740"/>
                <a:gd name="connsiteX3" fmla="*/ 2123986 w 2314305"/>
                <a:gd name="connsiteY3" fmla="*/ 716740 h 716740"/>
                <a:gd name="connsiteX4" fmla="*/ 1156661 w 2314305"/>
                <a:gd name="connsiteY4" fmla="*/ 481664 h 716740"/>
                <a:gd name="connsiteX5" fmla="*/ 172995 w 2314305"/>
                <a:gd name="connsiteY5" fmla="*/ 686083 h 716740"/>
                <a:gd name="connsiteX6" fmla="*/ 0 w 2314305"/>
                <a:gd name="connsiteY6" fmla="*/ 233092 h 716740"/>
                <a:gd name="connsiteX0" fmla="*/ 0 w 2314305"/>
                <a:gd name="connsiteY0" fmla="*/ 231523 h 715171"/>
                <a:gd name="connsiteX1" fmla="*/ 1166388 w 2314305"/>
                <a:gd name="connsiteY1" fmla="*/ 24 h 715171"/>
                <a:gd name="connsiteX2" fmla="*/ 2314305 w 2314305"/>
                <a:gd name="connsiteY2" fmla="*/ 249555 h 715171"/>
                <a:gd name="connsiteX3" fmla="*/ 2123986 w 2314305"/>
                <a:gd name="connsiteY3" fmla="*/ 715171 h 715171"/>
                <a:gd name="connsiteX4" fmla="*/ 1156661 w 2314305"/>
                <a:gd name="connsiteY4" fmla="*/ 480095 h 715171"/>
                <a:gd name="connsiteX5" fmla="*/ 172995 w 2314305"/>
                <a:gd name="connsiteY5" fmla="*/ 684514 h 715171"/>
                <a:gd name="connsiteX6" fmla="*/ 0 w 2314305"/>
                <a:gd name="connsiteY6" fmla="*/ 231523 h 715171"/>
                <a:gd name="connsiteX0" fmla="*/ 0 w 2314305"/>
                <a:gd name="connsiteY0" fmla="*/ 231550 h 715198"/>
                <a:gd name="connsiteX1" fmla="*/ 1166388 w 2314305"/>
                <a:gd name="connsiteY1" fmla="*/ 51 h 715198"/>
                <a:gd name="connsiteX2" fmla="*/ 2314305 w 2314305"/>
                <a:gd name="connsiteY2" fmla="*/ 249582 h 715198"/>
                <a:gd name="connsiteX3" fmla="*/ 2123986 w 2314305"/>
                <a:gd name="connsiteY3" fmla="*/ 715198 h 715198"/>
                <a:gd name="connsiteX4" fmla="*/ 1156661 w 2314305"/>
                <a:gd name="connsiteY4" fmla="*/ 480122 h 715198"/>
                <a:gd name="connsiteX5" fmla="*/ 172995 w 2314305"/>
                <a:gd name="connsiteY5" fmla="*/ 684541 h 715198"/>
                <a:gd name="connsiteX6" fmla="*/ 0 w 2314305"/>
                <a:gd name="connsiteY6" fmla="*/ 231550 h 715198"/>
                <a:gd name="connsiteX0" fmla="*/ 0 w 2314305"/>
                <a:gd name="connsiteY0" fmla="*/ 232088 h 715736"/>
                <a:gd name="connsiteX1" fmla="*/ 1166388 w 2314305"/>
                <a:gd name="connsiteY1" fmla="*/ 589 h 715736"/>
                <a:gd name="connsiteX2" fmla="*/ 2314305 w 2314305"/>
                <a:gd name="connsiteY2" fmla="*/ 250120 h 715736"/>
                <a:gd name="connsiteX3" fmla="*/ 2123986 w 2314305"/>
                <a:gd name="connsiteY3" fmla="*/ 715736 h 715736"/>
                <a:gd name="connsiteX4" fmla="*/ 1156661 w 2314305"/>
                <a:gd name="connsiteY4" fmla="*/ 480660 h 715736"/>
                <a:gd name="connsiteX5" fmla="*/ 172995 w 2314305"/>
                <a:gd name="connsiteY5" fmla="*/ 685079 h 715736"/>
                <a:gd name="connsiteX6" fmla="*/ 0 w 2314305"/>
                <a:gd name="connsiteY6" fmla="*/ 232088 h 715736"/>
                <a:gd name="connsiteX0" fmla="*/ 0 w 2314305"/>
                <a:gd name="connsiteY0" fmla="*/ 232088 h 715736"/>
                <a:gd name="connsiteX1" fmla="*/ 1166388 w 2314305"/>
                <a:gd name="connsiteY1" fmla="*/ 589 h 715736"/>
                <a:gd name="connsiteX2" fmla="*/ 2314305 w 2314305"/>
                <a:gd name="connsiteY2" fmla="*/ 250120 h 715736"/>
                <a:gd name="connsiteX3" fmla="*/ 2123986 w 2314305"/>
                <a:gd name="connsiteY3" fmla="*/ 715736 h 715736"/>
                <a:gd name="connsiteX4" fmla="*/ 1156661 w 2314305"/>
                <a:gd name="connsiteY4" fmla="*/ 480660 h 715736"/>
                <a:gd name="connsiteX5" fmla="*/ 172995 w 2314305"/>
                <a:gd name="connsiteY5" fmla="*/ 685079 h 715736"/>
                <a:gd name="connsiteX6" fmla="*/ 0 w 2314305"/>
                <a:gd name="connsiteY6" fmla="*/ 232088 h 715736"/>
                <a:gd name="connsiteX0" fmla="*/ 0 w 2314305"/>
                <a:gd name="connsiteY0" fmla="*/ 232088 h 715736"/>
                <a:gd name="connsiteX1" fmla="*/ 1166388 w 2314305"/>
                <a:gd name="connsiteY1" fmla="*/ 589 h 715736"/>
                <a:gd name="connsiteX2" fmla="*/ 2314305 w 2314305"/>
                <a:gd name="connsiteY2" fmla="*/ 250120 h 715736"/>
                <a:gd name="connsiteX3" fmla="*/ 2123986 w 2314305"/>
                <a:gd name="connsiteY3" fmla="*/ 715736 h 715736"/>
                <a:gd name="connsiteX4" fmla="*/ 1156661 w 2314305"/>
                <a:gd name="connsiteY4" fmla="*/ 480660 h 715736"/>
                <a:gd name="connsiteX5" fmla="*/ 172995 w 2314305"/>
                <a:gd name="connsiteY5" fmla="*/ 685079 h 715736"/>
                <a:gd name="connsiteX6" fmla="*/ 0 w 2314305"/>
                <a:gd name="connsiteY6" fmla="*/ 232088 h 715736"/>
                <a:gd name="connsiteX0" fmla="*/ 0 w 2314305"/>
                <a:gd name="connsiteY0" fmla="*/ 232060 h 715708"/>
                <a:gd name="connsiteX1" fmla="*/ 1166388 w 2314305"/>
                <a:gd name="connsiteY1" fmla="*/ 561 h 715708"/>
                <a:gd name="connsiteX2" fmla="*/ 2314305 w 2314305"/>
                <a:gd name="connsiteY2" fmla="*/ 250092 h 715708"/>
                <a:gd name="connsiteX3" fmla="*/ 2123986 w 2314305"/>
                <a:gd name="connsiteY3" fmla="*/ 715708 h 715708"/>
                <a:gd name="connsiteX4" fmla="*/ 1156661 w 2314305"/>
                <a:gd name="connsiteY4" fmla="*/ 480632 h 715708"/>
                <a:gd name="connsiteX5" fmla="*/ 172995 w 2314305"/>
                <a:gd name="connsiteY5" fmla="*/ 685051 h 715708"/>
                <a:gd name="connsiteX6" fmla="*/ 0 w 2314305"/>
                <a:gd name="connsiteY6" fmla="*/ 232060 h 7157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314305" h="715708">
                  <a:moveTo>
                    <a:pt x="0" y="232060"/>
                  </a:moveTo>
                  <a:cubicBezTo>
                    <a:pt x="116349" y="135016"/>
                    <a:pt x="772966" y="-10150"/>
                    <a:pt x="1166388" y="561"/>
                  </a:cubicBezTo>
                  <a:cubicBezTo>
                    <a:pt x="1559810" y="11272"/>
                    <a:pt x="1962415" y="54514"/>
                    <a:pt x="2314305" y="250092"/>
                  </a:cubicBezTo>
                  <a:cubicBezTo>
                    <a:pt x="2236857" y="411910"/>
                    <a:pt x="2305049" y="284904"/>
                    <a:pt x="2123986" y="715708"/>
                  </a:cubicBezTo>
                  <a:cubicBezTo>
                    <a:pt x="2077752" y="646036"/>
                    <a:pt x="1616289" y="480632"/>
                    <a:pt x="1156661" y="480632"/>
                  </a:cubicBezTo>
                  <a:cubicBezTo>
                    <a:pt x="697033" y="480632"/>
                    <a:pt x="257593" y="589531"/>
                    <a:pt x="172995" y="685051"/>
                  </a:cubicBezTo>
                  <a:lnTo>
                    <a:pt x="0" y="232060"/>
                  </a:lnTo>
                  <a:close/>
                </a:path>
              </a:pathLst>
            </a:cu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7" name="Block Arc 1">
              <a:extLst>
                <a:ext uri="{FF2B5EF4-FFF2-40B4-BE49-F238E27FC236}">
                  <a16:creationId xmlns:a16="http://schemas.microsoft.com/office/drawing/2014/main" id="{6B34A44E-4DEB-6EDA-544F-227DCA97D88F}"/>
                </a:ext>
              </a:extLst>
            </p:cNvPr>
            <p:cNvSpPr/>
            <p:nvPr/>
          </p:nvSpPr>
          <p:spPr>
            <a:xfrm rot="12383279">
              <a:off x="6255443" y="5432031"/>
              <a:ext cx="2314305" cy="715708"/>
            </a:xfrm>
            <a:custGeom>
              <a:avLst/>
              <a:gdLst>
                <a:gd name="connsiteX0" fmla="*/ 0 w 2391141"/>
                <a:gd name="connsiteY0" fmla="*/ 726679 h 1453358"/>
                <a:gd name="connsiteX1" fmla="*/ 1195571 w 2391141"/>
                <a:gd name="connsiteY1" fmla="*/ 0 h 1453358"/>
                <a:gd name="connsiteX2" fmla="*/ 2391142 w 2391141"/>
                <a:gd name="connsiteY2" fmla="*/ 726679 h 1453358"/>
                <a:gd name="connsiteX3" fmla="*/ 2027802 w 2391141"/>
                <a:gd name="connsiteY3" fmla="*/ 726679 h 1453358"/>
                <a:gd name="connsiteX4" fmla="*/ 1195571 w 2391141"/>
                <a:gd name="connsiteY4" fmla="*/ 363339 h 1453358"/>
                <a:gd name="connsiteX5" fmla="*/ 363340 w 2391141"/>
                <a:gd name="connsiteY5" fmla="*/ 726679 h 1453358"/>
                <a:gd name="connsiteX6" fmla="*/ 0 w 2391141"/>
                <a:gd name="connsiteY6" fmla="*/ 726679 h 1453358"/>
                <a:gd name="connsiteX0" fmla="*/ 0 w 2614878"/>
                <a:gd name="connsiteY0" fmla="*/ 727830 h 727830"/>
                <a:gd name="connsiteX1" fmla="*/ 1195571 w 2614878"/>
                <a:gd name="connsiteY1" fmla="*/ 1151 h 727830"/>
                <a:gd name="connsiteX2" fmla="*/ 2614878 w 2614878"/>
                <a:gd name="connsiteY2" fmla="*/ 611098 h 727830"/>
                <a:gd name="connsiteX3" fmla="*/ 2027802 w 2614878"/>
                <a:gd name="connsiteY3" fmla="*/ 727830 h 727830"/>
                <a:gd name="connsiteX4" fmla="*/ 1195571 w 2614878"/>
                <a:gd name="connsiteY4" fmla="*/ 364490 h 727830"/>
                <a:gd name="connsiteX5" fmla="*/ 363340 w 2614878"/>
                <a:gd name="connsiteY5" fmla="*/ 727830 h 727830"/>
                <a:gd name="connsiteX6" fmla="*/ 0 w 2614878"/>
                <a:gd name="connsiteY6" fmla="*/ 727830 h 727830"/>
                <a:gd name="connsiteX0" fmla="*/ 0 w 2614878"/>
                <a:gd name="connsiteY0" fmla="*/ 727830 h 727830"/>
                <a:gd name="connsiteX1" fmla="*/ 1195571 w 2614878"/>
                <a:gd name="connsiteY1" fmla="*/ 1151 h 727830"/>
                <a:gd name="connsiteX2" fmla="*/ 2614878 w 2614878"/>
                <a:gd name="connsiteY2" fmla="*/ 611098 h 727830"/>
                <a:gd name="connsiteX3" fmla="*/ 2251538 w 2614878"/>
                <a:gd name="connsiteY3" fmla="*/ 669464 h 727830"/>
                <a:gd name="connsiteX4" fmla="*/ 1195571 w 2614878"/>
                <a:gd name="connsiteY4" fmla="*/ 364490 h 727830"/>
                <a:gd name="connsiteX5" fmla="*/ 363340 w 2614878"/>
                <a:gd name="connsiteY5" fmla="*/ 727830 h 727830"/>
                <a:gd name="connsiteX6" fmla="*/ 0 w 2614878"/>
                <a:gd name="connsiteY6" fmla="*/ 727830 h 727830"/>
                <a:gd name="connsiteX0" fmla="*/ 0 w 2780249"/>
                <a:gd name="connsiteY0" fmla="*/ 590533 h 726720"/>
                <a:gd name="connsiteX1" fmla="*/ 1360942 w 2780249"/>
                <a:gd name="connsiteY1" fmla="*/ 41 h 726720"/>
                <a:gd name="connsiteX2" fmla="*/ 2780249 w 2780249"/>
                <a:gd name="connsiteY2" fmla="*/ 609988 h 726720"/>
                <a:gd name="connsiteX3" fmla="*/ 2416909 w 2780249"/>
                <a:gd name="connsiteY3" fmla="*/ 668354 h 726720"/>
                <a:gd name="connsiteX4" fmla="*/ 1360942 w 2780249"/>
                <a:gd name="connsiteY4" fmla="*/ 363380 h 726720"/>
                <a:gd name="connsiteX5" fmla="*/ 528711 w 2780249"/>
                <a:gd name="connsiteY5" fmla="*/ 726720 h 726720"/>
                <a:gd name="connsiteX6" fmla="*/ 0 w 2780249"/>
                <a:gd name="connsiteY6" fmla="*/ 590533 h 726720"/>
                <a:gd name="connsiteX0" fmla="*/ 0 w 2780249"/>
                <a:gd name="connsiteY0" fmla="*/ 590533 h 668354"/>
                <a:gd name="connsiteX1" fmla="*/ 1360942 w 2780249"/>
                <a:gd name="connsiteY1" fmla="*/ 41 h 668354"/>
                <a:gd name="connsiteX2" fmla="*/ 2780249 w 2780249"/>
                <a:gd name="connsiteY2" fmla="*/ 609988 h 668354"/>
                <a:gd name="connsiteX3" fmla="*/ 2416909 w 2780249"/>
                <a:gd name="connsiteY3" fmla="*/ 668354 h 668354"/>
                <a:gd name="connsiteX4" fmla="*/ 1360942 w 2780249"/>
                <a:gd name="connsiteY4" fmla="*/ 363380 h 668354"/>
                <a:gd name="connsiteX5" fmla="*/ 275792 w 2780249"/>
                <a:gd name="connsiteY5" fmla="*/ 639171 h 668354"/>
                <a:gd name="connsiteX6" fmla="*/ 0 w 2780249"/>
                <a:gd name="connsiteY6" fmla="*/ 590533 h 668354"/>
                <a:gd name="connsiteX0" fmla="*/ 0 w 2780249"/>
                <a:gd name="connsiteY0" fmla="*/ 590533 h 668354"/>
                <a:gd name="connsiteX1" fmla="*/ 1360942 w 2780249"/>
                <a:gd name="connsiteY1" fmla="*/ 41 h 668354"/>
                <a:gd name="connsiteX2" fmla="*/ 2780249 w 2780249"/>
                <a:gd name="connsiteY2" fmla="*/ 609988 h 668354"/>
                <a:gd name="connsiteX3" fmla="*/ 2416909 w 2780249"/>
                <a:gd name="connsiteY3" fmla="*/ 668354 h 668354"/>
                <a:gd name="connsiteX4" fmla="*/ 1351215 w 2780249"/>
                <a:gd name="connsiteY4" fmla="*/ 480112 h 668354"/>
                <a:gd name="connsiteX5" fmla="*/ 275792 w 2780249"/>
                <a:gd name="connsiteY5" fmla="*/ 639171 h 668354"/>
                <a:gd name="connsiteX6" fmla="*/ 0 w 2780249"/>
                <a:gd name="connsiteY6" fmla="*/ 590533 h 668354"/>
                <a:gd name="connsiteX0" fmla="*/ 0 w 2780249"/>
                <a:gd name="connsiteY0" fmla="*/ 590533 h 775358"/>
                <a:gd name="connsiteX1" fmla="*/ 1360942 w 2780249"/>
                <a:gd name="connsiteY1" fmla="*/ 41 h 775358"/>
                <a:gd name="connsiteX2" fmla="*/ 2780249 w 2780249"/>
                <a:gd name="connsiteY2" fmla="*/ 609988 h 775358"/>
                <a:gd name="connsiteX3" fmla="*/ 2329360 w 2780249"/>
                <a:gd name="connsiteY3" fmla="*/ 775358 h 775358"/>
                <a:gd name="connsiteX4" fmla="*/ 1351215 w 2780249"/>
                <a:gd name="connsiteY4" fmla="*/ 480112 h 775358"/>
                <a:gd name="connsiteX5" fmla="*/ 275792 w 2780249"/>
                <a:gd name="connsiteY5" fmla="*/ 639171 h 775358"/>
                <a:gd name="connsiteX6" fmla="*/ 0 w 2780249"/>
                <a:gd name="connsiteY6" fmla="*/ 590533 h 775358"/>
                <a:gd name="connsiteX0" fmla="*/ 0 w 2673245"/>
                <a:gd name="connsiteY0" fmla="*/ 600391 h 785216"/>
                <a:gd name="connsiteX1" fmla="*/ 1360942 w 2673245"/>
                <a:gd name="connsiteY1" fmla="*/ 9899 h 785216"/>
                <a:gd name="connsiteX2" fmla="*/ 2673245 w 2673245"/>
                <a:gd name="connsiteY2" fmla="*/ 405837 h 785216"/>
                <a:gd name="connsiteX3" fmla="*/ 2329360 w 2673245"/>
                <a:gd name="connsiteY3" fmla="*/ 785216 h 785216"/>
                <a:gd name="connsiteX4" fmla="*/ 1351215 w 2673245"/>
                <a:gd name="connsiteY4" fmla="*/ 489970 h 785216"/>
                <a:gd name="connsiteX5" fmla="*/ 275792 w 2673245"/>
                <a:gd name="connsiteY5" fmla="*/ 649029 h 785216"/>
                <a:gd name="connsiteX6" fmla="*/ 0 w 2673245"/>
                <a:gd name="connsiteY6" fmla="*/ 600391 h 785216"/>
                <a:gd name="connsiteX0" fmla="*/ 0 w 2673245"/>
                <a:gd name="connsiteY0" fmla="*/ 593348 h 778173"/>
                <a:gd name="connsiteX1" fmla="*/ 1360942 w 2673245"/>
                <a:gd name="connsiteY1" fmla="*/ 2856 h 778173"/>
                <a:gd name="connsiteX2" fmla="*/ 2673245 w 2673245"/>
                <a:gd name="connsiteY2" fmla="*/ 398794 h 778173"/>
                <a:gd name="connsiteX3" fmla="*/ 2329360 w 2673245"/>
                <a:gd name="connsiteY3" fmla="*/ 778173 h 778173"/>
                <a:gd name="connsiteX4" fmla="*/ 1351215 w 2673245"/>
                <a:gd name="connsiteY4" fmla="*/ 482927 h 778173"/>
                <a:gd name="connsiteX5" fmla="*/ 275792 w 2673245"/>
                <a:gd name="connsiteY5" fmla="*/ 641986 h 778173"/>
                <a:gd name="connsiteX6" fmla="*/ 0 w 2673245"/>
                <a:gd name="connsiteY6" fmla="*/ 593348 h 778173"/>
                <a:gd name="connsiteX0" fmla="*/ 0 w 2478691"/>
                <a:gd name="connsiteY0" fmla="*/ 293714 h 809279"/>
                <a:gd name="connsiteX1" fmla="*/ 1166388 w 2478691"/>
                <a:gd name="connsiteY1" fmla="*/ 33962 h 809279"/>
                <a:gd name="connsiteX2" fmla="*/ 2478691 w 2478691"/>
                <a:gd name="connsiteY2" fmla="*/ 429900 h 809279"/>
                <a:gd name="connsiteX3" fmla="*/ 2134806 w 2478691"/>
                <a:gd name="connsiteY3" fmla="*/ 809279 h 809279"/>
                <a:gd name="connsiteX4" fmla="*/ 1156661 w 2478691"/>
                <a:gd name="connsiteY4" fmla="*/ 514033 h 809279"/>
                <a:gd name="connsiteX5" fmla="*/ 81238 w 2478691"/>
                <a:gd name="connsiteY5" fmla="*/ 673092 h 809279"/>
                <a:gd name="connsiteX6" fmla="*/ 0 w 2478691"/>
                <a:gd name="connsiteY6" fmla="*/ 293714 h 809279"/>
                <a:gd name="connsiteX0" fmla="*/ 0 w 2478691"/>
                <a:gd name="connsiteY0" fmla="*/ 262275 h 777840"/>
                <a:gd name="connsiteX1" fmla="*/ 1166388 w 2478691"/>
                <a:gd name="connsiteY1" fmla="*/ 2523 h 777840"/>
                <a:gd name="connsiteX2" fmla="*/ 2478691 w 2478691"/>
                <a:gd name="connsiteY2" fmla="*/ 398461 h 777840"/>
                <a:gd name="connsiteX3" fmla="*/ 2134806 w 2478691"/>
                <a:gd name="connsiteY3" fmla="*/ 777840 h 777840"/>
                <a:gd name="connsiteX4" fmla="*/ 1156661 w 2478691"/>
                <a:gd name="connsiteY4" fmla="*/ 482594 h 777840"/>
                <a:gd name="connsiteX5" fmla="*/ 81238 w 2478691"/>
                <a:gd name="connsiteY5" fmla="*/ 641653 h 777840"/>
                <a:gd name="connsiteX6" fmla="*/ 0 w 2478691"/>
                <a:gd name="connsiteY6" fmla="*/ 262275 h 777840"/>
                <a:gd name="connsiteX0" fmla="*/ 0 w 2478691"/>
                <a:gd name="connsiteY0" fmla="*/ 262275 h 777841"/>
                <a:gd name="connsiteX1" fmla="*/ 1166388 w 2478691"/>
                <a:gd name="connsiteY1" fmla="*/ 2523 h 777841"/>
                <a:gd name="connsiteX2" fmla="*/ 2478691 w 2478691"/>
                <a:gd name="connsiteY2" fmla="*/ 398461 h 777841"/>
                <a:gd name="connsiteX3" fmla="*/ 2134806 w 2478691"/>
                <a:gd name="connsiteY3" fmla="*/ 777840 h 777841"/>
                <a:gd name="connsiteX4" fmla="*/ 1156661 w 2478691"/>
                <a:gd name="connsiteY4" fmla="*/ 482594 h 777841"/>
                <a:gd name="connsiteX5" fmla="*/ 178515 w 2478691"/>
                <a:gd name="connsiteY5" fmla="*/ 777841 h 777841"/>
                <a:gd name="connsiteX6" fmla="*/ 0 w 2478691"/>
                <a:gd name="connsiteY6" fmla="*/ 262275 h 777841"/>
                <a:gd name="connsiteX0" fmla="*/ 0 w 2478691"/>
                <a:gd name="connsiteY0" fmla="*/ 262275 h 777840"/>
                <a:gd name="connsiteX1" fmla="*/ 1166388 w 2478691"/>
                <a:gd name="connsiteY1" fmla="*/ 2523 h 777840"/>
                <a:gd name="connsiteX2" fmla="*/ 2478691 w 2478691"/>
                <a:gd name="connsiteY2" fmla="*/ 398461 h 777840"/>
                <a:gd name="connsiteX3" fmla="*/ 2134806 w 2478691"/>
                <a:gd name="connsiteY3" fmla="*/ 777840 h 777840"/>
                <a:gd name="connsiteX4" fmla="*/ 1156661 w 2478691"/>
                <a:gd name="connsiteY4" fmla="*/ 482594 h 777840"/>
                <a:gd name="connsiteX5" fmla="*/ 139604 w 2478691"/>
                <a:gd name="connsiteY5" fmla="*/ 748658 h 777840"/>
                <a:gd name="connsiteX6" fmla="*/ 0 w 2478691"/>
                <a:gd name="connsiteY6" fmla="*/ 262275 h 777840"/>
                <a:gd name="connsiteX0" fmla="*/ 0 w 2478691"/>
                <a:gd name="connsiteY0" fmla="*/ 262275 h 777840"/>
                <a:gd name="connsiteX1" fmla="*/ 1166388 w 2478691"/>
                <a:gd name="connsiteY1" fmla="*/ 2523 h 777840"/>
                <a:gd name="connsiteX2" fmla="*/ 2478691 w 2478691"/>
                <a:gd name="connsiteY2" fmla="*/ 398461 h 777840"/>
                <a:gd name="connsiteX3" fmla="*/ 2134806 w 2478691"/>
                <a:gd name="connsiteY3" fmla="*/ 777840 h 777840"/>
                <a:gd name="connsiteX4" fmla="*/ 1156661 w 2478691"/>
                <a:gd name="connsiteY4" fmla="*/ 482594 h 777840"/>
                <a:gd name="connsiteX5" fmla="*/ 139604 w 2478691"/>
                <a:gd name="connsiteY5" fmla="*/ 748658 h 777840"/>
                <a:gd name="connsiteX6" fmla="*/ 0 w 2478691"/>
                <a:gd name="connsiteY6" fmla="*/ 262275 h 777840"/>
                <a:gd name="connsiteX0" fmla="*/ 0 w 2478691"/>
                <a:gd name="connsiteY0" fmla="*/ 262275 h 797295"/>
                <a:gd name="connsiteX1" fmla="*/ 1166388 w 2478691"/>
                <a:gd name="connsiteY1" fmla="*/ 2523 h 797295"/>
                <a:gd name="connsiteX2" fmla="*/ 2478691 w 2478691"/>
                <a:gd name="connsiteY2" fmla="*/ 398461 h 797295"/>
                <a:gd name="connsiteX3" fmla="*/ 2144534 w 2478691"/>
                <a:gd name="connsiteY3" fmla="*/ 797295 h 797295"/>
                <a:gd name="connsiteX4" fmla="*/ 1156661 w 2478691"/>
                <a:gd name="connsiteY4" fmla="*/ 482594 h 797295"/>
                <a:gd name="connsiteX5" fmla="*/ 139604 w 2478691"/>
                <a:gd name="connsiteY5" fmla="*/ 748658 h 797295"/>
                <a:gd name="connsiteX6" fmla="*/ 0 w 2478691"/>
                <a:gd name="connsiteY6" fmla="*/ 262275 h 797295"/>
                <a:gd name="connsiteX0" fmla="*/ 0 w 2478691"/>
                <a:gd name="connsiteY0" fmla="*/ 262275 h 797295"/>
                <a:gd name="connsiteX1" fmla="*/ 1166388 w 2478691"/>
                <a:gd name="connsiteY1" fmla="*/ 2523 h 797295"/>
                <a:gd name="connsiteX2" fmla="*/ 2478691 w 2478691"/>
                <a:gd name="connsiteY2" fmla="*/ 398461 h 797295"/>
                <a:gd name="connsiteX3" fmla="*/ 2144534 w 2478691"/>
                <a:gd name="connsiteY3" fmla="*/ 797295 h 797295"/>
                <a:gd name="connsiteX4" fmla="*/ 1156661 w 2478691"/>
                <a:gd name="connsiteY4" fmla="*/ 482594 h 797295"/>
                <a:gd name="connsiteX5" fmla="*/ 139604 w 2478691"/>
                <a:gd name="connsiteY5" fmla="*/ 748658 h 797295"/>
                <a:gd name="connsiteX6" fmla="*/ 0 w 2478691"/>
                <a:gd name="connsiteY6" fmla="*/ 262275 h 797295"/>
                <a:gd name="connsiteX0" fmla="*/ 0 w 2309168"/>
                <a:gd name="connsiteY0" fmla="*/ 259772 h 794792"/>
                <a:gd name="connsiteX1" fmla="*/ 1166388 w 2309168"/>
                <a:gd name="connsiteY1" fmla="*/ 20 h 794792"/>
                <a:gd name="connsiteX2" fmla="*/ 2309168 w 2309168"/>
                <a:gd name="connsiteY2" fmla="*/ 270099 h 794792"/>
                <a:gd name="connsiteX3" fmla="*/ 2144534 w 2309168"/>
                <a:gd name="connsiteY3" fmla="*/ 794792 h 794792"/>
                <a:gd name="connsiteX4" fmla="*/ 1156661 w 2309168"/>
                <a:gd name="connsiteY4" fmla="*/ 480091 h 794792"/>
                <a:gd name="connsiteX5" fmla="*/ 139604 w 2309168"/>
                <a:gd name="connsiteY5" fmla="*/ 746155 h 794792"/>
                <a:gd name="connsiteX6" fmla="*/ 0 w 2309168"/>
                <a:gd name="connsiteY6" fmla="*/ 259772 h 794792"/>
                <a:gd name="connsiteX0" fmla="*/ 0 w 2309168"/>
                <a:gd name="connsiteY0" fmla="*/ 259772 h 794792"/>
                <a:gd name="connsiteX1" fmla="*/ 1166388 w 2309168"/>
                <a:gd name="connsiteY1" fmla="*/ 20 h 794792"/>
                <a:gd name="connsiteX2" fmla="*/ 2309168 w 2309168"/>
                <a:gd name="connsiteY2" fmla="*/ 270099 h 794792"/>
                <a:gd name="connsiteX3" fmla="*/ 2144534 w 2309168"/>
                <a:gd name="connsiteY3" fmla="*/ 794792 h 794792"/>
                <a:gd name="connsiteX4" fmla="*/ 1156661 w 2309168"/>
                <a:gd name="connsiteY4" fmla="*/ 480091 h 794792"/>
                <a:gd name="connsiteX5" fmla="*/ 139604 w 2309168"/>
                <a:gd name="connsiteY5" fmla="*/ 746155 h 794792"/>
                <a:gd name="connsiteX6" fmla="*/ 0 w 2309168"/>
                <a:gd name="connsiteY6" fmla="*/ 259772 h 794792"/>
                <a:gd name="connsiteX0" fmla="*/ 0 w 2309168"/>
                <a:gd name="connsiteY0" fmla="*/ 259772 h 746155"/>
                <a:gd name="connsiteX1" fmla="*/ 1166388 w 2309168"/>
                <a:gd name="connsiteY1" fmla="*/ 20 h 746155"/>
                <a:gd name="connsiteX2" fmla="*/ 2309168 w 2309168"/>
                <a:gd name="connsiteY2" fmla="*/ 270099 h 746155"/>
                <a:gd name="connsiteX3" fmla="*/ 2121417 w 2309168"/>
                <a:gd name="connsiteY3" fmla="*/ 707462 h 746155"/>
                <a:gd name="connsiteX4" fmla="*/ 1156661 w 2309168"/>
                <a:gd name="connsiteY4" fmla="*/ 480091 h 746155"/>
                <a:gd name="connsiteX5" fmla="*/ 139604 w 2309168"/>
                <a:gd name="connsiteY5" fmla="*/ 746155 h 746155"/>
                <a:gd name="connsiteX6" fmla="*/ 0 w 2309168"/>
                <a:gd name="connsiteY6" fmla="*/ 259772 h 746155"/>
                <a:gd name="connsiteX0" fmla="*/ 0 w 2309168"/>
                <a:gd name="connsiteY0" fmla="*/ 259772 h 746155"/>
                <a:gd name="connsiteX1" fmla="*/ 1166388 w 2309168"/>
                <a:gd name="connsiteY1" fmla="*/ 20 h 746155"/>
                <a:gd name="connsiteX2" fmla="*/ 2309168 w 2309168"/>
                <a:gd name="connsiteY2" fmla="*/ 270099 h 746155"/>
                <a:gd name="connsiteX3" fmla="*/ 2121417 w 2309168"/>
                <a:gd name="connsiteY3" fmla="*/ 707462 h 746155"/>
                <a:gd name="connsiteX4" fmla="*/ 1156661 w 2309168"/>
                <a:gd name="connsiteY4" fmla="*/ 480091 h 746155"/>
                <a:gd name="connsiteX5" fmla="*/ 139604 w 2309168"/>
                <a:gd name="connsiteY5" fmla="*/ 746155 h 746155"/>
                <a:gd name="connsiteX6" fmla="*/ 0 w 2309168"/>
                <a:gd name="connsiteY6" fmla="*/ 259772 h 746155"/>
                <a:gd name="connsiteX0" fmla="*/ 0 w 2309168"/>
                <a:gd name="connsiteY0" fmla="*/ 226793 h 746567"/>
                <a:gd name="connsiteX1" fmla="*/ 1166388 w 2309168"/>
                <a:gd name="connsiteY1" fmla="*/ 432 h 746567"/>
                <a:gd name="connsiteX2" fmla="*/ 2309168 w 2309168"/>
                <a:gd name="connsiteY2" fmla="*/ 270511 h 746567"/>
                <a:gd name="connsiteX3" fmla="*/ 2121417 w 2309168"/>
                <a:gd name="connsiteY3" fmla="*/ 707874 h 746567"/>
                <a:gd name="connsiteX4" fmla="*/ 1156661 w 2309168"/>
                <a:gd name="connsiteY4" fmla="*/ 480503 h 746567"/>
                <a:gd name="connsiteX5" fmla="*/ 139604 w 2309168"/>
                <a:gd name="connsiteY5" fmla="*/ 746567 h 746567"/>
                <a:gd name="connsiteX6" fmla="*/ 0 w 2309168"/>
                <a:gd name="connsiteY6" fmla="*/ 226793 h 746567"/>
                <a:gd name="connsiteX0" fmla="*/ 0 w 2309168"/>
                <a:gd name="connsiteY0" fmla="*/ 226663 h 746437"/>
                <a:gd name="connsiteX1" fmla="*/ 1166388 w 2309168"/>
                <a:gd name="connsiteY1" fmla="*/ 302 h 746437"/>
                <a:gd name="connsiteX2" fmla="*/ 2309168 w 2309168"/>
                <a:gd name="connsiteY2" fmla="*/ 270381 h 746437"/>
                <a:gd name="connsiteX3" fmla="*/ 2121417 w 2309168"/>
                <a:gd name="connsiteY3" fmla="*/ 707744 h 746437"/>
                <a:gd name="connsiteX4" fmla="*/ 1156661 w 2309168"/>
                <a:gd name="connsiteY4" fmla="*/ 480373 h 746437"/>
                <a:gd name="connsiteX5" fmla="*/ 139604 w 2309168"/>
                <a:gd name="connsiteY5" fmla="*/ 746437 h 746437"/>
                <a:gd name="connsiteX6" fmla="*/ 0 w 2309168"/>
                <a:gd name="connsiteY6" fmla="*/ 226663 h 746437"/>
                <a:gd name="connsiteX0" fmla="*/ 0 w 2309168"/>
                <a:gd name="connsiteY0" fmla="*/ 226614 h 746388"/>
                <a:gd name="connsiteX1" fmla="*/ 1166388 w 2309168"/>
                <a:gd name="connsiteY1" fmla="*/ 253 h 746388"/>
                <a:gd name="connsiteX2" fmla="*/ 2309168 w 2309168"/>
                <a:gd name="connsiteY2" fmla="*/ 270332 h 746388"/>
                <a:gd name="connsiteX3" fmla="*/ 2121417 w 2309168"/>
                <a:gd name="connsiteY3" fmla="*/ 707695 h 746388"/>
                <a:gd name="connsiteX4" fmla="*/ 1156661 w 2309168"/>
                <a:gd name="connsiteY4" fmla="*/ 480324 h 746388"/>
                <a:gd name="connsiteX5" fmla="*/ 139604 w 2309168"/>
                <a:gd name="connsiteY5" fmla="*/ 746388 h 746388"/>
                <a:gd name="connsiteX6" fmla="*/ 0 w 2309168"/>
                <a:gd name="connsiteY6" fmla="*/ 226614 h 746388"/>
                <a:gd name="connsiteX0" fmla="*/ 0 w 2309168"/>
                <a:gd name="connsiteY0" fmla="*/ 231692 h 746328"/>
                <a:gd name="connsiteX1" fmla="*/ 1166388 w 2309168"/>
                <a:gd name="connsiteY1" fmla="*/ 193 h 746328"/>
                <a:gd name="connsiteX2" fmla="*/ 2309168 w 2309168"/>
                <a:gd name="connsiteY2" fmla="*/ 270272 h 746328"/>
                <a:gd name="connsiteX3" fmla="*/ 2121417 w 2309168"/>
                <a:gd name="connsiteY3" fmla="*/ 707635 h 746328"/>
                <a:gd name="connsiteX4" fmla="*/ 1156661 w 2309168"/>
                <a:gd name="connsiteY4" fmla="*/ 480264 h 746328"/>
                <a:gd name="connsiteX5" fmla="*/ 139604 w 2309168"/>
                <a:gd name="connsiteY5" fmla="*/ 746328 h 746328"/>
                <a:gd name="connsiteX6" fmla="*/ 0 w 2309168"/>
                <a:gd name="connsiteY6" fmla="*/ 231692 h 746328"/>
                <a:gd name="connsiteX0" fmla="*/ 0 w 2309168"/>
                <a:gd name="connsiteY0" fmla="*/ 231692 h 707635"/>
                <a:gd name="connsiteX1" fmla="*/ 1166388 w 2309168"/>
                <a:gd name="connsiteY1" fmla="*/ 193 h 707635"/>
                <a:gd name="connsiteX2" fmla="*/ 2309168 w 2309168"/>
                <a:gd name="connsiteY2" fmla="*/ 270272 h 707635"/>
                <a:gd name="connsiteX3" fmla="*/ 2121417 w 2309168"/>
                <a:gd name="connsiteY3" fmla="*/ 707635 h 707635"/>
                <a:gd name="connsiteX4" fmla="*/ 1156661 w 2309168"/>
                <a:gd name="connsiteY4" fmla="*/ 480264 h 707635"/>
                <a:gd name="connsiteX5" fmla="*/ 172995 w 2309168"/>
                <a:gd name="connsiteY5" fmla="*/ 684683 h 707635"/>
                <a:gd name="connsiteX6" fmla="*/ 0 w 2309168"/>
                <a:gd name="connsiteY6" fmla="*/ 231692 h 707635"/>
                <a:gd name="connsiteX0" fmla="*/ 0 w 2309168"/>
                <a:gd name="connsiteY0" fmla="*/ 231692 h 707635"/>
                <a:gd name="connsiteX1" fmla="*/ 1166388 w 2309168"/>
                <a:gd name="connsiteY1" fmla="*/ 193 h 707635"/>
                <a:gd name="connsiteX2" fmla="*/ 2309168 w 2309168"/>
                <a:gd name="connsiteY2" fmla="*/ 270272 h 707635"/>
                <a:gd name="connsiteX3" fmla="*/ 2121417 w 2309168"/>
                <a:gd name="connsiteY3" fmla="*/ 707635 h 707635"/>
                <a:gd name="connsiteX4" fmla="*/ 1156661 w 2309168"/>
                <a:gd name="connsiteY4" fmla="*/ 480264 h 707635"/>
                <a:gd name="connsiteX5" fmla="*/ 172995 w 2309168"/>
                <a:gd name="connsiteY5" fmla="*/ 684683 h 707635"/>
                <a:gd name="connsiteX6" fmla="*/ 0 w 2309168"/>
                <a:gd name="connsiteY6" fmla="*/ 231692 h 707635"/>
                <a:gd name="connsiteX0" fmla="*/ 0 w 2309168"/>
                <a:gd name="connsiteY0" fmla="*/ 231692 h 715340"/>
                <a:gd name="connsiteX1" fmla="*/ 1166388 w 2309168"/>
                <a:gd name="connsiteY1" fmla="*/ 193 h 715340"/>
                <a:gd name="connsiteX2" fmla="*/ 2309168 w 2309168"/>
                <a:gd name="connsiteY2" fmla="*/ 270272 h 715340"/>
                <a:gd name="connsiteX3" fmla="*/ 2123986 w 2309168"/>
                <a:gd name="connsiteY3" fmla="*/ 715340 h 715340"/>
                <a:gd name="connsiteX4" fmla="*/ 1156661 w 2309168"/>
                <a:gd name="connsiteY4" fmla="*/ 480264 h 715340"/>
                <a:gd name="connsiteX5" fmla="*/ 172995 w 2309168"/>
                <a:gd name="connsiteY5" fmla="*/ 684683 h 715340"/>
                <a:gd name="connsiteX6" fmla="*/ 0 w 2309168"/>
                <a:gd name="connsiteY6" fmla="*/ 231692 h 715340"/>
                <a:gd name="connsiteX0" fmla="*/ 0 w 2309168"/>
                <a:gd name="connsiteY0" fmla="*/ 231692 h 715340"/>
                <a:gd name="connsiteX1" fmla="*/ 1166388 w 2309168"/>
                <a:gd name="connsiteY1" fmla="*/ 193 h 715340"/>
                <a:gd name="connsiteX2" fmla="*/ 2309168 w 2309168"/>
                <a:gd name="connsiteY2" fmla="*/ 270272 h 715340"/>
                <a:gd name="connsiteX3" fmla="*/ 2123986 w 2309168"/>
                <a:gd name="connsiteY3" fmla="*/ 715340 h 715340"/>
                <a:gd name="connsiteX4" fmla="*/ 1156661 w 2309168"/>
                <a:gd name="connsiteY4" fmla="*/ 480264 h 715340"/>
                <a:gd name="connsiteX5" fmla="*/ 172995 w 2309168"/>
                <a:gd name="connsiteY5" fmla="*/ 684683 h 715340"/>
                <a:gd name="connsiteX6" fmla="*/ 0 w 2309168"/>
                <a:gd name="connsiteY6" fmla="*/ 231692 h 715340"/>
                <a:gd name="connsiteX0" fmla="*/ 0 w 2309168"/>
                <a:gd name="connsiteY0" fmla="*/ 231692 h 715340"/>
                <a:gd name="connsiteX1" fmla="*/ 1166388 w 2309168"/>
                <a:gd name="connsiteY1" fmla="*/ 193 h 715340"/>
                <a:gd name="connsiteX2" fmla="*/ 2309168 w 2309168"/>
                <a:gd name="connsiteY2" fmla="*/ 270272 h 715340"/>
                <a:gd name="connsiteX3" fmla="*/ 2123986 w 2309168"/>
                <a:gd name="connsiteY3" fmla="*/ 715340 h 715340"/>
                <a:gd name="connsiteX4" fmla="*/ 1156661 w 2309168"/>
                <a:gd name="connsiteY4" fmla="*/ 480264 h 715340"/>
                <a:gd name="connsiteX5" fmla="*/ 172995 w 2309168"/>
                <a:gd name="connsiteY5" fmla="*/ 684683 h 715340"/>
                <a:gd name="connsiteX6" fmla="*/ 0 w 2309168"/>
                <a:gd name="connsiteY6" fmla="*/ 231692 h 715340"/>
                <a:gd name="connsiteX0" fmla="*/ 0 w 2314305"/>
                <a:gd name="connsiteY0" fmla="*/ 231543 h 715191"/>
                <a:gd name="connsiteX1" fmla="*/ 1166388 w 2314305"/>
                <a:gd name="connsiteY1" fmla="*/ 44 h 715191"/>
                <a:gd name="connsiteX2" fmla="*/ 2314305 w 2314305"/>
                <a:gd name="connsiteY2" fmla="*/ 249575 h 715191"/>
                <a:gd name="connsiteX3" fmla="*/ 2123986 w 2314305"/>
                <a:gd name="connsiteY3" fmla="*/ 715191 h 715191"/>
                <a:gd name="connsiteX4" fmla="*/ 1156661 w 2314305"/>
                <a:gd name="connsiteY4" fmla="*/ 480115 h 715191"/>
                <a:gd name="connsiteX5" fmla="*/ 172995 w 2314305"/>
                <a:gd name="connsiteY5" fmla="*/ 684534 h 715191"/>
                <a:gd name="connsiteX6" fmla="*/ 0 w 2314305"/>
                <a:gd name="connsiteY6" fmla="*/ 231543 h 715191"/>
                <a:gd name="connsiteX0" fmla="*/ 0 w 2314305"/>
                <a:gd name="connsiteY0" fmla="*/ 231543 h 715191"/>
                <a:gd name="connsiteX1" fmla="*/ 1166388 w 2314305"/>
                <a:gd name="connsiteY1" fmla="*/ 44 h 715191"/>
                <a:gd name="connsiteX2" fmla="*/ 2314305 w 2314305"/>
                <a:gd name="connsiteY2" fmla="*/ 249575 h 715191"/>
                <a:gd name="connsiteX3" fmla="*/ 2123986 w 2314305"/>
                <a:gd name="connsiteY3" fmla="*/ 715191 h 715191"/>
                <a:gd name="connsiteX4" fmla="*/ 1156661 w 2314305"/>
                <a:gd name="connsiteY4" fmla="*/ 480115 h 715191"/>
                <a:gd name="connsiteX5" fmla="*/ 172995 w 2314305"/>
                <a:gd name="connsiteY5" fmla="*/ 684534 h 715191"/>
                <a:gd name="connsiteX6" fmla="*/ 0 w 2314305"/>
                <a:gd name="connsiteY6" fmla="*/ 231543 h 715191"/>
                <a:gd name="connsiteX0" fmla="*/ 0 w 2314305"/>
                <a:gd name="connsiteY0" fmla="*/ 231550 h 715198"/>
                <a:gd name="connsiteX1" fmla="*/ 1166388 w 2314305"/>
                <a:gd name="connsiteY1" fmla="*/ 51 h 715198"/>
                <a:gd name="connsiteX2" fmla="*/ 2314305 w 2314305"/>
                <a:gd name="connsiteY2" fmla="*/ 249582 h 715198"/>
                <a:gd name="connsiteX3" fmla="*/ 2123986 w 2314305"/>
                <a:gd name="connsiteY3" fmla="*/ 715198 h 715198"/>
                <a:gd name="connsiteX4" fmla="*/ 1156661 w 2314305"/>
                <a:gd name="connsiteY4" fmla="*/ 480122 h 715198"/>
                <a:gd name="connsiteX5" fmla="*/ 172995 w 2314305"/>
                <a:gd name="connsiteY5" fmla="*/ 684541 h 715198"/>
                <a:gd name="connsiteX6" fmla="*/ 0 w 2314305"/>
                <a:gd name="connsiteY6" fmla="*/ 231550 h 715198"/>
                <a:gd name="connsiteX0" fmla="*/ 0 w 2314305"/>
                <a:gd name="connsiteY0" fmla="*/ 233092 h 716740"/>
                <a:gd name="connsiteX1" fmla="*/ 1166388 w 2314305"/>
                <a:gd name="connsiteY1" fmla="*/ 1593 h 716740"/>
                <a:gd name="connsiteX2" fmla="*/ 2314305 w 2314305"/>
                <a:gd name="connsiteY2" fmla="*/ 251124 h 716740"/>
                <a:gd name="connsiteX3" fmla="*/ 2123986 w 2314305"/>
                <a:gd name="connsiteY3" fmla="*/ 716740 h 716740"/>
                <a:gd name="connsiteX4" fmla="*/ 1156661 w 2314305"/>
                <a:gd name="connsiteY4" fmla="*/ 481664 h 716740"/>
                <a:gd name="connsiteX5" fmla="*/ 172995 w 2314305"/>
                <a:gd name="connsiteY5" fmla="*/ 686083 h 716740"/>
                <a:gd name="connsiteX6" fmla="*/ 0 w 2314305"/>
                <a:gd name="connsiteY6" fmla="*/ 233092 h 716740"/>
                <a:gd name="connsiteX0" fmla="*/ 0 w 2314305"/>
                <a:gd name="connsiteY0" fmla="*/ 231523 h 715171"/>
                <a:gd name="connsiteX1" fmla="*/ 1166388 w 2314305"/>
                <a:gd name="connsiteY1" fmla="*/ 24 h 715171"/>
                <a:gd name="connsiteX2" fmla="*/ 2314305 w 2314305"/>
                <a:gd name="connsiteY2" fmla="*/ 249555 h 715171"/>
                <a:gd name="connsiteX3" fmla="*/ 2123986 w 2314305"/>
                <a:gd name="connsiteY3" fmla="*/ 715171 h 715171"/>
                <a:gd name="connsiteX4" fmla="*/ 1156661 w 2314305"/>
                <a:gd name="connsiteY4" fmla="*/ 480095 h 715171"/>
                <a:gd name="connsiteX5" fmla="*/ 172995 w 2314305"/>
                <a:gd name="connsiteY5" fmla="*/ 684514 h 715171"/>
                <a:gd name="connsiteX6" fmla="*/ 0 w 2314305"/>
                <a:gd name="connsiteY6" fmla="*/ 231523 h 715171"/>
                <a:gd name="connsiteX0" fmla="*/ 0 w 2314305"/>
                <a:gd name="connsiteY0" fmla="*/ 231550 h 715198"/>
                <a:gd name="connsiteX1" fmla="*/ 1166388 w 2314305"/>
                <a:gd name="connsiteY1" fmla="*/ 51 h 715198"/>
                <a:gd name="connsiteX2" fmla="*/ 2314305 w 2314305"/>
                <a:gd name="connsiteY2" fmla="*/ 249582 h 715198"/>
                <a:gd name="connsiteX3" fmla="*/ 2123986 w 2314305"/>
                <a:gd name="connsiteY3" fmla="*/ 715198 h 715198"/>
                <a:gd name="connsiteX4" fmla="*/ 1156661 w 2314305"/>
                <a:gd name="connsiteY4" fmla="*/ 480122 h 715198"/>
                <a:gd name="connsiteX5" fmla="*/ 172995 w 2314305"/>
                <a:gd name="connsiteY5" fmla="*/ 684541 h 715198"/>
                <a:gd name="connsiteX6" fmla="*/ 0 w 2314305"/>
                <a:gd name="connsiteY6" fmla="*/ 231550 h 715198"/>
                <a:gd name="connsiteX0" fmla="*/ 0 w 2314305"/>
                <a:gd name="connsiteY0" fmla="*/ 232088 h 715736"/>
                <a:gd name="connsiteX1" fmla="*/ 1166388 w 2314305"/>
                <a:gd name="connsiteY1" fmla="*/ 589 h 715736"/>
                <a:gd name="connsiteX2" fmla="*/ 2314305 w 2314305"/>
                <a:gd name="connsiteY2" fmla="*/ 250120 h 715736"/>
                <a:gd name="connsiteX3" fmla="*/ 2123986 w 2314305"/>
                <a:gd name="connsiteY3" fmla="*/ 715736 h 715736"/>
                <a:gd name="connsiteX4" fmla="*/ 1156661 w 2314305"/>
                <a:gd name="connsiteY4" fmla="*/ 480660 h 715736"/>
                <a:gd name="connsiteX5" fmla="*/ 172995 w 2314305"/>
                <a:gd name="connsiteY5" fmla="*/ 685079 h 715736"/>
                <a:gd name="connsiteX6" fmla="*/ 0 w 2314305"/>
                <a:gd name="connsiteY6" fmla="*/ 232088 h 715736"/>
                <a:gd name="connsiteX0" fmla="*/ 0 w 2314305"/>
                <a:gd name="connsiteY0" fmla="*/ 232088 h 715736"/>
                <a:gd name="connsiteX1" fmla="*/ 1166388 w 2314305"/>
                <a:gd name="connsiteY1" fmla="*/ 589 h 715736"/>
                <a:gd name="connsiteX2" fmla="*/ 2314305 w 2314305"/>
                <a:gd name="connsiteY2" fmla="*/ 250120 h 715736"/>
                <a:gd name="connsiteX3" fmla="*/ 2123986 w 2314305"/>
                <a:gd name="connsiteY3" fmla="*/ 715736 h 715736"/>
                <a:gd name="connsiteX4" fmla="*/ 1156661 w 2314305"/>
                <a:gd name="connsiteY4" fmla="*/ 480660 h 715736"/>
                <a:gd name="connsiteX5" fmla="*/ 172995 w 2314305"/>
                <a:gd name="connsiteY5" fmla="*/ 685079 h 715736"/>
                <a:gd name="connsiteX6" fmla="*/ 0 w 2314305"/>
                <a:gd name="connsiteY6" fmla="*/ 232088 h 715736"/>
                <a:gd name="connsiteX0" fmla="*/ 0 w 2314305"/>
                <a:gd name="connsiteY0" fmla="*/ 232088 h 715736"/>
                <a:gd name="connsiteX1" fmla="*/ 1166388 w 2314305"/>
                <a:gd name="connsiteY1" fmla="*/ 589 h 715736"/>
                <a:gd name="connsiteX2" fmla="*/ 2314305 w 2314305"/>
                <a:gd name="connsiteY2" fmla="*/ 250120 h 715736"/>
                <a:gd name="connsiteX3" fmla="*/ 2123986 w 2314305"/>
                <a:gd name="connsiteY3" fmla="*/ 715736 h 715736"/>
                <a:gd name="connsiteX4" fmla="*/ 1156661 w 2314305"/>
                <a:gd name="connsiteY4" fmla="*/ 480660 h 715736"/>
                <a:gd name="connsiteX5" fmla="*/ 172995 w 2314305"/>
                <a:gd name="connsiteY5" fmla="*/ 685079 h 715736"/>
                <a:gd name="connsiteX6" fmla="*/ 0 w 2314305"/>
                <a:gd name="connsiteY6" fmla="*/ 232088 h 715736"/>
                <a:gd name="connsiteX0" fmla="*/ 0 w 2314305"/>
                <a:gd name="connsiteY0" fmla="*/ 232060 h 715708"/>
                <a:gd name="connsiteX1" fmla="*/ 1166388 w 2314305"/>
                <a:gd name="connsiteY1" fmla="*/ 561 h 715708"/>
                <a:gd name="connsiteX2" fmla="*/ 2314305 w 2314305"/>
                <a:gd name="connsiteY2" fmla="*/ 250092 h 715708"/>
                <a:gd name="connsiteX3" fmla="*/ 2123986 w 2314305"/>
                <a:gd name="connsiteY3" fmla="*/ 715708 h 715708"/>
                <a:gd name="connsiteX4" fmla="*/ 1156661 w 2314305"/>
                <a:gd name="connsiteY4" fmla="*/ 480632 h 715708"/>
                <a:gd name="connsiteX5" fmla="*/ 172995 w 2314305"/>
                <a:gd name="connsiteY5" fmla="*/ 685051 h 715708"/>
                <a:gd name="connsiteX6" fmla="*/ 0 w 2314305"/>
                <a:gd name="connsiteY6" fmla="*/ 232060 h 7157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314305" h="715708">
                  <a:moveTo>
                    <a:pt x="0" y="232060"/>
                  </a:moveTo>
                  <a:cubicBezTo>
                    <a:pt x="116349" y="135016"/>
                    <a:pt x="772966" y="-10150"/>
                    <a:pt x="1166388" y="561"/>
                  </a:cubicBezTo>
                  <a:cubicBezTo>
                    <a:pt x="1559810" y="11272"/>
                    <a:pt x="1962415" y="54514"/>
                    <a:pt x="2314305" y="250092"/>
                  </a:cubicBezTo>
                  <a:cubicBezTo>
                    <a:pt x="2236857" y="411910"/>
                    <a:pt x="2305049" y="284904"/>
                    <a:pt x="2123986" y="715708"/>
                  </a:cubicBezTo>
                  <a:cubicBezTo>
                    <a:pt x="2077752" y="646036"/>
                    <a:pt x="1616289" y="480632"/>
                    <a:pt x="1156661" y="480632"/>
                  </a:cubicBezTo>
                  <a:cubicBezTo>
                    <a:pt x="697033" y="480632"/>
                    <a:pt x="257593" y="589531"/>
                    <a:pt x="172995" y="685051"/>
                  </a:cubicBezTo>
                  <a:lnTo>
                    <a:pt x="0" y="232060"/>
                  </a:lnTo>
                  <a:close/>
                </a:path>
              </a:pathLst>
            </a:custGeom>
            <a:solidFill>
              <a:srgbClr val="33CCCC"/>
            </a:solidFill>
            <a:ln>
              <a:solidFill>
                <a:srgbClr val="33CCC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9" name="Block Arc 1">
              <a:extLst>
                <a:ext uri="{FF2B5EF4-FFF2-40B4-BE49-F238E27FC236}">
                  <a16:creationId xmlns:a16="http://schemas.microsoft.com/office/drawing/2014/main" id="{8F201011-5760-E1DE-4E7A-20AFB5B3134D}"/>
                </a:ext>
              </a:extLst>
            </p:cNvPr>
            <p:cNvSpPr/>
            <p:nvPr/>
          </p:nvSpPr>
          <p:spPr>
            <a:xfrm rot="18602280">
              <a:off x="5465551" y="1431121"/>
              <a:ext cx="2314305" cy="715708"/>
            </a:xfrm>
            <a:custGeom>
              <a:avLst/>
              <a:gdLst>
                <a:gd name="connsiteX0" fmla="*/ 0 w 2391141"/>
                <a:gd name="connsiteY0" fmla="*/ 726679 h 1453358"/>
                <a:gd name="connsiteX1" fmla="*/ 1195571 w 2391141"/>
                <a:gd name="connsiteY1" fmla="*/ 0 h 1453358"/>
                <a:gd name="connsiteX2" fmla="*/ 2391142 w 2391141"/>
                <a:gd name="connsiteY2" fmla="*/ 726679 h 1453358"/>
                <a:gd name="connsiteX3" fmla="*/ 2027802 w 2391141"/>
                <a:gd name="connsiteY3" fmla="*/ 726679 h 1453358"/>
                <a:gd name="connsiteX4" fmla="*/ 1195571 w 2391141"/>
                <a:gd name="connsiteY4" fmla="*/ 363339 h 1453358"/>
                <a:gd name="connsiteX5" fmla="*/ 363340 w 2391141"/>
                <a:gd name="connsiteY5" fmla="*/ 726679 h 1453358"/>
                <a:gd name="connsiteX6" fmla="*/ 0 w 2391141"/>
                <a:gd name="connsiteY6" fmla="*/ 726679 h 1453358"/>
                <a:gd name="connsiteX0" fmla="*/ 0 w 2614878"/>
                <a:gd name="connsiteY0" fmla="*/ 727830 h 727830"/>
                <a:gd name="connsiteX1" fmla="*/ 1195571 w 2614878"/>
                <a:gd name="connsiteY1" fmla="*/ 1151 h 727830"/>
                <a:gd name="connsiteX2" fmla="*/ 2614878 w 2614878"/>
                <a:gd name="connsiteY2" fmla="*/ 611098 h 727830"/>
                <a:gd name="connsiteX3" fmla="*/ 2027802 w 2614878"/>
                <a:gd name="connsiteY3" fmla="*/ 727830 h 727830"/>
                <a:gd name="connsiteX4" fmla="*/ 1195571 w 2614878"/>
                <a:gd name="connsiteY4" fmla="*/ 364490 h 727830"/>
                <a:gd name="connsiteX5" fmla="*/ 363340 w 2614878"/>
                <a:gd name="connsiteY5" fmla="*/ 727830 h 727830"/>
                <a:gd name="connsiteX6" fmla="*/ 0 w 2614878"/>
                <a:gd name="connsiteY6" fmla="*/ 727830 h 727830"/>
                <a:gd name="connsiteX0" fmla="*/ 0 w 2614878"/>
                <a:gd name="connsiteY0" fmla="*/ 727830 h 727830"/>
                <a:gd name="connsiteX1" fmla="*/ 1195571 w 2614878"/>
                <a:gd name="connsiteY1" fmla="*/ 1151 h 727830"/>
                <a:gd name="connsiteX2" fmla="*/ 2614878 w 2614878"/>
                <a:gd name="connsiteY2" fmla="*/ 611098 h 727830"/>
                <a:gd name="connsiteX3" fmla="*/ 2251538 w 2614878"/>
                <a:gd name="connsiteY3" fmla="*/ 669464 h 727830"/>
                <a:gd name="connsiteX4" fmla="*/ 1195571 w 2614878"/>
                <a:gd name="connsiteY4" fmla="*/ 364490 h 727830"/>
                <a:gd name="connsiteX5" fmla="*/ 363340 w 2614878"/>
                <a:gd name="connsiteY5" fmla="*/ 727830 h 727830"/>
                <a:gd name="connsiteX6" fmla="*/ 0 w 2614878"/>
                <a:gd name="connsiteY6" fmla="*/ 727830 h 727830"/>
                <a:gd name="connsiteX0" fmla="*/ 0 w 2780249"/>
                <a:gd name="connsiteY0" fmla="*/ 590533 h 726720"/>
                <a:gd name="connsiteX1" fmla="*/ 1360942 w 2780249"/>
                <a:gd name="connsiteY1" fmla="*/ 41 h 726720"/>
                <a:gd name="connsiteX2" fmla="*/ 2780249 w 2780249"/>
                <a:gd name="connsiteY2" fmla="*/ 609988 h 726720"/>
                <a:gd name="connsiteX3" fmla="*/ 2416909 w 2780249"/>
                <a:gd name="connsiteY3" fmla="*/ 668354 h 726720"/>
                <a:gd name="connsiteX4" fmla="*/ 1360942 w 2780249"/>
                <a:gd name="connsiteY4" fmla="*/ 363380 h 726720"/>
                <a:gd name="connsiteX5" fmla="*/ 528711 w 2780249"/>
                <a:gd name="connsiteY5" fmla="*/ 726720 h 726720"/>
                <a:gd name="connsiteX6" fmla="*/ 0 w 2780249"/>
                <a:gd name="connsiteY6" fmla="*/ 590533 h 726720"/>
                <a:gd name="connsiteX0" fmla="*/ 0 w 2780249"/>
                <a:gd name="connsiteY0" fmla="*/ 590533 h 668354"/>
                <a:gd name="connsiteX1" fmla="*/ 1360942 w 2780249"/>
                <a:gd name="connsiteY1" fmla="*/ 41 h 668354"/>
                <a:gd name="connsiteX2" fmla="*/ 2780249 w 2780249"/>
                <a:gd name="connsiteY2" fmla="*/ 609988 h 668354"/>
                <a:gd name="connsiteX3" fmla="*/ 2416909 w 2780249"/>
                <a:gd name="connsiteY3" fmla="*/ 668354 h 668354"/>
                <a:gd name="connsiteX4" fmla="*/ 1360942 w 2780249"/>
                <a:gd name="connsiteY4" fmla="*/ 363380 h 668354"/>
                <a:gd name="connsiteX5" fmla="*/ 275792 w 2780249"/>
                <a:gd name="connsiteY5" fmla="*/ 639171 h 668354"/>
                <a:gd name="connsiteX6" fmla="*/ 0 w 2780249"/>
                <a:gd name="connsiteY6" fmla="*/ 590533 h 668354"/>
                <a:gd name="connsiteX0" fmla="*/ 0 w 2780249"/>
                <a:gd name="connsiteY0" fmla="*/ 590533 h 668354"/>
                <a:gd name="connsiteX1" fmla="*/ 1360942 w 2780249"/>
                <a:gd name="connsiteY1" fmla="*/ 41 h 668354"/>
                <a:gd name="connsiteX2" fmla="*/ 2780249 w 2780249"/>
                <a:gd name="connsiteY2" fmla="*/ 609988 h 668354"/>
                <a:gd name="connsiteX3" fmla="*/ 2416909 w 2780249"/>
                <a:gd name="connsiteY3" fmla="*/ 668354 h 668354"/>
                <a:gd name="connsiteX4" fmla="*/ 1351215 w 2780249"/>
                <a:gd name="connsiteY4" fmla="*/ 480112 h 668354"/>
                <a:gd name="connsiteX5" fmla="*/ 275792 w 2780249"/>
                <a:gd name="connsiteY5" fmla="*/ 639171 h 668354"/>
                <a:gd name="connsiteX6" fmla="*/ 0 w 2780249"/>
                <a:gd name="connsiteY6" fmla="*/ 590533 h 668354"/>
                <a:gd name="connsiteX0" fmla="*/ 0 w 2780249"/>
                <a:gd name="connsiteY0" fmla="*/ 590533 h 775358"/>
                <a:gd name="connsiteX1" fmla="*/ 1360942 w 2780249"/>
                <a:gd name="connsiteY1" fmla="*/ 41 h 775358"/>
                <a:gd name="connsiteX2" fmla="*/ 2780249 w 2780249"/>
                <a:gd name="connsiteY2" fmla="*/ 609988 h 775358"/>
                <a:gd name="connsiteX3" fmla="*/ 2329360 w 2780249"/>
                <a:gd name="connsiteY3" fmla="*/ 775358 h 775358"/>
                <a:gd name="connsiteX4" fmla="*/ 1351215 w 2780249"/>
                <a:gd name="connsiteY4" fmla="*/ 480112 h 775358"/>
                <a:gd name="connsiteX5" fmla="*/ 275792 w 2780249"/>
                <a:gd name="connsiteY5" fmla="*/ 639171 h 775358"/>
                <a:gd name="connsiteX6" fmla="*/ 0 w 2780249"/>
                <a:gd name="connsiteY6" fmla="*/ 590533 h 775358"/>
                <a:gd name="connsiteX0" fmla="*/ 0 w 2673245"/>
                <a:gd name="connsiteY0" fmla="*/ 600391 h 785216"/>
                <a:gd name="connsiteX1" fmla="*/ 1360942 w 2673245"/>
                <a:gd name="connsiteY1" fmla="*/ 9899 h 785216"/>
                <a:gd name="connsiteX2" fmla="*/ 2673245 w 2673245"/>
                <a:gd name="connsiteY2" fmla="*/ 405837 h 785216"/>
                <a:gd name="connsiteX3" fmla="*/ 2329360 w 2673245"/>
                <a:gd name="connsiteY3" fmla="*/ 785216 h 785216"/>
                <a:gd name="connsiteX4" fmla="*/ 1351215 w 2673245"/>
                <a:gd name="connsiteY4" fmla="*/ 489970 h 785216"/>
                <a:gd name="connsiteX5" fmla="*/ 275792 w 2673245"/>
                <a:gd name="connsiteY5" fmla="*/ 649029 h 785216"/>
                <a:gd name="connsiteX6" fmla="*/ 0 w 2673245"/>
                <a:gd name="connsiteY6" fmla="*/ 600391 h 785216"/>
                <a:gd name="connsiteX0" fmla="*/ 0 w 2673245"/>
                <a:gd name="connsiteY0" fmla="*/ 593348 h 778173"/>
                <a:gd name="connsiteX1" fmla="*/ 1360942 w 2673245"/>
                <a:gd name="connsiteY1" fmla="*/ 2856 h 778173"/>
                <a:gd name="connsiteX2" fmla="*/ 2673245 w 2673245"/>
                <a:gd name="connsiteY2" fmla="*/ 398794 h 778173"/>
                <a:gd name="connsiteX3" fmla="*/ 2329360 w 2673245"/>
                <a:gd name="connsiteY3" fmla="*/ 778173 h 778173"/>
                <a:gd name="connsiteX4" fmla="*/ 1351215 w 2673245"/>
                <a:gd name="connsiteY4" fmla="*/ 482927 h 778173"/>
                <a:gd name="connsiteX5" fmla="*/ 275792 w 2673245"/>
                <a:gd name="connsiteY5" fmla="*/ 641986 h 778173"/>
                <a:gd name="connsiteX6" fmla="*/ 0 w 2673245"/>
                <a:gd name="connsiteY6" fmla="*/ 593348 h 778173"/>
                <a:gd name="connsiteX0" fmla="*/ 0 w 2478691"/>
                <a:gd name="connsiteY0" fmla="*/ 293714 h 809279"/>
                <a:gd name="connsiteX1" fmla="*/ 1166388 w 2478691"/>
                <a:gd name="connsiteY1" fmla="*/ 33962 h 809279"/>
                <a:gd name="connsiteX2" fmla="*/ 2478691 w 2478691"/>
                <a:gd name="connsiteY2" fmla="*/ 429900 h 809279"/>
                <a:gd name="connsiteX3" fmla="*/ 2134806 w 2478691"/>
                <a:gd name="connsiteY3" fmla="*/ 809279 h 809279"/>
                <a:gd name="connsiteX4" fmla="*/ 1156661 w 2478691"/>
                <a:gd name="connsiteY4" fmla="*/ 514033 h 809279"/>
                <a:gd name="connsiteX5" fmla="*/ 81238 w 2478691"/>
                <a:gd name="connsiteY5" fmla="*/ 673092 h 809279"/>
                <a:gd name="connsiteX6" fmla="*/ 0 w 2478691"/>
                <a:gd name="connsiteY6" fmla="*/ 293714 h 809279"/>
                <a:gd name="connsiteX0" fmla="*/ 0 w 2478691"/>
                <a:gd name="connsiteY0" fmla="*/ 262275 h 777840"/>
                <a:gd name="connsiteX1" fmla="*/ 1166388 w 2478691"/>
                <a:gd name="connsiteY1" fmla="*/ 2523 h 777840"/>
                <a:gd name="connsiteX2" fmla="*/ 2478691 w 2478691"/>
                <a:gd name="connsiteY2" fmla="*/ 398461 h 777840"/>
                <a:gd name="connsiteX3" fmla="*/ 2134806 w 2478691"/>
                <a:gd name="connsiteY3" fmla="*/ 777840 h 777840"/>
                <a:gd name="connsiteX4" fmla="*/ 1156661 w 2478691"/>
                <a:gd name="connsiteY4" fmla="*/ 482594 h 777840"/>
                <a:gd name="connsiteX5" fmla="*/ 81238 w 2478691"/>
                <a:gd name="connsiteY5" fmla="*/ 641653 h 777840"/>
                <a:gd name="connsiteX6" fmla="*/ 0 w 2478691"/>
                <a:gd name="connsiteY6" fmla="*/ 262275 h 777840"/>
                <a:gd name="connsiteX0" fmla="*/ 0 w 2478691"/>
                <a:gd name="connsiteY0" fmla="*/ 262275 h 777841"/>
                <a:gd name="connsiteX1" fmla="*/ 1166388 w 2478691"/>
                <a:gd name="connsiteY1" fmla="*/ 2523 h 777841"/>
                <a:gd name="connsiteX2" fmla="*/ 2478691 w 2478691"/>
                <a:gd name="connsiteY2" fmla="*/ 398461 h 777841"/>
                <a:gd name="connsiteX3" fmla="*/ 2134806 w 2478691"/>
                <a:gd name="connsiteY3" fmla="*/ 777840 h 777841"/>
                <a:gd name="connsiteX4" fmla="*/ 1156661 w 2478691"/>
                <a:gd name="connsiteY4" fmla="*/ 482594 h 777841"/>
                <a:gd name="connsiteX5" fmla="*/ 178515 w 2478691"/>
                <a:gd name="connsiteY5" fmla="*/ 777841 h 777841"/>
                <a:gd name="connsiteX6" fmla="*/ 0 w 2478691"/>
                <a:gd name="connsiteY6" fmla="*/ 262275 h 777841"/>
                <a:gd name="connsiteX0" fmla="*/ 0 w 2478691"/>
                <a:gd name="connsiteY0" fmla="*/ 262275 h 777840"/>
                <a:gd name="connsiteX1" fmla="*/ 1166388 w 2478691"/>
                <a:gd name="connsiteY1" fmla="*/ 2523 h 777840"/>
                <a:gd name="connsiteX2" fmla="*/ 2478691 w 2478691"/>
                <a:gd name="connsiteY2" fmla="*/ 398461 h 777840"/>
                <a:gd name="connsiteX3" fmla="*/ 2134806 w 2478691"/>
                <a:gd name="connsiteY3" fmla="*/ 777840 h 777840"/>
                <a:gd name="connsiteX4" fmla="*/ 1156661 w 2478691"/>
                <a:gd name="connsiteY4" fmla="*/ 482594 h 777840"/>
                <a:gd name="connsiteX5" fmla="*/ 139604 w 2478691"/>
                <a:gd name="connsiteY5" fmla="*/ 748658 h 777840"/>
                <a:gd name="connsiteX6" fmla="*/ 0 w 2478691"/>
                <a:gd name="connsiteY6" fmla="*/ 262275 h 777840"/>
                <a:gd name="connsiteX0" fmla="*/ 0 w 2478691"/>
                <a:gd name="connsiteY0" fmla="*/ 262275 h 777840"/>
                <a:gd name="connsiteX1" fmla="*/ 1166388 w 2478691"/>
                <a:gd name="connsiteY1" fmla="*/ 2523 h 777840"/>
                <a:gd name="connsiteX2" fmla="*/ 2478691 w 2478691"/>
                <a:gd name="connsiteY2" fmla="*/ 398461 h 777840"/>
                <a:gd name="connsiteX3" fmla="*/ 2134806 w 2478691"/>
                <a:gd name="connsiteY3" fmla="*/ 777840 h 777840"/>
                <a:gd name="connsiteX4" fmla="*/ 1156661 w 2478691"/>
                <a:gd name="connsiteY4" fmla="*/ 482594 h 777840"/>
                <a:gd name="connsiteX5" fmla="*/ 139604 w 2478691"/>
                <a:gd name="connsiteY5" fmla="*/ 748658 h 777840"/>
                <a:gd name="connsiteX6" fmla="*/ 0 w 2478691"/>
                <a:gd name="connsiteY6" fmla="*/ 262275 h 777840"/>
                <a:gd name="connsiteX0" fmla="*/ 0 w 2478691"/>
                <a:gd name="connsiteY0" fmla="*/ 262275 h 797295"/>
                <a:gd name="connsiteX1" fmla="*/ 1166388 w 2478691"/>
                <a:gd name="connsiteY1" fmla="*/ 2523 h 797295"/>
                <a:gd name="connsiteX2" fmla="*/ 2478691 w 2478691"/>
                <a:gd name="connsiteY2" fmla="*/ 398461 h 797295"/>
                <a:gd name="connsiteX3" fmla="*/ 2144534 w 2478691"/>
                <a:gd name="connsiteY3" fmla="*/ 797295 h 797295"/>
                <a:gd name="connsiteX4" fmla="*/ 1156661 w 2478691"/>
                <a:gd name="connsiteY4" fmla="*/ 482594 h 797295"/>
                <a:gd name="connsiteX5" fmla="*/ 139604 w 2478691"/>
                <a:gd name="connsiteY5" fmla="*/ 748658 h 797295"/>
                <a:gd name="connsiteX6" fmla="*/ 0 w 2478691"/>
                <a:gd name="connsiteY6" fmla="*/ 262275 h 797295"/>
                <a:gd name="connsiteX0" fmla="*/ 0 w 2478691"/>
                <a:gd name="connsiteY0" fmla="*/ 262275 h 797295"/>
                <a:gd name="connsiteX1" fmla="*/ 1166388 w 2478691"/>
                <a:gd name="connsiteY1" fmla="*/ 2523 h 797295"/>
                <a:gd name="connsiteX2" fmla="*/ 2478691 w 2478691"/>
                <a:gd name="connsiteY2" fmla="*/ 398461 h 797295"/>
                <a:gd name="connsiteX3" fmla="*/ 2144534 w 2478691"/>
                <a:gd name="connsiteY3" fmla="*/ 797295 h 797295"/>
                <a:gd name="connsiteX4" fmla="*/ 1156661 w 2478691"/>
                <a:gd name="connsiteY4" fmla="*/ 482594 h 797295"/>
                <a:gd name="connsiteX5" fmla="*/ 139604 w 2478691"/>
                <a:gd name="connsiteY5" fmla="*/ 748658 h 797295"/>
                <a:gd name="connsiteX6" fmla="*/ 0 w 2478691"/>
                <a:gd name="connsiteY6" fmla="*/ 262275 h 797295"/>
                <a:gd name="connsiteX0" fmla="*/ 0 w 2309168"/>
                <a:gd name="connsiteY0" fmla="*/ 259772 h 794792"/>
                <a:gd name="connsiteX1" fmla="*/ 1166388 w 2309168"/>
                <a:gd name="connsiteY1" fmla="*/ 20 h 794792"/>
                <a:gd name="connsiteX2" fmla="*/ 2309168 w 2309168"/>
                <a:gd name="connsiteY2" fmla="*/ 270099 h 794792"/>
                <a:gd name="connsiteX3" fmla="*/ 2144534 w 2309168"/>
                <a:gd name="connsiteY3" fmla="*/ 794792 h 794792"/>
                <a:gd name="connsiteX4" fmla="*/ 1156661 w 2309168"/>
                <a:gd name="connsiteY4" fmla="*/ 480091 h 794792"/>
                <a:gd name="connsiteX5" fmla="*/ 139604 w 2309168"/>
                <a:gd name="connsiteY5" fmla="*/ 746155 h 794792"/>
                <a:gd name="connsiteX6" fmla="*/ 0 w 2309168"/>
                <a:gd name="connsiteY6" fmla="*/ 259772 h 794792"/>
                <a:gd name="connsiteX0" fmla="*/ 0 w 2309168"/>
                <a:gd name="connsiteY0" fmla="*/ 259772 h 794792"/>
                <a:gd name="connsiteX1" fmla="*/ 1166388 w 2309168"/>
                <a:gd name="connsiteY1" fmla="*/ 20 h 794792"/>
                <a:gd name="connsiteX2" fmla="*/ 2309168 w 2309168"/>
                <a:gd name="connsiteY2" fmla="*/ 270099 h 794792"/>
                <a:gd name="connsiteX3" fmla="*/ 2144534 w 2309168"/>
                <a:gd name="connsiteY3" fmla="*/ 794792 h 794792"/>
                <a:gd name="connsiteX4" fmla="*/ 1156661 w 2309168"/>
                <a:gd name="connsiteY4" fmla="*/ 480091 h 794792"/>
                <a:gd name="connsiteX5" fmla="*/ 139604 w 2309168"/>
                <a:gd name="connsiteY5" fmla="*/ 746155 h 794792"/>
                <a:gd name="connsiteX6" fmla="*/ 0 w 2309168"/>
                <a:gd name="connsiteY6" fmla="*/ 259772 h 794792"/>
                <a:gd name="connsiteX0" fmla="*/ 0 w 2309168"/>
                <a:gd name="connsiteY0" fmla="*/ 259772 h 746155"/>
                <a:gd name="connsiteX1" fmla="*/ 1166388 w 2309168"/>
                <a:gd name="connsiteY1" fmla="*/ 20 h 746155"/>
                <a:gd name="connsiteX2" fmla="*/ 2309168 w 2309168"/>
                <a:gd name="connsiteY2" fmla="*/ 270099 h 746155"/>
                <a:gd name="connsiteX3" fmla="*/ 2121417 w 2309168"/>
                <a:gd name="connsiteY3" fmla="*/ 707462 h 746155"/>
                <a:gd name="connsiteX4" fmla="*/ 1156661 w 2309168"/>
                <a:gd name="connsiteY4" fmla="*/ 480091 h 746155"/>
                <a:gd name="connsiteX5" fmla="*/ 139604 w 2309168"/>
                <a:gd name="connsiteY5" fmla="*/ 746155 h 746155"/>
                <a:gd name="connsiteX6" fmla="*/ 0 w 2309168"/>
                <a:gd name="connsiteY6" fmla="*/ 259772 h 746155"/>
                <a:gd name="connsiteX0" fmla="*/ 0 w 2309168"/>
                <a:gd name="connsiteY0" fmla="*/ 259772 h 746155"/>
                <a:gd name="connsiteX1" fmla="*/ 1166388 w 2309168"/>
                <a:gd name="connsiteY1" fmla="*/ 20 h 746155"/>
                <a:gd name="connsiteX2" fmla="*/ 2309168 w 2309168"/>
                <a:gd name="connsiteY2" fmla="*/ 270099 h 746155"/>
                <a:gd name="connsiteX3" fmla="*/ 2121417 w 2309168"/>
                <a:gd name="connsiteY3" fmla="*/ 707462 h 746155"/>
                <a:gd name="connsiteX4" fmla="*/ 1156661 w 2309168"/>
                <a:gd name="connsiteY4" fmla="*/ 480091 h 746155"/>
                <a:gd name="connsiteX5" fmla="*/ 139604 w 2309168"/>
                <a:gd name="connsiteY5" fmla="*/ 746155 h 746155"/>
                <a:gd name="connsiteX6" fmla="*/ 0 w 2309168"/>
                <a:gd name="connsiteY6" fmla="*/ 259772 h 746155"/>
                <a:gd name="connsiteX0" fmla="*/ 0 w 2309168"/>
                <a:gd name="connsiteY0" fmla="*/ 226793 h 746567"/>
                <a:gd name="connsiteX1" fmla="*/ 1166388 w 2309168"/>
                <a:gd name="connsiteY1" fmla="*/ 432 h 746567"/>
                <a:gd name="connsiteX2" fmla="*/ 2309168 w 2309168"/>
                <a:gd name="connsiteY2" fmla="*/ 270511 h 746567"/>
                <a:gd name="connsiteX3" fmla="*/ 2121417 w 2309168"/>
                <a:gd name="connsiteY3" fmla="*/ 707874 h 746567"/>
                <a:gd name="connsiteX4" fmla="*/ 1156661 w 2309168"/>
                <a:gd name="connsiteY4" fmla="*/ 480503 h 746567"/>
                <a:gd name="connsiteX5" fmla="*/ 139604 w 2309168"/>
                <a:gd name="connsiteY5" fmla="*/ 746567 h 746567"/>
                <a:gd name="connsiteX6" fmla="*/ 0 w 2309168"/>
                <a:gd name="connsiteY6" fmla="*/ 226793 h 746567"/>
                <a:gd name="connsiteX0" fmla="*/ 0 w 2309168"/>
                <a:gd name="connsiteY0" fmla="*/ 226663 h 746437"/>
                <a:gd name="connsiteX1" fmla="*/ 1166388 w 2309168"/>
                <a:gd name="connsiteY1" fmla="*/ 302 h 746437"/>
                <a:gd name="connsiteX2" fmla="*/ 2309168 w 2309168"/>
                <a:gd name="connsiteY2" fmla="*/ 270381 h 746437"/>
                <a:gd name="connsiteX3" fmla="*/ 2121417 w 2309168"/>
                <a:gd name="connsiteY3" fmla="*/ 707744 h 746437"/>
                <a:gd name="connsiteX4" fmla="*/ 1156661 w 2309168"/>
                <a:gd name="connsiteY4" fmla="*/ 480373 h 746437"/>
                <a:gd name="connsiteX5" fmla="*/ 139604 w 2309168"/>
                <a:gd name="connsiteY5" fmla="*/ 746437 h 746437"/>
                <a:gd name="connsiteX6" fmla="*/ 0 w 2309168"/>
                <a:gd name="connsiteY6" fmla="*/ 226663 h 746437"/>
                <a:gd name="connsiteX0" fmla="*/ 0 w 2309168"/>
                <a:gd name="connsiteY0" fmla="*/ 226614 h 746388"/>
                <a:gd name="connsiteX1" fmla="*/ 1166388 w 2309168"/>
                <a:gd name="connsiteY1" fmla="*/ 253 h 746388"/>
                <a:gd name="connsiteX2" fmla="*/ 2309168 w 2309168"/>
                <a:gd name="connsiteY2" fmla="*/ 270332 h 746388"/>
                <a:gd name="connsiteX3" fmla="*/ 2121417 w 2309168"/>
                <a:gd name="connsiteY3" fmla="*/ 707695 h 746388"/>
                <a:gd name="connsiteX4" fmla="*/ 1156661 w 2309168"/>
                <a:gd name="connsiteY4" fmla="*/ 480324 h 746388"/>
                <a:gd name="connsiteX5" fmla="*/ 139604 w 2309168"/>
                <a:gd name="connsiteY5" fmla="*/ 746388 h 746388"/>
                <a:gd name="connsiteX6" fmla="*/ 0 w 2309168"/>
                <a:gd name="connsiteY6" fmla="*/ 226614 h 746388"/>
                <a:gd name="connsiteX0" fmla="*/ 0 w 2309168"/>
                <a:gd name="connsiteY0" fmla="*/ 231692 h 746328"/>
                <a:gd name="connsiteX1" fmla="*/ 1166388 w 2309168"/>
                <a:gd name="connsiteY1" fmla="*/ 193 h 746328"/>
                <a:gd name="connsiteX2" fmla="*/ 2309168 w 2309168"/>
                <a:gd name="connsiteY2" fmla="*/ 270272 h 746328"/>
                <a:gd name="connsiteX3" fmla="*/ 2121417 w 2309168"/>
                <a:gd name="connsiteY3" fmla="*/ 707635 h 746328"/>
                <a:gd name="connsiteX4" fmla="*/ 1156661 w 2309168"/>
                <a:gd name="connsiteY4" fmla="*/ 480264 h 746328"/>
                <a:gd name="connsiteX5" fmla="*/ 139604 w 2309168"/>
                <a:gd name="connsiteY5" fmla="*/ 746328 h 746328"/>
                <a:gd name="connsiteX6" fmla="*/ 0 w 2309168"/>
                <a:gd name="connsiteY6" fmla="*/ 231692 h 746328"/>
                <a:gd name="connsiteX0" fmla="*/ 0 w 2309168"/>
                <a:gd name="connsiteY0" fmla="*/ 231692 h 707635"/>
                <a:gd name="connsiteX1" fmla="*/ 1166388 w 2309168"/>
                <a:gd name="connsiteY1" fmla="*/ 193 h 707635"/>
                <a:gd name="connsiteX2" fmla="*/ 2309168 w 2309168"/>
                <a:gd name="connsiteY2" fmla="*/ 270272 h 707635"/>
                <a:gd name="connsiteX3" fmla="*/ 2121417 w 2309168"/>
                <a:gd name="connsiteY3" fmla="*/ 707635 h 707635"/>
                <a:gd name="connsiteX4" fmla="*/ 1156661 w 2309168"/>
                <a:gd name="connsiteY4" fmla="*/ 480264 h 707635"/>
                <a:gd name="connsiteX5" fmla="*/ 172995 w 2309168"/>
                <a:gd name="connsiteY5" fmla="*/ 684683 h 707635"/>
                <a:gd name="connsiteX6" fmla="*/ 0 w 2309168"/>
                <a:gd name="connsiteY6" fmla="*/ 231692 h 707635"/>
                <a:gd name="connsiteX0" fmla="*/ 0 w 2309168"/>
                <a:gd name="connsiteY0" fmla="*/ 231692 h 707635"/>
                <a:gd name="connsiteX1" fmla="*/ 1166388 w 2309168"/>
                <a:gd name="connsiteY1" fmla="*/ 193 h 707635"/>
                <a:gd name="connsiteX2" fmla="*/ 2309168 w 2309168"/>
                <a:gd name="connsiteY2" fmla="*/ 270272 h 707635"/>
                <a:gd name="connsiteX3" fmla="*/ 2121417 w 2309168"/>
                <a:gd name="connsiteY3" fmla="*/ 707635 h 707635"/>
                <a:gd name="connsiteX4" fmla="*/ 1156661 w 2309168"/>
                <a:gd name="connsiteY4" fmla="*/ 480264 h 707635"/>
                <a:gd name="connsiteX5" fmla="*/ 172995 w 2309168"/>
                <a:gd name="connsiteY5" fmla="*/ 684683 h 707635"/>
                <a:gd name="connsiteX6" fmla="*/ 0 w 2309168"/>
                <a:gd name="connsiteY6" fmla="*/ 231692 h 707635"/>
                <a:gd name="connsiteX0" fmla="*/ 0 w 2309168"/>
                <a:gd name="connsiteY0" fmla="*/ 231692 h 715340"/>
                <a:gd name="connsiteX1" fmla="*/ 1166388 w 2309168"/>
                <a:gd name="connsiteY1" fmla="*/ 193 h 715340"/>
                <a:gd name="connsiteX2" fmla="*/ 2309168 w 2309168"/>
                <a:gd name="connsiteY2" fmla="*/ 270272 h 715340"/>
                <a:gd name="connsiteX3" fmla="*/ 2123986 w 2309168"/>
                <a:gd name="connsiteY3" fmla="*/ 715340 h 715340"/>
                <a:gd name="connsiteX4" fmla="*/ 1156661 w 2309168"/>
                <a:gd name="connsiteY4" fmla="*/ 480264 h 715340"/>
                <a:gd name="connsiteX5" fmla="*/ 172995 w 2309168"/>
                <a:gd name="connsiteY5" fmla="*/ 684683 h 715340"/>
                <a:gd name="connsiteX6" fmla="*/ 0 w 2309168"/>
                <a:gd name="connsiteY6" fmla="*/ 231692 h 715340"/>
                <a:gd name="connsiteX0" fmla="*/ 0 w 2309168"/>
                <a:gd name="connsiteY0" fmla="*/ 231692 h 715340"/>
                <a:gd name="connsiteX1" fmla="*/ 1166388 w 2309168"/>
                <a:gd name="connsiteY1" fmla="*/ 193 h 715340"/>
                <a:gd name="connsiteX2" fmla="*/ 2309168 w 2309168"/>
                <a:gd name="connsiteY2" fmla="*/ 270272 h 715340"/>
                <a:gd name="connsiteX3" fmla="*/ 2123986 w 2309168"/>
                <a:gd name="connsiteY3" fmla="*/ 715340 h 715340"/>
                <a:gd name="connsiteX4" fmla="*/ 1156661 w 2309168"/>
                <a:gd name="connsiteY4" fmla="*/ 480264 h 715340"/>
                <a:gd name="connsiteX5" fmla="*/ 172995 w 2309168"/>
                <a:gd name="connsiteY5" fmla="*/ 684683 h 715340"/>
                <a:gd name="connsiteX6" fmla="*/ 0 w 2309168"/>
                <a:gd name="connsiteY6" fmla="*/ 231692 h 715340"/>
                <a:gd name="connsiteX0" fmla="*/ 0 w 2309168"/>
                <a:gd name="connsiteY0" fmla="*/ 231692 h 715340"/>
                <a:gd name="connsiteX1" fmla="*/ 1166388 w 2309168"/>
                <a:gd name="connsiteY1" fmla="*/ 193 h 715340"/>
                <a:gd name="connsiteX2" fmla="*/ 2309168 w 2309168"/>
                <a:gd name="connsiteY2" fmla="*/ 270272 h 715340"/>
                <a:gd name="connsiteX3" fmla="*/ 2123986 w 2309168"/>
                <a:gd name="connsiteY3" fmla="*/ 715340 h 715340"/>
                <a:gd name="connsiteX4" fmla="*/ 1156661 w 2309168"/>
                <a:gd name="connsiteY4" fmla="*/ 480264 h 715340"/>
                <a:gd name="connsiteX5" fmla="*/ 172995 w 2309168"/>
                <a:gd name="connsiteY5" fmla="*/ 684683 h 715340"/>
                <a:gd name="connsiteX6" fmla="*/ 0 w 2309168"/>
                <a:gd name="connsiteY6" fmla="*/ 231692 h 715340"/>
                <a:gd name="connsiteX0" fmla="*/ 0 w 2314305"/>
                <a:gd name="connsiteY0" fmla="*/ 231543 h 715191"/>
                <a:gd name="connsiteX1" fmla="*/ 1166388 w 2314305"/>
                <a:gd name="connsiteY1" fmla="*/ 44 h 715191"/>
                <a:gd name="connsiteX2" fmla="*/ 2314305 w 2314305"/>
                <a:gd name="connsiteY2" fmla="*/ 249575 h 715191"/>
                <a:gd name="connsiteX3" fmla="*/ 2123986 w 2314305"/>
                <a:gd name="connsiteY3" fmla="*/ 715191 h 715191"/>
                <a:gd name="connsiteX4" fmla="*/ 1156661 w 2314305"/>
                <a:gd name="connsiteY4" fmla="*/ 480115 h 715191"/>
                <a:gd name="connsiteX5" fmla="*/ 172995 w 2314305"/>
                <a:gd name="connsiteY5" fmla="*/ 684534 h 715191"/>
                <a:gd name="connsiteX6" fmla="*/ 0 w 2314305"/>
                <a:gd name="connsiteY6" fmla="*/ 231543 h 715191"/>
                <a:gd name="connsiteX0" fmla="*/ 0 w 2314305"/>
                <a:gd name="connsiteY0" fmla="*/ 231543 h 715191"/>
                <a:gd name="connsiteX1" fmla="*/ 1166388 w 2314305"/>
                <a:gd name="connsiteY1" fmla="*/ 44 h 715191"/>
                <a:gd name="connsiteX2" fmla="*/ 2314305 w 2314305"/>
                <a:gd name="connsiteY2" fmla="*/ 249575 h 715191"/>
                <a:gd name="connsiteX3" fmla="*/ 2123986 w 2314305"/>
                <a:gd name="connsiteY3" fmla="*/ 715191 h 715191"/>
                <a:gd name="connsiteX4" fmla="*/ 1156661 w 2314305"/>
                <a:gd name="connsiteY4" fmla="*/ 480115 h 715191"/>
                <a:gd name="connsiteX5" fmla="*/ 172995 w 2314305"/>
                <a:gd name="connsiteY5" fmla="*/ 684534 h 715191"/>
                <a:gd name="connsiteX6" fmla="*/ 0 w 2314305"/>
                <a:gd name="connsiteY6" fmla="*/ 231543 h 715191"/>
                <a:gd name="connsiteX0" fmla="*/ 0 w 2314305"/>
                <a:gd name="connsiteY0" fmla="*/ 231550 h 715198"/>
                <a:gd name="connsiteX1" fmla="*/ 1166388 w 2314305"/>
                <a:gd name="connsiteY1" fmla="*/ 51 h 715198"/>
                <a:gd name="connsiteX2" fmla="*/ 2314305 w 2314305"/>
                <a:gd name="connsiteY2" fmla="*/ 249582 h 715198"/>
                <a:gd name="connsiteX3" fmla="*/ 2123986 w 2314305"/>
                <a:gd name="connsiteY3" fmla="*/ 715198 h 715198"/>
                <a:gd name="connsiteX4" fmla="*/ 1156661 w 2314305"/>
                <a:gd name="connsiteY4" fmla="*/ 480122 h 715198"/>
                <a:gd name="connsiteX5" fmla="*/ 172995 w 2314305"/>
                <a:gd name="connsiteY5" fmla="*/ 684541 h 715198"/>
                <a:gd name="connsiteX6" fmla="*/ 0 w 2314305"/>
                <a:gd name="connsiteY6" fmla="*/ 231550 h 715198"/>
                <a:gd name="connsiteX0" fmla="*/ 0 w 2314305"/>
                <a:gd name="connsiteY0" fmla="*/ 233092 h 716740"/>
                <a:gd name="connsiteX1" fmla="*/ 1166388 w 2314305"/>
                <a:gd name="connsiteY1" fmla="*/ 1593 h 716740"/>
                <a:gd name="connsiteX2" fmla="*/ 2314305 w 2314305"/>
                <a:gd name="connsiteY2" fmla="*/ 251124 h 716740"/>
                <a:gd name="connsiteX3" fmla="*/ 2123986 w 2314305"/>
                <a:gd name="connsiteY3" fmla="*/ 716740 h 716740"/>
                <a:gd name="connsiteX4" fmla="*/ 1156661 w 2314305"/>
                <a:gd name="connsiteY4" fmla="*/ 481664 h 716740"/>
                <a:gd name="connsiteX5" fmla="*/ 172995 w 2314305"/>
                <a:gd name="connsiteY5" fmla="*/ 686083 h 716740"/>
                <a:gd name="connsiteX6" fmla="*/ 0 w 2314305"/>
                <a:gd name="connsiteY6" fmla="*/ 233092 h 716740"/>
                <a:gd name="connsiteX0" fmla="*/ 0 w 2314305"/>
                <a:gd name="connsiteY0" fmla="*/ 231523 h 715171"/>
                <a:gd name="connsiteX1" fmla="*/ 1166388 w 2314305"/>
                <a:gd name="connsiteY1" fmla="*/ 24 h 715171"/>
                <a:gd name="connsiteX2" fmla="*/ 2314305 w 2314305"/>
                <a:gd name="connsiteY2" fmla="*/ 249555 h 715171"/>
                <a:gd name="connsiteX3" fmla="*/ 2123986 w 2314305"/>
                <a:gd name="connsiteY3" fmla="*/ 715171 h 715171"/>
                <a:gd name="connsiteX4" fmla="*/ 1156661 w 2314305"/>
                <a:gd name="connsiteY4" fmla="*/ 480095 h 715171"/>
                <a:gd name="connsiteX5" fmla="*/ 172995 w 2314305"/>
                <a:gd name="connsiteY5" fmla="*/ 684514 h 715171"/>
                <a:gd name="connsiteX6" fmla="*/ 0 w 2314305"/>
                <a:gd name="connsiteY6" fmla="*/ 231523 h 715171"/>
                <a:gd name="connsiteX0" fmla="*/ 0 w 2314305"/>
                <a:gd name="connsiteY0" fmla="*/ 231550 h 715198"/>
                <a:gd name="connsiteX1" fmla="*/ 1166388 w 2314305"/>
                <a:gd name="connsiteY1" fmla="*/ 51 h 715198"/>
                <a:gd name="connsiteX2" fmla="*/ 2314305 w 2314305"/>
                <a:gd name="connsiteY2" fmla="*/ 249582 h 715198"/>
                <a:gd name="connsiteX3" fmla="*/ 2123986 w 2314305"/>
                <a:gd name="connsiteY3" fmla="*/ 715198 h 715198"/>
                <a:gd name="connsiteX4" fmla="*/ 1156661 w 2314305"/>
                <a:gd name="connsiteY4" fmla="*/ 480122 h 715198"/>
                <a:gd name="connsiteX5" fmla="*/ 172995 w 2314305"/>
                <a:gd name="connsiteY5" fmla="*/ 684541 h 715198"/>
                <a:gd name="connsiteX6" fmla="*/ 0 w 2314305"/>
                <a:gd name="connsiteY6" fmla="*/ 231550 h 715198"/>
                <a:gd name="connsiteX0" fmla="*/ 0 w 2314305"/>
                <a:gd name="connsiteY0" fmla="*/ 232088 h 715736"/>
                <a:gd name="connsiteX1" fmla="*/ 1166388 w 2314305"/>
                <a:gd name="connsiteY1" fmla="*/ 589 h 715736"/>
                <a:gd name="connsiteX2" fmla="*/ 2314305 w 2314305"/>
                <a:gd name="connsiteY2" fmla="*/ 250120 h 715736"/>
                <a:gd name="connsiteX3" fmla="*/ 2123986 w 2314305"/>
                <a:gd name="connsiteY3" fmla="*/ 715736 h 715736"/>
                <a:gd name="connsiteX4" fmla="*/ 1156661 w 2314305"/>
                <a:gd name="connsiteY4" fmla="*/ 480660 h 715736"/>
                <a:gd name="connsiteX5" fmla="*/ 172995 w 2314305"/>
                <a:gd name="connsiteY5" fmla="*/ 685079 h 715736"/>
                <a:gd name="connsiteX6" fmla="*/ 0 w 2314305"/>
                <a:gd name="connsiteY6" fmla="*/ 232088 h 715736"/>
                <a:gd name="connsiteX0" fmla="*/ 0 w 2314305"/>
                <a:gd name="connsiteY0" fmla="*/ 232088 h 715736"/>
                <a:gd name="connsiteX1" fmla="*/ 1166388 w 2314305"/>
                <a:gd name="connsiteY1" fmla="*/ 589 h 715736"/>
                <a:gd name="connsiteX2" fmla="*/ 2314305 w 2314305"/>
                <a:gd name="connsiteY2" fmla="*/ 250120 h 715736"/>
                <a:gd name="connsiteX3" fmla="*/ 2123986 w 2314305"/>
                <a:gd name="connsiteY3" fmla="*/ 715736 h 715736"/>
                <a:gd name="connsiteX4" fmla="*/ 1156661 w 2314305"/>
                <a:gd name="connsiteY4" fmla="*/ 480660 h 715736"/>
                <a:gd name="connsiteX5" fmla="*/ 172995 w 2314305"/>
                <a:gd name="connsiteY5" fmla="*/ 685079 h 715736"/>
                <a:gd name="connsiteX6" fmla="*/ 0 w 2314305"/>
                <a:gd name="connsiteY6" fmla="*/ 232088 h 715736"/>
                <a:gd name="connsiteX0" fmla="*/ 0 w 2314305"/>
                <a:gd name="connsiteY0" fmla="*/ 232088 h 715736"/>
                <a:gd name="connsiteX1" fmla="*/ 1166388 w 2314305"/>
                <a:gd name="connsiteY1" fmla="*/ 589 h 715736"/>
                <a:gd name="connsiteX2" fmla="*/ 2314305 w 2314305"/>
                <a:gd name="connsiteY2" fmla="*/ 250120 h 715736"/>
                <a:gd name="connsiteX3" fmla="*/ 2123986 w 2314305"/>
                <a:gd name="connsiteY3" fmla="*/ 715736 h 715736"/>
                <a:gd name="connsiteX4" fmla="*/ 1156661 w 2314305"/>
                <a:gd name="connsiteY4" fmla="*/ 480660 h 715736"/>
                <a:gd name="connsiteX5" fmla="*/ 172995 w 2314305"/>
                <a:gd name="connsiteY5" fmla="*/ 685079 h 715736"/>
                <a:gd name="connsiteX6" fmla="*/ 0 w 2314305"/>
                <a:gd name="connsiteY6" fmla="*/ 232088 h 715736"/>
                <a:gd name="connsiteX0" fmla="*/ 0 w 2314305"/>
                <a:gd name="connsiteY0" fmla="*/ 232060 h 715708"/>
                <a:gd name="connsiteX1" fmla="*/ 1166388 w 2314305"/>
                <a:gd name="connsiteY1" fmla="*/ 561 h 715708"/>
                <a:gd name="connsiteX2" fmla="*/ 2314305 w 2314305"/>
                <a:gd name="connsiteY2" fmla="*/ 250092 h 715708"/>
                <a:gd name="connsiteX3" fmla="*/ 2123986 w 2314305"/>
                <a:gd name="connsiteY3" fmla="*/ 715708 h 715708"/>
                <a:gd name="connsiteX4" fmla="*/ 1156661 w 2314305"/>
                <a:gd name="connsiteY4" fmla="*/ 480632 h 715708"/>
                <a:gd name="connsiteX5" fmla="*/ 172995 w 2314305"/>
                <a:gd name="connsiteY5" fmla="*/ 685051 h 715708"/>
                <a:gd name="connsiteX6" fmla="*/ 0 w 2314305"/>
                <a:gd name="connsiteY6" fmla="*/ 232060 h 7157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314305" h="715708">
                  <a:moveTo>
                    <a:pt x="0" y="232060"/>
                  </a:moveTo>
                  <a:cubicBezTo>
                    <a:pt x="116349" y="135016"/>
                    <a:pt x="772966" y="-10150"/>
                    <a:pt x="1166388" y="561"/>
                  </a:cubicBezTo>
                  <a:cubicBezTo>
                    <a:pt x="1559810" y="11272"/>
                    <a:pt x="1962415" y="54514"/>
                    <a:pt x="2314305" y="250092"/>
                  </a:cubicBezTo>
                  <a:cubicBezTo>
                    <a:pt x="2236857" y="411910"/>
                    <a:pt x="2305049" y="284904"/>
                    <a:pt x="2123986" y="715708"/>
                  </a:cubicBezTo>
                  <a:cubicBezTo>
                    <a:pt x="2077752" y="646036"/>
                    <a:pt x="1616289" y="480632"/>
                    <a:pt x="1156661" y="480632"/>
                  </a:cubicBezTo>
                  <a:cubicBezTo>
                    <a:pt x="697033" y="480632"/>
                    <a:pt x="257593" y="589531"/>
                    <a:pt x="172995" y="685051"/>
                  </a:cubicBezTo>
                  <a:lnTo>
                    <a:pt x="0" y="232060"/>
                  </a:lnTo>
                  <a:close/>
                </a:path>
              </a:pathLst>
            </a:custGeom>
            <a:solidFill>
              <a:srgbClr val="252260"/>
            </a:solidFill>
            <a:ln>
              <a:solidFill>
                <a:srgbClr val="2522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60A35A71-AD7F-2773-210C-70D0C1064C54}"/>
                </a:ext>
              </a:extLst>
            </p:cNvPr>
            <p:cNvSpPr txBox="1"/>
            <p:nvPr/>
          </p:nvSpPr>
          <p:spPr>
            <a:xfrm rot="2976467">
              <a:off x="9461974" y="1744448"/>
              <a:ext cx="1841899" cy="638175"/>
            </a:xfrm>
            <a:prstGeom prst="rect">
              <a:avLst/>
            </a:prstGeom>
            <a:noFill/>
          </p:spPr>
          <p:txBody>
            <a:bodyPr wrap="square" rtlCol="0">
              <a:prstTxWarp prst="textArchUp">
                <a:avLst>
                  <a:gd name="adj" fmla="val 11053946"/>
                </a:avLst>
              </a:prstTxWarp>
              <a:spAutoFit/>
            </a:bodyPr>
            <a:lstStyle/>
            <a:p>
              <a:pPr algn="ctr"/>
              <a:r>
                <a:rPr lang="en-US" sz="2400" dirty="0">
                  <a:solidFill>
                    <a:schemeClr val="bg1"/>
                  </a:solidFill>
                </a:rPr>
                <a:t>Connect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5B60CAB7-94DD-6759-3D0C-BA7D3AD77D22}"/>
                </a:ext>
              </a:extLst>
            </p:cNvPr>
            <p:cNvSpPr txBox="1"/>
            <p:nvPr/>
          </p:nvSpPr>
          <p:spPr>
            <a:xfrm rot="6218390">
              <a:off x="9925946" y="3694976"/>
              <a:ext cx="1841899" cy="638175"/>
            </a:xfrm>
            <a:prstGeom prst="rect">
              <a:avLst/>
            </a:prstGeom>
            <a:noFill/>
          </p:spPr>
          <p:txBody>
            <a:bodyPr wrap="square" rtlCol="0">
              <a:prstTxWarp prst="textArchUp">
                <a:avLst/>
              </a:prstTxWarp>
              <a:spAutoFit/>
            </a:bodyPr>
            <a:lstStyle/>
            <a:p>
              <a:pPr algn="ctr"/>
              <a:r>
                <a:rPr lang="en-US" sz="2400" dirty="0">
                  <a:solidFill>
                    <a:schemeClr val="bg1"/>
                  </a:solidFill>
                </a:rPr>
                <a:t>Learn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8A36CCCB-8CB2-5C0A-E92B-5365C8817F44}"/>
                </a:ext>
              </a:extLst>
            </p:cNvPr>
            <p:cNvSpPr txBox="1"/>
            <p:nvPr/>
          </p:nvSpPr>
          <p:spPr>
            <a:xfrm rot="9167093">
              <a:off x="8638078" y="5306238"/>
              <a:ext cx="1841899" cy="638175"/>
            </a:xfrm>
            <a:prstGeom prst="rect">
              <a:avLst/>
            </a:prstGeom>
            <a:noFill/>
          </p:spPr>
          <p:txBody>
            <a:bodyPr wrap="square" rtlCol="0">
              <a:prstTxWarp prst="textArchUp">
                <a:avLst/>
              </a:prstTxWarp>
              <a:spAutoFit/>
            </a:bodyPr>
            <a:lstStyle/>
            <a:p>
              <a:pPr algn="ctr"/>
              <a:r>
                <a:rPr lang="en-US" sz="2400" dirty="0">
                  <a:solidFill>
                    <a:schemeClr val="bg1"/>
                  </a:solidFill>
                </a:rPr>
                <a:t>Engage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092D22A5-05C8-D181-81F6-1BBFC5577D75}"/>
                </a:ext>
              </a:extLst>
            </p:cNvPr>
            <p:cNvSpPr txBox="1"/>
            <p:nvPr/>
          </p:nvSpPr>
          <p:spPr>
            <a:xfrm rot="12622647">
              <a:off x="6593675" y="5243488"/>
              <a:ext cx="1841899" cy="638175"/>
            </a:xfrm>
            <a:prstGeom prst="rect">
              <a:avLst/>
            </a:prstGeom>
            <a:noFill/>
          </p:spPr>
          <p:txBody>
            <a:bodyPr wrap="square" rtlCol="0">
              <a:prstTxWarp prst="textArchUp">
                <a:avLst/>
              </a:prstTxWarp>
              <a:spAutoFit/>
            </a:bodyPr>
            <a:lstStyle/>
            <a:p>
              <a:pPr algn="ctr"/>
              <a:r>
                <a:rPr lang="en-US" sz="2400" dirty="0">
                  <a:solidFill>
                    <a:schemeClr val="bg1"/>
                  </a:solidFill>
                </a:rPr>
                <a:t>Invite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6A34E2CE-5138-5BC5-2D0A-18105858E39F}"/>
                </a:ext>
              </a:extLst>
            </p:cNvPr>
            <p:cNvSpPr txBox="1"/>
            <p:nvPr/>
          </p:nvSpPr>
          <p:spPr>
            <a:xfrm rot="18734748">
              <a:off x="5921532" y="1587556"/>
              <a:ext cx="1841899" cy="638175"/>
            </a:xfrm>
            <a:prstGeom prst="rect">
              <a:avLst/>
            </a:prstGeom>
            <a:noFill/>
          </p:spPr>
          <p:txBody>
            <a:bodyPr wrap="square" rtlCol="0">
              <a:prstTxWarp prst="textArchUp">
                <a:avLst/>
              </a:prstTxWarp>
              <a:spAutoFit/>
            </a:bodyPr>
            <a:lstStyle/>
            <a:p>
              <a:pPr algn="ctr"/>
              <a:r>
                <a:rPr lang="en-US" sz="2400" dirty="0">
                  <a:solidFill>
                    <a:schemeClr val="bg1"/>
                  </a:solidFill>
                </a:rPr>
                <a:t>Motivate</a:t>
              </a:r>
            </a:p>
          </p:txBody>
        </p:sp>
        <p:sp>
          <p:nvSpPr>
            <p:cNvPr id="17" name="Isosceles Triangle 16">
              <a:extLst>
                <a:ext uri="{FF2B5EF4-FFF2-40B4-BE49-F238E27FC236}">
                  <a16:creationId xmlns:a16="http://schemas.microsoft.com/office/drawing/2014/main" id="{66BAF7AA-9886-8CAB-1EBD-20A3721ED1C2}"/>
                </a:ext>
              </a:extLst>
            </p:cNvPr>
            <p:cNvSpPr/>
            <p:nvPr/>
          </p:nvSpPr>
          <p:spPr>
            <a:xfrm rot="6649031">
              <a:off x="9283774" y="854270"/>
              <a:ext cx="1097280" cy="457200"/>
            </a:xfrm>
            <a:prstGeom prst="triangle">
              <a:avLst>
                <a:gd name="adj" fmla="val 49630"/>
              </a:avLst>
            </a:prstGeom>
            <a:solidFill>
              <a:srgbClr val="EE4238"/>
            </a:solidFill>
            <a:ln>
              <a:solidFill>
                <a:srgbClr val="EE423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" name="Isosceles Triangle 17">
              <a:extLst>
                <a:ext uri="{FF2B5EF4-FFF2-40B4-BE49-F238E27FC236}">
                  <a16:creationId xmlns:a16="http://schemas.microsoft.com/office/drawing/2014/main" id="{36E1D5FB-05B9-4303-195D-3FA0304492A8}"/>
                </a:ext>
              </a:extLst>
            </p:cNvPr>
            <p:cNvSpPr/>
            <p:nvPr/>
          </p:nvSpPr>
          <p:spPr>
            <a:xfrm rot="10033193">
              <a:off x="10653102" y="2772840"/>
              <a:ext cx="1097280" cy="457200"/>
            </a:xfrm>
            <a:prstGeom prst="triangle">
              <a:avLst>
                <a:gd name="adj" fmla="val 49630"/>
              </a:avLst>
            </a:prstGeom>
            <a:solidFill>
              <a:srgbClr val="F18120"/>
            </a:solidFill>
            <a:ln>
              <a:solidFill>
                <a:srgbClr val="F1812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9" name="Block Arc 1">
              <a:extLst>
                <a:ext uri="{FF2B5EF4-FFF2-40B4-BE49-F238E27FC236}">
                  <a16:creationId xmlns:a16="http://schemas.microsoft.com/office/drawing/2014/main" id="{FB12AED3-376C-EC6D-51F0-AEEB90A2B8F0}"/>
                </a:ext>
              </a:extLst>
            </p:cNvPr>
            <p:cNvSpPr/>
            <p:nvPr/>
          </p:nvSpPr>
          <p:spPr>
            <a:xfrm>
              <a:off x="7436948" y="567120"/>
              <a:ext cx="2314305" cy="715708"/>
            </a:xfrm>
            <a:custGeom>
              <a:avLst/>
              <a:gdLst>
                <a:gd name="connsiteX0" fmla="*/ 0 w 2391141"/>
                <a:gd name="connsiteY0" fmla="*/ 726679 h 1453358"/>
                <a:gd name="connsiteX1" fmla="*/ 1195571 w 2391141"/>
                <a:gd name="connsiteY1" fmla="*/ 0 h 1453358"/>
                <a:gd name="connsiteX2" fmla="*/ 2391142 w 2391141"/>
                <a:gd name="connsiteY2" fmla="*/ 726679 h 1453358"/>
                <a:gd name="connsiteX3" fmla="*/ 2027802 w 2391141"/>
                <a:gd name="connsiteY3" fmla="*/ 726679 h 1453358"/>
                <a:gd name="connsiteX4" fmla="*/ 1195571 w 2391141"/>
                <a:gd name="connsiteY4" fmla="*/ 363339 h 1453358"/>
                <a:gd name="connsiteX5" fmla="*/ 363340 w 2391141"/>
                <a:gd name="connsiteY5" fmla="*/ 726679 h 1453358"/>
                <a:gd name="connsiteX6" fmla="*/ 0 w 2391141"/>
                <a:gd name="connsiteY6" fmla="*/ 726679 h 1453358"/>
                <a:gd name="connsiteX0" fmla="*/ 0 w 2614878"/>
                <a:gd name="connsiteY0" fmla="*/ 727830 h 727830"/>
                <a:gd name="connsiteX1" fmla="*/ 1195571 w 2614878"/>
                <a:gd name="connsiteY1" fmla="*/ 1151 h 727830"/>
                <a:gd name="connsiteX2" fmla="*/ 2614878 w 2614878"/>
                <a:gd name="connsiteY2" fmla="*/ 611098 h 727830"/>
                <a:gd name="connsiteX3" fmla="*/ 2027802 w 2614878"/>
                <a:gd name="connsiteY3" fmla="*/ 727830 h 727830"/>
                <a:gd name="connsiteX4" fmla="*/ 1195571 w 2614878"/>
                <a:gd name="connsiteY4" fmla="*/ 364490 h 727830"/>
                <a:gd name="connsiteX5" fmla="*/ 363340 w 2614878"/>
                <a:gd name="connsiteY5" fmla="*/ 727830 h 727830"/>
                <a:gd name="connsiteX6" fmla="*/ 0 w 2614878"/>
                <a:gd name="connsiteY6" fmla="*/ 727830 h 727830"/>
                <a:gd name="connsiteX0" fmla="*/ 0 w 2614878"/>
                <a:gd name="connsiteY0" fmla="*/ 727830 h 727830"/>
                <a:gd name="connsiteX1" fmla="*/ 1195571 w 2614878"/>
                <a:gd name="connsiteY1" fmla="*/ 1151 h 727830"/>
                <a:gd name="connsiteX2" fmla="*/ 2614878 w 2614878"/>
                <a:gd name="connsiteY2" fmla="*/ 611098 h 727830"/>
                <a:gd name="connsiteX3" fmla="*/ 2251538 w 2614878"/>
                <a:gd name="connsiteY3" fmla="*/ 669464 h 727830"/>
                <a:gd name="connsiteX4" fmla="*/ 1195571 w 2614878"/>
                <a:gd name="connsiteY4" fmla="*/ 364490 h 727830"/>
                <a:gd name="connsiteX5" fmla="*/ 363340 w 2614878"/>
                <a:gd name="connsiteY5" fmla="*/ 727830 h 727830"/>
                <a:gd name="connsiteX6" fmla="*/ 0 w 2614878"/>
                <a:gd name="connsiteY6" fmla="*/ 727830 h 727830"/>
                <a:gd name="connsiteX0" fmla="*/ 0 w 2780249"/>
                <a:gd name="connsiteY0" fmla="*/ 590533 h 726720"/>
                <a:gd name="connsiteX1" fmla="*/ 1360942 w 2780249"/>
                <a:gd name="connsiteY1" fmla="*/ 41 h 726720"/>
                <a:gd name="connsiteX2" fmla="*/ 2780249 w 2780249"/>
                <a:gd name="connsiteY2" fmla="*/ 609988 h 726720"/>
                <a:gd name="connsiteX3" fmla="*/ 2416909 w 2780249"/>
                <a:gd name="connsiteY3" fmla="*/ 668354 h 726720"/>
                <a:gd name="connsiteX4" fmla="*/ 1360942 w 2780249"/>
                <a:gd name="connsiteY4" fmla="*/ 363380 h 726720"/>
                <a:gd name="connsiteX5" fmla="*/ 528711 w 2780249"/>
                <a:gd name="connsiteY5" fmla="*/ 726720 h 726720"/>
                <a:gd name="connsiteX6" fmla="*/ 0 w 2780249"/>
                <a:gd name="connsiteY6" fmla="*/ 590533 h 726720"/>
                <a:gd name="connsiteX0" fmla="*/ 0 w 2780249"/>
                <a:gd name="connsiteY0" fmla="*/ 590533 h 668354"/>
                <a:gd name="connsiteX1" fmla="*/ 1360942 w 2780249"/>
                <a:gd name="connsiteY1" fmla="*/ 41 h 668354"/>
                <a:gd name="connsiteX2" fmla="*/ 2780249 w 2780249"/>
                <a:gd name="connsiteY2" fmla="*/ 609988 h 668354"/>
                <a:gd name="connsiteX3" fmla="*/ 2416909 w 2780249"/>
                <a:gd name="connsiteY3" fmla="*/ 668354 h 668354"/>
                <a:gd name="connsiteX4" fmla="*/ 1360942 w 2780249"/>
                <a:gd name="connsiteY4" fmla="*/ 363380 h 668354"/>
                <a:gd name="connsiteX5" fmla="*/ 275792 w 2780249"/>
                <a:gd name="connsiteY5" fmla="*/ 639171 h 668354"/>
                <a:gd name="connsiteX6" fmla="*/ 0 w 2780249"/>
                <a:gd name="connsiteY6" fmla="*/ 590533 h 668354"/>
                <a:gd name="connsiteX0" fmla="*/ 0 w 2780249"/>
                <a:gd name="connsiteY0" fmla="*/ 590533 h 668354"/>
                <a:gd name="connsiteX1" fmla="*/ 1360942 w 2780249"/>
                <a:gd name="connsiteY1" fmla="*/ 41 h 668354"/>
                <a:gd name="connsiteX2" fmla="*/ 2780249 w 2780249"/>
                <a:gd name="connsiteY2" fmla="*/ 609988 h 668354"/>
                <a:gd name="connsiteX3" fmla="*/ 2416909 w 2780249"/>
                <a:gd name="connsiteY3" fmla="*/ 668354 h 668354"/>
                <a:gd name="connsiteX4" fmla="*/ 1351215 w 2780249"/>
                <a:gd name="connsiteY4" fmla="*/ 480112 h 668354"/>
                <a:gd name="connsiteX5" fmla="*/ 275792 w 2780249"/>
                <a:gd name="connsiteY5" fmla="*/ 639171 h 668354"/>
                <a:gd name="connsiteX6" fmla="*/ 0 w 2780249"/>
                <a:gd name="connsiteY6" fmla="*/ 590533 h 668354"/>
                <a:gd name="connsiteX0" fmla="*/ 0 w 2780249"/>
                <a:gd name="connsiteY0" fmla="*/ 590533 h 775358"/>
                <a:gd name="connsiteX1" fmla="*/ 1360942 w 2780249"/>
                <a:gd name="connsiteY1" fmla="*/ 41 h 775358"/>
                <a:gd name="connsiteX2" fmla="*/ 2780249 w 2780249"/>
                <a:gd name="connsiteY2" fmla="*/ 609988 h 775358"/>
                <a:gd name="connsiteX3" fmla="*/ 2329360 w 2780249"/>
                <a:gd name="connsiteY3" fmla="*/ 775358 h 775358"/>
                <a:gd name="connsiteX4" fmla="*/ 1351215 w 2780249"/>
                <a:gd name="connsiteY4" fmla="*/ 480112 h 775358"/>
                <a:gd name="connsiteX5" fmla="*/ 275792 w 2780249"/>
                <a:gd name="connsiteY5" fmla="*/ 639171 h 775358"/>
                <a:gd name="connsiteX6" fmla="*/ 0 w 2780249"/>
                <a:gd name="connsiteY6" fmla="*/ 590533 h 775358"/>
                <a:gd name="connsiteX0" fmla="*/ 0 w 2673245"/>
                <a:gd name="connsiteY0" fmla="*/ 600391 h 785216"/>
                <a:gd name="connsiteX1" fmla="*/ 1360942 w 2673245"/>
                <a:gd name="connsiteY1" fmla="*/ 9899 h 785216"/>
                <a:gd name="connsiteX2" fmla="*/ 2673245 w 2673245"/>
                <a:gd name="connsiteY2" fmla="*/ 405837 h 785216"/>
                <a:gd name="connsiteX3" fmla="*/ 2329360 w 2673245"/>
                <a:gd name="connsiteY3" fmla="*/ 785216 h 785216"/>
                <a:gd name="connsiteX4" fmla="*/ 1351215 w 2673245"/>
                <a:gd name="connsiteY4" fmla="*/ 489970 h 785216"/>
                <a:gd name="connsiteX5" fmla="*/ 275792 w 2673245"/>
                <a:gd name="connsiteY5" fmla="*/ 649029 h 785216"/>
                <a:gd name="connsiteX6" fmla="*/ 0 w 2673245"/>
                <a:gd name="connsiteY6" fmla="*/ 600391 h 785216"/>
                <a:gd name="connsiteX0" fmla="*/ 0 w 2673245"/>
                <a:gd name="connsiteY0" fmla="*/ 593348 h 778173"/>
                <a:gd name="connsiteX1" fmla="*/ 1360942 w 2673245"/>
                <a:gd name="connsiteY1" fmla="*/ 2856 h 778173"/>
                <a:gd name="connsiteX2" fmla="*/ 2673245 w 2673245"/>
                <a:gd name="connsiteY2" fmla="*/ 398794 h 778173"/>
                <a:gd name="connsiteX3" fmla="*/ 2329360 w 2673245"/>
                <a:gd name="connsiteY3" fmla="*/ 778173 h 778173"/>
                <a:gd name="connsiteX4" fmla="*/ 1351215 w 2673245"/>
                <a:gd name="connsiteY4" fmla="*/ 482927 h 778173"/>
                <a:gd name="connsiteX5" fmla="*/ 275792 w 2673245"/>
                <a:gd name="connsiteY5" fmla="*/ 641986 h 778173"/>
                <a:gd name="connsiteX6" fmla="*/ 0 w 2673245"/>
                <a:gd name="connsiteY6" fmla="*/ 593348 h 778173"/>
                <a:gd name="connsiteX0" fmla="*/ 0 w 2478691"/>
                <a:gd name="connsiteY0" fmla="*/ 293714 h 809279"/>
                <a:gd name="connsiteX1" fmla="*/ 1166388 w 2478691"/>
                <a:gd name="connsiteY1" fmla="*/ 33962 h 809279"/>
                <a:gd name="connsiteX2" fmla="*/ 2478691 w 2478691"/>
                <a:gd name="connsiteY2" fmla="*/ 429900 h 809279"/>
                <a:gd name="connsiteX3" fmla="*/ 2134806 w 2478691"/>
                <a:gd name="connsiteY3" fmla="*/ 809279 h 809279"/>
                <a:gd name="connsiteX4" fmla="*/ 1156661 w 2478691"/>
                <a:gd name="connsiteY4" fmla="*/ 514033 h 809279"/>
                <a:gd name="connsiteX5" fmla="*/ 81238 w 2478691"/>
                <a:gd name="connsiteY5" fmla="*/ 673092 h 809279"/>
                <a:gd name="connsiteX6" fmla="*/ 0 w 2478691"/>
                <a:gd name="connsiteY6" fmla="*/ 293714 h 809279"/>
                <a:gd name="connsiteX0" fmla="*/ 0 w 2478691"/>
                <a:gd name="connsiteY0" fmla="*/ 262275 h 777840"/>
                <a:gd name="connsiteX1" fmla="*/ 1166388 w 2478691"/>
                <a:gd name="connsiteY1" fmla="*/ 2523 h 777840"/>
                <a:gd name="connsiteX2" fmla="*/ 2478691 w 2478691"/>
                <a:gd name="connsiteY2" fmla="*/ 398461 h 777840"/>
                <a:gd name="connsiteX3" fmla="*/ 2134806 w 2478691"/>
                <a:gd name="connsiteY3" fmla="*/ 777840 h 777840"/>
                <a:gd name="connsiteX4" fmla="*/ 1156661 w 2478691"/>
                <a:gd name="connsiteY4" fmla="*/ 482594 h 777840"/>
                <a:gd name="connsiteX5" fmla="*/ 81238 w 2478691"/>
                <a:gd name="connsiteY5" fmla="*/ 641653 h 777840"/>
                <a:gd name="connsiteX6" fmla="*/ 0 w 2478691"/>
                <a:gd name="connsiteY6" fmla="*/ 262275 h 777840"/>
                <a:gd name="connsiteX0" fmla="*/ 0 w 2478691"/>
                <a:gd name="connsiteY0" fmla="*/ 262275 h 777841"/>
                <a:gd name="connsiteX1" fmla="*/ 1166388 w 2478691"/>
                <a:gd name="connsiteY1" fmla="*/ 2523 h 777841"/>
                <a:gd name="connsiteX2" fmla="*/ 2478691 w 2478691"/>
                <a:gd name="connsiteY2" fmla="*/ 398461 h 777841"/>
                <a:gd name="connsiteX3" fmla="*/ 2134806 w 2478691"/>
                <a:gd name="connsiteY3" fmla="*/ 777840 h 777841"/>
                <a:gd name="connsiteX4" fmla="*/ 1156661 w 2478691"/>
                <a:gd name="connsiteY4" fmla="*/ 482594 h 777841"/>
                <a:gd name="connsiteX5" fmla="*/ 178515 w 2478691"/>
                <a:gd name="connsiteY5" fmla="*/ 777841 h 777841"/>
                <a:gd name="connsiteX6" fmla="*/ 0 w 2478691"/>
                <a:gd name="connsiteY6" fmla="*/ 262275 h 777841"/>
                <a:gd name="connsiteX0" fmla="*/ 0 w 2478691"/>
                <a:gd name="connsiteY0" fmla="*/ 262275 h 777840"/>
                <a:gd name="connsiteX1" fmla="*/ 1166388 w 2478691"/>
                <a:gd name="connsiteY1" fmla="*/ 2523 h 777840"/>
                <a:gd name="connsiteX2" fmla="*/ 2478691 w 2478691"/>
                <a:gd name="connsiteY2" fmla="*/ 398461 h 777840"/>
                <a:gd name="connsiteX3" fmla="*/ 2134806 w 2478691"/>
                <a:gd name="connsiteY3" fmla="*/ 777840 h 777840"/>
                <a:gd name="connsiteX4" fmla="*/ 1156661 w 2478691"/>
                <a:gd name="connsiteY4" fmla="*/ 482594 h 777840"/>
                <a:gd name="connsiteX5" fmla="*/ 139604 w 2478691"/>
                <a:gd name="connsiteY5" fmla="*/ 748658 h 777840"/>
                <a:gd name="connsiteX6" fmla="*/ 0 w 2478691"/>
                <a:gd name="connsiteY6" fmla="*/ 262275 h 777840"/>
                <a:gd name="connsiteX0" fmla="*/ 0 w 2478691"/>
                <a:gd name="connsiteY0" fmla="*/ 262275 h 777840"/>
                <a:gd name="connsiteX1" fmla="*/ 1166388 w 2478691"/>
                <a:gd name="connsiteY1" fmla="*/ 2523 h 777840"/>
                <a:gd name="connsiteX2" fmla="*/ 2478691 w 2478691"/>
                <a:gd name="connsiteY2" fmla="*/ 398461 h 777840"/>
                <a:gd name="connsiteX3" fmla="*/ 2134806 w 2478691"/>
                <a:gd name="connsiteY3" fmla="*/ 777840 h 777840"/>
                <a:gd name="connsiteX4" fmla="*/ 1156661 w 2478691"/>
                <a:gd name="connsiteY4" fmla="*/ 482594 h 777840"/>
                <a:gd name="connsiteX5" fmla="*/ 139604 w 2478691"/>
                <a:gd name="connsiteY5" fmla="*/ 748658 h 777840"/>
                <a:gd name="connsiteX6" fmla="*/ 0 w 2478691"/>
                <a:gd name="connsiteY6" fmla="*/ 262275 h 777840"/>
                <a:gd name="connsiteX0" fmla="*/ 0 w 2478691"/>
                <a:gd name="connsiteY0" fmla="*/ 262275 h 797295"/>
                <a:gd name="connsiteX1" fmla="*/ 1166388 w 2478691"/>
                <a:gd name="connsiteY1" fmla="*/ 2523 h 797295"/>
                <a:gd name="connsiteX2" fmla="*/ 2478691 w 2478691"/>
                <a:gd name="connsiteY2" fmla="*/ 398461 h 797295"/>
                <a:gd name="connsiteX3" fmla="*/ 2144534 w 2478691"/>
                <a:gd name="connsiteY3" fmla="*/ 797295 h 797295"/>
                <a:gd name="connsiteX4" fmla="*/ 1156661 w 2478691"/>
                <a:gd name="connsiteY4" fmla="*/ 482594 h 797295"/>
                <a:gd name="connsiteX5" fmla="*/ 139604 w 2478691"/>
                <a:gd name="connsiteY5" fmla="*/ 748658 h 797295"/>
                <a:gd name="connsiteX6" fmla="*/ 0 w 2478691"/>
                <a:gd name="connsiteY6" fmla="*/ 262275 h 797295"/>
                <a:gd name="connsiteX0" fmla="*/ 0 w 2478691"/>
                <a:gd name="connsiteY0" fmla="*/ 262275 h 797295"/>
                <a:gd name="connsiteX1" fmla="*/ 1166388 w 2478691"/>
                <a:gd name="connsiteY1" fmla="*/ 2523 h 797295"/>
                <a:gd name="connsiteX2" fmla="*/ 2478691 w 2478691"/>
                <a:gd name="connsiteY2" fmla="*/ 398461 h 797295"/>
                <a:gd name="connsiteX3" fmla="*/ 2144534 w 2478691"/>
                <a:gd name="connsiteY3" fmla="*/ 797295 h 797295"/>
                <a:gd name="connsiteX4" fmla="*/ 1156661 w 2478691"/>
                <a:gd name="connsiteY4" fmla="*/ 482594 h 797295"/>
                <a:gd name="connsiteX5" fmla="*/ 139604 w 2478691"/>
                <a:gd name="connsiteY5" fmla="*/ 748658 h 797295"/>
                <a:gd name="connsiteX6" fmla="*/ 0 w 2478691"/>
                <a:gd name="connsiteY6" fmla="*/ 262275 h 797295"/>
                <a:gd name="connsiteX0" fmla="*/ 0 w 2309168"/>
                <a:gd name="connsiteY0" fmla="*/ 259772 h 794792"/>
                <a:gd name="connsiteX1" fmla="*/ 1166388 w 2309168"/>
                <a:gd name="connsiteY1" fmla="*/ 20 h 794792"/>
                <a:gd name="connsiteX2" fmla="*/ 2309168 w 2309168"/>
                <a:gd name="connsiteY2" fmla="*/ 270099 h 794792"/>
                <a:gd name="connsiteX3" fmla="*/ 2144534 w 2309168"/>
                <a:gd name="connsiteY3" fmla="*/ 794792 h 794792"/>
                <a:gd name="connsiteX4" fmla="*/ 1156661 w 2309168"/>
                <a:gd name="connsiteY4" fmla="*/ 480091 h 794792"/>
                <a:gd name="connsiteX5" fmla="*/ 139604 w 2309168"/>
                <a:gd name="connsiteY5" fmla="*/ 746155 h 794792"/>
                <a:gd name="connsiteX6" fmla="*/ 0 w 2309168"/>
                <a:gd name="connsiteY6" fmla="*/ 259772 h 794792"/>
                <a:gd name="connsiteX0" fmla="*/ 0 w 2309168"/>
                <a:gd name="connsiteY0" fmla="*/ 259772 h 794792"/>
                <a:gd name="connsiteX1" fmla="*/ 1166388 w 2309168"/>
                <a:gd name="connsiteY1" fmla="*/ 20 h 794792"/>
                <a:gd name="connsiteX2" fmla="*/ 2309168 w 2309168"/>
                <a:gd name="connsiteY2" fmla="*/ 270099 h 794792"/>
                <a:gd name="connsiteX3" fmla="*/ 2144534 w 2309168"/>
                <a:gd name="connsiteY3" fmla="*/ 794792 h 794792"/>
                <a:gd name="connsiteX4" fmla="*/ 1156661 w 2309168"/>
                <a:gd name="connsiteY4" fmla="*/ 480091 h 794792"/>
                <a:gd name="connsiteX5" fmla="*/ 139604 w 2309168"/>
                <a:gd name="connsiteY5" fmla="*/ 746155 h 794792"/>
                <a:gd name="connsiteX6" fmla="*/ 0 w 2309168"/>
                <a:gd name="connsiteY6" fmla="*/ 259772 h 794792"/>
                <a:gd name="connsiteX0" fmla="*/ 0 w 2309168"/>
                <a:gd name="connsiteY0" fmla="*/ 259772 h 746155"/>
                <a:gd name="connsiteX1" fmla="*/ 1166388 w 2309168"/>
                <a:gd name="connsiteY1" fmla="*/ 20 h 746155"/>
                <a:gd name="connsiteX2" fmla="*/ 2309168 w 2309168"/>
                <a:gd name="connsiteY2" fmla="*/ 270099 h 746155"/>
                <a:gd name="connsiteX3" fmla="*/ 2121417 w 2309168"/>
                <a:gd name="connsiteY3" fmla="*/ 707462 h 746155"/>
                <a:gd name="connsiteX4" fmla="*/ 1156661 w 2309168"/>
                <a:gd name="connsiteY4" fmla="*/ 480091 h 746155"/>
                <a:gd name="connsiteX5" fmla="*/ 139604 w 2309168"/>
                <a:gd name="connsiteY5" fmla="*/ 746155 h 746155"/>
                <a:gd name="connsiteX6" fmla="*/ 0 w 2309168"/>
                <a:gd name="connsiteY6" fmla="*/ 259772 h 746155"/>
                <a:gd name="connsiteX0" fmla="*/ 0 w 2309168"/>
                <a:gd name="connsiteY0" fmla="*/ 259772 h 746155"/>
                <a:gd name="connsiteX1" fmla="*/ 1166388 w 2309168"/>
                <a:gd name="connsiteY1" fmla="*/ 20 h 746155"/>
                <a:gd name="connsiteX2" fmla="*/ 2309168 w 2309168"/>
                <a:gd name="connsiteY2" fmla="*/ 270099 h 746155"/>
                <a:gd name="connsiteX3" fmla="*/ 2121417 w 2309168"/>
                <a:gd name="connsiteY3" fmla="*/ 707462 h 746155"/>
                <a:gd name="connsiteX4" fmla="*/ 1156661 w 2309168"/>
                <a:gd name="connsiteY4" fmla="*/ 480091 h 746155"/>
                <a:gd name="connsiteX5" fmla="*/ 139604 w 2309168"/>
                <a:gd name="connsiteY5" fmla="*/ 746155 h 746155"/>
                <a:gd name="connsiteX6" fmla="*/ 0 w 2309168"/>
                <a:gd name="connsiteY6" fmla="*/ 259772 h 746155"/>
                <a:gd name="connsiteX0" fmla="*/ 0 w 2309168"/>
                <a:gd name="connsiteY0" fmla="*/ 226793 h 746567"/>
                <a:gd name="connsiteX1" fmla="*/ 1166388 w 2309168"/>
                <a:gd name="connsiteY1" fmla="*/ 432 h 746567"/>
                <a:gd name="connsiteX2" fmla="*/ 2309168 w 2309168"/>
                <a:gd name="connsiteY2" fmla="*/ 270511 h 746567"/>
                <a:gd name="connsiteX3" fmla="*/ 2121417 w 2309168"/>
                <a:gd name="connsiteY3" fmla="*/ 707874 h 746567"/>
                <a:gd name="connsiteX4" fmla="*/ 1156661 w 2309168"/>
                <a:gd name="connsiteY4" fmla="*/ 480503 h 746567"/>
                <a:gd name="connsiteX5" fmla="*/ 139604 w 2309168"/>
                <a:gd name="connsiteY5" fmla="*/ 746567 h 746567"/>
                <a:gd name="connsiteX6" fmla="*/ 0 w 2309168"/>
                <a:gd name="connsiteY6" fmla="*/ 226793 h 746567"/>
                <a:gd name="connsiteX0" fmla="*/ 0 w 2309168"/>
                <a:gd name="connsiteY0" fmla="*/ 226663 h 746437"/>
                <a:gd name="connsiteX1" fmla="*/ 1166388 w 2309168"/>
                <a:gd name="connsiteY1" fmla="*/ 302 h 746437"/>
                <a:gd name="connsiteX2" fmla="*/ 2309168 w 2309168"/>
                <a:gd name="connsiteY2" fmla="*/ 270381 h 746437"/>
                <a:gd name="connsiteX3" fmla="*/ 2121417 w 2309168"/>
                <a:gd name="connsiteY3" fmla="*/ 707744 h 746437"/>
                <a:gd name="connsiteX4" fmla="*/ 1156661 w 2309168"/>
                <a:gd name="connsiteY4" fmla="*/ 480373 h 746437"/>
                <a:gd name="connsiteX5" fmla="*/ 139604 w 2309168"/>
                <a:gd name="connsiteY5" fmla="*/ 746437 h 746437"/>
                <a:gd name="connsiteX6" fmla="*/ 0 w 2309168"/>
                <a:gd name="connsiteY6" fmla="*/ 226663 h 746437"/>
                <a:gd name="connsiteX0" fmla="*/ 0 w 2309168"/>
                <a:gd name="connsiteY0" fmla="*/ 226614 h 746388"/>
                <a:gd name="connsiteX1" fmla="*/ 1166388 w 2309168"/>
                <a:gd name="connsiteY1" fmla="*/ 253 h 746388"/>
                <a:gd name="connsiteX2" fmla="*/ 2309168 w 2309168"/>
                <a:gd name="connsiteY2" fmla="*/ 270332 h 746388"/>
                <a:gd name="connsiteX3" fmla="*/ 2121417 w 2309168"/>
                <a:gd name="connsiteY3" fmla="*/ 707695 h 746388"/>
                <a:gd name="connsiteX4" fmla="*/ 1156661 w 2309168"/>
                <a:gd name="connsiteY4" fmla="*/ 480324 h 746388"/>
                <a:gd name="connsiteX5" fmla="*/ 139604 w 2309168"/>
                <a:gd name="connsiteY5" fmla="*/ 746388 h 746388"/>
                <a:gd name="connsiteX6" fmla="*/ 0 w 2309168"/>
                <a:gd name="connsiteY6" fmla="*/ 226614 h 746388"/>
                <a:gd name="connsiteX0" fmla="*/ 0 w 2309168"/>
                <a:gd name="connsiteY0" fmla="*/ 231692 h 746328"/>
                <a:gd name="connsiteX1" fmla="*/ 1166388 w 2309168"/>
                <a:gd name="connsiteY1" fmla="*/ 193 h 746328"/>
                <a:gd name="connsiteX2" fmla="*/ 2309168 w 2309168"/>
                <a:gd name="connsiteY2" fmla="*/ 270272 h 746328"/>
                <a:gd name="connsiteX3" fmla="*/ 2121417 w 2309168"/>
                <a:gd name="connsiteY3" fmla="*/ 707635 h 746328"/>
                <a:gd name="connsiteX4" fmla="*/ 1156661 w 2309168"/>
                <a:gd name="connsiteY4" fmla="*/ 480264 h 746328"/>
                <a:gd name="connsiteX5" fmla="*/ 139604 w 2309168"/>
                <a:gd name="connsiteY5" fmla="*/ 746328 h 746328"/>
                <a:gd name="connsiteX6" fmla="*/ 0 w 2309168"/>
                <a:gd name="connsiteY6" fmla="*/ 231692 h 746328"/>
                <a:gd name="connsiteX0" fmla="*/ 0 w 2309168"/>
                <a:gd name="connsiteY0" fmla="*/ 231692 h 707635"/>
                <a:gd name="connsiteX1" fmla="*/ 1166388 w 2309168"/>
                <a:gd name="connsiteY1" fmla="*/ 193 h 707635"/>
                <a:gd name="connsiteX2" fmla="*/ 2309168 w 2309168"/>
                <a:gd name="connsiteY2" fmla="*/ 270272 h 707635"/>
                <a:gd name="connsiteX3" fmla="*/ 2121417 w 2309168"/>
                <a:gd name="connsiteY3" fmla="*/ 707635 h 707635"/>
                <a:gd name="connsiteX4" fmla="*/ 1156661 w 2309168"/>
                <a:gd name="connsiteY4" fmla="*/ 480264 h 707635"/>
                <a:gd name="connsiteX5" fmla="*/ 172995 w 2309168"/>
                <a:gd name="connsiteY5" fmla="*/ 684683 h 707635"/>
                <a:gd name="connsiteX6" fmla="*/ 0 w 2309168"/>
                <a:gd name="connsiteY6" fmla="*/ 231692 h 707635"/>
                <a:gd name="connsiteX0" fmla="*/ 0 w 2309168"/>
                <a:gd name="connsiteY0" fmla="*/ 231692 h 707635"/>
                <a:gd name="connsiteX1" fmla="*/ 1166388 w 2309168"/>
                <a:gd name="connsiteY1" fmla="*/ 193 h 707635"/>
                <a:gd name="connsiteX2" fmla="*/ 2309168 w 2309168"/>
                <a:gd name="connsiteY2" fmla="*/ 270272 h 707635"/>
                <a:gd name="connsiteX3" fmla="*/ 2121417 w 2309168"/>
                <a:gd name="connsiteY3" fmla="*/ 707635 h 707635"/>
                <a:gd name="connsiteX4" fmla="*/ 1156661 w 2309168"/>
                <a:gd name="connsiteY4" fmla="*/ 480264 h 707635"/>
                <a:gd name="connsiteX5" fmla="*/ 172995 w 2309168"/>
                <a:gd name="connsiteY5" fmla="*/ 684683 h 707635"/>
                <a:gd name="connsiteX6" fmla="*/ 0 w 2309168"/>
                <a:gd name="connsiteY6" fmla="*/ 231692 h 707635"/>
                <a:gd name="connsiteX0" fmla="*/ 0 w 2309168"/>
                <a:gd name="connsiteY0" fmla="*/ 231692 h 715340"/>
                <a:gd name="connsiteX1" fmla="*/ 1166388 w 2309168"/>
                <a:gd name="connsiteY1" fmla="*/ 193 h 715340"/>
                <a:gd name="connsiteX2" fmla="*/ 2309168 w 2309168"/>
                <a:gd name="connsiteY2" fmla="*/ 270272 h 715340"/>
                <a:gd name="connsiteX3" fmla="*/ 2123986 w 2309168"/>
                <a:gd name="connsiteY3" fmla="*/ 715340 h 715340"/>
                <a:gd name="connsiteX4" fmla="*/ 1156661 w 2309168"/>
                <a:gd name="connsiteY4" fmla="*/ 480264 h 715340"/>
                <a:gd name="connsiteX5" fmla="*/ 172995 w 2309168"/>
                <a:gd name="connsiteY5" fmla="*/ 684683 h 715340"/>
                <a:gd name="connsiteX6" fmla="*/ 0 w 2309168"/>
                <a:gd name="connsiteY6" fmla="*/ 231692 h 715340"/>
                <a:gd name="connsiteX0" fmla="*/ 0 w 2309168"/>
                <a:gd name="connsiteY0" fmla="*/ 231692 h 715340"/>
                <a:gd name="connsiteX1" fmla="*/ 1166388 w 2309168"/>
                <a:gd name="connsiteY1" fmla="*/ 193 h 715340"/>
                <a:gd name="connsiteX2" fmla="*/ 2309168 w 2309168"/>
                <a:gd name="connsiteY2" fmla="*/ 270272 h 715340"/>
                <a:gd name="connsiteX3" fmla="*/ 2123986 w 2309168"/>
                <a:gd name="connsiteY3" fmla="*/ 715340 h 715340"/>
                <a:gd name="connsiteX4" fmla="*/ 1156661 w 2309168"/>
                <a:gd name="connsiteY4" fmla="*/ 480264 h 715340"/>
                <a:gd name="connsiteX5" fmla="*/ 172995 w 2309168"/>
                <a:gd name="connsiteY5" fmla="*/ 684683 h 715340"/>
                <a:gd name="connsiteX6" fmla="*/ 0 w 2309168"/>
                <a:gd name="connsiteY6" fmla="*/ 231692 h 715340"/>
                <a:gd name="connsiteX0" fmla="*/ 0 w 2309168"/>
                <a:gd name="connsiteY0" fmla="*/ 231692 h 715340"/>
                <a:gd name="connsiteX1" fmla="*/ 1166388 w 2309168"/>
                <a:gd name="connsiteY1" fmla="*/ 193 h 715340"/>
                <a:gd name="connsiteX2" fmla="*/ 2309168 w 2309168"/>
                <a:gd name="connsiteY2" fmla="*/ 270272 h 715340"/>
                <a:gd name="connsiteX3" fmla="*/ 2123986 w 2309168"/>
                <a:gd name="connsiteY3" fmla="*/ 715340 h 715340"/>
                <a:gd name="connsiteX4" fmla="*/ 1156661 w 2309168"/>
                <a:gd name="connsiteY4" fmla="*/ 480264 h 715340"/>
                <a:gd name="connsiteX5" fmla="*/ 172995 w 2309168"/>
                <a:gd name="connsiteY5" fmla="*/ 684683 h 715340"/>
                <a:gd name="connsiteX6" fmla="*/ 0 w 2309168"/>
                <a:gd name="connsiteY6" fmla="*/ 231692 h 715340"/>
                <a:gd name="connsiteX0" fmla="*/ 0 w 2314305"/>
                <a:gd name="connsiteY0" fmla="*/ 231543 h 715191"/>
                <a:gd name="connsiteX1" fmla="*/ 1166388 w 2314305"/>
                <a:gd name="connsiteY1" fmla="*/ 44 h 715191"/>
                <a:gd name="connsiteX2" fmla="*/ 2314305 w 2314305"/>
                <a:gd name="connsiteY2" fmla="*/ 249575 h 715191"/>
                <a:gd name="connsiteX3" fmla="*/ 2123986 w 2314305"/>
                <a:gd name="connsiteY3" fmla="*/ 715191 h 715191"/>
                <a:gd name="connsiteX4" fmla="*/ 1156661 w 2314305"/>
                <a:gd name="connsiteY4" fmla="*/ 480115 h 715191"/>
                <a:gd name="connsiteX5" fmla="*/ 172995 w 2314305"/>
                <a:gd name="connsiteY5" fmla="*/ 684534 h 715191"/>
                <a:gd name="connsiteX6" fmla="*/ 0 w 2314305"/>
                <a:gd name="connsiteY6" fmla="*/ 231543 h 715191"/>
                <a:gd name="connsiteX0" fmla="*/ 0 w 2314305"/>
                <a:gd name="connsiteY0" fmla="*/ 231543 h 715191"/>
                <a:gd name="connsiteX1" fmla="*/ 1166388 w 2314305"/>
                <a:gd name="connsiteY1" fmla="*/ 44 h 715191"/>
                <a:gd name="connsiteX2" fmla="*/ 2314305 w 2314305"/>
                <a:gd name="connsiteY2" fmla="*/ 249575 h 715191"/>
                <a:gd name="connsiteX3" fmla="*/ 2123986 w 2314305"/>
                <a:gd name="connsiteY3" fmla="*/ 715191 h 715191"/>
                <a:gd name="connsiteX4" fmla="*/ 1156661 w 2314305"/>
                <a:gd name="connsiteY4" fmla="*/ 480115 h 715191"/>
                <a:gd name="connsiteX5" fmla="*/ 172995 w 2314305"/>
                <a:gd name="connsiteY5" fmla="*/ 684534 h 715191"/>
                <a:gd name="connsiteX6" fmla="*/ 0 w 2314305"/>
                <a:gd name="connsiteY6" fmla="*/ 231543 h 715191"/>
                <a:gd name="connsiteX0" fmla="*/ 0 w 2314305"/>
                <a:gd name="connsiteY0" fmla="*/ 231550 h 715198"/>
                <a:gd name="connsiteX1" fmla="*/ 1166388 w 2314305"/>
                <a:gd name="connsiteY1" fmla="*/ 51 h 715198"/>
                <a:gd name="connsiteX2" fmla="*/ 2314305 w 2314305"/>
                <a:gd name="connsiteY2" fmla="*/ 249582 h 715198"/>
                <a:gd name="connsiteX3" fmla="*/ 2123986 w 2314305"/>
                <a:gd name="connsiteY3" fmla="*/ 715198 h 715198"/>
                <a:gd name="connsiteX4" fmla="*/ 1156661 w 2314305"/>
                <a:gd name="connsiteY4" fmla="*/ 480122 h 715198"/>
                <a:gd name="connsiteX5" fmla="*/ 172995 w 2314305"/>
                <a:gd name="connsiteY5" fmla="*/ 684541 h 715198"/>
                <a:gd name="connsiteX6" fmla="*/ 0 w 2314305"/>
                <a:gd name="connsiteY6" fmla="*/ 231550 h 715198"/>
                <a:gd name="connsiteX0" fmla="*/ 0 w 2314305"/>
                <a:gd name="connsiteY0" fmla="*/ 233092 h 716740"/>
                <a:gd name="connsiteX1" fmla="*/ 1166388 w 2314305"/>
                <a:gd name="connsiteY1" fmla="*/ 1593 h 716740"/>
                <a:gd name="connsiteX2" fmla="*/ 2314305 w 2314305"/>
                <a:gd name="connsiteY2" fmla="*/ 251124 h 716740"/>
                <a:gd name="connsiteX3" fmla="*/ 2123986 w 2314305"/>
                <a:gd name="connsiteY3" fmla="*/ 716740 h 716740"/>
                <a:gd name="connsiteX4" fmla="*/ 1156661 w 2314305"/>
                <a:gd name="connsiteY4" fmla="*/ 481664 h 716740"/>
                <a:gd name="connsiteX5" fmla="*/ 172995 w 2314305"/>
                <a:gd name="connsiteY5" fmla="*/ 686083 h 716740"/>
                <a:gd name="connsiteX6" fmla="*/ 0 w 2314305"/>
                <a:gd name="connsiteY6" fmla="*/ 233092 h 716740"/>
                <a:gd name="connsiteX0" fmla="*/ 0 w 2314305"/>
                <a:gd name="connsiteY0" fmla="*/ 231523 h 715171"/>
                <a:gd name="connsiteX1" fmla="*/ 1166388 w 2314305"/>
                <a:gd name="connsiteY1" fmla="*/ 24 h 715171"/>
                <a:gd name="connsiteX2" fmla="*/ 2314305 w 2314305"/>
                <a:gd name="connsiteY2" fmla="*/ 249555 h 715171"/>
                <a:gd name="connsiteX3" fmla="*/ 2123986 w 2314305"/>
                <a:gd name="connsiteY3" fmla="*/ 715171 h 715171"/>
                <a:gd name="connsiteX4" fmla="*/ 1156661 w 2314305"/>
                <a:gd name="connsiteY4" fmla="*/ 480095 h 715171"/>
                <a:gd name="connsiteX5" fmla="*/ 172995 w 2314305"/>
                <a:gd name="connsiteY5" fmla="*/ 684514 h 715171"/>
                <a:gd name="connsiteX6" fmla="*/ 0 w 2314305"/>
                <a:gd name="connsiteY6" fmla="*/ 231523 h 715171"/>
                <a:gd name="connsiteX0" fmla="*/ 0 w 2314305"/>
                <a:gd name="connsiteY0" fmla="*/ 231550 h 715198"/>
                <a:gd name="connsiteX1" fmla="*/ 1166388 w 2314305"/>
                <a:gd name="connsiteY1" fmla="*/ 51 h 715198"/>
                <a:gd name="connsiteX2" fmla="*/ 2314305 w 2314305"/>
                <a:gd name="connsiteY2" fmla="*/ 249582 h 715198"/>
                <a:gd name="connsiteX3" fmla="*/ 2123986 w 2314305"/>
                <a:gd name="connsiteY3" fmla="*/ 715198 h 715198"/>
                <a:gd name="connsiteX4" fmla="*/ 1156661 w 2314305"/>
                <a:gd name="connsiteY4" fmla="*/ 480122 h 715198"/>
                <a:gd name="connsiteX5" fmla="*/ 172995 w 2314305"/>
                <a:gd name="connsiteY5" fmla="*/ 684541 h 715198"/>
                <a:gd name="connsiteX6" fmla="*/ 0 w 2314305"/>
                <a:gd name="connsiteY6" fmla="*/ 231550 h 715198"/>
                <a:gd name="connsiteX0" fmla="*/ 0 w 2314305"/>
                <a:gd name="connsiteY0" fmla="*/ 232088 h 715736"/>
                <a:gd name="connsiteX1" fmla="*/ 1166388 w 2314305"/>
                <a:gd name="connsiteY1" fmla="*/ 589 h 715736"/>
                <a:gd name="connsiteX2" fmla="*/ 2314305 w 2314305"/>
                <a:gd name="connsiteY2" fmla="*/ 250120 h 715736"/>
                <a:gd name="connsiteX3" fmla="*/ 2123986 w 2314305"/>
                <a:gd name="connsiteY3" fmla="*/ 715736 h 715736"/>
                <a:gd name="connsiteX4" fmla="*/ 1156661 w 2314305"/>
                <a:gd name="connsiteY4" fmla="*/ 480660 h 715736"/>
                <a:gd name="connsiteX5" fmla="*/ 172995 w 2314305"/>
                <a:gd name="connsiteY5" fmla="*/ 685079 h 715736"/>
                <a:gd name="connsiteX6" fmla="*/ 0 w 2314305"/>
                <a:gd name="connsiteY6" fmla="*/ 232088 h 715736"/>
                <a:gd name="connsiteX0" fmla="*/ 0 w 2314305"/>
                <a:gd name="connsiteY0" fmla="*/ 232088 h 715736"/>
                <a:gd name="connsiteX1" fmla="*/ 1166388 w 2314305"/>
                <a:gd name="connsiteY1" fmla="*/ 589 h 715736"/>
                <a:gd name="connsiteX2" fmla="*/ 2314305 w 2314305"/>
                <a:gd name="connsiteY2" fmla="*/ 250120 h 715736"/>
                <a:gd name="connsiteX3" fmla="*/ 2123986 w 2314305"/>
                <a:gd name="connsiteY3" fmla="*/ 715736 h 715736"/>
                <a:gd name="connsiteX4" fmla="*/ 1156661 w 2314305"/>
                <a:gd name="connsiteY4" fmla="*/ 480660 h 715736"/>
                <a:gd name="connsiteX5" fmla="*/ 172995 w 2314305"/>
                <a:gd name="connsiteY5" fmla="*/ 685079 h 715736"/>
                <a:gd name="connsiteX6" fmla="*/ 0 w 2314305"/>
                <a:gd name="connsiteY6" fmla="*/ 232088 h 715736"/>
                <a:gd name="connsiteX0" fmla="*/ 0 w 2314305"/>
                <a:gd name="connsiteY0" fmla="*/ 232088 h 715736"/>
                <a:gd name="connsiteX1" fmla="*/ 1166388 w 2314305"/>
                <a:gd name="connsiteY1" fmla="*/ 589 h 715736"/>
                <a:gd name="connsiteX2" fmla="*/ 2314305 w 2314305"/>
                <a:gd name="connsiteY2" fmla="*/ 250120 h 715736"/>
                <a:gd name="connsiteX3" fmla="*/ 2123986 w 2314305"/>
                <a:gd name="connsiteY3" fmla="*/ 715736 h 715736"/>
                <a:gd name="connsiteX4" fmla="*/ 1156661 w 2314305"/>
                <a:gd name="connsiteY4" fmla="*/ 480660 h 715736"/>
                <a:gd name="connsiteX5" fmla="*/ 172995 w 2314305"/>
                <a:gd name="connsiteY5" fmla="*/ 685079 h 715736"/>
                <a:gd name="connsiteX6" fmla="*/ 0 w 2314305"/>
                <a:gd name="connsiteY6" fmla="*/ 232088 h 715736"/>
                <a:gd name="connsiteX0" fmla="*/ 0 w 2314305"/>
                <a:gd name="connsiteY0" fmla="*/ 232060 h 715708"/>
                <a:gd name="connsiteX1" fmla="*/ 1166388 w 2314305"/>
                <a:gd name="connsiteY1" fmla="*/ 561 h 715708"/>
                <a:gd name="connsiteX2" fmla="*/ 2314305 w 2314305"/>
                <a:gd name="connsiteY2" fmla="*/ 250092 h 715708"/>
                <a:gd name="connsiteX3" fmla="*/ 2123986 w 2314305"/>
                <a:gd name="connsiteY3" fmla="*/ 715708 h 715708"/>
                <a:gd name="connsiteX4" fmla="*/ 1156661 w 2314305"/>
                <a:gd name="connsiteY4" fmla="*/ 480632 h 715708"/>
                <a:gd name="connsiteX5" fmla="*/ 172995 w 2314305"/>
                <a:gd name="connsiteY5" fmla="*/ 685051 h 715708"/>
                <a:gd name="connsiteX6" fmla="*/ 0 w 2314305"/>
                <a:gd name="connsiteY6" fmla="*/ 232060 h 7157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314305" h="715708">
                  <a:moveTo>
                    <a:pt x="0" y="232060"/>
                  </a:moveTo>
                  <a:cubicBezTo>
                    <a:pt x="116349" y="135016"/>
                    <a:pt x="772966" y="-10150"/>
                    <a:pt x="1166388" y="561"/>
                  </a:cubicBezTo>
                  <a:cubicBezTo>
                    <a:pt x="1559810" y="11272"/>
                    <a:pt x="1962415" y="54514"/>
                    <a:pt x="2314305" y="250092"/>
                  </a:cubicBezTo>
                  <a:cubicBezTo>
                    <a:pt x="2236857" y="411910"/>
                    <a:pt x="2305049" y="284904"/>
                    <a:pt x="2123986" y="715708"/>
                  </a:cubicBezTo>
                  <a:cubicBezTo>
                    <a:pt x="2077752" y="646036"/>
                    <a:pt x="1616289" y="480632"/>
                    <a:pt x="1156661" y="480632"/>
                  </a:cubicBezTo>
                  <a:cubicBezTo>
                    <a:pt x="697033" y="480632"/>
                    <a:pt x="257593" y="589531"/>
                    <a:pt x="172995" y="685051"/>
                  </a:cubicBezTo>
                  <a:lnTo>
                    <a:pt x="0" y="232060"/>
                  </a:lnTo>
                  <a:close/>
                </a:path>
              </a:pathLst>
            </a:custGeom>
            <a:solidFill>
              <a:srgbClr val="EE4238"/>
            </a:solidFill>
            <a:ln>
              <a:solidFill>
                <a:srgbClr val="EE423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0" name="Isosceles Triangle 19">
              <a:extLst>
                <a:ext uri="{FF2B5EF4-FFF2-40B4-BE49-F238E27FC236}">
                  <a16:creationId xmlns:a16="http://schemas.microsoft.com/office/drawing/2014/main" id="{184515E6-B851-C754-274F-499CEAE57E02}"/>
                </a:ext>
              </a:extLst>
            </p:cNvPr>
            <p:cNvSpPr/>
            <p:nvPr/>
          </p:nvSpPr>
          <p:spPr>
            <a:xfrm rot="12756092">
              <a:off x="10065502" y="5009385"/>
              <a:ext cx="1097280" cy="457200"/>
            </a:xfrm>
            <a:prstGeom prst="triangle">
              <a:avLst>
                <a:gd name="adj" fmla="val 49630"/>
              </a:avLst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1" name="Isosceles Triangle 20">
              <a:extLst>
                <a:ext uri="{FF2B5EF4-FFF2-40B4-BE49-F238E27FC236}">
                  <a16:creationId xmlns:a16="http://schemas.microsoft.com/office/drawing/2014/main" id="{991A81CC-752D-816A-536E-316C6F192065}"/>
                </a:ext>
              </a:extLst>
            </p:cNvPr>
            <p:cNvSpPr/>
            <p:nvPr/>
          </p:nvSpPr>
          <p:spPr>
            <a:xfrm rot="16200000">
              <a:off x="7904181" y="6003498"/>
              <a:ext cx="1097280" cy="457200"/>
            </a:xfrm>
            <a:prstGeom prst="triangle">
              <a:avLst>
                <a:gd name="adj" fmla="val 49630"/>
              </a:avLst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2" name="Isosceles Triangle 21">
              <a:extLst>
                <a:ext uri="{FF2B5EF4-FFF2-40B4-BE49-F238E27FC236}">
                  <a16:creationId xmlns:a16="http://schemas.microsoft.com/office/drawing/2014/main" id="{BDA07C0D-84DB-4B8C-D609-0FC60C1D1E2C}"/>
                </a:ext>
              </a:extLst>
            </p:cNvPr>
            <p:cNvSpPr/>
            <p:nvPr/>
          </p:nvSpPr>
          <p:spPr>
            <a:xfrm rot="19068017">
              <a:off x="5803319" y="4833342"/>
              <a:ext cx="1097280" cy="457200"/>
            </a:xfrm>
            <a:prstGeom prst="triangle">
              <a:avLst>
                <a:gd name="adj" fmla="val 49630"/>
              </a:avLst>
            </a:prstGeom>
            <a:solidFill>
              <a:srgbClr val="33CCCC"/>
            </a:solidFill>
            <a:ln>
              <a:solidFill>
                <a:srgbClr val="33CCC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4" name="Isosceles Triangle 23">
              <a:extLst>
                <a:ext uri="{FF2B5EF4-FFF2-40B4-BE49-F238E27FC236}">
                  <a16:creationId xmlns:a16="http://schemas.microsoft.com/office/drawing/2014/main" id="{5FE737BF-29F3-253B-F372-82F26AE216E7}"/>
                </a:ext>
              </a:extLst>
            </p:cNvPr>
            <p:cNvSpPr/>
            <p:nvPr/>
          </p:nvSpPr>
          <p:spPr>
            <a:xfrm rot="4150195">
              <a:off x="7002567" y="831281"/>
              <a:ext cx="1097280" cy="457200"/>
            </a:xfrm>
            <a:prstGeom prst="triangle">
              <a:avLst>
                <a:gd name="adj" fmla="val 49630"/>
              </a:avLst>
            </a:prstGeom>
            <a:solidFill>
              <a:srgbClr val="252260"/>
            </a:solidFill>
            <a:ln>
              <a:solidFill>
                <a:srgbClr val="2522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F6354306-6CCB-13D7-FBCF-0131E8E0524F}"/>
                </a:ext>
              </a:extLst>
            </p:cNvPr>
            <p:cNvSpPr txBox="1"/>
            <p:nvPr/>
          </p:nvSpPr>
          <p:spPr>
            <a:xfrm>
              <a:off x="7612778" y="888506"/>
              <a:ext cx="1841899" cy="638175"/>
            </a:xfrm>
            <a:prstGeom prst="rect">
              <a:avLst/>
            </a:prstGeom>
            <a:noFill/>
          </p:spPr>
          <p:txBody>
            <a:bodyPr wrap="square" rtlCol="0">
              <a:prstTxWarp prst="textArchUp">
                <a:avLst/>
              </a:prstTxWarp>
              <a:spAutoFit/>
            </a:bodyPr>
            <a:lstStyle/>
            <a:p>
              <a:pPr algn="ctr"/>
              <a:r>
                <a:rPr lang="en-US" sz="2400" dirty="0">
                  <a:solidFill>
                    <a:schemeClr val="bg1"/>
                  </a:solidFill>
                </a:rPr>
                <a:t>Inspire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14825B25-72E2-5DA6-9FFA-9F7980FC4324}"/>
                </a:ext>
              </a:extLst>
            </p:cNvPr>
            <p:cNvSpPr txBox="1"/>
            <p:nvPr/>
          </p:nvSpPr>
          <p:spPr>
            <a:xfrm rot="12775848">
              <a:off x="6534157" y="2459085"/>
              <a:ext cx="3973684" cy="212365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400" dirty="0">
                  <a:solidFill>
                    <a:srgbClr val="252260"/>
                  </a:solidFill>
                </a:rPr>
                <a:t>Donor </a:t>
              </a:r>
            </a:p>
            <a:p>
              <a:pPr algn="ctr"/>
              <a:r>
                <a:rPr lang="en-US" sz="4400" dirty="0">
                  <a:solidFill>
                    <a:srgbClr val="252260"/>
                  </a:solidFill>
                </a:rPr>
                <a:t>Engagement </a:t>
              </a:r>
            </a:p>
            <a:p>
              <a:pPr algn="ctr"/>
              <a:r>
                <a:rPr lang="en-US" sz="4400" dirty="0">
                  <a:solidFill>
                    <a:srgbClr val="252260"/>
                  </a:solidFill>
                </a:rPr>
                <a:t>Cycle</a:t>
              </a: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F0E7799F-9D54-6A7F-723B-0B8E7EB125A0}"/>
              </a:ext>
            </a:extLst>
          </p:cNvPr>
          <p:cNvGrpSpPr/>
          <p:nvPr/>
        </p:nvGrpSpPr>
        <p:grpSpPr>
          <a:xfrm>
            <a:off x="0" y="6078071"/>
            <a:ext cx="12192000" cy="779929"/>
            <a:chOff x="0" y="6078071"/>
            <a:chExt cx="12192000" cy="779929"/>
          </a:xfrm>
        </p:grpSpPr>
        <p:sp>
          <p:nvSpPr>
            <p:cNvPr id="14" name="Rectangle 24">
              <a:extLst>
                <a:ext uri="{FF2B5EF4-FFF2-40B4-BE49-F238E27FC236}">
                  <a16:creationId xmlns:a16="http://schemas.microsoft.com/office/drawing/2014/main" id="{796D0779-9809-99E7-BA9B-2A28D7D466F7}"/>
                </a:ext>
              </a:extLst>
            </p:cNvPr>
            <p:cNvSpPr/>
            <p:nvPr/>
          </p:nvSpPr>
          <p:spPr>
            <a:xfrm>
              <a:off x="0" y="6078071"/>
              <a:ext cx="12192000" cy="779929"/>
            </a:xfrm>
            <a:custGeom>
              <a:avLst/>
              <a:gdLst>
                <a:gd name="connsiteX0" fmla="*/ 0 w 12876028"/>
                <a:gd name="connsiteY0" fmla="*/ 0 h 1662721"/>
                <a:gd name="connsiteX1" fmla="*/ 12876028 w 12876028"/>
                <a:gd name="connsiteY1" fmla="*/ 0 h 1662721"/>
                <a:gd name="connsiteX2" fmla="*/ 12876028 w 12876028"/>
                <a:gd name="connsiteY2" fmla="*/ 1662721 h 1662721"/>
                <a:gd name="connsiteX3" fmla="*/ 0 w 12876028"/>
                <a:gd name="connsiteY3" fmla="*/ 1662721 h 1662721"/>
                <a:gd name="connsiteX4" fmla="*/ 0 w 12876028"/>
                <a:gd name="connsiteY4" fmla="*/ 0 h 1662721"/>
                <a:gd name="connsiteX0" fmla="*/ 0 w 12876028"/>
                <a:gd name="connsiteY0" fmla="*/ 893135 h 1662721"/>
                <a:gd name="connsiteX1" fmla="*/ 12876028 w 12876028"/>
                <a:gd name="connsiteY1" fmla="*/ 0 h 1662721"/>
                <a:gd name="connsiteX2" fmla="*/ 12876028 w 12876028"/>
                <a:gd name="connsiteY2" fmla="*/ 1662721 h 1662721"/>
                <a:gd name="connsiteX3" fmla="*/ 0 w 12876028"/>
                <a:gd name="connsiteY3" fmla="*/ 1662721 h 1662721"/>
                <a:gd name="connsiteX4" fmla="*/ 0 w 12876028"/>
                <a:gd name="connsiteY4" fmla="*/ 893135 h 16627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876028" h="1662721">
                  <a:moveTo>
                    <a:pt x="0" y="893135"/>
                  </a:moveTo>
                  <a:lnTo>
                    <a:pt x="12876028" y="0"/>
                  </a:lnTo>
                  <a:lnTo>
                    <a:pt x="12876028" y="1662721"/>
                  </a:lnTo>
                  <a:lnTo>
                    <a:pt x="0" y="1662721"/>
                  </a:lnTo>
                  <a:lnTo>
                    <a:pt x="0" y="893135"/>
                  </a:lnTo>
                  <a:close/>
                </a:path>
              </a:pathLst>
            </a:custGeom>
            <a:solidFill>
              <a:srgbClr val="DD403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5D22642B-C05C-A873-014C-BECBEA92702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4486" b="24288"/>
            <a:stretch/>
          </p:blipFill>
          <p:spPr>
            <a:xfrm>
              <a:off x="9825318" y="6236638"/>
              <a:ext cx="2079811" cy="559334"/>
            </a:xfrm>
            <a:prstGeom prst="rect">
              <a:avLst/>
            </a:prstGeom>
          </p:spPr>
        </p:pic>
      </p:grpSp>
      <p:sp>
        <p:nvSpPr>
          <p:cNvPr id="23" name="Slide Number Placeholder 5">
            <a:extLst>
              <a:ext uri="{FF2B5EF4-FFF2-40B4-BE49-F238E27FC236}">
                <a16:creationId xmlns:a16="http://schemas.microsoft.com/office/drawing/2014/main" id="{2DE3DB9A-0BD5-E5AE-C4F4-B5076DA8B6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-1" y="6492875"/>
            <a:ext cx="528919" cy="365125"/>
          </a:xfrm>
        </p:spPr>
        <p:txBody>
          <a:bodyPr/>
          <a:lstStyle/>
          <a:p>
            <a:fld id="{0F897CD2-57D8-4610-8E64-C03C1E4E4E05}" type="slidenum">
              <a:rPr lang="en-US" sz="1600" b="1" smtClean="0">
                <a:solidFill>
                  <a:schemeClr val="bg1"/>
                </a:solidFill>
              </a:rPr>
              <a:t>40</a:t>
            </a:fld>
            <a:endParaRPr lang="en-US" sz="16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9042122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9CBED602-B9AA-4E30-811B-082728B0E948}"/>
              </a:ext>
            </a:extLst>
          </p:cNvPr>
          <p:cNvGrpSpPr/>
          <p:nvPr/>
        </p:nvGrpSpPr>
        <p:grpSpPr>
          <a:xfrm>
            <a:off x="0" y="6078071"/>
            <a:ext cx="12192000" cy="779929"/>
            <a:chOff x="0" y="6078071"/>
            <a:chExt cx="12192000" cy="779929"/>
          </a:xfrm>
        </p:grpSpPr>
        <p:sp>
          <p:nvSpPr>
            <p:cNvPr id="3" name="Rectangle 24">
              <a:extLst>
                <a:ext uri="{FF2B5EF4-FFF2-40B4-BE49-F238E27FC236}">
                  <a16:creationId xmlns:a16="http://schemas.microsoft.com/office/drawing/2014/main" id="{C367CC84-698C-26A1-9D0F-CDAA043943DB}"/>
                </a:ext>
              </a:extLst>
            </p:cNvPr>
            <p:cNvSpPr/>
            <p:nvPr/>
          </p:nvSpPr>
          <p:spPr>
            <a:xfrm>
              <a:off x="0" y="6078071"/>
              <a:ext cx="12192000" cy="779929"/>
            </a:xfrm>
            <a:custGeom>
              <a:avLst/>
              <a:gdLst>
                <a:gd name="connsiteX0" fmla="*/ 0 w 12876028"/>
                <a:gd name="connsiteY0" fmla="*/ 0 h 1662721"/>
                <a:gd name="connsiteX1" fmla="*/ 12876028 w 12876028"/>
                <a:gd name="connsiteY1" fmla="*/ 0 h 1662721"/>
                <a:gd name="connsiteX2" fmla="*/ 12876028 w 12876028"/>
                <a:gd name="connsiteY2" fmla="*/ 1662721 h 1662721"/>
                <a:gd name="connsiteX3" fmla="*/ 0 w 12876028"/>
                <a:gd name="connsiteY3" fmla="*/ 1662721 h 1662721"/>
                <a:gd name="connsiteX4" fmla="*/ 0 w 12876028"/>
                <a:gd name="connsiteY4" fmla="*/ 0 h 1662721"/>
                <a:gd name="connsiteX0" fmla="*/ 0 w 12876028"/>
                <a:gd name="connsiteY0" fmla="*/ 893135 h 1662721"/>
                <a:gd name="connsiteX1" fmla="*/ 12876028 w 12876028"/>
                <a:gd name="connsiteY1" fmla="*/ 0 h 1662721"/>
                <a:gd name="connsiteX2" fmla="*/ 12876028 w 12876028"/>
                <a:gd name="connsiteY2" fmla="*/ 1662721 h 1662721"/>
                <a:gd name="connsiteX3" fmla="*/ 0 w 12876028"/>
                <a:gd name="connsiteY3" fmla="*/ 1662721 h 1662721"/>
                <a:gd name="connsiteX4" fmla="*/ 0 w 12876028"/>
                <a:gd name="connsiteY4" fmla="*/ 893135 h 16627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876028" h="1662721">
                  <a:moveTo>
                    <a:pt x="0" y="893135"/>
                  </a:moveTo>
                  <a:lnTo>
                    <a:pt x="12876028" y="0"/>
                  </a:lnTo>
                  <a:lnTo>
                    <a:pt x="12876028" y="1662721"/>
                  </a:lnTo>
                  <a:lnTo>
                    <a:pt x="0" y="1662721"/>
                  </a:lnTo>
                  <a:lnTo>
                    <a:pt x="0" y="893135"/>
                  </a:lnTo>
                  <a:close/>
                </a:path>
              </a:pathLst>
            </a:custGeom>
            <a:solidFill>
              <a:srgbClr val="DD403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706977B5-0C6C-A11B-E6C8-969AC985CA5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t="24486" b="24288"/>
            <a:stretch/>
          </p:blipFill>
          <p:spPr>
            <a:xfrm>
              <a:off x="9825318" y="6236638"/>
              <a:ext cx="2079811" cy="559334"/>
            </a:xfrm>
            <a:prstGeom prst="rect">
              <a:avLst/>
            </a:prstGeom>
          </p:spPr>
        </p:pic>
      </p:grpSp>
      <p:sp>
        <p:nvSpPr>
          <p:cNvPr id="8" name="Rectangle 7">
            <a:extLst>
              <a:ext uri="{FF2B5EF4-FFF2-40B4-BE49-F238E27FC236}">
                <a16:creationId xmlns:a16="http://schemas.microsoft.com/office/drawing/2014/main" id="{94786D73-D047-34CE-2FF2-AFCCFD23A2EA}"/>
              </a:ext>
            </a:extLst>
          </p:cNvPr>
          <p:cNvSpPr/>
          <p:nvPr/>
        </p:nvSpPr>
        <p:spPr>
          <a:xfrm>
            <a:off x="0" y="0"/>
            <a:ext cx="12192000" cy="959224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B6DD2AD-DD20-A6EB-4CAF-5FC2073501D5}"/>
              </a:ext>
            </a:extLst>
          </p:cNvPr>
          <p:cNvSpPr txBox="1"/>
          <p:nvPr/>
        </p:nvSpPr>
        <p:spPr>
          <a:xfrm>
            <a:off x="672353" y="69954"/>
            <a:ext cx="11232776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200" dirty="0">
                <a:solidFill>
                  <a:schemeClr val="bg1"/>
                </a:solidFill>
                <a:latin typeface="Century Gothic" panose="020B0502020202020204" pitchFamily="34" charset="0"/>
              </a:rPr>
              <a:t>Appreciate – Attitude of gratitude</a:t>
            </a:r>
            <a:endParaRPr lang="en-US" sz="5200" dirty="0">
              <a:solidFill>
                <a:schemeClr val="bg1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4B063A-56FC-68F3-AF34-DCF071DE86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-1" y="6492875"/>
            <a:ext cx="528919" cy="365125"/>
          </a:xfrm>
        </p:spPr>
        <p:txBody>
          <a:bodyPr/>
          <a:lstStyle/>
          <a:p>
            <a:fld id="{0F897CD2-57D8-4610-8E64-C03C1E4E4E05}" type="slidenum">
              <a:rPr lang="en-US" sz="1600" b="1" smtClean="0">
                <a:solidFill>
                  <a:schemeClr val="bg1"/>
                </a:solidFill>
              </a:rPr>
              <a:t>41</a:t>
            </a:fld>
            <a:endParaRPr lang="en-US" sz="1600" b="1" dirty="0">
              <a:solidFill>
                <a:schemeClr val="bg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E3901C3-9639-5CBB-3BE1-907F864270D9}"/>
              </a:ext>
            </a:extLst>
          </p:cNvPr>
          <p:cNvSpPr txBox="1"/>
          <p:nvPr/>
        </p:nvSpPr>
        <p:spPr>
          <a:xfrm>
            <a:off x="286871" y="1076104"/>
            <a:ext cx="11013475" cy="51090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28700" indent="-571500">
              <a:spcAft>
                <a:spcPts val="1200"/>
              </a:spcAft>
              <a:buClr>
                <a:srgbClr val="EE4238"/>
              </a:buClr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252260"/>
                </a:solidFill>
                <a:latin typeface="Century Gothic" panose="020B0502020202020204" pitchFamily="34" charset="0"/>
              </a:rPr>
              <a:t>Personal and immediate thank you’s</a:t>
            </a:r>
          </a:p>
          <a:p>
            <a:pPr marL="1028700" indent="-571500">
              <a:spcAft>
                <a:spcPts val="1200"/>
              </a:spcAft>
              <a:buClr>
                <a:srgbClr val="EE4238"/>
              </a:buClr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252260"/>
                </a:solidFill>
                <a:latin typeface="Century Gothic" panose="020B0502020202020204" pitchFamily="34" charset="0"/>
              </a:rPr>
              <a:t>Physical naming opportunities</a:t>
            </a:r>
          </a:p>
          <a:p>
            <a:pPr marL="1028700" indent="-571500">
              <a:spcAft>
                <a:spcPts val="1200"/>
              </a:spcAft>
              <a:buClr>
                <a:srgbClr val="EE4238"/>
              </a:buClr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252260"/>
                </a:solidFill>
                <a:latin typeface="Century Gothic" panose="020B0502020202020204" pitchFamily="34" charset="0"/>
              </a:rPr>
              <a:t>Appreciation events</a:t>
            </a:r>
          </a:p>
          <a:p>
            <a:pPr marL="1028700" indent="-571500">
              <a:spcAft>
                <a:spcPts val="1200"/>
              </a:spcAft>
              <a:buClr>
                <a:srgbClr val="EE4238"/>
              </a:buClr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252260"/>
                </a:solidFill>
                <a:latin typeface="Century Gothic" panose="020B0502020202020204" pitchFamily="34" charset="0"/>
              </a:rPr>
              <a:t>Special deliveries</a:t>
            </a:r>
          </a:p>
          <a:p>
            <a:pPr marL="1028700" indent="-571500">
              <a:spcAft>
                <a:spcPts val="1200"/>
              </a:spcAft>
              <a:buClr>
                <a:srgbClr val="EE4238"/>
              </a:buClr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252260"/>
                </a:solidFill>
                <a:latin typeface="Century Gothic" panose="020B0502020202020204" pitchFamily="34" charset="0"/>
              </a:rPr>
              <a:t>Gift stewardship</a:t>
            </a:r>
          </a:p>
          <a:p>
            <a:pPr marL="1485900" lvl="1" indent="-571500">
              <a:spcAft>
                <a:spcPts val="1200"/>
              </a:spcAft>
              <a:buClr>
                <a:srgbClr val="EE4238"/>
              </a:buClr>
              <a:buSzPct val="75000"/>
              <a:buFont typeface="Courier New" panose="02070309020205020404" pitchFamily="49" charset="0"/>
              <a:buChar char="o"/>
            </a:pPr>
            <a:r>
              <a:rPr lang="en-US" sz="3200" dirty="0">
                <a:solidFill>
                  <a:srgbClr val="252260"/>
                </a:solidFill>
                <a:latin typeface="Century Gothic" panose="020B0502020202020204" pitchFamily="34" charset="0"/>
              </a:rPr>
              <a:t>Reports</a:t>
            </a:r>
          </a:p>
          <a:p>
            <a:pPr marL="1485900" lvl="1" indent="-571500">
              <a:spcAft>
                <a:spcPts val="1200"/>
              </a:spcAft>
              <a:buClr>
                <a:srgbClr val="EE4238"/>
              </a:buClr>
              <a:buSzPct val="75000"/>
              <a:buFont typeface="Courier New" panose="02070309020205020404" pitchFamily="49" charset="0"/>
              <a:buChar char="o"/>
            </a:pPr>
            <a:r>
              <a:rPr lang="en-US" sz="3200" dirty="0">
                <a:solidFill>
                  <a:srgbClr val="252260"/>
                </a:solidFill>
                <a:latin typeface="Century Gothic" panose="020B0502020202020204" pitchFamily="34" charset="0"/>
              </a:rPr>
              <a:t>Meetings</a:t>
            </a:r>
          </a:p>
          <a:p>
            <a:pPr marL="1485900" lvl="1" indent="-571500">
              <a:spcAft>
                <a:spcPts val="1200"/>
              </a:spcAft>
              <a:buClr>
                <a:srgbClr val="EE4238"/>
              </a:buClr>
              <a:buSzPct val="75000"/>
              <a:buFont typeface="Courier New" panose="02070309020205020404" pitchFamily="49" charset="0"/>
              <a:buChar char="o"/>
            </a:pPr>
            <a:r>
              <a:rPr lang="en-US" sz="3200" dirty="0">
                <a:solidFill>
                  <a:srgbClr val="252260"/>
                </a:solidFill>
                <a:latin typeface="Century Gothic" panose="020B0502020202020204" pitchFamily="34" charset="0"/>
              </a:rPr>
              <a:t>Newsletter impact reports</a:t>
            </a:r>
          </a:p>
        </p:txBody>
      </p:sp>
    </p:spTree>
    <p:extLst>
      <p:ext uri="{BB962C8B-B14F-4D97-AF65-F5344CB8AC3E}">
        <p14:creationId xmlns:p14="http://schemas.microsoft.com/office/powerpoint/2010/main" val="62122232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9CBED602-B9AA-4E30-811B-082728B0E948}"/>
              </a:ext>
            </a:extLst>
          </p:cNvPr>
          <p:cNvGrpSpPr/>
          <p:nvPr/>
        </p:nvGrpSpPr>
        <p:grpSpPr>
          <a:xfrm>
            <a:off x="0" y="6316825"/>
            <a:ext cx="12192000" cy="541176"/>
            <a:chOff x="0" y="6078071"/>
            <a:chExt cx="12192000" cy="779929"/>
          </a:xfrm>
        </p:grpSpPr>
        <p:sp>
          <p:nvSpPr>
            <p:cNvPr id="3" name="Rectangle 24">
              <a:extLst>
                <a:ext uri="{FF2B5EF4-FFF2-40B4-BE49-F238E27FC236}">
                  <a16:creationId xmlns:a16="http://schemas.microsoft.com/office/drawing/2014/main" id="{C367CC84-698C-26A1-9D0F-CDAA043943DB}"/>
                </a:ext>
              </a:extLst>
            </p:cNvPr>
            <p:cNvSpPr/>
            <p:nvPr/>
          </p:nvSpPr>
          <p:spPr>
            <a:xfrm>
              <a:off x="0" y="6078071"/>
              <a:ext cx="12192000" cy="779929"/>
            </a:xfrm>
            <a:custGeom>
              <a:avLst/>
              <a:gdLst>
                <a:gd name="connsiteX0" fmla="*/ 0 w 12876028"/>
                <a:gd name="connsiteY0" fmla="*/ 0 h 1662721"/>
                <a:gd name="connsiteX1" fmla="*/ 12876028 w 12876028"/>
                <a:gd name="connsiteY1" fmla="*/ 0 h 1662721"/>
                <a:gd name="connsiteX2" fmla="*/ 12876028 w 12876028"/>
                <a:gd name="connsiteY2" fmla="*/ 1662721 h 1662721"/>
                <a:gd name="connsiteX3" fmla="*/ 0 w 12876028"/>
                <a:gd name="connsiteY3" fmla="*/ 1662721 h 1662721"/>
                <a:gd name="connsiteX4" fmla="*/ 0 w 12876028"/>
                <a:gd name="connsiteY4" fmla="*/ 0 h 1662721"/>
                <a:gd name="connsiteX0" fmla="*/ 0 w 12876028"/>
                <a:gd name="connsiteY0" fmla="*/ 893135 h 1662721"/>
                <a:gd name="connsiteX1" fmla="*/ 12876028 w 12876028"/>
                <a:gd name="connsiteY1" fmla="*/ 0 h 1662721"/>
                <a:gd name="connsiteX2" fmla="*/ 12876028 w 12876028"/>
                <a:gd name="connsiteY2" fmla="*/ 1662721 h 1662721"/>
                <a:gd name="connsiteX3" fmla="*/ 0 w 12876028"/>
                <a:gd name="connsiteY3" fmla="*/ 1662721 h 1662721"/>
                <a:gd name="connsiteX4" fmla="*/ 0 w 12876028"/>
                <a:gd name="connsiteY4" fmla="*/ 893135 h 16627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876028" h="1662721">
                  <a:moveTo>
                    <a:pt x="0" y="893135"/>
                  </a:moveTo>
                  <a:lnTo>
                    <a:pt x="12876028" y="0"/>
                  </a:lnTo>
                  <a:lnTo>
                    <a:pt x="12876028" y="1662721"/>
                  </a:lnTo>
                  <a:lnTo>
                    <a:pt x="0" y="1662721"/>
                  </a:lnTo>
                  <a:lnTo>
                    <a:pt x="0" y="893135"/>
                  </a:lnTo>
                  <a:close/>
                </a:path>
              </a:pathLst>
            </a:custGeom>
            <a:solidFill>
              <a:srgbClr val="DD403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706977B5-0C6C-A11B-E6C8-969AC985CA5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t="24486" b="24288"/>
            <a:stretch/>
          </p:blipFill>
          <p:spPr>
            <a:xfrm>
              <a:off x="10468947" y="6236638"/>
              <a:ext cx="1436181" cy="559334"/>
            </a:xfrm>
            <a:prstGeom prst="rect">
              <a:avLst/>
            </a:prstGeom>
          </p:spPr>
        </p:pic>
      </p:grp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4B063A-56FC-68F3-AF34-DCF071DE86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-1" y="6578082"/>
            <a:ext cx="528919" cy="279918"/>
          </a:xfrm>
        </p:spPr>
        <p:txBody>
          <a:bodyPr/>
          <a:lstStyle/>
          <a:p>
            <a:fld id="{0F897CD2-57D8-4610-8E64-C03C1E4E4E05}" type="slidenum">
              <a:rPr lang="en-US" sz="1600" b="1" smtClean="0">
                <a:solidFill>
                  <a:schemeClr val="bg1"/>
                </a:solidFill>
              </a:rPr>
              <a:t>42</a:t>
            </a:fld>
            <a:endParaRPr lang="en-US" sz="1600" b="1" dirty="0">
              <a:solidFill>
                <a:schemeClr val="bg1"/>
              </a:solidFill>
            </a:endParaRPr>
          </a:p>
        </p:txBody>
      </p:sp>
      <p:pic>
        <p:nvPicPr>
          <p:cNvPr id="7" name="Picture 6" descr="A close-up of a phone screen&#10;&#10;Description automatically generated">
            <a:extLst>
              <a:ext uri="{FF2B5EF4-FFF2-40B4-BE49-F238E27FC236}">
                <a16:creationId xmlns:a16="http://schemas.microsoft.com/office/drawing/2014/main" id="{26E074D8-386D-55B8-09E3-25E3398B048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9120" y="1362269"/>
            <a:ext cx="8753759" cy="339851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30067678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D5C5515-93AC-28C5-DBAF-E8F0684E991E}"/>
              </a:ext>
            </a:extLst>
          </p:cNvPr>
          <p:cNvSpPr/>
          <p:nvPr/>
        </p:nvSpPr>
        <p:spPr>
          <a:xfrm>
            <a:off x="5266282" y="940598"/>
            <a:ext cx="5213448" cy="1210123"/>
          </a:xfrm>
          <a:prstGeom prst="rect">
            <a:avLst/>
          </a:prstGeom>
          <a:solidFill>
            <a:srgbClr val="2522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Isosceles Triangle 25">
            <a:extLst>
              <a:ext uri="{FF2B5EF4-FFF2-40B4-BE49-F238E27FC236}">
                <a16:creationId xmlns:a16="http://schemas.microsoft.com/office/drawing/2014/main" id="{187A778D-2547-34D1-A5F5-97BC24E5AE17}"/>
              </a:ext>
            </a:extLst>
          </p:cNvPr>
          <p:cNvSpPr/>
          <p:nvPr/>
        </p:nvSpPr>
        <p:spPr>
          <a:xfrm rot="5400000">
            <a:off x="9903967" y="1072502"/>
            <a:ext cx="1859690" cy="869879"/>
          </a:xfrm>
          <a:prstGeom prst="triangle">
            <a:avLst/>
          </a:prstGeom>
          <a:solidFill>
            <a:srgbClr val="2522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A836DBD-B06B-C6BB-0A42-DFA3BD67A78B}"/>
              </a:ext>
            </a:extLst>
          </p:cNvPr>
          <p:cNvSpPr txBox="1"/>
          <p:nvPr/>
        </p:nvSpPr>
        <p:spPr>
          <a:xfrm>
            <a:off x="5240889" y="986770"/>
            <a:ext cx="602786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600" dirty="0">
                <a:solidFill>
                  <a:schemeClr val="bg1"/>
                </a:solidFill>
                <a:latin typeface="Century Gothic" panose="020B0502020202020204" pitchFamily="34" charset="0"/>
              </a:rPr>
              <a:t>Motivate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4ADFE021-7A52-F9D3-8D15-8995D4F0F921}"/>
              </a:ext>
            </a:extLst>
          </p:cNvPr>
          <p:cNvGrpSpPr/>
          <p:nvPr/>
        </p:nvGrpSpPr>
        <p:grpSpPr>
          <a:xfrm rot="6056267">
            <a:off x="715652" y="174710"/>
            <a:ext cx="5568739" cy="5579842"/>
            <a:chOff x="5436198" y="534230"/>
            <a:chExt cx="6314184" cy="6209392"/>
          </a:xfrm>
        </p:grpSpPr>
        <p:sp>
          <p:nvSpPr>
            <p:cNvPr id="4" name="Block Arc 1">
              <a:extLst>
                <a:ext uri="{FF2B5EF4-FFF2-40B4-BE49-F238E27FC236}">
                  <a16:creationId xmlns:a16="http://schemas.microsoft.com/office/drawing/2014/main" id="{3F548CDE-172C-5260-CE20-2F4807EE1972}"/>
                </a:ext>
              </a:extLst>
            </p:cNvPr>
            <p:cNvSpPr/>
            <p:nvPr/>
          </p:nvSpPr>
          <p:spPr>
            <a:xfrm rot="3037373">
              <a:off x="9392654" y="1530696"/>
              <a:ext cx="2314305" cy="715708"/>
            </a:xfrm>
            <a:custGeom>
              <a:avLst/>
              <a:gdLst>
                <a:gd name="connsiteX0" fmla="*/ 0 w 2391141"/>
                <a:gd name="connsiteY0" fmla="*/ 726679 h 1453358"/>
                <a:gd name="connsiteX1" fmla="*/ 1195571 w 2391141"/>
                <a:gd name="connsiteY1" fmla="*/ 0 h 1453358"/>
                <a:gd name="connsiteX2" fmla="*/ 2391142 w 2391141"/>
                <a:gd name="connsiteY2" fmla="*/ 726679 h 1453358"/>
                <a:gd name="connsiteX3" fmla="*/ 2027802 w 2391141"/>
                <a:gd name="connsiteY3" fmla="*/ 726679 h 1453358"/>
                <a:gd name="connsiteX4" fmla="*/ 1195571 w 2391141"/>
                <a:gd name="connsiteY4" fmla="*/ 363339 h 1453358"/>
                <a:gd name="connsiteX5" fmla="*/ 363340 w 2391141"/>
                <a:gd name="connsiteY5" fmla="*/ 726679 h 1453358"/>
                <a:gd name="connsiteX6" fmla="*/ 0 w 2391141"/>
                <a:gd name="connsiteY6" fmla="*/ 726679 h 1453358"/>
                <a:gd name="connsiteX0" fmla="*/ 0 w 2614878"/>
                <a:gd name="connsiteY0" fmla="*/ 727830 h 727830"/>
                <a:gd name="connsiteX1" fmla="*/ 1195571 w 2614878"/>
                <a:gd name="connsiteY1" fmla="*/ 1151 h 727830"/>
                <a:gd name="connsiteX2" fmla="*/ 2614878 w 2614878"/>
                <a:gd name="connsiteY2" fmla="*/ 611098 h 727830"/>
                <a:gd name="connsiteX3" fmla="*/ 2027802 w 2614878"/>
                <a:gd name="connsiteY3" fmla="*/ 727830 h 727830"/>
                <a:gd name="connsiteX4" fmla="*/ 1195571 w 2614878"/>
                <a:gd name="connsiteY4" fmla="*/ 364490 h 727830"/>
                <a:gd name="connsiteX5" fmla="*/ 363340 w 2614878"/>
                <a:gd name="connsiteY5" fmla="*/ 727830 h 727830"/>
                <a:gd name="connsiteX6" fmla="*/ 0 w 2614878"/>
                <a:gd name="connsiteY6" fmla="*/ 727830 h 727830"/>
                <a:gd name="connsiteX0" fmla="*/ 0 w 2614878"/>
                <a:gd name="connsiteY0" fmla="*/ 727830 h 727830"/>
                <a:gd name="connsiteX1" fmla="*/ 1195571 w 2614878"/>
                <a:gd name="connsiteY1" fmla="*/ 1151 h 727830"/>
                <a:gd name="connsiteX2" fmla="*/ 2614878 w 2614878"/>
                <a:gd name="connsiteY2" fmla="*/ 611098 h 727830"/>
                <a:gd name="connsiteX3" fmla="*/ 2251538 w 2614878"/>
                <a:gd name="connsiteY3" fmla="*/ 669464 h 727830"/>
                <a:gd name="connsiteX4" fmla="*/ 1195571 w 2614878"/>
                <a:gd name="connsiteY4" fmla="*/ 364490 h 727830"/>
                <a:gd name="connsiteX5" fmla="*/ 363340 w 2614878"/>
                <a:gd name="connsiteY5" fmla="*/ 727830 h 727830"/>
                <a:gd name="connsiteX6" fmla="*/ 0 w 2614878"/>
                <a:gd name="connsiteY6" fmla="*/ 727830 h 727830"/>
                <a:gd name="connsiteX0" fmla="*/ 0 w 2780249"/>
                <a:gd name="connsiteY0" fmla="*/ 590533 h 726720"/>
                <a:gd name="connsiteX1" fmla="*/ 1360942 w 2780249"/>
                <a:gd name="connsiteY1" fmla="*/ 41 h 726720"/>
                <a:gd name="connsiteX2" fmla="*/ 2780249 w 2780249"/>
                <a:gd name="connsiteY2" fmla="*/ 609988 h 726720"/>
                <a:gd name="connsiteX3" fmla="*/ 2416909 w 2780249"/>
                <a:gd name="connsiteY3" fmla="*/ 668354 h 726720"/>
                <a:gd name="connsiteX4" fmla="*/ 1360942 w 2780249"/>
                <a:gd name="connsiteY4" fmla="*/ 363380 h 726720"/>
                <a:gd name="connsiteX5" fmla="*/ 528711 w 2780249"/>
                <a:gd name="connsiteY5" fmla="*/ 726720 h 726720"/>
                <a:gd name="connsiteX6" fmla="*/ 0 w 2780249"/>
                <a:gd name="connsiteY6" fmla="*/ 590533 h 726720"/>
                <a:gd name="connsiteX0" fmla="*/ 0 w 2780249"/>
                <a:gd name="connsiteY0" fmla="*/ 590533 h 668354"/>
                <a:gd name="connsiteX1" fmla="*/ 1360942 w 2780249"/>
                <a:gd name="connsiteY1" fmla="*/ 41 h 668354"/>
                <a:gd name="connsiteX2" fmla="*/ 2780249 w 2780249"/>
                <a:gd name="connsiteY2" fmla="*/ 609988 h 668354"/>
                <a:gd name="connsiteX3" fmla="*/ 2416909 w 2780249"/>
                <a:gd name="connsiteY3" fmla="*/ 668354 h 668354"/>
                <a:gd name="connsiteX4" fmla="*/ 1360942 w 2780249"/>
                <a:gd name="connsiteY4" fmla="*/ 363380 h 668354"/>
                <a:gd name="connsiteX5" fmla="*/ 275792 w 2780249"/>
                <a:gd name="connsiteY5" fmla="*/ 639171 h 668354"/>
                <a:gd name="connsiteX6" fmla="*/ 0 w 2780249"/>
                <a:gd name="connsiteY6" fmla="*/ 590533 h 668354"/>
                <a:gd name="connsiteX0" fmla="*/ 0 w 2780249"/>
                <a:gd name="connsiteY0" fmla="*/ 590533 h 668354"/>
                <a:gd name="connsiteX1" fmla="*/ 1360942 w 2780249"/>
                <a:gd name="connsiteY1" fmla="*/ 41 h 668354"/>
                <a:gd name="connsiteX2" fmla="*/ 2780249 w 2780249"/>
                <a:gd name="connsiteY2" fmla="*/ 609988 h 668354"/>
                <a:gd name="connsiteX3" fmla="*/ 2416909 w 2780249"/>
                <a:gd name="connsiteY3" fmla="*/ 668354 h 668354"/>
                <a:gd name="connsiteX4" fmla="*/ 1351215 w 2780249"/>
                <a:gd name="connsiteY4" fmla="*/ 480112 h 668354"/>
                <a:gd name="connsiteX5" fmla="*/ 275792 w 2780249"/>
                <a:gd name="connsiteY5" fmla="*/ 639171 h 668354"/>
                <a:gd name="connsiteX6" fmla="*/ 0 w 2780249"/>
                <a:gd name="connsiteY6" fmla="*/ 590533 h 668354"/>
                <a:gd name="connsiteX0" fmla="*/ 0 w 2780249"/>
                <a:gd name="connsiteY0" fmla="*/ 590533 h 775358"/>
                <a:gd name="connsiteX1" fmla="*/ 1360942 w 2780249"/>
                <a:gd name="connsiteY1" fmla="*/ 41 h 775358"/>
                <a:gd name="connsiteX2" fmla="*/ 2780249 w 2780249"/>
                <a:gd name="connsiteY2" fmla="*/ 609988 h 775358"/>
                <a:gd name="connsiteX3" fmla="*/ 2329360 w 2780249"/>
                <a:gd name="connsiteY3" fmla="*/ 775358 h 775358"/>
                <a:gd name="connsiteX4" fmla="*/ 1351215 w 2780249"/>
                <a:gd name="connsiteY4" fmla="*/ 480112 h 775358"/>
                <a:gd name="connsiteX5" fmla="*/ 275792 w 2780249"/>
                <a:gd name="connsiteY5" fmla="*/ 639171 h 775358"/>
                <a:gd name="connsiteX6" fmla="*/ 0 w 2780249"/>
                <a:gd name="connsiteY6" fmla="*/ 590533 h 775358"/>
                <a:gd name="connsiteX0" fmla="*/ 0 w 2673245"/>
                <a:gd name="connsiteY0" fmla="*/ 600391 h 785216"/>
                <a:gd name="connsiteX1" fmla="*/ 1360942 w 2673245"/>
                <a:gd name="connsiteY1" fmla="*/ 9899 h 785216"/>
                <a:gd name="connsiteX2" fmla="*/ 2673245 w 2673245"/>
                <a:gd name="connsiteY2" fmla="*/ 405837 h 785216"/>
                <a:gd name="connsiteX3" fmla="*/ 2329360 w 2673245"/>
                <a:gd name="connsiteY3" fmla="*/ 785216 h 785216"/>
                <a:gd name="connsiteX4" fmla="*/ 1351215 w 2673245"/>
                <a:gd name="connsiteY4" fmla="*/ 489970 h 785216"/>
                <a:gd name="connsiteX5" fmla="*/ 275792 w 2673245"/>
                <a:gd name="connsiteY5" fmla="*/ 649029 h 785216"/>
                <a:gd name="connsiteX6" fmla="*/ 0 w 2673245"/>
                <a:gd name="connsiteY6" fmla="*/ 600391 h 785216"/>
                <a:gd name="connsiteX0" fmla="*/ 0 w 2673245"/>
                <a:gd name="connsiteY0" fmla="*/ 593348 h 778173"/>
                <a:gd name="connsiteX1" fmla="*/ 1360942 w 2673245"/>
                <a:gd name="connsiteY1" fmla="*/ 2856 h 778173"/>
                <a:gd name="connsiteX2" fmla="*/ 2673245 w 2673245"/>
                <a:gd name="connsiteY2" fmla="*/ 398794 h 778173"/>
                <a:gd name="connsiteX3" fmla="*/ 2329360 w 2673245"/>
                <a:gd name="connsiteY3" fmla="*/ 778173 h 778173"/>
                <a:gd name="connsiteX4" fmla="*/ 1351215 w 2673245"/>
                <a:gd name="connsiteY4" fmla="*/ 482927 h 778173"/>
                <a:gd name="connsiteX5" fmla="*/ 275792 w 2673245"/>
                <a:gd name="connsiteY5" fmla="*/ 641986 h 778173"/>
                <a:gd name="connsiteX6" fmla="*/ 0 w 2673245"/>
                <a:gd name="connsiteY6" fmla="*/ 593348 h 778173"/>
                <a:gd name="connsiteX0" fmla="*/ 0 w 2478691"/>
                <a:gd name="connsiteY0" fmla="*/ 293714 h 809279"/>
                <a:gd name="connsiteX1" fmla="*/ 1166388 w 2478691"/>
                <a:gd name="connsiteY1" fmla="*/ 33962 h 809279"/>
                <a:gd name="connsiteX2" fmla="*/ 2478691 w 2478691"/>
                <a:gd name="connsiteY2" fmla="*/ 429900 h 809279"/>
                <a:gd name="connsiteX3" fmla="*/ 2134806 w 2478691"/>
                <a:gd name="connsiteY3" fmla="*/ 809279 h 809279"/>
                <a:gd name="connsiteX4" fmla="*/ 1156661 w 2478691"/>
                <a:gd name="connsiteY4" fmla="*/ 514033 h 809279"/>
                <a:gd name="connsiteX5" fmla="*/ 81238 w 2478691"/>
                <a:gd name="connsiteY5" fmla="*/ 673092 h 809279"/>
                <a:gd name="connsiteX6" fmla="*/ 0 w 2478691"/>
                <a:gd name="connsiteY6" fmla="*/ 293714 h 809279"/>
                <a:gd name="connsiteX0" fmla="*/ 0 w 2478691"/>
                <a:gd name="connsiteY0" fmla="*/ 262275 h 777840"/>
                <a:gd name="connsiteX1" fmla="*/ 1166388 w 2478691"/>
                <a:gd name="connsiteY1" fmla="*/ 2523 h 777840"/>
                <a:gd name="connsiteX2" fmla="*/ 2478691 w 2478691"/>
                <a:gd name="connsiteY2" fmla="*/ 398461 h 777840"/>
                <a:gd name="connsiteX3" fmla="*/ 2134806 w 2478691"/>
                <a:gd name="connsiteY3" fmla="*/ 777840 h 777840"/>
                <a:gd name="connsiteX4" fmla="*/ 1156661 w 2478691"/>
                <a:gd name="connsiteY4" fmla="*/ 482594 h 777840"/>
                <a:gd name="connsiteX5" fmla="*/ 81238 w 2478691"/>
                <a:gd name="connsiteY5" fmla="*/ 641653 h 777840"/>
                <a:gd name="connsiteX6" fmla="*/ 0 w 2478691"/>
                <a:gd name="connsiteY6" fmla="*/ 262275 h 777840"/>
                <a:gd name="connsiteX0" fmla="*/ 0 w 2478691"/>
                <a:gd name="connsiteY0" fmla="*/ 262275 h 777841"/>
                <a:gd name="connsiteX1" fmla="*/ 1166388 w 2478691"/>
                <a:gd name="connsiteY1" fmla="*/ 2523 h 777841"/>
                <a:gd name="connsiteX2" fmla="*/ 2478691 w 2478691"/>
                <a:gd name="connsiteY2" fmla="*/ 398461 h 777841"/>
                <a:gd name="connsiteX3" fmla="*/ 2134806 w 2478691"/>
                <a:gd name="connsiteY3" fmla="*/ 777840 h 777841"/>
                <a:gd name="connsiteX4" fmla="*/ 1156661 w 2478691"/>
                <a:gd name="connsiteY4" fmla="*/ 482594 h 777841"/>
                <a:gd name="connsiteX5" fmla="*/ 178515 w 2478691"/>
                <a:gd name="connsiteY5" fmla="*/ 777841 h 777841"/>
                <a:gd name="connsiteX6" fmla="*/ 0 w 2478691"/>
                <a:gd name="connsiteY6" fmla="*/ 262275 h 777841"/>
                <a:gd name="connsiteX0" fmla="*/ 0 w 2478691"/>
                <a:gd name="connsiteY0" fmla="*/ 262275 h 777840"/>
                <a:gd name="connsiteX1" fmla="*/ 1166388 w 2478691"/>
                <a:gd name="connsiteY1" fmla="*/ 2523 h 777840"/>
                <a:gd name="connsiteX2" fmla="*/ 2478691 w 2478691"/>
                <a:gd name="connsiteY2" fmla="*/ 398461 h 777840"/>
                <a:gd name="connsiteX3" fmla="*/ 2134806 w 2478691"/>
                <a:gd name="connsiteY3" fmla="*/ 777840 h 777840"/>
                <a:gd name="connsiteX4" fmla="*/ 1156661 w 2478691"/>
                <a:gd name="connsiteY4" fmla="*/ 482594 h 777840"/>
                <a:gd name="connsiteX5" fmla="*/ 139604 w 2478691"/>
                <a:gd name="connsiteY5" fmla="*/ 748658 h 777840"/>
                <a:gd name="connsiteX6" fmla="*/ 0 w 2478691"/>
                <a:gd name="connsiteY6" fmla="*/ 262275 h 777840"/>
                <a:gd name="connsiteX0" fmla="*/ 0 w 2478691"/>
                <a:gd name="connsiteY0" fmla="*/ 262275 h 777840"/>
                <a:gd name="connsiteX1" fmla="*/ 1166388 w 2478691"/>
                <a:gd name="connsiteY1" fmla="*/ 2523 h 777840"/>
                <a:gd name="connsiteX2" fmla="*/ 2478691 w 2478691"/>
                <a:gd name="connsiteY2" fmla="*/ 398461 h 777840"/>
                <a:gd name="connsiteX3" fmla="*/ 2134806 w 2478691"/>
                <a:gd name="connsiteY3" fmla="*/ 777840 h 777840"/>
                <a:gd name="connsiteX4" fmla="*/ 1156661 w 2478691"/>
                <a:gd name="connsiteY4" fmla="*/ 482594 h 777840"/>
                <a:gd name="connsiteX5" fmla="*/ 139604 w 2478691"/>
                <a:gd name="connsiteY5" fmla="*/ 748658 h 777840"/>
                <a:gd name="connsiteX6" fmla="*/ 0 w 2478691"/>
                <a:gd name="connsiteY6" fmla="*/ 262275 h 777840"/>
                <a:gd name="connsiteX0" fmla="*/ 0 w 2478691"/>
                <a:gd name="connsiteY0" fmla="*/ 262275 h 797295"/>
                <a:gd name="connsiteX1" fmla="*/ 1166388 w 2478691"/>
                <a:gd name="connsiteY1" fmla="*/ 2523 h 797295"/>
                <a:gd name="connsiteX2" fmla="*/ 2478691 w 2478691"/>
                <a:gd name="connsiteY2" fmla="*/ 398461 h 797295"/>
                <a:gd name="connsiteX3" fmla="*/ 2144534 w 2478691"/>
                <a:gd name="connsiteY3" fmla="*/ 797295 h 797295"/>
                <a:gd name="connsiteX4" fmla="*/ 1156661 w 2478691"/>
                <a:gd name="connsiteY4" fmla="*/ 482594 h 797295"/>
                <a:gd name="connsiteX5" fmla="*/ 139604 w 2478691"/>
                <a:gd name="connsiteY5" fmla="*/ 748658 h 797295"/>
                <a:gd name="connsiteX6" fmla="*/ 0 w 2478691"/>
                <a:gd name="connsiteY6" fmla="*/ 262275 h 797295"/>
                <a:gd name="connsiteX0" fmla="*/ 0 w 2478691"/>
                <a:gd name="connsiteY0" fmla="*/ 262275 h 797295"/>
                <a:gd name="connsiteX1" fmla="*/ 1166388 w 2478691"/>
                <a:gd name="connsiteY1" fmla="*/ 2523 h 797295"/>
                <a:gd name="connsiteX2" fmla="*/ 2478691 w 2478691"/>
                <a:gd name="connsiteY2" fmla="*/ 398461 h 797295"/>
                <a:gd name="connsiteX3" fmla="*/ 2144534 w 2478691"/>
                <a:gd name="connsiteY3" fmla="*/ 797295 h 797295"/>
                <a:gd name="connsiteX4" fmla="*/ 1156661 w 2478691"/>
                <a:gd name="connsiteY4" fmla="*/ 482594 h 797295"/>
                <a:gd name="connsiteX5" fmla="*/ 139604 w 2478691"/>
                <a:gd name="connsiteY5" fmla="*/ 748658 h 797295"/>
                <a:gd name="connsiteX6" fmla="*/ 0 w 2478691"/>
                <a:gd name="connsiteY6" fmla="*/ 262275 h 797295"/>
                <a:gd name="connsiteX0" fmla="*/ 0 w 2309168"/>
                <a:gd name="connsiteY0" fmla="*/ 259772 h 794792"/>
                <a:gd name="connsiteX1" fmla="*/ 1166388 w 2309168"/>
                <a:gd name="connsiteY1" fmla="*/ 20 h 794792"/>
                <a:gd name="connsiteX2" fmla="*/ 2309168 w 2309168"/>
                <a:gd name="connsiteY2" fmla="*/ 270099 h 794792"/>
                <a:gd name="connsiteX3" fmla="*/ 2144534 w 2309168"/>
                <a:gd name="connsiteY3" fmla="*/ 794792 h 794792"/>
                <a:gd name="connsiteX4" fmla="*/ 1156661 w 2309168"/>
                <a:gd name="connsiteY4" fmla="*/ 480091 h 794792"/>
                <a:gd name="connsiteX5" fmla="*/ 139604 w 2309168"/>
                <a:gd name="connsiteY5" fmla="*/ 746155 h 794792"/>
                <a:gd name="connsiteX6" fmla="*/ 0 w 2309168"/>
                <a:gd name="connsiteY6" fmla="*/ 259772 h 794792"/>
                <a:gd name="connsiteX0" fmla="*/ 0 w 2309168"/>
                <a:gd name="connsiteY0" fmla="*/ 259772 h 794792"/>
                <a:gd name="connsiteX1" fmla="*/ 1166388 w 2309168"/>
                <a:gd name="connsiteY1" fmla="*/ 20 h 794792"/>
                <a:gd name="connsiteX2" fmla="*/ 2309168 w 2309168"/>
                <a:gd name="connsiteY2" fmla="*/ 270099 h 794792"/>
                <a:gd name="connsiteX3" fmla="*/ 2144534 w 2309168"/>
                <a:gd name="connsiteY3" fmla="*/ 794792 h 794792"/>
                <a:gd name="connsiteX4" fmla="*/ 1156661 w 2309168"/>
                <a:gd name="connsiteY4" fmla="*/ 480091 h 794792"/>
                <a:gd name="connsiteX5" fmla="*/ 139604 w 2309168"/>
                <a:gd name="connsiteY5" fmla="*/ 746155 h 794792"/>
                <a:gd name="connsiteX6" fmla="*/ 0 w 2309168"/>
                <a:gd name="connsiteY6" fmla="*/ 259772 h 794792"/>
                <a:gd name="connsiteX0" fmla="*/ 0 w 2309168"/>
                <a:gd name="connsiteY0" fmla="*/ 259772 h 746155"/>
                <a:gd name="connsiteX1" fmla="*/ 1166388 w 2309168"/>
                <a:gd name="connsiteY1" fmla="*/ 20 h 746155"/>
                <a:gd name="connsiteX2" fmla="*/ 2309168 w 2309168"/>
                <a:gd name="connsiteY2" fmla="*/ 270099 h 746155"/>
                <a:gd name="connsiteX3" fmla="*/ 2121417 w 2309168"/>
                <a:gd name="connsiteY3" fmla="*/ 707462 h 746155"/>
                <a:gd name="connsiteX4" fmla="*/ 1156661 w 2309168"/>
                <a:gd name="connsiteY4" fmla="*/ 480091 h 746155"/>
                <a:gd name="connsiteX5" fmla="*/ 139604 w 2309168"/>
                <a:gd name="connsiteY5" fmla="*/ 746155 h 746155"/>
                <a:gd name="connsiteX6" fmla="*/ 0 w 2309168"/>
                <a:gd name="connsiteY6" fmla="*/ 259772 h 746155"/>
                <a:gd name="connsiteX0" fmla="*/ 0 w 2309168"/>
                <a:gd name="connsiteY0" fmla="*/ 259772 h 746155"/>
                <a:gd name="connsiteX1" fmla="*/ 1166388 w 2309168"/>
                <a:gd name="connsiteY1" fmla="*/ 20 h 746155"/>
                <a:gd name="connsiteX2" fmla="*/ 2309168 w 2309168"/>
                <a:gd name="connsiteY2" fmla="*/ 270099 h 746155"/>
                <a:gd name="connsiteX3" fmla="*/ 2121417 w 2309168"/>
                <a:gd name="connsiteY3" fmla="*/ 707462 h 746155"/>
                <a:gd name="connsiteX4" fmla="*/ 1156661 w 2309168"/>
                <a:gd name="connsiteY4" fmla="*/ 480091 h 746155"/>
                <a:gd name="connsiteX5" fmla="*/ 139604 w 2309168"/>
                <a:gd name="connsiteY5" fmla="*/ 746155 h 746155"/>
                <a:gd name="connsiteX6" fmla="*/ 0 w 2309168"/>
                <a:gd name="connsiteY6" fmla="*/ 259772 h 746155"/>
                <a:gd name="connsiteX0" fmla="*/ 0 w 2309168"/>
                <a:gd name="connsiteY0" fmla="*/ 226793 h 746567"/>
                <a:gd name="connsiteX1" fmla="*/ 1166388 w 2309168"/>
                <a:gd name="connsiteY1" fmla="*/ 432 h 746567"/>
                <a:gd name="connsiteX2" fmla="*/ 2309168 w 2309168"/>
                <a:gd name="connsiteY2" fmla="*/ 270511 h 746567"/>
                <a:gd name="connsiteX3" fmla="*/ 2121417 w 2309168"/>
                <a:gd name="connsiteY3" fmla="*/ 707874 h 746567"/>
                <a:gd name="connsiteX4" fmla="*/ 1156661 w 2309168"/>
                <a:gd name="connsiteY4" fmla="*/ 480503 h 746567"/>
                <a:gd name="connsiteX5" fmla="*/ 139604 w 2309168"/>
                <a:gd name="connsiteY5" fmla="*/ 746567 h 746567"/>
                <a:gd name="connsiteX6" fmla="*/ 0 w 2309168"/>
                <a:gd name="connsiteY6" fmla="*/ 226793 h 746567"/>
                <a:gd name="connsiteX0" fmla="*/ 0 w 2309168"/>
                <a:gd name="connsiteY0" fmla="*/ 226663 h 746437"/>
                <a:gd name="connsiteX1" fmla="*/ 1166388 w 2309168"/>
                <a:gd name="connsiteY1" fmla="*/ 302 h 746437"/>
                <a:gd name="connsiteX2" fmla="*/ 2309168 w 2309168"/>
                <a:gd name="connsiteY2" fmla="*/ 270381 h 746437"/>
                <a:gd name="connsiteX3" fmla="*/ 2121417 w 2309168"/>
                <a:gd name="connsiteY3" fmla="*/ 707744 h 746437"/>
                <a:gd name="connsiteX4" fmla="*/ 1156661 w 2309168"/>
                <a:gd name="connsiteY4" fmla="*/ 480373 h 746437"/>
                <a:gd name="connsiteX5" fmla="*/ 139604 w 2309168"/>
                <a:gd name="connsiteY5" fmla="*/ 746437 h 746437"/>
                <a:gd name="connsiteX6" fmla="*/ 0 w 2309168"/>
                <a:gd name="connsiteY6" fmla="*/ 226663 h 746437"/>
                <a:gd name="connsiteX0" fmla="*/ 0 w 2309168"/>
                <a:gd name="connsiteY0" fmla="*/ 226614 h 746388"/>
                <a:gd name="connsiteX1" fmla="*/ 1166388 w 2309168"/>
                <a:gd name="connsiteY1" fmla="*/ 253 h 746388"/>
                <a:gd name="connsiteX2" fmla="*/ 2309168 w 2309168"/>
                <a:gd name="connsiteY2" fmla="*/ 270332 h 746388"/>
                <a:gd name="connsiteX3" fmla="*/ 2121417 w 2309168"/>
                <a:gd name="connsiteY3" fmla="*/ 707695 h 746388"/>
                <a:gd name="connsiteX4" fmla="*/ 1156661 w 2309168"/>
                <a:gd name="connsiteY4" fmla="*/ 480324 h 746388"/>
                <a:gd name="connsiteX5" fmla="*/ 139604 w 2309168"/>
                <a:gd name="connsiteY5" fmla="*/ 746388 h 746388"/>
                <a:gd name="connsiteX6" fmla="*/ 0 w 2309168"/>
                <a:gd name="connsiteY6" fmla="*/ 226614 h 746388"/>
                <a:gd name="connsiteX0" fmla="*/ 0 w 2309168"/>
                <a:gd name="connsiteY0" fmla="*/ 231692 h 746328"/>
                <a:gd name="connsiteX1" fmla="*/ 1166388 w 2309168"/>
                <a:gd name="connsiteY1" fmla="*/ 193 h 746328"/>
                <a:gd name="connsiteX2" fmla="*/ 2309168 w 2309168"/>
                <a:gd name="connsiteY2" fmla="*/ 270272 h 746328"/>
                <a:gd name="connsiteX3" fmla="*/ 2121417 w 2309168"/>
                <a:gd name="connsiteY3" fmla="*/ 707635 h 746328"/>
                <a:gd name="connsiteX4" fmla="*/ 1156661 w 2309168"/>
                <a:gd name="connsiteY4" fmla="*/ 480264 h 746328"/>
                <a:gd name="connsiteX5" fmla="*/ 139604 w 2309168"/>
                <a:gd name="connsiteY5" fmla="*/ 746328 h 746328"/>
                <a:gd name="connsiteX6" fmla="*/ 0 w 2309168"/>
                <a:gd name="connsiteY6" fmla="*/ 231692 h 746328"/>
                <a:gd name="connsiteX0" fmla="*/ 0 w 2309168"/>
                <a:gd name="connsiteY0" fmla="*/ 231692 h 707635"/>
                <a:gd name="connsiteX1" fmla="*/ 1166388 w 2309168"/>
                <a:gd name="connsiteY1" fmla="*/ 193 h 707635"/>
                <a:gd name="connsiteX2" fmla="*/ 2309168 w 2309168"/>
                <a:gd name="connsiteY2" fmla="*/ 270272 h 707635"/>
                <a:gd name="connsiteX3" fmla="*/ 2121417 w 2309168"/>
                <a:gd name="connsiteY3" fmla="*/ 707635 h 707635"/>
                <a:gd name="connsiteX4" fmla="*/ 1156661 w 2309168"/>
                <a:gd name="connsiteY4" fmla="*/ 480264 h 707635"/>
                <a:gd name="connsiteX5" fmla="*/ 172995 w 2309168"/>
                <a:gd name="connsiteY5" fmla="*/ 684683 h 707635"/>
                <a:gd name="connsiteX6" fmla="*/ 0 w 2309168"/>
                <a:gd name="connsiteY6" fmla="*/ 231692 h 707635"/>
                <a:gd name="connsiteX0" fmla="*/ 0 w 2309168"/>
                <a:gd name="connsiteY0" fmla="*/ 231692 h 707635"/>
                <a:gd name="connsiteX1" fmla="*/ 1166388 w 2309168"/>
                <a:gd name="connsiteY1" fmla="*/ 193 h 707635"/>
                <a:gd name="connsiteX2" fmla="*/ 2309168 w 2309168"/>
                <a:gd name="connsiteY2" fmla="*/ 270272 h 707635"/>
                <a:gd name="connsiteX3" fmla="*/ 2121417 w 2309168"/>
                <a:gd name="connsiteY3" fmla="*/ 707635 h 707635"/>
                <a:gd name="connsiteX4" fmla="*/ 1156661 w 2309168"/>
                <a:gd name="connsiteY4" fmla="*/ 480264 h 707635"/>
                <a:gd name="connsiteX5" fmla="*/ 172995 w 2309168"/>
                <a:gd name="connsiteY5" fmla="*/ 684683 h 707635"/>
                <a:gd name="connsiteX6" fmla="*/ 0 w 2309168"/>
                <a:gd name="connsiteY6" fmla="*/ 231692 h 707635"/>
                <a:gd name="connsiteX0" fmla="*/ 0 w 2309168"/>
                <a:gd name="connsiteY0" fmla="*/ 231692 h 715340"/>
                <a:gd name="connsiteX1" fmla="*/ 1166388 w 2309168"/>
                <a:gd name="connsiteY1" fmla="*/ 193 h 715340"/>
                <a:gd name="connsiteX2" fmla="*/ 2309168 w 2309168"/>
                <a:gd name="connsiteY2" fmla="*/ 270272 h 715340"/>
                <a:gd name="connsiteX3" fmla="*/ 2123986 w 2309168"/>
                <a:gd name="connsiteY3" fmla="*/ 715340 h 715340"/>
                <a:gd name="connsiteX4" fmla="*/ 1156661 w 2309168"/>
                <a:gd name="connsiteY4" fmla="*/ 480264 h 715340"/>
                <a:gd name="connsiteX5" fmla="*/ 172995 w 2309168"/>
                <a:gd name="connsiteY5" fmla="*/ 684683 h 715340"/>
                <a:gd name="connsiteX6" fmla="*/ 0 w 2309168"/>
                <a:gd name="connsiteY6" fmla="*/ 231692 h 715340"/>
                <a:gd name="connsiteX0" fmla="*/ 0 w 2309168"/>
                <a:gd name="connsiteY0" fmla="*/ 231692 h 715340"/>
                <a:gd name="connsiteX1" fmla="*/ 1166388 w 2309168"/>
                <a:gd name="connsiteY1" fmla="*/ 193 h 715340"/>
                <a:gd name="connsiteX2" fmla="*/ 2309168 w 2309168"/>
                <a:gd name="connsiteY2" fmla="*/ 270272 h 715340"/>
                <a:gd name="connsiteX3" fmla="*/ 2123986 w 2309168"/>
                <a:gd name="connsiteY3" fmla="*/ 715340 h 715340"/>
                <a:gd name="connsiteX4" fmla="*/ 1156661 w 2309168"/>
                <a:gd name="connsiteY4" fmla="*/ 480264 h 715340"/>
                <a:gd name="connsiteX5" fmla="*/ 172995 w 2309168"/>
                <a:gd name="connsiteY5" fmla="*/ 684683 h 715340"/>
                <a:gd name="connsiteX6" fmla="*/ 0 w 2309168"/>
                <a:gd name="connsiteY6" fmla="*/ 231692 h 715340"/>
                <a:gd name="connsiteX0" fmla="*/ 0 w 2309168"/>
                <a:gd name="connsiteY0" fmla="*/ 231692 h 715340"/>
                <a:gd name="connsiteX1" fmla="*/ 1166388 w 2309168"/>
                <a:gd name="connsiteY1" fmla="*/ 193 h 715340"/>
                <a:gd name="connsiteX2" fmla="*/ 2309168 w 2309168"/>
                <a:gd name="connsiteY2" fmla="*/ 270272 h 715340"/>
                <a:gd name="connsiteX3" fmla="*/ 2123986 w 2309168"/>
                <a:gd name="connsiteY3" fmla="*/ 715340 h 715340"/>
                <a:gd name="connsiteX4" fmla="*/ 1156661 w 2309168"/>
                <a:gd name="connsiteY4" fmla="*/ 480264 h 715340"/>
                <a:gd name="connsiteX5" fmla="*/ 172995 w 2309168"/>
                <a:gd name="connsiteY5" fmla="*/ 684683 h 715340"/>
                <a:gd name="connsiteX6" fmla="*/ 0 w 2309168"/>
                <a:gd name="connsiteY6" fmla="*/ 231692 h 715340"/>
                <a:gd name="connsiteX0" fmla="*/ 0 w 2314305"/>
                <a:gd name="connsiteY0" fmla="*/ 231543 h 715191"/>
                <a:gd name="connsiteX1" fmla="*/ 1166388 w 2314305"/>
                <a:gd name="connsiteY1" fmla="*/ 44 h 715191"/>
                <a:gd name="connsiteX2" fmla="*/ 2314305 w 2314305"/>
                <a:gd name="connsiteY2" fmla="*/ 249575 h 715191"/>
                <a:gd name="connsiteX3" fmla="*/ 2123986 w 2314305"/>
                <a:gd name="connsiteY3" fmla="*/ 715191 h 715191"/>
                <a:gd name="connsiteX4" fmla="*/ 1156661 w 2314305"/>
                <a:gd name="connsiteY4" fmla="*/ 480115 h 715191"/>
                <a:gd name="connsiteX5" fmla="*/ 172995 w 2314305"/>
                <a:gd name="connsiteY5" fmla="*/ 684534 h 715191"/>
                <a:gd name="connsiteX6" fmla="*/ 0 w 2314305"/>
                <a:gd name="connsiteY6" fmla="*/ 231543 h 715191"/>
                <a:gd name="connsiteX0" fmla="*/ 0 w 2314305"/>
                <a:gd name="connsiteY0" fmla="*/ 231543 h 715191"/>
                <a:gd name="connsiteX1" fmla="*/ 1166388 w 2314305"/>
                <a:gd name="connsiteY1" fmla="*/ 44 h 715191"/>
                <a:gd name="connsiteX2" fmla="*/ 2314305 w 2314305"/>
                <a:gd name="connsiteY2" fmla="*/ 249575 h 715191"/>
                <a:gd name="connsiteX3" fmla="*/ 2123986 w 2314305"/>
                <a:gd name="connsiteY3" fmla="*/ 715191 h 715191"/>
                <a:gd name="connsiteX4" fmla="*/ 1156661 w 2314305"/>
                <a:gd name="connsiteY4" fmla="*/ 480115 h 715191"/>
                <a:gd name="connsiteX5" fmla="*/ 172995 w 2314305"/>
                <a:gd name="connsiteY5" fmla="*/ 684534 h 715191"/>
                <a:gd name="connsiteX6" fmla="*/ 0 w 2314305"/>
                <a:gd name="connsiteY6" fmla="*/ 231543 h 715191"/>
                <a:gd name="connsiteX0" fmla="*/ 0 w 2314305"/>
                <a:gd name="connsiteY0" fmla="*/ 231550 h 715198"/>
                <a:gd name="connsiteX1" fmla="*/ 1166388 w 2314305"/>
                <a:gd name="connsiteY1" fmla="*/ 51 h 715198"/>
                <a:gd name="connsiteX2" fmla="*/ 2314305 w 2314305"/>
                <a:gd name="connsiteY2" fmla="*/ 249582 h 715198"/>
                <a:gd name="connsiteX3" fmla="*/ 2123986 w 2314305"/>
                <a:gd name="connsiteY3" fmla="*/ 715198 h 715198"/>
                <a:gd name="connsiteX4" fmla="*/ 1156661 w 2314305"/>
                <a:gd name="connsiteY4" fmla="*/ 480122 h 715198"/>
                <a:gd name="connsiteX5" fmla="*/ 172995 w 2314305"/>
                <a:gd name="connsiteY5" fmla="*/ 684541 h 715198"/>
                <a:gd name="connsiteX6" fmla="*/ 0 w 2314305"/>
                <a:gd name="connsiteY6" fmla="*/ 231550 h 715198"/>
                <a:gd name="connsiteX0" fmla="*/ 0 w 2314305"/>
                <a:gd name="connsiteY0" fmla="*/ 233092 h 716740"/>
                <a:gd name="connsiteX1" fmla="*/ 1166388 w 2314305"/>
                <a:gd name="connsiteY1" fmla="*/ 1593 h 716740"/>
                <a:gd name="connsiteX2" fmla="*/ 2314305 w 2314305"/>
                <a:gd name="connsiteY2" fmla="*/ 251124 h 716740"/>
                <a:gd name="connsiteX3" fmla="*/ 2123986 w 2314305"/>
                <a:gd name="connsiteY3" fmla="*/ 716740 h 716740"/>
                <a:gd name="connsiteX4" fmla="*/ 1156661 w 2314305"/>
                <a:gd name="connsiteY4" fmla="*/ 481664 h 716740"/>
                <a:gd name="connsiteX5" fmla="*/ 172995 w 2314305"/>
                <a:gd name="connsiteY5" fmla="*/ 686083 h 716740"/>
                <a:gd name="connsiteX6" fmla="*/ 0 w 2314305"/>
                <a:gd name="connsiteY6" fmla="*/ 233092 h 716740"/>
                <a:gd name="connsiteX0" fmla="*/ 0 w 2314305"/>
                <a:gd name="connsiteY0" fmla="*/ 231523 h 715171"/>
                <a:gd name="connsiteX1" fmla="*/ 1166388 w 2314305"/>
                <a:gd name="connsiteY1" fmla="*/ 24 h 715171"/>
                <a:gd name="connsiteX2" fmla="*/ 2314305 w 2314305"/>
                <a:gd name="connsiteY2" fmla="*/ 249555 h 715171"/>
                <a:gd name="connsiteX3" fmla="*/ 2123986 w 2314305"/>
                <a:gd name="connsiteY3" fmla="*/ 715171 h 715171"/>
                <a:gd name="connsiteX4" fmla="*/ 1156661 w 2314305"/>
                <a:gd name="connsiteY4" fmla="*/ 480095 h 715171"/>
                <a:gd name="connsiteX5" fmla="*/ 172995 w 2314305"/>
                <a:gd name="connsiteY5" fmla="*/ 684514 h 715171"/>
                <a:gd name="connsiteX6" fmla="*/ 0 w 2314305"/>
                <a:gd name="connsiteY6" fmla="*/ 231523 h 715171"/>
                <a:gd name="connsiteX0" fmla="*/ 0 w 2314305"/>
                <a:gd name="connsiteY0" fmla="*/ 231550 h 715198"/>
                <a:gd name="connsiteX1" fmla="*/ 1166388 w 2314305"/>
                <a:gd name="connsiteY1" fmla="*/ 51 h 715198"/>
                <a:gd name="connsiteX2" fmla="*/ 2314305 w 2314305"/>
                <a:gd name="connsiteY2" fmla="*/ 249582 h 715198"/>
                <a:gd name="connsiteX3" fmla="*/ 2123986 w 2314305"/>
                <a:gd name="connsiteY3" fmla="*/ 715198 h 715198"/>
                <a:gd name="connsiteX4" fmla="*/ 1156661 w 2314305"/>
                <a:gd name="connsiteY4" fmla="*/ 480122 h 715198"/>
                <a:gd name="connsiteX5" fmla="*/ 172995 w 2314305"/>
                <a:gd name="connsiteY5" fmla="*/ 684541 h 715198"/>
                <a:gd name="connsiteX6" fmla="*/ 0 w 2314305"/>
                <a:gd name="connsiteY6" fmla="*/ 231550 h 715198"/>
                <a:gd name="connsiteX0" fmla="*/ 0 w 2314305"/>
                <a:gd name="connsiteY0" fmla="*/ 232088 h 715736"/>
                <a:gd name="connsiteX1" fmla="*/ 1166388 w 2314305"/>
                <a:gd name="connsiteY1" fmla="*/ 589 h 715736"/>
                <a:gd name="connsiteX2" fmla="*/ 2314305 w 2314305"/>
                <a:gd name="connsiteY2" fmla="*/ 250120 h 715736"/>
                <a:gd name="connsiteX3" fmla="*/ 2123986 w 2314305"/>
                <a:gd name="connsiteY3" fmla="*/ 715736 h 715736"/>
                <a:gd name="connsiteX4" fmla="*/ 1156661 w 2314305"/>
                <a:gd name="connsiteY4" fmla="*/ 480660 h 715736"/>
                <a:gd name="connsiteX5" fmla="*/ 172995 w 2314305"/>
                <a:gd name="connsiteY5" fmla="*/ 685079 h 715736"/>
                <a:gd name="connsiteX6" fmla="*/ 0 w 2314305"/>
                <a:gd name="connsiteY6" fmla="*/ 232088 h 715736"/>
                <a:gd name="connsiteX0" fmla="*/ 0 w 2314305"/>
                <a:gd name="connsiteY0" fmla="*/ 232088 h 715736"/>
                <a:gd name="connsiteX1" fmla="*/ 1166388 w 2314305"/>
                <a:gd name="connsiteY1" fmla="*/ 589 h 715736"/>
                <a:gd name="connsiteX2" fmla="*/ 2314305 w 2314305"/>
                <a:gd name="connsiteY2" fmla="*/ 250120 h 715736"/>
                <a:gd name="connsiteX3" fmla="*/ 2123986 w 2314305"/>
                <a:gd name="connsiteY3" fmla="*/ 715736 h 715736"/>
                <a:gd name="connsiteX4" fmla="*/ 1156661 w 2314305"/>
                <a:gd name="connsiteY4" fmla="*/ 480660 h 715736"/>
                <a:gd name="connsiteX5" fmla="*/ 172995 w 2314305"/>
                <a:gd name="connsiteY5" fmla="*/ 685079 h 715736"/>
                <a:gd name="connsiteX6" fmla="*/ 0 w 2314305"/>
                <a:gd name="connsiteY6" fmla="*/ 232088 h 715736"/>
                <a:gd name="connsiteX0" fmla="*/ 0 w 2314305"/>
                <a:gd name="connsiteY0" fmla="*/ 232088 h 715736"/>
                <a:gd name="connsiteX1" fmla="*/ 1166388 w 2314305"/>
                <a:gd name="connsiteY1" fmla="*/ 589 h 715736"/>
                <a:gd name="connsiteX2" fmla="*/ 2314305 w 2314305"/>
                <a:gd name="connsiteY2" fmla="*/ 250120 h 715736"/>
                <a:gd name="connsiteX3" fmla="*/ 2123986 w 2314305"/>
                <a:gd name="connsiteY3" fmla="*/ 715736 h 715736"/>
                <a:gd name="connsiteX4" fmla="*/ 1156661 w 2314305"/>
                <a:gd name="connsiteY4" fmla="*/ 480660 h 715736"/>
                <a:gd name="connsiteX5" fmla="*/ 172995 w 2314305"/>
                <a:gd name="connsiteY5" fmla="*/ 685079 h 715736"/>
                <a:gd name="connsiteX6" fmla="*/ 0 w 2314305"/>
                <a:gd name="connsiteY6" fmla="*/ 232088 h 715736"/>
                <a:gd name="connsiteX0" fmla="*/ 0 w 2314305"/>
                <a:gd name="connsiteY0" fmla="*/ 232060 h 715708"/>
                <a:gd name="connsiteX1" fmla="*/ 1166388 w 2314305"/>
                <a:gd name="connsiteY1" fmla="*/ 561 h 715708"/>
                <a:gd name="connsiteX2" fmla="*/ 2314305 w 2314305"/>
                <a:gd name="connsiteY2" fmla="*/ 250092 h 715708"/>
                <a:gd name="connsiteX3" fmla="*/ 2123986 w 2314305"/>
                <a:gd name="connsiteY3" fmla="*/ 715708 h 715708"/>
                <a:gd name="connsiteX4" fmla="*/ 1156661 w 2314305"/>
                <a:gd name="connsiteY4" fmla="*/ 480632 h 715708"/>
                <a:gd name="connsiteX5" fmla="*/ 172995 w 2314305"/>
                <a:gd name="connsiteY5" fmla="*/ 685051 h 715708"/>
                <a:gd name="connsiteX6" fmla="*/ 0 w 2314305"/>
                <a:gd name="connsiteY6" fmla="*/ 232060 h 7157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314305" h="715708">
                  <a:moveTo>
                    <a:pt x="0" y="232060"/>
                  </a:moveTo>
                  <a:cubicBezTo>
                    <a:pt x="116349" y="135016"/>
                    <a:pt x="772966" y="-10150"/>
                    <a:pt x="1166388" y="561"/>
                  </a:cubicBezTo>
                  <a:cubicBezTo>
                    <a:pt x="1559810" y="11272"/>
                    <a:pt x="1962415" y="54514"/>
                    <a:pt x="2314305" y="250092"/>
                  </a:cubicBezTo>
                  <a:cubicBezTo>
                    <a:pt x="2236857" y="411910"/>
                    <a:pt x="2305049" y="284904"/>
                    <a:pt x="2123986" y="715708"/>
                  </a:cubicBezTo>
                  <a:cubicBezTo>
                    <a:pt x="2077752" y="646036"/>
                    <a:pt x="1616289" y="480632"/>
                    <a:pt x="1156661" y="480632"/>
                  </a:cubicBezTo>
                  <a:cubicBezTo>
                    <a:pt x="697033" y="480632"/>
                    <a:pt x="257593" y="589531"/>
                    <a:pt x="172995" y="685051"/>
                  </a:cubicBezTo>
                  <a:lnTo>
                    <a:pt x="0" y="232060"/>
                  </a:lnTo>
                  <a:close/>
                </a:path>
              </a:pathLst>
            </a:custGeom>
            <a:solidFill>
              <a:srgbClr val="F18120"/>
            </a:solidFill>
            <a:ln>
              <a:solidFill>
                <a:srgbClr val="F1812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5" name="Block Arc 1">
              <a:extLst>
                <a:ext uri="{FF2B5EF4-FFF2-40B4-BE49-F238E27FC236}">
                  <a16:creationId xmlns:a16="http://schemas.microsoft.com/office/drawing/2014/main" id="{0CFC99D9-D4B4-A7EB-BC2E-0D3AABCD0784}"/>
                </a:ext>
              </a:extLst>
            </p:cNvPr>
            <p:cNvSpPr/>
            <p:nvPr/>
          </p:nvSpPr>
          <p:spPr>
            <a:xfrm rot="6099059">
              <a:off x="9940336" y="3713264"/>
              <a:ext cx="2314305" cy="715708"/>
            </a:xfrm>
            <a:custGeom>
              <a:avLst/>
              <a:gdLst>
                <a:gd name="connsiteX0" fmla="*/ 0 w 2391141"/>
                <a:gd name="connsiteY0" fmla="*/ 726679 h 1453358"/>
                <a:gd name="connsiteX1" fmla="*/ 1195571 w 2391141"/>
                <a:gd name="connsiteY1" fmla="*/ 0 h 1453358"/>
                <a:gd name="connsiteX2" fmla="*/ 2391142 w 2391141"/>
                <a:gd name="connsiteY2" fmla="*/ 726679 h 1453358"/>
                <a:gd name="connsiteX3" fmla="*/ 2027802 w 2391141"/>
                <a:gd name="connsiteY3" fmla="*/ 726679 h 1453358"/>
                <a:gd name="connsiteX4" fmla="*/ 1195571 w 2391141"/>
                <a:gd name="connsiteY4" fmla="*/ 363339 h 1453358"/>
                <a:gd name="connsiteX5" fmla="*/ 363340 w 2391141"/>
                <a:gd name="connsiteY5" fmla="*/ 726679 h 1453358"/>
                <a:gd name="connsiteX6" fmla="*/ 0 w 2391141"/>
                <a:gd name="connsiteY6" fmla="*/ 726679 h 1453358"/>
                <a:gd name="connsiteX0" fmla="*/ 0 w 2614878"/>
                <a:gd name="connsiteY0" fmla="*/ 727830 h 727830"/>
                <a:gd name="connsiteX1" fmla="*/ 1195571 w 2614878"/>
                <a:gd name="connsiteY1" fmla="*/ 1151 h 727830"/>
                <a:gd name="connsiteX2" fmla="*/ 2614878 w 2614878"/>
                <a:gd name="connsiteY2" fmla="*/ 611098 h 727830"/>
                <a:gd name="connsiteX3" fmla="*/ 2027802 w 2614878"/>
                <a:gd name="connsiteY3" fmla="*/ 727830 h 727830"/>
                <a:gd name="connsiteX4" fmla="*/ 1195571 w 2614878"/>
                <a:gd name="connsiteY4" fmla="*/ 364490 h 727830"/>
                <a:gd name="connsiteX5" fmla="*/ 363340 w 2614878"/>
                <a:gd name="connsiteY5" fmla="*/ 727830 h 727830"/>
                <a:gd name="connsiteX6" fmla="*/ 0 w 2614878"/>
                <a:gd name="connsiteY6" fmla="*/ 727830 h 727830"/>
                <a:gd name="connsiteX0" fmla="*/ 0 w 2614878"/>
                <a:gd name="connsiteY0" fmla="*/ 727830 h 727830"/>
                <a:gd name="connsiteX1" fmla="*/ 1195571 w 2614878"/>
                <a:gd name="connsiteY1" fmla="*/ 1151 h 727830"/>
                <a:gd name="connsiteX2" fmla="*/ 2614878 w 2614878"/>
                <a:gd name="connsiteY2" fmla="*/ 611098 h 727830"/>
                <a:gd name="connsiteX3" fmla="*/ 2251538 w 2614878"/>
                <a:gd name="connsiteY3" fmla="*/ 669464 h 727830"/>
                <a:gd name="connsiteX4" fmla="*/ 1195571 w 2614878"/>
                <a:gd name="connsiteY4" fmla="*/ 364490 h 727830"/>
                <a:gd name="connsiteX5" fmla="*/ 363340 w 2614878"/>
                <a:gd name="connsiteY5" fmla="*/ 727830 h 727830"/>
                <a:gd name="connsiteX6" fmla="*/ 0 w 2614878"/>
                <a:gd name="connsiteY6" fmla="*/ 727830 h 727830"/>
                <a:gd name="connsiteX0" fmla="*/ 0 w 2780249"/>
                <a:gd name="connsiteY0" fmla="*/ 590533 h 726720"/>
                <a:gd name="connsiteX1" fmla="*/ 1360942 w 2780249"/>
                <a:gd name="connsiteY1" fmla="*/ 41 h 726720"/>
                <a:gd name="connsiteX2" fmla="*/ 2780249 w 2780249"/>
                <a:gd name="connsiteY2" fmla="*/ 609988 h 726720"/>
                <a:gd name="connsiteX3" fmla="*/ 2416909 w 2780249"/>
                <a:gd name="connsiteY3" fmla="*/ 668354 h 726720"/>
                <a:gd name="connsiteX4" fmla="*/ 1360942 w 2780249"/>
                <a:gd name="connsiteY4" fmla="*/ 363380 h 726720"/>
                <a:gd name="connsiteX5" fmla="*/ 528711 w 2780249"/>
                <a:gd name="connsiteY5" fmla="*/ 726720 h 726720"/>
                <a:gd name="connsiteX6" fmla="*/ 0 w 2780249"/>
                <a:gd name="connsiteY6" fmla="*/ 590533 h 726720"/>
                <a:gd name="connsiteX0" fmla="*/ 0 w 2780249"/>
                <a:gd name="connsiteY0" fmla="*/ 590533 h 668354"/>
                <a:gd name="connsiteX1" fmla="*/ 1360942 w 2780249"/>
                <a:gd name="connsiteY1" fmla="*/ 41 h 668354"/>
                <a:gd name="connsiteX2" fmla="*/ 2780249 w 2780249"/>
                <a:gd name="connsiteY2" fmla="*/ 609988 h 668354"/>
                <a:gd name="connsiteX3" fmla="*/ 2416909 w 2780249"/>
                <a:gd name="connsiteY3" fmla="*/ 668354 h 668354"/>
                <a:gd name="connsiteX4" fmla="*/ 1360942 w 2780249"/>
                <a:gd name="connsiteY4" fmla="*/ 363380 h 668354"/>
                <a:gd name="connsiteX5" fmla="*/ 275792 w 2780249"/>
                <a:gd name="connsiteY5" fmla="*/ 639171 h 668354"/>
                <a:gd name="connsiteX6" fmla="*/ 0 w 2780249"/>
                <a:gd name="connsiteY6" fmla="*/ 590533 h 668354"/>
                <a:gd name="connsiteX0" fmla="*/ 0 w 2780249"/>
                <a:gd name="connsiteY0" fmla="*/ 590533 h 668354"/>
                <a:gd name="connsiteX1" fmla="*/ 1360942 w 2780249"/>
                <a:gd name="connsiteY1" fmla="*/ 41 h 668354"/>
                <a:gd name="connsiteX2" fmla="*/ 2780249 w 2780249"/>
                <a:gd name="connsiteY2" fmla="*/ 609988 h 668354"/>
                <a:gd name="connsiteX3" fmla="*/ 2416909 w 2780249"/>
                <a:gd name="connsiteY3" fmla="*/ 668354 h 668354"/>
                <a:gd name="connsiteX4" fmla="*/ 1351215 w 2780249"/>
                <a:gd name="connsiteY4" fmla="*/ 480112 h 668354"/>
                <a:gd name="connsiteX5" fmla="*/ 275792 w 2780249"/>
                <a:gd name="connsiteY5" fmla="*/ 639171 h 668354"/>
                <a:gd name="connsiteX6" fmla="*/ 0 w 2780249"/>
                <a:gd name="connsiteY6" fmla="*/ 590533 h 668354"/>
                <a:gd name="connsiteX0" fmla="*/ 0 w 2780249"/>
                <a:gd name="connsiteY0" fmla="*/ 590533 h 775358"/>
                <a:gd name="connsiteX1" fmla="*/ 1360942 w 2780249"/>
                <a:gd name="connsiteY1" fmla="*/ 41 h 775358"/>
                <a:gd name="connsiteX2" fmla="*/ 2780249 w 2780249"/>
                <a:gd name="connsiteY2" fmla="*/ 609988 h 775358"/>
                <a:gd name="connsiteX3" fmla="*/ 2329360 w 2780249"/>
                <a:gd name="connsiteY3" fmla="*/ 775358 h 775358"/>
                <a:gd name="connsiteX4" fmla="*/ 1351215 w 2780249"/>
                <a:gd name="connsiteY4" fmla="*/ 480112 h 775358"/>
                <a:gd name="connsiteX5" fmla="*/ 275792 w 2780249"/>
                <a:gd name="connsiteY5" fmla="*/ 639171 h 775358"/>
                <a:gd name="connsiteX6" fmla="*/ 0 w 2780249"/>
                <a:gd name="connsiteY6" fmla="*/ 590533 h 775358"/>
                <a:gd name="connsiteX0" fmla="*/ 0 w 2673245"/>
                <a:gd name="connsiteY0" fmla="*/ 600391 h 785216"/>
                <a:gd name="connsiteX1" fmla="*/ 1360942 w 2673245"/>
                <a:gd name="connsiteY1" fmla="*/ 9899 h 785216"/>
                <a:gd name="connsiteX2" fmla="*/ 2673245 w 2673245"/>
                <a:gd name="connsiteY2" fmla="*/ 405837 h 785216"/>
                <a:gd name="connsiteX3" fmla="*/ 2329360 w 2673245"/>
                <a:gd name="connsiteY3" fmla="*/ 785216 h 785216"/>
                <a:gd name="connsiteX4" fmla="*/ 1351215 w 2673245"/>
                <a:gd name="connsiteY4" fmla="*/ 489970 h 785216"/>
                <a:gd name="connsiteX5" fmla="*/ 275792 w 2673245"/>
                <a:gd name="connsiteY5" fmla="*/ 649029 h 785216"/>
                <a:gd name="connsiteX6" fmla="*/ 0 w 2673245"/>
                <a:gd name="connsiteY6" fmla="*/ 600391 h 785216"/>
                <a:gd name="connsiteX0" fmla="*/ 0 w 2673245"/>
                <a:gd name="connsiteY0" fmla="*/ 593348 h 778173"/>
                <a:gd name="connsiteX1" fmla="*/ 1360942 w 2673245"/>
                <a:gd name="connsiteY1" fmla="*/ 2856 h 778173"/>
                <a:gd name="connsiteX2" fmla="*/ 2673245 w 2673245"/>
                <a:gd name="connsiteY2" fmla="*/ 398794 h 778173"/>
                <a:gd name="connsiteX3" fmla="*/ 2329360 w 2673245"/>
                <a:gd name="connsiteY3" fmla="*/ 778173 h 778173"/>
                <a:gd name="connsiteX4" fmla="*/ 1351215 w 2673245"/>
                <a:gd name="connsiteY4" fmla="*/ 482927 h 778173"/>
                <a:gd name="connsiteX5" fmla="*/ 275792 w 2673245"/>
                <a:gd name="connsiteY5" fmla="*/ 641986 h 778173"/>
                <a:gd name="connsiteX6" fmla="*/ 0 w 2673245"/>
                <a:gd name="connsiteY6" fmla="*/ 593348 h 778173"/>
                <a:gd name="connsiteX0" fmla="*/ 0 w 2478691"/>
                <a:gd name="connsiteY0" fmla="*/ 293714 h 809279"/>
                <a:gd name="connsiteX1" fmla="*/ 1166388 w 2478691"/>
                <a:gd name="connsiteY1" fmla="*/ 33962 h 809279"/>
                <a:gd name="connsiteX2" fmla="*/ 2478691 w 2478691"/>
                <a:gd name="connsiteY2" fmla="*/ 429900 h 809279"/>
                <a:gd name="connsiteX3" fmla="*/ 2134806 w 2478691"/>
                <a:gd name="connsiteY3" fmla="*/ 809279 h 809279"/>
                <a:gd name="connsiteX4" fmla="*/ 1156661 w 2478691"/>
                <a:gd name="connsiteY4" fmla="*/ 514033 h 809279"/>
                <a:gd name="connsiteX5" fmla="*/ 81238 w 2478691"/>
                <a:gd name="connsiteY5" fmla="*/ 673092 h 809279"/>
                <a:gd name="connsiteX6" fmla="*/ 0 w 2478691"/>
                <a:gd name="connsiteY6" fmla="*/ 293714 h 809279"/>
                <a:gd name="connsiteX0" fmla="*/ 0 w 2478691"/>
                <a:gd name="connsiteY0" fmla="*/ 262275 h 777840"/>
                <a:gd name="connsiteX1" fmla="*/ 1166388 w 2478691"/>
                <a:gd name="connsiteY1" fmla="*/ 2523 h 777840"/>
                <a:gd name="connsiteX2" fmla="*/ 2478691 w 2478691"/>
                <a:gd name="connsiteY2" fmla="*/ 398461 h 777840"/>
                <a:gd name="connsiteX3" fmla="*/ 2134806 w 2478691"/>
                <a:gd name="connsiteY3" fmla="*/ 777840 h 777840"/>
                <a:gd name="connsiteX4" fmla="*/ 1156661 w 2478691"/>
                <a:gd name="connsiteY4" fmla="*/ 482594 h 777840"/>
                <a:gd name="connsiteX5" fmla="*/ 81238 w 2478691"/>
                <a:gd name="connsiteY5" fmla="*/ 641653 h 777840"/>
                <a:gd name="connsiteX6" fmla="*/ 0 w 2478691"/>
                <a:gd name="connsiteY6" fmla="*/ 262275 h 777840"/>
                <a:gd name="connsiteX0" fmla="*/ 0 w 2478691"/>
                <a:gd name="connsiteY0" fmla="*/ 262275 h 777841"/>
                <a:gd name="connsiteX1" fmla="*/ 1166388 w 2478691"/>
                <a:gd name="connsiteY1" fmla="*/ 2523 h 777841"/>
                <a:gd name="connsiteX2" fmla="*/ 2478691 w 2478691"/>
                <a:gd name="connsiteY2" fmla="*/ 398461 h 777841"/>
                <a:gd name="connsiteX3" fmla="*/ 2134806 w 2478691"/>
                <a:gd name="connsiteY3" fmla="*/ 777840 h 777841"/>
                <a:gd name="connsiteX4" fmla="*/ 1156661 w 2478691"/>
                <a:gd name="connsiteY4" fmla="*/ 482594 h 777841"/>
                <a:gd name="connsiteX5" fmla="*/ 178515 w 2478691"/>
                <a:gd name="connsiteY5" fmla="*/ 777841 h 777841"/>
                <a:gd name="connsiteX6" fmla="*/ 0 w 2478691"/>
                <a:gd name="connsiteY6" fmla="*/ 262275 h 777841"/>
                <a:gd name="connsiteX0" fmla="*/ 0 w 2478691"/>
                <a:gd name="connsiteY0" fmla="*/ 262275 h 777840"/>
                <a:gd name="connsiteX1" fmla="*/ 1166388 w 2478691"/>
                <a:gd name="connsiteY1" fmla="*/ 2523 h 777840"/>
                <a:gd name="connsiteX2" fmla="*/ 2478691 w 2478691"/>
                <a:gd name="connsiteY2" fmla="*/ 398461 h 777840"/>
                <a:gd name="connsiteX3" fmla="*/ 2134806 w 2478691"/>
                <a:gd name="connsiteY3" fmla="*/ 777840 h 777840"/>
                <a:gd name="connsiteX4" fmla="*/ 1156661 w 2478691"/>
                <a:gd name="connsiteY4" fmla="*/ 482594 h 777840"/>
                <a:gd name="connsiteX5" fmla="*/ 139604 w 2478691"/>
                <a:gd name="connsiteY5" fmla="*/ 748658 h 777840"/>
                <a:gd name="connsiteX6" fmla="*/ 0 w 2478691"/>
                <a:gd name="connsiteY6" fmla="*/ 262275 h 777840"/>
                <a:gd name="connsiteX0" fmla="*/ 0 w 2478691"/>
                <a:gd name="connsiteY0" fmla="*/ 262275 h 777840"/>
                <a:gd name="connsiteX1" fmla="*/ 1166388 w 2478691"/>
                <a:gd name="connsiteY1" fmla="*/ 2523 h 777840"/>
                <a:gd name="connsiteX2" fmla="*/ 2478691 w 2478691"/>
                <a:gd name="connsiteY2" fmla="*/ 398461 h 777840"/>
                <a:gd name="connsiteX3" fmla="*/ 2134806 w 2478691"/>
                <a:gd name="connsiteY3" fmla="*/ 777840 h 777840"/>
                <a:gd name="connsiteX4" fmla="*/ 1156661 w 2478691"/>
                <a:gd name="connsiteY4" fmla="*/ 482594 h 777840"/>
                <a:gd name="connsiteX5" fmla="*/ 139604 w 2478691"/>
                <a:gd name="connsiteY5" fmla="*/ 748658 h 777840"/>
                <a:gd name="connsiteX6" fmla="*/ 0 w 2478691"/>
                <a:gd name="connsiteY6" fmla="*/ 262275 h 777840"/>
                <a:gd name="connsiteX0" fmla="*/ 0 w 2478691"/>
                <a:gd name="connsiteY0" fmla="*/ 262275 h 797295"/>
                <a:gd name="connsiteX1" fmla="*/ 1166388 w 2478691"/>
                <a:gd name="connsiteY1" fmla="*/ 2523 h 797295"/>
                <a:gd name="connsiteX2" fmla="*/ 2478691 w 2478691"/>
                <a:gd name="connsiteY2" fmla="*/ 398461 h 797295"/>
                <a:gd name="connsiteX3" fmla="*/ 2144534 w 2478691"/>
                <a:gd name="connsiteY3" fmla="*/ 797295 h 797295"/>
                <a:gd name="connsiteX4" fmla="*/ 1156661 w 2478691"/>
                <a:gd name="connsiteY4" fmla="*/ 482594 h 797295"/>
                <a:gd name="connsiteX5" fmla="*/ 139604 w 2478691"/>
                <a:gd name="connsiteY5" fmla="*/ 748658 h 797295"/>
                <a:gd name="connsiteX6" fmla="*/ 0 w 2478691"/>
                <a:gd name="connsiteY6" fmla="*/ 262275 h 797295"/>
                <a:gd name="connsiteX0" fmla="*/ 0 w 2478691"/>
                <a:gd name="connsiteY0" fmla="*/ 262275 h 797295"/>
                <a:gd name="connsiteX1" fmla="*/ 1166388 w 2478691"/>
                <a:gd name="connsiteY1" fmla="*/ 2523 h 797295"/>
                <a:gd name="connsiteX2" fmla="*/ 2478691 w 2478691"/>
                <a:gd name="connsiteY2" fmla="*/ 398461 h 797295"/>
                <a:gd name="connsiteX3" fmla="*/ 2144534 w 2478691"/>
                <a:gd name="connsiteY3" fmla="*/ 797295 h 797295"/>
                <a:gd name="connsiteX4" fmla="*/ 1156661 w 2478691"/>
                <a:gd name="connsiteY4" fmla="*/ 482594 h 797295"/>
                <a:gd name="connsiteX5" fmla="*/ 139604 w 2478691"/>
                <a:gd name="connsiteY5" fmla="*/ 748658 h 797295"/>
                <a:gd name="connsiteX6" fmla="*/ 0 w 2478691"/>
                <a:gd name="connsiteY6" fmla="*/ 262275 h 797295"/>
                <a:gd name="connsiteX0" fmla="*/ 0 w 2309168"/>
                <a:gd name="connsiteY0" fmla="*/ 259772 h 794792"/>
                <a:gd name="connsiteX1" fmla="*/ 1166388 w 2309168"/>
                <a:gd name="connsiteY1" fmla="*/ 20 h 794792"/>
                <a:gd name="connsiteX2" fmla="*/ 2309168 w 2309168"/>
                <a:gd name="connsiteY2" fmla="*/ 270099 h 794792"/>
                <a:gd name="connsiteX3" fmla="*/ 2144534 w 2309168"/>
                <a:gd name="connsiteY3" fmla="*/ 794792 h 794792"/>
                <a:gd name="connsiteX4" fmla="*/ 1156661 w 2309168"/>
                <a:gd name="connsiteY4" fmla="*/ 480091 h 794792"/>
                <a:gd name="connsiteX5" fmla="*/ 139604 w 2309168"/>
                <a:gd name="connsiteY5" fmla="*/ 746155 h 794792"/>
                <a:gd name="connsiteX6" fmla="*/ 0 w 2309168"/>
                <a:gd name="connsiteY6" fmla="*/ 259772 h 794792"/>
                <a:gd name="connsiteX0" fmla="*/ 0 w 2309168"/>
                <a:gd name="connsiteY0" fmla="*/ 259772 h 794792"/>
                <a:gd name="connsiteX1" fmla="*/ 1166388 w 2309168"/>
                <a:gd name="connsiteY1" fmla="*/ 20 h 794792"/>
                <a:gd name="connsiteX2" fmla="*/ 2309168 w 2309168"/>
                <a:gd name="connsiteY2" fmla="*/ 270099 h 794792"/>
                <a:gd name="connsiteX3" fmla="*/ 2144534 w 2309168"/>
                <a:gd name="connsiteY3" fmla="*/ 794792 h 794792"/>
                <a:gd name="connsiteX4" fmla="*/ 1156661 w 2309168"/>
                <a:gd name="connsiteY4" fmla="*/ 480091 h 794792"/>
                <a:gd name="connsiteX5" fmla="*/ 139604 w 2309168"/>
                <a:gd name="connsiteY5" fmla="*/ 746155 h 794792"/>
                <a:gd name="connsiteX6" fmla="*/ 0 w 2309168"/>
                <a:gd name="connsiteY6" fmla="*/ 259772 h 794792"/>
                <a:gd name="connsiteX0" fmla="*/ 0 w 2309168"/>
                <a:gd name="connsiteY0" fmla="*/ 259772 h 746155"/>
                <a:gd name="connsiteX1" fmla="*/ 1166388 w 2309168"/>
                <a:gd name="connsiteY1" fmla="*/ 20 h 746155"/>
                <a:gd name="connsiteX2" fmla="*/ 2309168 w 2309168"/>
                <a:gd name="connsiteY2" fmla="*/ 270099 h 746155"/>
                <a:gd name="connsiteX3" fmla="*/ 2121417 w 2309168"/>
                <a:gd name="connsiteY3" fmla="*/ 707462 h 746155"/>
                <a:gd name="connsiteX4" fmla="*/ 1156661 w 2309168"/>
                <a:gd name="connsiteY4" fmla="*/ 480091 h 746155"/>
                <a:gd name="connsiteX5" fmla="*/ 139604 w 2309168"/>
                <a:gd name="connsiteY5" fmla="*/ 746155 h 746155"/>
                <a:gd name="connsiteX6" fmla="*/ 0 w 2309168"/>
                <a:gd name="connsiteY6" fmla="*/ 259772 h 746155"/>
                <a:gd name="connsiteX0" fmla="*/ 0 w 2309168"/>
                <a:gd name="connsiteY0" fmla="*/ 259772 h 746155"/>
                <a:gd name="connsiteX1" fmla="*/ 1166388 w 2309168"/>
                <a:gd name="connsiteY1" fmla="*/ 20 h 746155"/>
                <a:gd name="connsiteX2" fmla="*/ 2309168 w 2309168"/>
                <a:gd name="connsiteY2" fmla="*/ 270099 h 746155"/>
                <a:gd name="connsiteX3" fmla="*/ 2121417 w 2309168"/>
                <a:gd name="connsiteY3" fmla="*/ 707462 h 746155"/>
                <a:gd name="connsiteX4" fmla="*/ 1156661 w 2309168"/>
                <a:gd name="connsiteY4" fmla="*/ 480091 h 746155"/>
                <a:gd name="connsiteX5" fmla="*/ 139604 w 2309168"/>
                <a:gd name="connsiteY5" fmla="*/ 746155 h 746155"/>
                <a:gd name="connsiteX6" fmla="*/ 0 w 2309168"/>
                <a:gd name="connsiteY6" fmla="*/ 259772 h 746155"/>
                <a:gd name="connsiteX0" fmla="*/ 0 w 2309168"/>
                <a:gd name="connsiteY0" fmla="*/ 226793 h 746567"/>
                <a:gd name="connsiteX1" fmla="*/ 1166388 w 2309168"/>
                <a:gd name="connsiteY1" fmla="*/ 432 h 746567"/>
                <a:gd name="connsiteX2" fmla="*/ 2309168 w 2309168"/>
                <a:gd name="connsiteY2" fmla="*/ 270511 h 746567"/>
                <a:gd name="connsiteX3" fmla="*/ 2121417 w 2309168"/>
                <a:gd name="connsiteY3" fmla="*/ 707874 h 746567"/>
                <a:gd name="connsiteX4" fmla="*/ 1156661 w 2309168"/>
                <a:gd name="connsiteY4" fmla="*/ 480503 h 746567"/>
                <a:gd name="connsiteX5" fmla="*/ 139604 w 2309168"/>
                <a:gd name="connsiteY5" fmla="*/ 746567 h 746567"/>
                <a:gd name="connsiteX6" fmla="*/ 0 w 2309168"/>
                <a:gd name="connsiteY6" fmla="*/ 226793 h 746567"/>
                <a:gd name="connsiteX0" fmla="*/ 0 w 2309168"/>
                <a:gd name="connsiteY0" fmla="*/ 226663 h 746437"/>
                <a:gd name="connsiteX1" fmla="*/ 1166388 w 2309168"/>
                <a:gd name="connsiteY1" fmla="*/ 302 h 746437"/>
                <a:gd name="connsiteX2" fmla="*/ 2309168 w 2309168"/>
                <a:gd name="connsiteY2" fmla="*/ 270381 h 746437"/>
                <a:gd name="connsiteX3" fmla="*/ 2121417 w 2309168"/>
                <a:gd name="connsiteY3" fmla="*/ 707744 h 746437"/>
                <a:gd name="connsiteX4" fmla="*/ 1156661 w 2309168"/>
                <a:gd name="connsiteY4" fmla="*/ 480373 h 746437"/>
                <a:gd name="connsiteX5" fmla="*/ 139604 w 2309168"/>
                <a:gd name="connsiteY5" fmla="*/ 746437 h 746437"/>
                <a:gd name="connsiteX6" fmla="*/ 0 w 2309168"/>
                <a:gd name="connsiteY6" fmla="*/ 226663 h 746437"/>
                <a:gd name="connsiteX0" fmla="*/ 0 w 2309168"/>
                <a:gd name="connsiteY0" fmla="*/ 226614 h 746388"/>
                <a:gd name="connsiteX1" fmla="*/ 1166388 w 2309168"/>
                <a:gd name="connsiteY1" fmla="*/ 253 h 746388"/>
                <a:gd name="connsiteX2" fmla="*/ 2309168 w 2309168"/>
                <a:gd name="connsiteY2" fmla="*/ 270332 h 746388"/>
                <a:gd name="connsiteX3" fmla="*/ 2121417 w 2309168"/>
                <a:gd name="connsiteY3" fmla="*/ 707695 h 746388"/>
                <a:gd name="connsiteX4" fmla="*/ 1156661 w 2309168"/>
                <a:gd name="connsiteY4" fmla="*/ 480324 h 746388"/>
                <a:gd name="connsiteX5" fmla="*/ 139604 w 2309168"/>
                <a:gd name="connsiteY5" fmla="*/ 746388 h 746388"/>
                <a:gd name="connsiteX6" fmla="*/ 0 w 2309168"/>
                <a:gd name="connsiteY6" fmla="*/ 226614 h 746388"/>
                <a:gd name="connsiteX0" fmla="*/ 0 w 2309168"/>
                <a:gd name="connsiteY0" fmla="*/ 231692 h 746328"/>
                <a:gd name="connsiteX1" fmla="*/ 1166388 w 2309168"/>
                <a:gd name="connsiteY1" fmla="*/ 193 h 746328"/>
                <a:gd name="connsiteX2" fmla="*/ 2309168 w 2309168"/>
                <a:gd name="connsiteY2" fmla="*/ 270272 h 746328"/>
                <a:gd name="connsiteX3" fmla="*/ 2121417 w 2309168"/>
                <a:gd name="connsiteY3" fmla="*/ 707635 h 746328"/>
                <a:gd name="connsiteX4" fmla="*/ 1156661 w 2309168"/>
                <a:gd name="connsiteY4" fmla="*/ 480264 h 746328"/>
                <a:gd name="connsiteX5" fmla="*/ 139604 w 2309168"/>
                <a:gd name="connsiteY5" fmla="*/ 746328 h 746328"/>
                <a:gd name="connsiteX6" fmla="*/ 0 w 2309168"/>
                <a:gd name="connsiteY6" fmla="*/ 231692 h 746328"/>
                <a:gd name="connsiteX0" fmla="*/ 0 w 2309168"/>
                <a:gd name="connsiteY0" fmla="*/ 231692 h 707635"/>
                <a:gd name="connsiteX1" fmla="*/ 1166388 w 2309168"/>
                <a:gd name="connsiteY1" fmla="*/ 193 h 707635"/>
                <a:gd name="connsiteX2" fmla="*/ 2309168 w 2309168"/>
                <a:gd name="connsiteY2" fmla="*/ 270272 h 707635"/>
                <a:gd name="connsiteX3" fmla="*/ 2121417 w 2309168"/>
                <a:gd name="connsiteY3" fmla="*/ 707635 h 707635"/>
                <a:gd name="connsiteX4" fmla="*/ 1156661 w 2309168"/>
                <a:gd name="connsiteY4" fmla="*/ 480264 h 707635"/>
                <a:gd name="connsiteX5" fmla="*/ 172995 w 2309168"/>
                <a:gd name="connsiteY5" fmla="*/ 684683 h 707635"/>
                <a:gd name="connsiteX6" fmla="*/ 0 w 2309168"/>
                <a:gd name="connsiteY6" fmla="*/ 231692 h 707635"/>
                <a:gd name="connsiteX0" fmla="*/ 0 w 2309168"/>
                <a:gd name="connsiteY0" fmla="*/ 231692 h 707635"/>
                <a:gd name="connsiteX1" fmla="*/ 1166388 w 2309168"/>
                <a:gd name="connsiteY1" fmla="*/ 193 h 707635"/>
                <a:gd name="connsiteX2" fmla="*/ 2309168 w 2309168"/>
                <a:gd name="connsiteY2" fmla="*/ 270272 h 707635"/>
                <a:gd name="connsiteX3" fmla="*/ 2121417 w 2309168"/>
                <a:gd name="connsiteY3" fmla="*/ 707635 h 707635"/>
                <a:gd name="connsiteX4" fmla="*/ 1156661 w 2309168"/>
                <a:gd name="connsiteY4" fmla="*/ 480264 h 707635"/>
                <a:gd name="connsiteX5" fmla="*/ 172995 w 2309168"/>
                <a:gd name="connsiteY5" fmla="*/ 684683 h 707635"/>
                <a:gd name="connsiteX6" fmla="*/ 0 w 2309168"/>
                <a:gd name="connsiteY6" fmla="*/ 231692 h 707635"/>
                <a:gd name="connsiteX0" fmla="*/ 0 w 2309168"/>
                <a:gd name="connsiteY0" fmla="*/ 231692 h 715340"/>
                <a:gd name="connsiteX1" fmla="*/ 1166388 w 2309168"/>
                <a:gd name="connsiteY1" fmla="*/ 193 h 715340"/>
                <a:gd name="connsiteX2" fmla="*/ 2309168 w 2309168"/>
                <a:gd name="connsiteY2" fmla="*/ 270272 h 715340"/>
                <a:gd name="connsiteX3" fmla="*/ 2123986 w 2309168"/>
                <a:gd name="connsiteY3" fmla="*/ 715340 h 715340"/>
                <a:gd name="connsiteX4" fmla="*/ 1156661 w 2309168"/>
                <a:gd name="connsiteY4" fmla="*/ 480264 h 715340"/>
                <a:gd name="connsiteX5" fmla="*/ 172995 w 2309168"/>
                <a:gd name="connsiteY5" fmla="*/ 684683 h 715340"/>
                <a:gd name="connsiteX6" fmla="*/ 0 w 2309168"/>
                <a:gd name="connsiteY6" fmla="*/ 231692 h 715340"/>
                <a:gd name="connsiteX0" fmla="*/ 0 w 2309168"/>
                <a:gd name="connsiteY0" fmla="*/ 231692 h 715340"/>
                <a:gd name="connsiteX1" fmla="*/ 1166388 w 2309168"/>
                <a:gd name="connsiteY1" fmla="*/ 193 h 715340"/>
                <a:gd name="connsiteX2" fmla="*/ 2309168 w 2309168"/>
                <a:gd name="connsiteY2" fmla="*/ 270272 h 715340"/>
                <a:gd name="connsiteX3" fmla="*/ 2123986 w 2309168"/>
                <a:gd name="connsiteY3" fmla="*/ 715340 h 715340"/>
                <a:gd name="connsiteX4" fmla="*/ 1156661 w 2309168"/>
                <a:gd name="connsiteY4" fmla="*/ 480264 h 715340"/>
                <a:gd name="connsiteX5" fmla="*/ 172995 w 2309168"/>
                <a:gd name="connsiteY5" fmla="*/ 684683 h 715340"/>
                <a:gd name="connsiteX6" fmla="*/ 0 w 2309168"/>
                <a:gd name="connsiteY6" fmla="*/ 231692 h 715340"/>
                <a:gd name="connsiteX0" fmla="*/ 0 w 2309168"/>
                <a:gd name="connsiteY0" fmla="*/ 231692 h 715340"/>
                <a:gd name="connsiteX1" fmla="*/ 1166388 w 2309168"/>
                <a:gd name="connsiteY1" fmla="*/ 193 h 715340"/>
                <a:gd name="connsiteX2" fmla="*/ 2309168 w 2309168"/>
                <a:gd name="connsiteY2" fmla="*/ 270272 h 715340"/>
                <a:gd name="connsiteX3" fmla="*/ 2123986 w 2309168"/>
                <a:gd name="connsiteY3" fmla="*/ 715340 h 715340"/>
                <a:gd name="connsiteX4" fmla="*/ 1156661 w 2309168"/>
                <a:gd name="connsiteY4" fmla="*/ 480264 h 715340"/>
                <a:gd name="connsiteX5" fmla="*/ 172995 w 2309168"/>
                <a:gd name="connsiteY5" fmla="*/ 684683 h 715340"/>
                <a:gd name="connsiteX6" fmla="*/ 0 w 2309168"/>
                <a:gd name="connsiteY6" fmla="*/ 231692 h 715340"/>
                <a:gd name="connsiteX0" fmla="*/ 0 w 2314305"/>
                <a:gd name="connsiteY0" fmla="*/ 231543 h 715191"/>
                <a:gd name="connsiteX1" fmla="*/ 1166388 w 2314305"/>
                <a:gd name="connsiteY1" fmla="*/ 44 h 715191"/>
                <a:gd name="connsiteX2" fmla="*/ 2314305 w 2314305"/>
                <a:gd name="connsiteY2" fmla="*/ 249575 h 715191"/>
                <a:gd name="connsiteX3" fmla="*/ 2123986 w 2314305"/>
                <a:gd name="connsiteY3" fmla="*/ 715191 h 715191"/>
                <a:gd name="connsiteX4" fmla="*/ 1156661 w 2314305"/>
                <a:gd name="connsiteY4" fmla="*/ 480115 h 715191"/>
                <a:gd name="connsiteX5" fmla="*/ 172995 w 2314305"/>
                <a:gd name="connsiteY5" fmla="*/ 684534 h 715191"/>
                <a:gd name="connsiteX6" fmla="*/ 0 w 2314305"/>
                <a:gd name="connsiteY6" fmla="*/ 231543 h 715191"/>
                <a:gd name="connsiteX0" fmla="*/ 0 w 2314305"/>
                <a:gd name="connsiteY0" fmla="*/ 231543 h 715191"/>
                <a:gd name="connsiteX1" fmla="*/ 1166388 w 2314305"/>
                <a:gd name="connsiteY1" fmla="*/ 44 h 715191"/>
                <a:gd name="connsiteX2" fmla="*/ 2314305 w 2314305"/>
                <a:gd name="connsiteY2" fmla="*/ 249575 h 715191"/>
                <a:gd name="connsiteX3" fmla="*/ 2123986 w 2314305"/>
                <a:gd name="connsiteY3" fmla="*/ 715191 h 715191"/>
                <a:gd name="connsiteX4" fmla="*/ 1156661 w 2314305"/>
                <a:gd name="connsiteY4" fmla="*/ 480115 h 715191"/>
                <a:gd name="connsiteX5" fmla="*/ 172995 w 2314305"/>
                <a:gd name="connsiteY5" fmla="*/ 684534 h 715191"/>
                <a:gd name="connsiteX6" fmla="*/ 0 w 2314305"/>
                <a:gd name="connsiteY6" fmla="*/ 231543 h 715191"/>
                <a:gd name="connsiteX0" fmla="*/ 0 w 2314305"/>
                <a:gd name="connsiteY0" fmla="*/ 231550 h 715198"/>
                <a:gd name="connsiteX1" fmla="*/ 1166388 w 2314305"/>
                <a:gd name="connsiteY1" fmla="*/ 51 h 715198"/>
                <a:gd name="connsiteX2" fmla="*/ 2314305 w 2314305"/>
                <a:gd name="connsiteY2" fmla="*/ 249582 h 715198"/>
                <a:gd name="connsiteX3" fmla="*/ 2123986 w 2314305"/>
                <a:gd name="connsiteY3" fmla="*/ 715198 h 715198"/>
                <a:gd name="connsiteX4" fmla="*/ 1156661 w 2314305"/>
                <a:gd name="connsiteY4" fmla="*/ 480122 h 715198"/>
                <a:gd name="connsiteX5" fmla="*/ 172995 w 2314305"/>
                <a:gd name="connsiteY5" fmla="*/ 684541 h 715198"/>
                <a:gd name="connsiteX6" fmla="*/ 0 w 2314305"/>
                <a:gd name="connsiteY6" fmla="*/ 231550 h 715198"/>
                <a:gd name="connsiteX0" fmla="*/ 0 w 2314305"/>
                <a:gd name="connsiteY0" fmla="*/ 233092 h 716740"/>
                <a:gd name="connsiteX1" fmla="*/ 1166388 w 2314305"/>
                <a:gd name="connsiteY1" fmla="*/ 1593 h 716740"/>
                <a:gd name="connsiteX2" fmla="*/ 2314305 w 2314305"/>
                <a:gd name="connsiteY2" fmla="*/ 251124 h 716740"/>
                <a:gd name="connsiteX3" fmla="*/ 2123986 w 2314305"/>
                <a:gd name="connsiteY3" fmla="*/ 716740 h 716740"/>
                <a:gd name="connsiteX4" fmla="*/ 1156661 w 2314305"/>
                <a:gd name="connsiteY4" fmla="*/ 481664 h 716740"/>
                <a:gd name="connsiteX5" fmla="*/ 172995 w 2314305"/>
                <a:gd name="connsiteY5" fmla="*/ 686083 h 716740"/>
                <a:gd name="connsiteX6" fmla="*/ 0 w 2314305"/>
                <a:gd name="connsiteY6" fmla="*/ 233092 h 716740"/>
                <a:gd name="connsiteX0" fmla="*/ 0 w 2314305"/>
                <a:gd name="connsiteY0" fmla="*/ 231523 h 715171"/>
                <a:gd name="connsiteX1" fmla="*/ 1166388 w 2314305"/>
                <a:gd name="connsiteY1" fmla="*/ 24 h 715171"/>
                <a:gd name="connsiteX2" fmla="*/ 2314305 w 2314305"/>
                <a:gd name="connsiteY2" fmla="*/ 249555 h 715171"/>
                <a:gd name="connsiteX3" fmla="*/ 2123986 w 2314305"/>
                <a:gd name="connsiteY3" fmla="*/ 715171 h 715171"/>
                <a:gd name="connsiteX4" fmla="*/ 1156661 w 2314305"/>
                <a:gd name="connsiteY4" fmla="*/ 480095 h 715171"/>
                <a:gd name="connsiteX5" fmla="*/ 172995 w 2314305"/>
                <a:gd name="connsiteY5" fmla="*/ 684514 h 715171"/>
                <a:gd name="connsiteX6" fmla="*/ 0 w 2314305"/>
                <a:gd name="connsiteY6" fmla="*/ 231523 h 715171"/>
                <a:gd name="connsiteX0" fmla="*/ 0 w 2314305"/>
                <a:gd name="connsiteY0" fmla="*/ 231550 h 715198"/>
                <a:gd name="connsiteX1" fmla="*/ 1166388 w 2314305"/>
                <a:gd name="connsiteY1" fmla="*/ 51 h 715198"/>
                <a:gd name="connsiteX2" fmla="*/ 2314305 w 2314305"/>
                <a:gd name="connsiteY2" fmla="*/ 249582 h 715198"/>
                <a:gd name="connsiteX3" fmla="*/ 2123986 w 2314305"/>
                <a:gd name="connsiteY3" fmla="*/ 715198 h 715198"/>
                <a:gd name="connsiteX4" fmla="*/ 1156661 w 2314305"/>
                <a:gd name="connsiteY4" fmla="*/ 480122 h 715198"/>
                <a:gd name="connsiteX5" fmla="*/ 172995 w 2314305"/>
                <a:gd name="connsiteY5" fmla="*/ 684541 h 715198"/>
                <a:gd name="connsiteX6" fmla="*/ 0 w 2314305"/>
                <a:gd name="connsiteY6" fmla="*/ 231550 h 715198"/>
                <a:gd name="connsiteX0" fmla="*/ 0 w 2314305"/>
                <a:gd name="connsiteY0" fmla="*/ 232088 h 715736"/>
                <a:gd name="connsiteX1" fmla="*/ 1166388 w 2314305"/>
                <a:gd name="connsiteY1" fmla="*/ 589 h 715736"/>
                <a:gd name="connsiteX2" fmla="*/ 2314305 w 2314305"/>
                <a:gd name="connsiteY2" fmla="*/ 250120 h 715736"/>
                <a:gd name="connsiteX3" fmla="*/ 2123986 w 2314305"/>
                <a:gd name="connsiteY3" fmla="*/ 715736 h 715736"/>
                <a:gd name="connsiteX4" fmla="*/ 1156661 w 2314305"/>
                <a:gd name="connsiteY4" fmla="*/ 480660 h 715736"/>
                <a:gd name="connsiteX5" fmla="*/ 172995 w 2314305"/>
                <a:gd name="connsiteY5" fmla="*/ 685079 h 715736"/>
                <a:gd name="connsiteX6" fmla="*/ 0 w 2314305"/>
                <a:gd name="connsiteY6" fmla="*/ 232088 h 715736"/>
                <a:gd name="connsiteX0" fmla="*/ 0 w 2314305"/>
                <a:gd name="connsiteY0" fmla="*/ 232088 h 715736"/>
                <a:gd name="connsiteX1" fmla="*/ 1166388 w 2314305"/>
                <a:gd name="connsiteY1" fmla="*/ 589 h 715736"/>
                <a:gd name="connsiteX2" fmla="*/ 2314305 w 2314305"/>
                <a:gd name="connsiteY2" fmla="*/ 250120 h 715736"/>
                <a:gd name="connsiteX3" fmla="*/ 2123986 w 2314305"/>
                <a:gd name="connsiteY3" fmla="*/ 715736 h 715736"/>
                <a:gd name="connsiteX4" fmla="*/ 1156661 w 2314305"/>
                <a:gd name="connsiteY4" fmla="*/ 480660 h 715736"/>
                <a:gd name="connsiteX5" fmla="*/ 172995 w 2314305"/>
                <a:gd name="connsiteY5" fmla="*/ 685079 h 715736"/>
                <a:gd name="connsiteX6" fmla="*/ 0 w 2314305"/>
                <a:gd name="connsiteY6" fmla="*/ 232088 h 715736"/>
                <a:gd name="connsiteX0" fmla="*/ 0 w 2314305"/>
                <a:gd name="connsiteY0" fmla="*/ 232088 h 715736"/>
                <a:gd name="connsiteX1" fmla="*/ 1166388 w 2314305"/>
                <a:gd name="connsiteY1" fmla="*/ 589 h 715736"/>
                <a:gd name="connsiteX2" fmla="*/ 2314305 w 2314305"/>
                <a:gd name="connsiteY2" fmla="*/ 250120 h 715736"/>
                <a:gd name="connsiteX3" fmla="*/ 2123986 w 2314305"/>
                <a:gd name="connsiteY3" fmla="*/ 715736 h 715736"/>
                <a:gd name="connsiteX4" fmla="*/ 1156661 w 2314305"/>
                <a:gd name="connsiteY4" fmla="*/ 480660 h 715736"/>
                <a:gd name="connsiteX5" fmla="*/ 172995 w 2314305"/>
                <a:gd name="connsiteY5" fmla="*/ 685079 h 715736"/>
                <a:gd name="connsiteX6" fmla="*/ 0 w 2314305"/>
                <a:gd name="connsiteY6" fmla="*/ 232088 h 715736"/>
                <a:gd name="connsiteX0" fmla="*/ 0 w 2314305"/>
                <a:gd name="connsiteY0" fmla="*/ 232060 h 715708"/>
                <a:gd name="connsiteX1" fmla="*/ 1166388 w 2314305"/>
                <a:gd name="connsiteY1" fmla="*/ 561 h 715708"/>
                <a:gd name="connsiteX2" fmla="*/ 2314305 w 2314305"/>
                <a:gd name="connsiteY2" fmla="*/ 250092 h 715708"/>
                <a:gd name="connsiteX3" fmla="*/ 2123986 w 2314305"/>
                <a:gd name="connsiteY3" fmla="*/ 715708 h 715708"/>
                <a:gd name="connsiteX4" fmla="*/ 1156661 w 2314305"/>
                <a:gd name="connsiteY4" fmla="*/ 480632 h 715708"/>
                <a:gd name="connsiteX5" fmla="*/ 172995 w 2314305"/>
                <a:gd name="connsiteY5" fmla="*/ 685051 h 715708"/>
                <a:gd name="connsiteX6" fmla="*/ 0 w 2314305"/>
                <a:gd name="connsiteY6" fmla="*/ 232060 h 7157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314305" h="715708">
                  <a:moveTo>
                    <a:pt x="0" y="232060"/>
                  </a:moveTo>
                  <a:cubicBezTo>
                    <a:pt x="116349" y="135016"/>
                    <a:pt x="772966" y="-10150"/>
                    <a:pt x="1166388" y="561"/>
                  </a:cubicBezTo>
                  <a:cubicBezTo>
                    <a:pt x="1559810" y="11272"/>
                    <a:pt x="1962415" y="54514"/>
                    <a:pt x="2314305" y="250092"/>
                  </a:cubicBezTo>
                  <a:cubicBezTo>
                    <a:pt x="2236857" y="411910"/>
                    <a:pt x="2305049" y="284904"/>
                    <a:pt x="2123986" y="715708"/>
                  </a:cubicBezTo>
                  <a:cubicBezTo>
                    <a:pt x="2077752" y="646036"/>
                    <a:pt x="1616289" y="480632"/>
                    <a:pt x="1156661" y="480632"/>
                  </a:cubicBezTo>
                  <a:cubicBezTo>
                    <a:pt x="697033" y="480632"/>
                    <a:pt x="257593" y="589531"/>
                    <a:pt x="172995" y="685051"/>
                  </a:cubicBezTo>
                  <a:lnTo>
                    <a:pt x="0" y="232060"/>
                  </a:lnTo>
                  <a:close/>
                </a:path>
              </a:pathLst>
            </a:cu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6" name="Block Arc 1">
              <a:extLst>
                <a:ext uri="{FF2B5EF4-FFF2-40B4-BE49-F238E27FC236}">
                  <a16:creationId xmlns:a16="http://schemas.microsoft.com/office/drawing/2014/main" id="{77F81D69-D021-608D-0773-D3DDE81CC74F}"/>
                </a:ext>
              </a:extLst>
            </p:cNvPr>
            <p:cNvSpPr/>
            <p:nvPr/>
          </p:nvSpPr>
          <p:spPr>
            <a:xfrm rot="9231251">
              <a:off x="8493305" y="5452344"/>
              <a:ext cx="2314305" cy="715708"/>
            </a:xfrm>
            <a:custGeom>
              <a:avLst/>
              <a:gdLst>
                <a:gd name="connsiteX0" fmla="*/ 0 w 2391141"/>
                <a:gd name="connsiteY0" fmla="*/ 726679 h 1453358"/>
                <a:gd name="connsiteX1" fmla="*/ 1195571 w 2391141"/>
                <a:gd name="connsiteY1" fmla="*/ 0 h 1453358"/>
                <a:gd name="connsiteX2" fmla="*/ 2391142 w 2391141"/>
                <a:gd name="connsiteY2" fmla="*/ 726679 h 1453358"/>
                <a:gd name="connsiteX3" fmla="*/ 2027802 w 2391141"/>
                <a:gd name="connsiteY3" fmla="*/ 726679 h 1453358"/>
                <a:gd name="connsiteX4" fmla="*/ 1195571 w 2391141"/>
                <a:gd name="connsiteY4" fmla="*/ 363339 h 1453358"/>
                <a:gd name="connsiteX5" fmla="*/ 363340 w 2391141"/>
                <a:gd name="connsiteY5" fmla="*/ 726679 h 1453358"/>
                <a:gd name="connsiteX6" fmla="*/ 0 w 2391141"/>
                <a:gd name="connsiteY6" fmla="*/ 726679 h 1453358"/>
                <a:gd name="connsiteX0" fmla="*/ 0 w 2614878"/>
                <a:gd name="connsiteY0" fmla="*/ 727830 h 727830"/>
                <a:gd name="connsiteX1" fmla="*/ 1195571 w 2614878"/>
                <a:gd name="connsiteY1" fmla="*/ 1151 h 727830"/>
                <a:gd name="connsiteX2" fmla="*/ 2614878 w 2614878"/>
                <a:gd name="connsiteY2" fmla="*/ 611098 h 727830"/>
                <a:gd name="connsiteX3" fmla="*/ 2027802 w 2614878"/>
                <a:gd name="connsiteY3" fmla="*/ 727830 h 727830"/>
                <a:gd name="connsiteX4" fmla="*/ 1195571 w 2614878"/>
                <a:gd name="connsiteY4" fmla="*/ 364490 h 727830"/>
                <a:gd name="connsiteX5" fmla="*/ 363340 w 2614878"/>
                <a:gd name="connsiteY5" fmla="*/ 727830 h 727830"/>
                <a:gd name="connsiteX6" fmla="*/ 0 w 2614878"/>
                <a:gd name="connsiteY6" fmla="*/ 727830 h 727830"/>
                <a:gd name="connsiteX0" fmla="*/ 0 w 2614878"/>
                <a:gd name="connsiteY0" fmla="*/ 727830 h 727830"/>
                <a:gd name="connsiteX1" fmla="*/ 1195571 w 2614878"/>
                <a:gd name="connsiteY1" fmla="*/ 1151 h 727830"/>
                <a:gd name="connsiteX2" fmla="*/ 2614878 w 2614878"/>
                <a:gd name="connsiteY2" fmla="*/ 611098 h 727830"/>
                <a:gd name="connsiteX3" fmla="*/ 2251538 w 2614878"/>
                <a:gd name="connsiteY3" fmla="*/ 669464 h 727830"/>
                <a:gd name="connsiteX4" fmla="*/ 1195571 w 2614878"/>
                <a:gd name="connsiteY4" fmla="*/ 364490 h 727830"/>
                <a:gd name="connsiteX5" fmla="*/ 363340 w 2614878"/>
                <a:gd name="connsiteY5" fmla="*/ 727830 h 727830"/>
                <a:gd name="connsiteX6" fmla="*/ 0 w 2614878"/>
                <a:gd name="connsiteY6" fmla="*/ 727830 h 727830"/>
                <a:gd name="connsiteX0" fmla="*/ 0 w 2780249"/>
                <a:gd name="connsiteY0" fmla="*/ 590533 h 726720"/>
                <a:gd name="connsiteX1" fmla="*/ 1360942 w 2780249"/>
                <a:gd name="connsiteY1" fmla="*/ 41 h 726720"/>
                <a:gd name="connsiteX2" fmla="*/ 2780249 w 2780249"/>
                <a:gd name="connsiteY2" fmla="*/ 609988 h 726720"/>
                <a:gd name="connsiteX3" fmla="*/ 2416909 w 2780249"/>
                <a:gd name="connsiteY3" fmla="*/ 668354 h 726720"/>
                <a:gd name="connsiteX4" fmla="*/ 1360942 w 2780249"/>
                <a:gd name="connsiteY4" fmla="*/ 363380 h 726720"/>
                <a:gd name="connsiteX5" fmla="*/ 528711 w 2780249"/>
                <a:gd name="connsiteY5" fmla="*/ 726720 h 726720"/>
                <a:gd name="connsiteX6" fmla="*/ 0 w 2780249"/>
                <a:gd name="connsiteY6" fmla="*/ 590533 h 726720"/>
                <a:gd name="connsiteX0" fmla="*/ 0 w 2780249"/>
                <a:gd name="connsiteY0" fmla="*/ 590533 h 668354"/>
                <a:gd name="connsiteX1" fmla="*/ 1360942 w 2780249"/>
                <a:gd name="connsiteY1" fmla="*/ 41 h 668354"/>
                <a:gd name="connsiteX2" fmla="*/ 2780249 w 2780249"/>
                <a:gd name="connsiteY2" fmla="*/ 609988 h 668354"/>
                <a:gd name="connsiteX3" fmla="*/ 2416909 w 2780249"/>
                <a:gd name="connsiteY3" fmla="*/ 668354 h 668354"/>
                <a:gd name="connsiteX4" fmla="*/ 1360942 w 2780249"/>
                <a:gd name="connsiteY4" fmla="*/ 363380 h 668354"/>
                <a:gd name="connsiteX5" fmla="*/ 275792 w 2780249"/>
                <a:gd name="connsiteY5" fmla="*/ 639171 h 668354"/>
                <a:gd name="connsiteX6" fmla="*/ 0 w 2780249"/>
                <a:gd name="connsiteY6" fmla="*/ 590533 h 668354"/>
                <a:gd name="connsiteX0" fmla="*/ 0 w 2780249"/>
                <a:gd name="connsiteY0" fmla="*/ 590533 h 668354"/>
                <a:gd name="connsiteX1" fmla="*/ 1360942 w 2780249"/>
                <a:gd name="connsiteY1" fmla="*/ 41 h 668354"/>
                <a:gd name="connsiteX2" fmla="*/ 2780249 w 2780249"/>
                <a:gd name="connsiteY2" fmla="*/ 609988 h 668354"/>
                <a:gd name="connsiteX3" fmla="*/ 2416909 w 2780249"/>
                <a:gd name="connsiteY3" fmla="*/ 668354 h 668354"/>
                <a:gd name="connsiteX4" fmla="*/ 1351215 w 2780249"/>
                <a:gd name="connsiteY4" fmla="*/ 480112 h 668354"/>
                <a:gd name="connsiteX5" fmla="*/ 275792 w 2780249"/>
                <a:gd name="connsiteY5" fmla="*/ 639171 h 668354"/>
                <a:gd name="connsiteX6" fmla="*/ 0 w 2780249"/>
                <a:gd name="connsiteY6" fmla="*/ 590533 h 668354"/>
                <a:gd name="connsiteX0" fmla="*/ 0 w 2780249"/>
                <a:gd name="connsiteY0" fmla="*/ 590533 h 775358"/>
                <a:gd name="connsiteX1" fmla="*/ 1360942 w 2780249"/>
                <a:gd name="connsiteY1" fmla="*/ 41 h 775358"/>
                <a:gd name="connsiteX2" fmla="*/ 2780249 w 2780249"/>
                <a:gd name="connsiteY2" fmla="*/ 609988 h 775358"/>
                <a:gd name="connsiteX3" fmla="*/ 2329360 w 2780249"/>
                <a:gd name="connsiteY3" fmla="*/ 775358 h 775358"/>
                <a:gd name="connsiteX4" fmla="*/ 1351215 w 2780249"/>
                <a:gd name="connsiteY4" fmla="*/ 480112 h 775358"/>
                <a:gd name="connsiteX5" fmla="*/ 275792 w 2780249"/>
                <a:gd name="connsiteY5" fmla="*/ 639171 h 775358"/>
                <a:gd name="connsiteX6" fmla="*/ 0 w 2780249"/>
                <a:gd name="connsiteY6" fmla="*/ 590533 h 775358"/>
                <a:gd name="connsiteX0" fmla="*/ 0 w 2673245"/>
                <a:gd name="connsiteY0" fmla="*/ 600391 h 785216"/>
                <a:gd name="connsiteX1" fmla="*/ 1360942 w 2673245"/>
                <a:gd name="connsiteY1" fmla="*/ 9899 h 785216"/>
                <a:gd name="connsiteX2" fmla="*/ 2673245 w 2673245"/>
                <a:gd name="connsiteY2" fmla="*/ 405837 h 785216"/>
                <a:gd name="connsiteX3" fmla="*/ 2329360 w 2673245"/>
                <a:gd name="connsiteY3" fmla="*/ 785216 h 785216"/>
                <a:gd name="connsiteX4" fmla="*/ 1351215 w 2673245"/>
                <a:gd name="connsiteY4" fmla="*/ 489970 h 785216"/>
                <a:gd name="connsiteX5" fmla="*/ 275792 w 2673245"/>
                <a:gd name="connsiteY5" fmla="*/ 649029 h 785216"/>
                <a:gd name="connsiteX6" fmla="*/ 0 w 2673245"/>
                <a:gd name="connsiteY6" fmla="*/ 600391 h 785216"/>
                <a:gd name="connsiteX0" fmla="*/ 0 w 2673245"/>
                <a:gd name="connsiteY0" fmla="*/ 593348 h 778173"/>
                <a:gd name="connsiteX1" fmla="*/ 1360942 w 2673245"/>
                <a:gd name="connsiteY1" fmla="*/ 2856 h 778173"/>
                <a:gd name="connsiteX2" fmla="*/ 2673245 w 2673245"/>
                <a:gd name="connsiteY2" fmla="*/ 398794 h 778173"/>
                <a:gd name="connsiteX3" fmla="*/ 2329360 w 2673245"/>
                <a:gd name="connsiteY3" fmla="*/ 778173 h 778173"/>
                <a:gd name="connsiteX4" fmla="*/ 1351215 w 2673245"/>
                <a:gd name="connsiteY4" fmla="*/ 482927 h 778173"/>
                <a:gd name="connsiteX5" fmla="*/ 275792 w 2673245"/>
                <a:gd name="connsiteY5" fmla="*/ 641986 h 778173"/>
                <a:gd name="connsiteX6" fmla="*/ 0 w 2673245"/>
                <a:gd name="connsiteY6" fmla="*/ 593348 h 778173"/>
                <a:gd name="connsiteX0" fmla="*/ 0 w 2478691"/>
                <a:gd name="connsiteY0" fmla="*/ 293714 h 809279"/>
                <a:gd name="connsiteX1" fmla="*/ 1166388 w 2478691"/>
                <a:gd name="connsiteY1" fmla="*/ 33962 h 809279"/>
                <a:gd name="connsiteX2" fmla="*/ 2478691 w 2478691"/>
                <a:gd name="connsiteY2" fmla="*/ 429900 h 809279"/>
                <a:gd name="connsiteX3" fmla="*/ 2134806 w 2478691"/>
                <a:gd name="connsiteY3" fmla="*/ 809279 h 809279"/>
                <a:gd name="connsiteX4" fmla="*/ 1156661 w 2478691"/>
                <a:gd name="connsiteY4" fmla="*/ 514033 h 809279"/>
                <a:gd name="connsiteX5" fmla="*/ 81238 w 2478691"/>
                <a:gd name="connsiteY5" fmla="*/ 673092 h 809279"/>
                <a:gd name="connsiteX6" fmla="*/ 0 w 2478691"/>
                <a:gd name="connsiteY6" fmla="*/ 293714 h 809279"/>
                <a:gd name="connsiteX0" fmla="*/ 0 w 2478691"/>
                <a:gd name="connsiteY0" fmla="*/ 262275 h 777840"/>
                <a:gd name="connsiteX1" fmla="*/ 1166388 w 2478691"/>
                <a:gd name="connsiteY1" fmla="*/ 2523 h 777840"/>
                <a:gd name="connsiteX2" fmla="*/ 2478691 w 2478691"/>
                <a:gd name="connsiteY2" fmla="*/ 398461 h 777840"/>
                <a:gd name="connsiteX3" fmla="*/ 2134806 w 2478691"/>
                <a:gd name="connsiteY3" fmla="*/ 777840 h 777840"/>
                <a:gd name="connsiteX4" fmla="*/ 1156661 w 2478691"/>
                <a:gd name="connsiteY4" fmla="*/ 482594 h 777840"/>
                <a:gd name="connsiteX5" fmla="*/ 81238 w 2478691"/>
                <a:gd name="connsiteY5" fmla="*/ 641653 h 777840"/>
                <a:gd name="connsiteX6" fmla="*/ 0 w 2478691"/>
                <a:gd name="connsiteY6" fmla="*/ 262275 h 777840"/>
                <a:gd name="connsiteX0" fmla="*/ 0 w 2478691"/>
                <a:gd name="connsiteY0" fmla="*/ 262275 h 777841"/>
                <a:gd name="connsiteX1" fmla="*/ 1166388 w 2478691"/>
                <a:gd name="connsiteY1" fmla="*/ 2523 h 777841"/>
                <a:gd name="connsiteX2" fmla="*/ 2478691 w 2478691"/>
                <a:gd name="connsiteY2" fmla="*/ 398461 h 777841"/>
                <a:gd name="connsiteX3" fmla="*/ 2134806 w 2478691"/>
                <a:gd name="connsiteY3" fmla="*/ 777840 h 777841"/>
                <a:gd name="connsiteX4" fmla="*/ 1156661 w 2478691"/>
                <a:gd name="connsiteY4" fmla="*/ 482594 h 777841"/>
                <a:gd name="connsiteX5" fmla="*/ 178515 w 2478691"/>
                <a:gd name="connsiteY5" fmla="*/ 777841 h 777841"/>
                <a:gd name="connsiteX6" fmla="*/ 0 w 2478691"/>
                <a:gd name="connsiteY6" fmla="*/ 262275 h 777841"/>
                <a:gd name="connsiteX0" fmla="*/ 0 w 2478691"/>
                <a:gd name="connsiteY0" fmla="*/ 262275 h 777840"/>
                <a:gd name="connsiteX1" fmla="*/ 1166388 w 2478691"/>
                <a:gd name="connsiteY1" fmla="*/ 2523 h 777840"/>
                <a:gd name="connsiteX2" fmla="*/ 2478691 w 2478691"/>
                <a:gd name="connsiteY2" fmla="*/ 398461 h 777840"/>
                <a:gd name="connsiteX3" fmla="*/ 2134806 w 2478691"/>
                <a:gd name="connsiteY3" fmla="*/ 777840 h 777840"/>
                <a:gd name="connsiteX4" fmla="*/ 1156661 w 2478691"/>
                <a:gd name="connsiteY4" fmla="*/ 482594 h 777840"/>
                <a:gd name="connsiteX5" fmla="*/ 139604 w 2478691"/>
                <a:gd name="connsiteY5" fmla="*/ 748658 h 777840"/>
                <a:gd name="connsiteX6" fmla="*/ 0 w 2478691"/>
                <a:gd name="connsiteY6" fmla="*/ 262275 h 777840"/>
                <a:gd name="connsiteX0" fmla="*/ 0 w 2478691"/>
                <a:gd name="connsiteY0" fmla="*/ 262275 h 777840"/>
                <a:gd name="connsiteX1" fmla="*/ 1166388 w 2478691"/>
                <a:gd name="connsiteY1" fmla="*/ 2523 h 777840"/>
                <a:gd name="connsiteX2" fmla="*/ 2478691 w 2478691"/>
                <a:gd name="connsiteY2" fmla="*/ 398461 h 777840"/>
                <a:gd name="connsiteX3" fmla="*/ 2134806 w 2478691"/>
                <a:gd name="connsiteY3" fmla="*/ 777840 h 777840"/>
                <a:gd name="connsiteX4" fmla="*/ 1156661 w 2478691"/>
                <a:gd name="connsiteY4" fmla="*/ 482594 h 777840"/>
                <a:gd name="connsiteX5" fmla="*/ 139604 w 2478691"/>
                <a:gd name="connsiteY5" fmla="*/ 748658 h 777840"/>
                <a:gd name="connsiteX6" fmla="*/ 0 w 2478691"/>
                <a:gd name="connsiteY6" fmla="*/ 262275 h 777840"/>
                <a:gd name="connsiteX0" fmla="*/ 0 w 2478691"/>
                <a:gd name="connsiteY0" fmla="*/ 262275 h 797295"/>
                <a:gd name="connsiteX1" fmla="*/ 1166388 w 2478691"/>
                <a:gd name="connsiteY1" fmla="*/ 2523 h 797295"/>
                <a:gd name="connsiteX2" fmla="*/ 2478691 w 2478691"/>
                <a:gd name="connsiteY2" fmla="*/ 398461 h 797295"/>
                <a:gd name="connsiteX3" fmla="*/ 2144534 w 2478691"/>
                <a:gd name="connsiteY3" fmla="*/ 797295 h 797295"/>
                <a:gd name="connsiteX4" fmla="*/ 1156661 w 2478691"/>
                <a:gd name="connsiteY4" fmla="*/ 482594 h 797295"/>
                <a:gd name="connsiteX5" fmla="*/ 139604 w 2478691"/>
                <a:gd name="connsiteY5" fmla="*/ 748658 h 797295"/>
                <a:gd name="connsiteX6" fmla="*/ 0 w 2478691"/>
                <a:gd name="connsiteY6" fmla="*/ 262275 h 797295"/>
                <a:gd name="connsiteX0" fmla="*/ 0 w 2478691"/>
                <a:gd name="connsiteY0" fmla="*/ 262275 h 797295"/>
                <a:gd name="connsiteX1" fmla="*/ 1166388 w 2478691"/>
                <a:gd name="connsiteY1" fmla="*/ 2523 h 797295"/>
                <a:gd name="connsiteX2" fmla="*/ 2478691 w 2478691"/>
                <a:gd name="connsiteY2" fmla="*/ 398461 h 797295"/>
                <a:gd name="connsiteX3" fmla="*/ 2144534 w 2478691"/>
                <a:gd name="connsiteY3" fmla="*/ 797295 h 797295"/>
                <a:gd name="connsiteX4" fmla="*/ 1156661 w 2478691"/>
                <a:gd name="connsiteY4" fmla="*/ 482594 h 797295"/>
                <a:gd name="connsiteX5" fmla="*/ 139604 w 2478691"/>
                <a:gd name="connsiteY5" fmla="*/ 748658 h 797295"/>
                <a:gd name="connsiteX6" fmla="*/ 0 w 2478691"/>
                <a:gd name="connsiteY6" fmla="*/ 262275 h 797295"/>
                <a:gd name="connsiteX0" fmla="*/ 0 w 2309168"/>
                <a:gd name="connsiteY0" fmla="*/ 259772 h 794792"/>
                <a:gd name="connsiteX1" fmla="*/ 1166388 w 2309168"/>
                <a:gd name="connsiteY1" fmla="*/ 20 h 794792"/>
                <a:gd name="connsiteX2" fmla="*/ 2309168 w 2309168"/>
                <a:gd name="connsiteY2" fmla="*/ 270099 h 794792"/>
                <a:gd name="connsiteX3" fmla="*/ 2144534 w 2309168"/>
                <a:gd name="connsiteY3" fmla="*/ 794792 h 794792"/>
                <a:gd name="connsiteX4" fmla="*/ 1156661 w 2309168"/>
                <a:gd name="connsiteY4" fmla="*/ 480091 h 794792"/>
                <a:gd name="connsiteX5" fmla="*/ 139604 w 2309168"/>
                <a:gd name="connsiteY5" fmla="*/ 746155 h 794792"/>
                <a:gd name="connsiteX6" fmla="*/ 0 w 2309168"/>
                <a:gd name="connsiteY6" fmla="*/ 259772 h 794792"/>
                <a:gd name="connsiteX0" fmla="*/ 0 w 2309168"/>
                <a:gd name="connsiteY0" fmla="*/ 259772 h 794792"/>
                <a:gd name="connsiteX1" fmla="*/ 1166388 w 2309168"/>
                <a:gd name="connsiteY1" fmla="*/ 20 h 794792"/>
                <a:gd name="connsiteX2" fmla="*/ 2309168 w 2309168"/>
                <a:gd name="connsiteY2" fmla="*/ 270099 h 794792"/>
                <a:gd name="connsiteX3" fmla="*/ 2144534 w 2309168"/>
                <a:gd name="connsiteY3" fmla="*/ 794792 h 794792"/>
                <a:gd name="connsiteX4" fmla="*/ 1156661 w 2309168"/>
                <a:gd name="connsiteY4" fmla="*/ 480091 h 794792"/>
                <a:gd name="connsiteX5" fmla="*/ 139604 w 2309168"/>
                <a:gd name="connsiteY5" fmla="*/ 746155 h 794792"/>
                <a:gd name="connsiteX6" fmla="*/ 0 w 2309168"/>
                <a:gd name="connsiteY6" fmla="*/ 259772 h 794792"/>
                <a:gd name="connsiteX0" fmla="*/ 0 w 2309168"/>
                <a:gd name="connsiteY0" fmla="*/ 259772 h 746155"/>
                <a:gd name="connsiteX1" fmla="*/ 1166388 w 2309168"/>
                <a:gd name="connsiteY1" fmla="*/ 20 h 746155"/>
                <a:gd name="connsiteX2" fmla="*/ 2309168 w 2309168"/>
                <a:gd name="connsiteY2" fmla="*/ 270099 h 746155"/>
                <a:gd name="connsiteX3" fmla="*/ 2121417 w 2309168"/>
                <a:gd name="connsiteY3" fmla="*/ 707462 h 746155"/>
                <a:gd name="connsiteX4" fmla="*/ 1156661 w 2309168"/>
                <a:gd name="connsiteY4" fmla="*/ 480091 h 746155"/>
                <a:gd name="connsiteX5" fmla="*/ 139604 w 2309168"/>
                <a:gd name="connsiteY5" fmla="*/ 746155 h 746155"/>
                <a:gd name="connsiteX6" fmla="*/ 0 w 2309168"/>
                <a:gd name="connsiteY6" fmla="*/ 259772 h 746155"/>
                <a:gd name="connsiteX0" fmla="*/ 0 w 2309168"/>
                <a:gd name="connsiteY0" fmla="*/ 259772 h 746155"/>
                <a:gd name="connsiteX1" fmla="*/ 1166388 w 2309168"/>
                <a:gd name="connsiteY1" fmla="*/ 20 h 746155"/>
                <a:gd name="connsiteX2" fmla="*/ 2309168 w 2309168"/>
                <a:gd name="connsiteY2" fmla="*/ 270099 h 746155"/>
                <a:gd name="connsiteX3" fmla="*/ 2121417 w 2309168"/>
                <a:gd name="connsiteY3" fmla="*/ 707462 h 746155"/>
                <a:gd name="connsiteX4" fmla="*/ 1156661 w 2309168"/>
                <a:gd name="connsiteY4" fmla="*/ 480091 h 746155"/>
                <a:gd name="connsiteX5" fmla="*/ 139604 w 2309168"/>
                <a:gd name="connsiteY5" fmla="*/ 746155 h 746155"/>
                <a:gd name="connsiteX6" fmla="*/ 0 w 2309168"/>
                <a:gd name="connsiteY6" fmla="*/ 259772 h 746155"/>
                <a:gd name="connsiteX0" fmla="*/ 0 w 2309168"/>
                <a:gd name="connsiteY0" fmla="*/ 226793 h 746567"/>
                <a:gd name="connsiteX1" fmla="*/ 1166388 w 2309168"/>
                <a:gd name="connsiteY1" fmla="*/ 432 h 746567"/>
                <a:gd name="connsiteX2" fmla="*/ 2309168 w 2309168"/>
                <a:gd name="connsiteY2" fmla="*/ 270511 h 746567"/>
                <a:gd name="connsiteX3" fmla="*/ 2121417 w 2309168"/>
                <a:gd name="connsiteY3" fmla="*/ 707874 h 746567"/>
                <a:gd name="connsiteX4" fmla="*/ 1156661 w 2309168"/>
                <a:gd name="connsiteY4" fmla="*/ 480503 h 746567"/>
                <a:gd name="connsiteX5" fmla="*/ 139604 w 2309168"/>
                <a:gd name="connsiteY5" fmla="*/ 746567 h 746567"/>
                <a:gd name="connsiteX6" fmla="*/ 0 w 2309168"/>
                <a:gd name="connsiteY6" fmla="*/ 226793 h 746567"/>
                <a:gd name="connsiteX0" fmla="*/ 0 w 2309168"/>
                <a:gd name="connsiteY0" fmla="*/ 226663 h 746437"/>
                <a:gd name="connsiteX1" fmla="*/ 1166388 w 2309168"/>
                <a:gd name="connsiteY1" fmla="*/ 302 h 746437"/>
                <a:gd name="connsiteX2" fmla="*/ 2309168 w 2309168"/>
                <a:gd name="connsiteY2" fmla="*/ 270381 h 746437"/>
                <a:gd name="connsiteX3" fmla="*/ 2121417 w 2309168"/>
                <a:gd name="connsiteY3" fmla="*/ 707744 h 746437"/>
                <a:gd name="connsiteX4" fmla="*/ 1156661 w 2309168"/>
                <a:gd name="connsiteY4" fmla="*/ 480373 h 746437"/>
                <a:gd name="connsiteX5" fmla="*/ 139604 w 2309168"/>
                <a:gd name="connsiteY5" fmla="*/ 746437 h 746437"/>
                <a:gd name="connsiteX6" fmla="*/ 0 w 2309168"/>
                <a:gd name="connsiteY6" fmla="*/ 226663 h 746437"/>
                <a:gd name="connsiteX0" fmla="*/ 0 w 2309168"/>
                <a:gd name="connsiteY0" fmla="*/ 226614 h 746388"/>
                <a:gd name="connsiteX1" fmla="*/ 1166388 w 2309168"/>
                <a:gd name="connsiteY1" fmla="*/ 253 h 746388"/>
                <a:gd name="connsiteX2" fmla="*/ 2309168 w 2309168"/>
                <a:gd name="connsiteY2" fmla="*/ 270332 h 746388"/>
                <a:gd name="connsiteX3" fmla="*/ 2121417 w 2309168"/>
                <a:gd name="connsiteY3" fmla="*/ 707695 h 746388"/>
                <a:gd name="connsiteX4" fmla="*/ 1156661 w 2309168"/>
                <a:gd name="connsiteY4" fmla="*/ 480324 h 746388"/>
                <a:gd name="connsiteX5" fmla="*/ 139604 w 2309168"/>
                <a:gd name="connsiteY5" fmla="*/ 746388 h 746388"/>
                <a:gd name="connsiteX6" fmla="*/ 0 w 2309168"/>
                <a:gd name="connsiteY6" fmla="*/ 226614 h 746388"/>
                <a:gd name="connsiteX0" fmla="*/ 0 w 2309168"/>
                <a:gd name="connsiteY0" fmla="*/ 231692 h 746328"/>
                <a:gd name="connsiteX1" fmla="*/ 1166388 w 2309168"/>
                <a:gd name="connsiteY1" fmla="*/ 193 h 746328"/>
                <a:gd name="connsiteX2" fmla="*/ 2309168 w 2309168"/>
                <a:gd name="connsiteY2" fmla="*/ 270272 h 746328"/>
                <a:gd name="connsiteX3" fmla="*/ 2121417 w 2309168"/>
                <a:gd name="connsiteY3" fmla="*/ 707635 h 746328"/>
                <a:gd name="connsiteX4" fmla="*/ 1156661 w 2309168"/>
                <a:gd name="connsiteY4" fmla="*/ 480264 h 746328"/>
                <a:gd name="connsiteX5" fmla="*/ 139604 w 2309168"/>
                <a:gd name="connsiteY5" fmla="*/ 746328 h 746328"/>
                <a:gd name="connsiteX6" fmla="*/ 0 w 2309168"/>
                <a:gd name="connsiteY6" fmla="*/ 231692 h 746328"/>
                <a:gd name="connsiteX0" fmla="*/ 0 w 2309168"/>
                <a:gd name="connsiteY0" fmla="*/ 231692 h 707635"/>
                <a:gd name="connsiteX1" fmla="*/ 1166388 w 2309168"/>
                <a:gd name="connsiteY1" fmla="*/ 193 h 707635"/>
                <a:gd name="connsiteX2" fmla="*/ 2309168 w 2309168"/>
                <a:gd name="connsiteY2" fmla="*/ 270272 h 707635"/>
                <a:gd name="connsiteX3" fmla="*/ 2121417 w 2309168"/>
                <a:gd name="connsiteY3" fmla="*/ 707635 h 707635"/>
                <a:gd name="connsiteX4" fmla="*/ 1156661 w 2309168"/>
                <a:gd name="connsiteY4" fmla="*/ 480264 h 707635"/>
                <a:gd name="connsiteX5" fmla="*/ 172995 w 2309168"/>
                <a:gd name="connsiteY5" fmla="*/ 684683 h 707635"/>
                <a:gd name="connsiteX6" fmla="*/ 0 w 2309168"/>
                <a:gd name="connsiteY6" fmla="*/ 231692 h 707635"/>
                <a:gd name="connsiteX0" fmla="*/ 0 w 2309168"/>
                <a:gd name="connsiteY0" fmla="*/ 231692 h 707635"/>
                <a:gd name="connsiteX1" fmla="*/ 1166388 w 2309168"/>
                <a:gd name="connsiteY1" fmla="*/ 193 h 707635"/>
                <a:gd name="connsiteX2" fmla="*/ 2309168 w 2309168"/>
                <a:gd name="connsiteY2" fmla="*/ 270272 h 707635"/>
                <a:gd name="connsiteX3" fmla="*/ 2121417 w 2309168"/>
                <a:gd name="connsiteY3" fmla="*/ 707635 h 707635"/>
                <a:gd name="connsiteX4" fmla="*/ 1156661 w 2309168"/>
                <a:gd name="connsiteY4" fmla="*/ 480264 h 707635"/>
                <a:gd name="connsiteX5" fmla="*/ 172995 w 2309168"/>
                <a:gd name="connsiteY5" fmla="*/ 684683 h 707635"/>
                <a:gd name="connsiteX6" fmla="*/ 0 w 2309168"/>
                <a:gd name="connsiteY6" fmla="*/ 231692 h 707635"/>
                <a:gd name="connsiteX0" fmla="*/ 0 w 2309168"/>
                <a:gd name="connsiteY0" fmla="*/ 231692 h 715340"/>
                <a:gd name="connsiteX1" fmla="*/ 1166388 w 2309168"/>
                <a:gd name="connsiteY1" fmla="*/ 193 h 715340"/>
                <a:gd name="connsiteX2" fmla="*/ 2309168 w 2309168"/>
                <a:gd name="connsiteY2" fmla="*/ 270272 h 715340"/>
                <a:gd name="connsiteX3" fmla="*/ 2123986 w 2309168"/>
                <a:gd name="connsiteY3" fmla="*/ 715340 h 715340"/>
                <a:gd name="connsiteX4" fmla="*/ 1156661 w 2309168"/>
                <a:gd name="connsiteY4" fmla="*/ 480264 h 715340"/>
                <a:gd name="connsiteX5" fmla="*/ 172995 w 2309168"/>
                <a:gd name="connsiteY5" fmla="*/ 684683 h 715340"/>
                <a:gd name="connsiteX6" fmla="*/ 0 w 2309168"/>
                <a:gd name="connsiteY6" fmla="*/ 231692 h 715340"/>
                <a:gd name="connsiteX0" fmla="*/ 0 w 2309168"/>
                <a:gd name="connsiteY0" fmla="*/ 231692 h 715340"/>
                <a:gd name="connsiteX1" fmla="*/ 1166388 w 2309168"/>
                <a:gd name="connsiteY1" fmla="*/ 193 h 715340"/>
                <a:gd name="connsiteX2" fmla="*/ 2309168 w 2309168"/>
                <a:gd name="connsiteY2" fmla="*/ 270272 h 715340"/>
                <a:gd name="connsiteX3" fmla="*/ 2123986 w 2309168"/>
                <a:gd name="connsiteY3" fmla="*/ 715340 h 715340"/>
                <a:gd name="connsiteX4" fmla="*/ 1156661 w 2309168"/>
                <a:gd name="connsiteY4" fmla="*/ 480264 h 715340"/>
                <a:gd name="connsiteX5" fmla="*/ 172995 w 2309168"/>
                <a:gd name="connsiteY5" fmla="*/ 684683 h 715340"/>
                <a:gd name="connsiteX6" fmla="*/ 0 w 2309168"/>
                <a:gd name="connsiteY6" fmla="*/ 231692 h 715340"/>
                <a:gd name="connsiteX0" fmla="*/ 0 w 2309168"/>
                <a:gd name="connsiteY0" fmla="*/ 231692 h 715340"/>
                <a:gd name="connsiteX1" fmla="*/ 1166388 w 2309168"/>
                <a:gd name="connsiteY1" fmla="*/ 193 h 715340"/>
                <a:gd name="connsiteX2" fmla="*/ 2309168 w 2309168"/>
                <a:gd name="connsiteY2" fmla="*/ 270272 h 715340"/>
                <a:gd name="connsiteX3" fmla="*/ 2123986 w 2309168"/>
                <a:gd name="connsiteY3" fmla="*/ 715340 h 715340"/>
                <a:gd name="connsiteX4" fmla="*/ 1156661 w 2309168"/>
                <a:gd name="connsiteY4" fmla="*/ 480264 h 715340"/>
                <a:gd name="connsiteX5" fmla="*/ 172995 w 2309168"/>
                <a:gd name="connsiteY5" fmla="*/ 684683 h 715340"/>
                <a:gd name="connsiteX6" fmla="*/ 0 w 2309168"/>
                <a:gd name="connsiteY6" fmla="*/ 231692 h 715340"/>
                <a:gd name="connsiteX0" fmla="*/ 0 w 2314305"/>
                <a:gd name="connsiteY0" fmla="*/ 231543 h 715191"/>
                <a:gd name="connsiteX1" fmla="*/ 1166388 w 2314305"/>
                <a:gd name="connsiteY1" fmla="*/ 44 h 715191"/>
                <a:gd name="connsiteX2" fmla="*/ 2314305 w 2314305"/>
                <a:gd name="connsiteY2" fmla="*/ 249575 h 715191"/>
                <a:gd name="connsiteX3" fmla="*/ 2123986 w 2314305"/>
                <a:gd name="connsiteY3" fmla="*/ 715191 h 715191"/>
                <a:gd name="connsiteX4" fmla="*/ 1156661 w 2314305"/>
                <a:gd name="connsiteY4" fmla="*/ 480115 h 715191"/>
                <a:gd name="connsiteX5" fmla="*/ 172995 w 2314305"/>
                <a:gd name="connsiteY5" fmla="*/ 684534 h 715191"/>
                <a:gd name="connsiteX6" fmla="*/ 0 w 2314305"/>
                <a:gd name="connsiteY6" fmla="*/ 231543 h 715191"/>
                <a:gd name="connsiteX0" fmla="*/ 0 w 2314305"/>
                <a:gd name="connsiteY0" fmla="*/ 231543 h 715191"/>
                <a:gd name="connsiteX1" fmla="*/ 1166388 w 2314305"/>
                <a:gd name="connsiteY1" fmla="*/ 44 h 715191"/>
                <a:gd name="connsiteX2" fmla="*/ 2314305 w 2314305"/>
                <a:gd name="connsiteY2" fmla="*/ 249575 h 715191"/>
                <a:gd name="connsiteX3" fmla="*/ 2123986 w 2314305"/>
                <a:gd name="connsiteY3" fmla="*/ 715191 h 715191"/>
                <a:gd name="connsiteX4" fmla="*/ 1156661 w 2314305"/>
                <a:gd name="connsiteY4" fmla="*/ 480115 h 715191"/>
                <a:gd name="connsiteX5" fmla="*/ 172995 w 2314305"/>
                <a:gd name="connsiteY5" fmla="*/ 684534 h 715191"/>
                <a:gd name="connsiteX6" fmla="*/ 0 w 2314305"/>
                <a:gd name="connsiteY6" fmla="*/ 231543 h 715191"/>
                <a:gd name="connsiteX0" fmla="*/ 0 w 2314305"/>
                <a:gd name="connsiteY0" fmla="*/ 231550 h 715198"/>
                <a:gd name="connsiteX1" fmla="*/ 1166388 w 2314305"/>
                <a:gd name="connsiteY1" fmla="*/ 51 h 715198"/>
                <a:gd name="connsiteX2" fmla="*/ 2314305 w 2314305"/>
                <a:gd name="connsiteY2" fmla="*/ 249582 h 715198"/>
                <a:gd name="connsiteX3" fmla="*/ 2123986 w 2314305"/>
                <a:gd name="connsiteY3" fmla="*/ 715198 h 715198"/>
                <a:gd name="connsiteX4" fmla="*/ 1156661 w 2314305"/>
                <a:gd name="connsiteY4" fmla="*/ 480122 h 715198"/>
                <a:gd name="connsiteX5" fmla="*/ 172995 w 2314305"/>
                <a:gd name="connsiteY5" fmla="*/ 684541 h 715198"/>
                <a:gd name="connsiteX6" fmla="*/ 0 w 2314305"/>
                <a:gd name="connsiteY6" fmla="*/ 231550 h 715198"/>
                <a:gd name="connsiteX0" fmla="*/ 0 w 2314305"/>
                <a:gd name="connsiteY0" fmla="*/ 233092 h 716740"/>
                <a:gd name="connsiteX1" fmla="*/ 1166388 w 2314305"/>
                <a:gd name="connsiteY1" fmla="*/ 1593 h 716740"/>
                <a:gd name="connsiteX2" fmla="*/ 2314305 w 2314305"/>
                <a:gd name="connsiteY2" fmla="*/ 251124 h 716740"/>
                <a:gd name="connsiteX3" fmla="*/ 2123986 w 2314305"/>
                <a:gd name="connsiteY3" fmla="*/ 716740 h 716740"/>
                <a:gd name="connsiteX4" fmla="*/ 1156661 w 2314305"/>
                <a:gd name="connsiteY4" fmla="*/ 481664 h 716740"/>
                <a:gd name="connsiteX5" fmla="*/ 172995 w 2314305"/>
                <a:gd name="connsiteY5" fmla="*/ 686083 h 716740"/>
                <a:gd name="connsiteX6" fmla="*/ 0 w 2314305"/>
                <a:gd name="connsiteY6" fmla="*/ 233092 h 716740"/>
                <a:gd name="connsiteX0" fmla="*/ 0 w 2314305"/>
                <a:gd name="connsiteY0" fmla="*/ 231523 h 715171"/>
                <a:gd name="connsiteX1" fmla="*/ 1166388 w 2314305"/>
                <a:gd name="connsiteY1" fmla="*/ 24 h 715171"/>
                <a:gd name="connsiteX2" fmla="*/ 2314305 w 2314305"/>
                <a:gd name="connsiteY2" fmla="*/ 249555 h 715171"/>
                <a:gd name="connsiteX3" fmla="*/ 2123986 w 2314305"/>
                <a:gd name="connsiteY3" fmla="*/ 715171 h 715171"/>
                <a:gd name="connsiteX4" fmla="*/ 1156661 w 2314305"/>
                <a:gd name="connsiteY4" fmla="*/ 480095 h 715171"/>
                <a:gd name="connsiteX5" fmla="*/ 172995 w 2314305"/>
                <a:gd name="connsiteY5" fmla="*/ 684514 h 715171"/>
                <a:gd name="connsiteX6" fmla="*/ 0 w 2314305"/>
                <a:gd name="connsiteY6" fmla="*/ 231523 h 715171"/>
                <a:gd name="connsiteX0" fmla="*/ 0 w 2314305"/>
                <a:gd name="connsiteY0" fmla="*/ 231550 h 715198"/>
                <a:gd name="connsiteX1" fmla="*/ 1166388 w 2314305"/>
                <a:gd name="connsiteY1" fmla="*/ 51 h 715198"/>
                <a:gd name="connsiteX2" fmla="*/ 2314305 w 2314305"/>
                <a:gd name="connsiteY2" fmla="*/ 249582 h 715198"/>
                <a:gd name="connsiteX3" fmla="*/ 2123986 w 2314305"/>
                <a:gd name="connsiteY3" fmla="*/ 715198 h 715198"/>
                <a:gd name="connsiteX4" fmla="*/ 1156661 w 2314305"/>
                <a:gd name="connsiteY4" fmla="*/ 480122 h 715198"/>
                <a:gd name="connsiteX5" fmla="*/ 172995 w 2314305"/>
                <a:gd name="connsiteY5" fmla="*/ 684541 h 715198"/>
                <a:gd name="connsiteX6" fmla="*/ 0 w 2314305"/>
                <a:gd name="connsiteY6" fmla="*/ 231550 h 715198"/>
                <a:gd name="connsiteX0" fmla="*/ 0 w 2314305"/>
                <a:gd name="connsiteY0" fmla="*/ 232088 h 715736"/>
                <a:gd name="connsiteX1" fmla="*/ 1166388 w 2314305"/>
                <a:gd name="connsiteY1" fmla="*/ 589 h 715736"/>
                <a:gd name="connsiteX2" fmla="*/ 2314305 w 2314305"/>
                <a:gd name="connsiteY2" fmla="*/ 250120 h 715736"/>
                <a:gd name="connsiteX3" fmla="*/ 2123986 w 2314305"/>
                <a:gd name="connsiteY3" fmla="*/ 715736 h 715736"/>
                <a:gd name="connsiteX4" fmla="*/ 1156661 w 2314305"/>
                <a:gd name="connsiteY4" fmla="*/ 480660 h 715736"/>
                <a:gd name="connsiteX5" fmla="*/ 172995 w 2314305"/>
                <a:gd name="connsiteY5" fmla="*/ 685079 h 715736"/>
                <a:gd name="connsiteX6" fmla="*/ 0 w 2314305"/>
                <a:gd name="connsiteY6" fmla="*/ 232088 h 715736"/>
                <a:gd name="connsiteX0" fmla="*/ 0 w 2314305"/>
                <a:gd name="connsiteY0" fmla="*/ 232088 h 715736"/>
                <a:gd name="connsiteX1" fmla="*/ 1166388 w 2314305"/>
                <a:gd name="connsiteY1" fmla="*/ 589 h 715736"/>
                <a:gd name="connsiteX2" fmla="*/ 2314305 w 2314305"/>
                <a:gd name="connsiteY2" fmla="*/ 250120 h 715736"/>
                <a:gd name="connsiteX3" fmla="*/ 2123986 w 2314305"/>
                <a:gd name="connsiteY3" fmla="*/ 715736 h 715736"/>
                <a:gd name="connsiteX4" fmla="*/ 1156661 w 2314305"/>
                <a:gd name="connsiteY4" fmla="*/ 480660 h 715736"/>
                <a:gd name="connsiteX5" fmla="*/ 172995 w 2314305"/>
                <a:gd name="connsiteY5" fmla="*/ 685079 h 715736"/>
                <a:gd name="connsiteX6" fmla="*/ 0 w 2314305"/>
                <a:gd name="connsiteY6" fmla="*/ 232088 h 715736"/>
                <a:gd name="connsiteX0" fmla="*/ 0 w 2314305"/>
                <a:gd name="connsiteY0" fmla="*/ 232088 h 715736"/>
                <a:gd name="connsiteX1" fmla="*/ 1166388 w 2314305"/>
                <a:gd name="connsiteY1" fmla="*/ 589 h 715736"/>
                <a:gd name="connsiteX2" fmla="*/ 2314305 w 2314305"/>
                <a:gd name="connsiteY2" fmla="*/ 250120 h 715736"/>
                <a:gd name="connsiteX3" fmla="*/ 2123986 w 2314305"/>
                <a:gd name="connsiteY3" fmla="*/ 715736 h 715736"/>
                <a:gd name="connsiteX4" fmla="*/ 1156661 w 2314305"/>
                <a:gd name="connsiteY4" fmla="*/ 480660 h 715736"/>
                <a:gd name="connsiteX5" fmla="*/ 172995 w 2314305"/>
                <a:gd name="connsiteY5" fmla="*/ 685079 h 715736"/>
                <a:gd name="connsiteX6" fmla="*/ 0 w 2314305"/>
                <a:gd name="connsiteY6" fmla="*/ 232088 h 715736"/>
                <a:gd name="connsiteX0" fmla="*/ 0 w 2314305"/>
                <a:gd name="connsiteY0" fmla="*/ 232060 h 715708"/>
                <a:gd name="connsiteX1" fmla="*/ 1166388 w 2314305"/>
                <a:gd name="connsiteY1" fmla="*/ 561 h 715708"/>
                <a:gd name="connsiteX2" fmla="*/ 2314305 w 2314305"/>
                <a:gd name="connsiteY2" fmla="*/ 250092 h 715708"/>
                <a:gd name="connsiteX3" fmla="*/ 2123986 w 2314305"/>
                <a:gd name="connsiteY3" fmla="*/ 715708 h 715708"/>
                <a:gd name="connsiteX4" fmla="*/ 1156661 w 2314305"/>
                <a:gd name="connsiteY4" fmla="*/ 480632 h 715708"/>
                <a:gd name="connsiteX5" fmla="*/ 172995 w 2314305"/>
                <a:gd name="connsiteY5" fmla="*/ 685051 h 715708"/>
                <a:gd name="connsiteX6" fmla="*/ 0 w 2314305"/>
                <a:gd name="connsiteY6" fmla="*/ 232060 h 7157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314305" h="715708">
                  <a:moveTo>
                    <a:pt x="0" y="232060"/>
                  </a:moveTo>
                  <a:cubicBezTo>
                    <a:pt x="116349" y="135016"/>
                    <a:pt x="772966" y="-10150"/>
                    <a:pt x="1166388" y="561"/>
                  </a:cubicBezTo>
                  <a:cubicBezTo>
                    <a:pt x="1559810" y="11272"/>
                    <a:pt x="1962415" y="54514"/>
                    <a:pt x="2314305" y="250092"/>
                  </a:cubicBezTo>
                  <a:cubicBezTo>
                    <a:pt x="2236857" y="411910"/>
                    <a:pt x="2305049" y="284904"/>
                    <a:pt x="2123986" y="715708"/>
                  </a:cubicBezTo>
                  <a:cubicBezTo>
                    <a:pt x="2077752" y="646036"/>
                    <a:pt x="1616289" y="480632"/>
                    <a:pt x="1156661" y="480632"/>
                  </a:cubicBezTo>
                  <a:cubicBezTo>
                    <a:pt x="697033" y="480632"/>
                    <a:pt x="257593" y="589531"/>
                    <a:pt x="172995" y="685051"/>
                  </a:cubicBezTo>
                  <a:lnTo>
                    <a:pt x="0" y="232060"/>
                  </a:lnTo>
                  <a:close/>
                </a:path>
              </a:pathLst>
            </a:cu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7" name="Block Arc 1">
              <a:extLst>
                <a:ext uri="{FF2B5EF4-FFF2-40B4-BE49-F238E27FC236}">
                  <a16:creationId xmlns:a16="http://schemas.microsoft.com/office/drawing/2014/main" id="{6B34A44E-4DEB-6EDA-544F-227DCA97D88F}"/>
                </a:ext>
              </a:extLst>
            </p:cNvPr>
            <p:cNvSpPr/>
            <p:nvPr/>
          </p:nvSpPr>
          <p:spPr>
            <a:xfrm rot="12383279">
              <a:off x="6255443" y="5432031"/>
              <a:ext cx="2314305" cy="715708"/>
            </a:xfrm>
            <a:custGeom>
              <a:avLst/>
              <a:gdLst>
                <a:gd name="connsiteX0" fmla="*/ 0 w 2391141"/>
                <a:gd name="connsiteY0" fmla="*/ 726679 h 1453358"/>
                <a:gd name="connsiteX1" fmla="*/ 1195571 w 2391141"/>
                <a:gd name="connsiteY1" fmla="*/ 0 h 1453358"/>
                <a:gd name="connsiteX2" fmla="*/ 2391142 w 2391141"/>
                <a:gd name="connsiteY2" fmla="*/ 726679 h 1453358"/>
                <a:gd name="connsiteX3" fmla="*/ 2027802 w 2391141"/>
                <a:gd name="connsiteY3" fmla="*/ 726679 h 1453358"/>
                <a:gd name="connsiteX4" fmla="*/ 1195571 w 2391141"/>
                <a:gd name="connsiteY4" fmla="*/ 363339 h 1453358"/>
                <a:gd name="connsiteX5" fmla="*/ 363340 w 2391141"/>
                <a:gd name="connsiteY5" fmla="*/ 726679 h 1453358"/>
                <a:gd name="connsiteX6" fmla="*/ 0 w 2391141"/>
                <a:gd name="connsiteY6" fmla="*/ 726679 h 1453358"/>
                <a:gd name="connsiteX0" fmla="*/ 0 w 2614878"/>
                <a:gd name="connsiteY0" fmla="*/ 727830 h 727830"/>
                <a:gd name="connsiteX1" fmla="*/ 1195571 w 2614878"/>
                <a:gd name="connsiteY1" fmla="*/ 1151 h 727830"/>
                <a:gd name="connsiteX2" fmla="*/ 2614878 w 2614878"/>
                <a:gd name="connsiteY2" fmla="*/ 611098 h 727830"/>
                <a:gd name="connsiteX3" fmla="*/ 2027802 w 2614878"/>
                <a:gd name="connsiteY3" fmla="*/ 727830 h 727830"/>
                <a:gd name="connsiteX4" fmla="*/ 1195571 w 2614878"/>
                <a:gd name="connsiteY4" fmla="*/ 364490 h 727830"/>
                <a:gd name="connsiteX5" fmla="*/ 363340 w 2614878"/>
                <a:gd name="connsiteY5" fmla="*/ 727830 h 727830"/>
                <a:gd name="connsiteX6" fmla="*/ 0 w 2614878"/>
                <a:gd name="connsiteY6" fmla="*/ 727830 h 727830"/>
                <a:gd name="connsiteX0" fmla="*/ 0 w 2614878"/>
                <a:gd name="connsiteY0" fmla="*/ 727830 h 727830"/>
                <a:gd name="connsiteX1" fmla="*/ 1195571 w 2614878"/>
                <a:gd name="connsiteY1" fmla="*/ 1151 h 727830"/>
                <a:gd name="connsiteX2" fmla="*/ 2614878 w 2614878"/>
                <a:gd name="connsiteY2" fmla="*/ 611098 h 727830"/>
                <a:gd name="connsiteX3" fmla="*/ 2251538 w 2614878"/>
                <a:gd name="connsiteY3" fmla="*/ 669464 h 727830"/>
                <a:gd name="connsiteX4" fmla="*/ 1195571 w 2614878"/>
                <a:gd name="connsiteY4" fmla="*/ 364490 h 727830"/>
                <a:gd name="connsiteX5" fmla="*/ 363340 w 2614878"/>
                <a:gd name="connsiteY5" fmla="*/ 727830 h 727830"/>
                <a:gd name="connsiteX6" fmla="*/ 0 w 2614878"/>
                <a:gd name="connsiteY6" fmla="*/ 727830 h 727830"/>
                <a:gd name="connsiteX0" fmla="*/ 0 w 2780249"/>
                <a:gd name="connsiteY0" fmla="*/ 590533 h 726720"/>
                <a:gd name="connsiteX1" fmla="*/ 1360942 w 2780249"/>
                <a:gd name="connsiteY1" fmla="*/ 41 h 726720"/>
                <a:gd name="connsiteX2" fmla="*/ 2780249 w 2780249"/>
                <a:gd name="connsiteY2" fmla="*/ 609988 h 726720"/>
                <a:gd name="connsiteX3" fmla="*/ 2416909 w 2780249"/>
                <a:gd name="connsiteY3" fmla="*/ 668354 h 726720"/>
                <a:gd name="connsiteX4" fmla="*/ 1360942 w 2780249"/>
                <a:gd name="connsiteY4" fmla="*/ 363380 h 726720"/>
                <a:gd name="connsiteX5" fmla="*/ 528711 w 2780249"/>
                <a:gd name="connsiteY5" fmla="*/ 726720 h 726720"/>
                <a:gd name="connsiteX6" fmla="*/ 0 w 2780249"/>
                <a:gd name="connsiteY6" fmla="*/ 590533 h 726720"/>
                <a:gd name="connsiteX0" fmla="*/ 0 w 2780249"/>
                <a:gd name="connsiteY0" fmla="*/ 590533 h 668354"/>
                <a:gd name="connsiteX1" fmla="*/ 1360942 w 2780249"/>
                <a:gd name="connsiteY1" fmla="*/ 41 h 668354"/>
                <a:gd name="connsiteX2" fmla="*/ 2780249 w 2780249"/>
                <a:gd name="connsiteY2" fmla="*/ 609988 h 668354"/>
                <a:gd name="connsiteX3" fmla="*/ 2416909 w 2780249"/>
                <a:gd name="connsiteY3" fmla="*/ 668354 h 668354"/>
                <a:gd name="connsiteX4" fmla="*/ 1360942 w 2780249"/>
                <a:gd name="connsiteY4" fmla="*/ 363380 h 668354"/>
                <a:gd name="connsiteX5" fmla="*/ 275792 w 2780249"/>
                <a:gd name="connsiteY5" fmla="*/ 639171 h 668354"/>
                <a:gd name="connsiteX6" fmla="*/ 0 w 2780249"/>
                <a:gd name="connsiteY6" fmla="*/ 590533 h 668354"/>
                <a:gd name="connsiteX0" fmla="*/ 0 w 2780249"/>
                <a:gd name="connsiteY0" fmla="*/ 590533 h 668354"/>
                <a:gd name="connsiteX1" fmla="*/ 1360942 w 2780249"/>
                <a:gd name="connsiteY1" fmla="*/ 41 h 668354"/>
                <a:gd name="connsiteX2" fmla="*/ 2780249 w 2780249"/>
                <a:gd name="connsiteY2" fmla="*/ 609988 h 668354"/>
                <a:gd name="connsiteX3" fmla="*/ 2416909 w 2780249"/>
                <a:gd name="connsiteY3" fmla="*/ 668354 h 668354"/>
                <a:gd name="connsiteX4" fmla="*/ 1351215 w 2780249"/>
                <a:gd name="connsiteY4" fmla="*/ 480112 h 668354"/>
                <a:gd name="connsiteX5" fmla="*/ 275792 w 2780249"/>
                <a:gd name="connsiteY5" fmla="*/ 639171 h 668354"/>
                <a:gd name="connsiteX6" fmla="*/ 0 w 2780249"/>
                <a:gd name="connsiteY6" fmla="*/ 590533 h 668354"/>
                <a:gd name="connsiteX0" fmla="*/ 0 w 2780249"/>
                <a:gd name="connsiteY0" fmla="*/ 590533 h 775358"/>
                <a:gd name="connsiteX1" fmla="*/ 1360942 w 2780249"/>
                <a:gd name="connsiteY1" fmla="*/ 41 h 775358"/>
                <a:gd name="connsiteX2" fmla="*/ 2780249 w 2780249"/>
                <a:gd name="connsiteY2" fmla="*/ 609988 h 775358"/>
                <a:gd name="connsiteX3" fmla="*/ 2329360 w 2780249"/>
                <a:gd name="connsiteY3" fmla="*/ 775358 h 775358"/>
                <a:gd name="connsiteX4" fmla="*/ 1351215 w 2780249"/>
                <a:gd name="connsiteY4" fmla="*/ 480112 h 775358"/>
                <a:gd name="connsiteX5" fmla="*/ 275792 w 2780249"/>
                <a:gd name="connsiteY5" fmla="*/ 639171 h 775358"/>
                <a:gd name="connsiteX6" fmla="*/ 0 w 2780249"/>
                <a:gd name="connsiteY6" fmla="*/ 590533 h 775358"/>
                <a:gd name="connsiteX0" fmla="*/ 0 w 2673245"/>
                <a:gd name="connsiteY0" fmla="*/ 600391 h 785216"/>
                <a:gd name="connsiteX1" fmla="*/ 1360942 w 2673245"/>
                <a:gd name="connsiteY1" fmla="*/ 9899 h 785216"/>
                <a:gd name="connsiteX2" fmla="*/ 2673245 w 2673245"/>
                <a:gd name="connsiteY2" fmla="*/ 405837 h 785216"/>
                <a:gd name="connsiteX3" fmla="*/ 2329360 w 2673245"/>
                <a:gd name="connsiteY3" fmla="*/ 785216 h 785216"/>
                <a:gd name="connsiteX4" fmla="*/ 1351215 w 2673245"/>
                <a:gd name="connsiteY4" fmla="*/ 489970 h 785216"/>
                <a:gd name="connsiteX5" fmla="*/ 275792 w 2673245"/>
                <a:gd name="connsiteY5" fmla="*/ 649029 h 785216"/>
                <a:gd name="connsiteX6" fmla="*/ 0 w 2673245"/>
                <a:gd name="connsiteY6" fmla="*/ 600391 h 785216"/>
                <a:gd name="connsiteX0" fmla="*/ 0 w 2673245"/>
                <a:gd name="connsiteY0" fmla="*/ 593348 h 778173"/>
                <a:gd name="connsiteX1" fmla="*/ 1360942 w 2673245"/>
                <a:gd name="connsiteY1" fmla="*/ 2856 h 778173"/>
                <a:gd name="connsiteX2" fmla="*/ 2673245 w 2673245"/>
                <a:gd name="connsiteY2" fmla="*/ 398794 h 778173"/>
                <a:gd name="connsiteX3" fmla="*/ 2329360 w 2673245"/>
                <a:gd name="connsiteY3" fmla="*/ 778173 h 778173"/>
                <a:gd name="connsiteX4" fmla="*/ 1351215 w 2673245"/>
                <a:gd name="connsiteY4" fmla="*/ 482927 h 778173"/>
                <a:gd name="connsiteX5" fmla="*/ 275792 w 2673245"/>
                <a:gd name="connsiteY5" fmla="*/ 641986 h 778173"/>
                <a:gd name="connsiteX6" fmla="*/ 0 w 2673245"/>
                <a:gd name="connsiteY6" fmla="*/ 593348 h 778173"/>
                <a:gd name="connsiteX0" fmla="*/ 0 w 2478691"/>
                <a:gd name="connsiteY0" fmla="*/ 293714 h 809279"/>
                <a:gd name="connsiteX1" fmla="*/ 1166388 w 2478691"/>
                <a:gd name="connsiteY1" fmla="*/ 33962 h 809279"/>
                <a:gd name="connsiteX2" fmla="*/ 2478691 w 2478691"/>
                <a:gd name="connsiteY2" fmla="*/ 429900 h 809279"/>
                <a:gd name="connsiteX3" fmla="*/ 2134806 w 2478691"/>
                <a:gd name="connsiteY3" fmla="*/ 809279 h 809279"/>
                <a:gd name="connsiteX4" fmla="*/ 1156661 w 2478691"/>
                <a:gd name="connsiteY4" fmla="*/ 514033 h 809279"/>
                <a:gd name="connsiteX5" fmla="*/ 81238 w 2478691"/>
                <a:gd name="connsiteY5" fmla="*/ 673092 h 809279"/>
                <a:gd name="connsiteX6" fmla="*/ 0 w 2478691"/>
                <a:gd name="connsiteY6" fmla="*/ 293714 h 809279"/>
                <a:gd name="connsiteX0" fmla="*/ 0 w 2478691"/>
                <a:gd name="connsiteY0" fmla="*/ 262275 h 777840"/>
                <a:gd name="connsiteX1" fmla="*/ 1166388 w 2478691"/>
                <a:gd name="connsiteY1" fmla="*/ 2523 h 777840"/>
                <a:gd name="connsiteX2" fmla="*/ 2478691 w 2478691"/>
                <a:gd name="connsiteY2" fmla="*/ 398461 h 777840"/>
                <a:gd name="connsiteX3" fmla="*/ 2134806 w 2478691"/>
                <a:gd name="connsiteY3" fmla="*/ 777840 h 777840"/>
                <a:gd name="connsiteX4" fmla="*/ 1156661 w 2478691"/>
                <a:gd name="connsiteY4" fmla="*/ 482594 h 777840"/>
                <a:gd name="connsiteX5" fmla="*/ 81238 w 2478691"/>
                <a:gd name="connsiteY5" fmla="*/ 641653 h 777840"/>
                <a:gd name="connsiteX6" fmla="*/ 0 w 2478691"/>
                <a:gd name="connsiteY6" fmla="*/ 262275 h 777840"/>
                <a:gd name="connsiteX0" fmla="*/ 0 w 2478691"/>
                <a:gd name="connsiteY0" fmla="*/ 262275 h 777841"/>
                <a:gd name="connsiteX1" fmla="*/ 1166388 w 2478691"/>
                <a:gd name="connsiteY1" fmla="*/ 2523 h 777841"/>
                <a:gd name="connsiteX2" fmla="*/ 2478691 w 2478691"/>
                <a:gd name="connsiteY2" fmla="*/ 398461 h 777841"/>
                <a:gd name="connsiteX3" fmla="*/ 2134806 w 2478691"/>
                <a:gd name="connsiteY3" fmla="*/ 777840 h 777841"/>
                <a:gd name="connsiteX4" fmla="*/ 1156661 w 2478691"/>
                <a:gd name="connsiteY4" fmla="*/ 482594 h 777841"/>
                <a:gd name="connsiteX5" fmla="*/ 178515 w 2478691"/>
                <a:gd name="connsiteY5" fmla="*/ 777841 h 777841"/>
                <a:gd name="connsiteX6" fmla="*/ 0 w 2478691"/>
                <a:gd name="connsiteY6" fmla="*/ 262275 h 777841"/>
                <a:gd name="connsiteX0" fmla="*/ 0 w 2478691"/>
                <a:gd name="connsiteY0" fmla="*/ 262275 h 777840"/>
                <a:gd name="connsiteX1" fmla="*/ 1166388 w 2478691"/>
                <a:gd name="connsiteY1" fmla="*/ 2523 h 777840"/>
                <a:gd name="connsiteX2" fmla="*/ 2478691 w 2478691"/>
                <a:gd name="connsiteY2" fmla="*/ 398461 h 777840"/>
                <a:gd name="connsiteX3" fmla="*/ 2134806 w 2478691"/>
                <a:gd name="connsiteY3" fmla="*/ 777840 h 777840"/>
                <a:gd name="connsiteX4" fmla="*/ 1156661 w 2478691"/>
                <a:gd name="connsiteY4" fmla="*/ 482594 h 777840"/>
                <a:gd name="connsiteX5" fmla="*/ 139604 w 2478691"/>
                <a:gd name="connsiteY5" fmla="*/ 748658 h 777840"/>
                <a:gd name="connsiteX6" fmla="*/ 0 w 2478691"/>
                <a:gd name="connsiteY6" fmla="*/ 262275 h 777840"/>
                <a:gd name="connsiteX0" fmla="*/ 0 w 2478691"/>
                <a:gd name="connsiteY0" fmla="*/ 262275 h 777840"/>
                <a:gd name="connsiteX1" fmla="*/ 1166388 w 2478691"/>
                <a:gd name="connsiteY1" fmla="*/ 2523 h 777840"/>
                <a:gd name="connsiteX2" fmla="*/ 2478691 w 2478691"/>
                <a:gd name="connsiteY2" fmla="*/ 398461 h 777840"/>
                <a:gd name="connsiteX3" fmla="*/ 2134806 w 2478691"/>
                <a:gd name="connsiteY3" fmla="*/ 777840 h 777840"/>
                <a:gd name="connsiteX4" fmla="*/ 1156661 w 2478691"/>
                <a:gd name="connsiteY4" fmla="*/ 482594 h 777840"/>
                <a:gd name="connsiteX5" fmla="*/ 139604 w 2478691"/>
                <a:gd name="connsiteY5" fmla="*/ 748658 h 777840"/>
                <a:gd name="connsiteX6" fmla="*/ 0 w 2478691"/>
                <a:gd name="connsiteY6" fmla="*/ 262275 h 777840"/>
                <a:gd name="connsiteX0" fmla="*/ 0 w 2478691"/>
                <a:gd name="connsiteY0" fmla="*/ 262275 h 797295"/>
                <a:gd name="connsiteX1" fmla="*/ 1166388 w 2478691"/>
                <a:gd name="connsiteY1" fmla="*/ 2523 h 797295"/>
                <a:gd name="connsiteX2" fmla="*/ 2478691 w 2478691"/>
                <a:gd name="connsiteY2" fmla="*/ 398461 h 797295"/>
                <a:gd name="connsiteX3" fmla="*/ 2144534 w 2478691"/>
                <a:gd name="connsiteY3" fmla="*/ 797295 h 797295"/>
                <a:gd name="connsiteX4" fmla="*/ 1156661 w 2478691"/>
                <a:gd name="connsiteY4" fmla="*/ 482594 h 797295"/>
                <a:gd name="connsiteX5" fmla="*/ 139604 w 2478691"/>
                <a:gd name="connsiteY5" fmla="*/ 748658 h 797295"/>
                <a:gd name="connsiteX6" fmla="*/ 0 w 2478691"/>
                <a:gd name="connsiteY6" fmla="*/ 262275 h 797295"/>
                <a:gd name="connsiteX0" fmla="*/ 0 w 2478691"/>
                <a:gd name="connsiteY0" fmla="*/ 262275 h 797295"/>
                <a:gd name="connsiteX1" fmla="*/ 1166388 w 2478691"/>
                <a:gd name="connsiteY1" fmla="*/ 2523 h 797295"/>
                <a:gd name="connsiteX2" fmla="*/ 2478691 w 2478691"/>
                <a:gd name="connsiteY2" fmla="*/ 398461 h 797295"/>
                <a:gd name="connsiteX3" fmla="*/ 2144534 w 2478691"/>
                <a:gd name="connsiteY3" fmla="*/ 797295 h 797295"/>
                <a:gd name="connsiteX4" fmla="*/ 1156661 w 2478691"/>
                <a:gd name="connsiteY4" fmla="*/ 482594 h 797295"/>
                <a:gd name="connsiteX5" fmla="*/ 139604 w 2478691"/>
                <a:gd name="connsiteY5" fmla="*/ 748658 h 797295"/>
                <a:gd name="connsiteX6" fmla="*/ 0 w 2478691"/>
                <a:gd name="connsiteY6" fmla="*/ 262275 h 797295"/>
                <a:gd name="connsiteX0" fmla="*/ 0 w 2309168"/>
                <a:gd name="connsiteY0" fmla="*/ 259772 h 794792"/>
                <a:gd name="connsiteX1" fmla="*/ 1166388 w 2309168"/>
                <a:gd name="connsiteY1" fmla="*/ 20 h 794792"/>
                <a:gd name="connsiteX2" fmla="*/ 2309168 w 2309168"/>
                <a:gd name="connsiteY2" fmla="*/ 270099 h 794792"/>
                <a:gd name="connsiteX3" fmla="*/ 2144534 w 2309168"/>
                <a:gd name="connsiteY3" fmla="*/ 794792 h 794792"/>
                <a:gd name="connsiteX4" fmla="*/ 1156661 w 2309168"/>
                <a:gd name="connsiteY4" fmla="*/ 480091 h 794792"/>
                <a:gd name="connsiteX5" fmla="*/ 139604 w 2309168"/>
                <a:gd name="connsiteY5" fmla="*/ 746155 h 794792"/>
                <a:gd name="connsiteX6" fmla="*/ 0 w 2309168"/>
                <a:gd name="connsiteY6" fmla="*/ 259772 h 794792"/>
                <a:gd name="connsiteX0" fmla="*/ 0 w 2309168"/>
                <a:gd name="connsiteY0" fmla="*/ 259772 h 794792"/>
                <a:gd name="connsiteX1" fmla="*/ 1166388 w 2309168"/>
                <a:gd name="connsiteY1" fmla="*/ 20 h 794792"/>
                <a:gd name="connsiteX2" fmla="*/ 2309168 w 2309168"/>
                <a:gd name="connsiteY2" fmla="*/ 270099 h 794792"/>
                <a:gd name="connsiteX3" fmla="*/ 2144534 w 2309168"/>
                <a:gd name="connsiteY3" fmla="*/ 794792 h 794792"/>
                <a:gd name="connsiteX4" fmla="*/ 1156661 w 2309168"/>
                <a:gd name="connsiteY4" fmla="*/ 480091 h 794792"/>
                <a:gd name="connsiteX5" fmla="*/ 139604 w 2309168"/>
                <a:gd name="connsiteY5" fmla="*/ 746155 h 794792"/>
                <a:gd name="connsiteX6" fmla="*/ 0 w 2309168"/>
                <a:gd name="connsiteY6" fmla="*/ 259772 h 794792"/>
                <a:gd name="connsiteX0" fmla="*/ 0 w 2309168"/>
                <a:gd name="connsiteY0" fmla="*/ 259772 h 746155"/>
                <a:gd name="connsiteX1" fmla="*/ 1166388 w 2309168"/>
                <a:gd name="connsiteY1" fmla="*/ 20 h 746155"/>
                <a:gd name="connsiteX2" fmla="*/ 2309168 w 2309168"/>
                <a:gd name="connsiteY2" fmla="*/ 270099 h 746155"/>
                <a:gd name="connsiteX3" fmla="*/ 2121417 w 2309168"/>
                <a:gd name="connsiteY3" fmla="*/ 707462 h 746155"/>
                <a:gd name="connsiteX4" fmla="*/ 1156661 w 2309168"/>
                <a:gd name="connsiteY4" fmla="*/ 480091 h 746155"/>
                <a:gd name="connsiteX5" fmla="*/ 139604 w 2309168"/>
                <a:gd name="connsiteY5" fmla="*/ 746155 h 746155"/>
                <a:gd name="connsiteX6" fmla="*/ 0 w 2309168"/>
                <a:gd name="connsiteY6" fmla="*/ 259772 h 746155"/>
                <a:gd name="connsiteX0" fmla="*/ 0 w 2309168"/>
                <a:gd name="connsiteY0" fmla="*/ 259772 h 746155"/>
                <a:gd name="connsiteX1" fmla="*/ 1166388 w 2309168"/>
                <a:gd name="connsiteY1" fmla="*/ 20 h 746155"/>
                <a:gd name="connsiteX2" fmla="*/ 2309168 w 2309168"/>
                <a:gd name="connsiteY2" fmla="*/ 270099 h 746155"/>
                <a:gd name="connsiteX3" fmla="*/ 2121417 w 2309168"/>
                <a:gd name="connsiteY3" fmla="*/ 707462 h 746155"/>
                <a:gd name="connsiteX4" fmla="*/ 1156661 w 2309168"/>
                <a:gd name="connsiteY4" fmla="*/ 480091 h 746155"/>
                <a:gd name="connsiteX5" fmla="*/ 139604 w 2309168"/>
                <a:gd name="connsiteY5" fmla="*/ 746155 h 746155"/>
                <a:gd name="connsiteX6" fmla="*/ 0 w 2309168"/>
                <a:gd name="connsiteY6" fmla="*/ 259772 h 746155"/>
                <a:gd name="connsiteX0" fmla="*/ 0 w 2309168"/>
                <a:gd name="connsiteY0" fmla="*/ 226793 h 746567"/>
                <a:gd name="connsiteX1" fmla="*/ 1166388 w 2309168"/>
                <a:gd name="connsiteY1" fmla="*/ 432 h 746567"/>
                <a:gd name="connsiteX2" fmla="*/ 2309168 w 2309168"/>
                <a:gd name="connsiteY2" fmla="*/ 270511 h 746567"/>
                <a:gd name="connsiteX3" fmla="*/ 2121417 w 2309168"/>
                <a:gd name="connsiteY3" fmla="*/ 707874 h 746567"/>
                <a:gd name="connsiteX4" fmla="*/ 1156661 w 2309168"/>
                <a:gd name="connsiteY4" fmla="*/ 480503 h 746567"/>
                <a:gd name="connsiteX5" fmla="*/ 139604 w 2309168"/>
                <a:gd name="connsiteY5" fmla="*/ 746567 h 746567"/>
                <a:gd name="connsiteX6" fmla="*/ 0 w 2309168"/>
                <a:gd name="connsiteY6" fmla="*/ 226793 h 746567"/>
                <a:gd name="connsiteX0" fmla="*/ 0 w 2309168"/>
                <a:gd name="connsiteY0" fmla="*/ 226663 h 746437"/>
                <a:gd name="connsiteX1" fmla="*/ 1166388 w 2309168"/>
                <a:gd name="connsiteY1" fmla="*/ 302 h 746437"/>
                <a:gd name="connsiteX2" fmla="*/ 2309168 w 2309168"/>
                <a:gd name="connsiteY2" fmla="*/ 270381 h 746437"/>
                <a:gd name="connsiteX3" fmla="*/ 2121417 w 2309168"/>
                <a:gd name="connsiteY3" fmla="*/ 707744 h 746437"/>
                <a:gd name="connsiteX4" fmla="*/ 1156661 w 2309168"/>
                <a:gd name="connsiteY4" fmla="*/ 480373 h 746437"/>
                <a:gd name="connsiteX5" fmla="*/ 139604 w 2309168"/>
                <a:gd name="connsiteY5" fmla="*/ 746437 h 746437"/>
                <a:gd name="connsiteX6" fmla="*/ 0 w 2309168"/>
                <a:gd name="connsiteY6" fmla="*/ 226663 h 746437"/>
                <a:gd name="connsiteX0" fmla="*/ 0 w 2309168"/>
                <a:gd name="connsiteY0" fmla="*/ 226614 h 746388"/>
                <a:gd name="connsiteX1" fmla="*/ 1166388 w 2309168"/>
                <a:gd name="connsiteY1" fmla="*/ 253 h 746388"/>
                <a:gd name="connsiteX2" fmla="*/ 2309168 w 2309168"/>
                <a:gd name="connsiteY2" fmla="*/ 270332 h 746388"/>
                <a:gd name="connsiteX3" fmla="*/ 2121417 w 2309168"/>
                <a:gd name="connsiteY3" fmla="*/ 707695 h 746388"/>
                <a:gd name="connsiteX4" fmla="*/ 1156661 w 2309168"/>
                <a:gd name="connsiteY4" fmla="*/ 480324 h 746388"/>
                <a:gd name="connsiteX5" fmla="*/ 139604 w 2309168"/>
                <a:gd name="connsiteY5" fmla="*/ 746388 h 746388"/>
                <a:gd name="connsiteX6" fmla="*/ 0 w 2309168"/>
                <a:gd name="connsiteY6" fmla="*/ 226614 h 746388"/>
                <a:gd name="connsiteX0" fmla="*/ 0 w 2309168"/>
                <a:gd name="connsiteY0" fmla="*/ 231692 h 746328"/>
                <a:gd name="connsiteX1" fmla="*/ 1166388 w 2309168"/>
                <a:gd name="connsiteY1" fmla="*/ 193 h 746328"/>
                <a:gd name="connsiteX2" fmla="*/ 2309168 w 2309168"/>
                <a:gd name="connsiteY2" fmla="*/ 270272 h 746328"/>
                <a:gd name="connsiteX3" fmla="*/ 2121417 w 2309168"/>
                <a:gd name="connsiteY3" fmla="*/ 707635 h 746328"/>
                <a:gd name="connsiteX4" fmla="*/ 1156661 w 2309168"/>
                <a:gd name="connsiteY4" fmla="*/ 480264 h 746328"/>
                <a:gd name="connsiteX5" fmla="*/ 139604 w 2309168"/>
                <a:gd name="connsiteY5" fmla="*/ 746328 h 746328"/>
                <a:gd name="connsiteX6" fmla="*/ 0 w 2309168"/>
                <a:gd name="connsiteY6" fmla="*/ 231692 h 746328"/>
                <a:gd name="connsiteX0" fmla="*/ 0 w 2309168"/>
                <a:gd name="connsiteY0" fmla="*/ 231692 h 707635"/>
                <a:gd name="connsiteX1" fmla="*/ 1166388 w 2309168"/>
                <a:gd name="connsiteY1" fmla="*/ 193 h 707635"/>
                <a:gd name="connsiteX2" fmla="*/ 2309168 w 2309168"/>
                <a:gd name="connsiteY2" fmla="*/ 270272 h 707635"/>
                <a:gd name="connsiteX3" fmla="*/ 2121417 w 2309168"/>
                <a:gd name="connsiteY3" fmla="*/ 707635 h 707635"/>
                <a:gd name="connsiteX4" fmla="*/ 1156661 w 2309168"/>
                <a:gd name="connsiteY4" fmla="*/ 480264 h 707635"/>
                <a:gd name="connsiteX5" fmla="*/ 172995 w 2309168"/>
                <a:gd name="connsiteY5" fmla="*/ 684683 h 707635"/>
                <a:gd name="connsiteX6" fmla="*/ 0 w 2309168"/>
                <a:gd name="connsiteY6" fmla="*/ 231692 h 707635"/>
                <a:gd name="connsiteX0" fmla="*/ 0 w 2309168"/>
                <a:gd name="connsiteY0" fmla="*/ 231692 h 707635"/>
                <a:gd name="connsiteX1" fmla="*/ 1166388 w 2309168"/>
                <a:gd name="connsiteY1" fmla="*/ 193 h 707635"/>
                <a:gd name="connsiteX2" fmla="*/ 2309168 w 2309168"/>
                <a:gd name="connsiteY2" fmla="*/ 270272 h 707635"/>
                <a:gd name="connsiteX3" fmla="*/ 2121417 w 2309168"/>
                <a:gd name="connsiteY3" fmla="*/ 707635 h 707635"/>
                <a:gd name="connsiteX4" fmla="*/ 1156661 w 2309168"/>
                <a:gd name="connsiteY4" fmla="*/ 480264 h 707635"/>
                <a:gd name="connsiteX5" fmla="*/ 172995 w 2309168"/>
                <a:gd name="connsiteY5" fmla="*/ 684683 h 707635"/>
                <a:gd name="connsiteX6" fmla="*/ 0 w 2309168"/>
                <a:gd name="connsiteY6" fmla="*/ 231692 h 707635"/>
                <a:gd name="connsiteX0" fmla="*/ 0 w 2309168"/>
                <a:gd name="connsiteY0" fmla="*/ 231692 h 715340"/>
                <a:gd name="connsiteX1" fmla="*/ 1166388 w 2309168"/>
                <a:gd name="connsiteY1" fmla="*/ 193 h 715340"/>
                <a:gd name="connsiteX2" fmla="*/ 2309168 w 2309168"/>
                <a:gd name="connsiteY2" fmla="*/ 270272 h 715340"/>
                <a:gd name="connsiteX3" fmla="*/ 2123986 w 2309168"/>
                <a:gd name="connsiteY3" fmla="*/ 715340 h 715340"/>
                <a:gd name="connsiteX4" fmla="*/ 1156661 w 2309168"/>
                <a:gd name="connsiteY4" fmla="*/ 480264 h 715340"/>
                <a:gd name="connsiteX5" fmla="*/ 172995 w 2309168"/>
                <a:gd name="connsiteY5" fmla="*/ 684683 h 715340"/>
                <a:gd name="connsiteX6" fmla="*/ 0 w 2309168"/>
                <a:gd name="connsiteY6" fmla="*/ 231692 h 715340"/>
                <a:gd name="connsiteX0" fmla="*/ 0 w 2309168"/>
                <a:gd name="connsiteY0" fmla="*/ 231692 h 715340"/>
                <a:gd name="connsiteX1" fmla="*/ 1166388 w 2309168"/>
                <a:gd name="connsiteY1" fmla="*/ 193 h 715340"/>
                <a:gd name="connsiteX2" fmla="*/ 2309168 w 2309168"/>
                <a:gd name="connsiteY2" fmla="*/ 270272 h 715340"/>
                <a:gd name="connsiteX3" fmla="*/ 2123986 w 2309168"/>
                <a:gd name="connsiteY3" fmla="*/ 715340 h 715340"/>
                <a:gd name="connsiteX4" fmla="*/ 1156661 w 2309168"/>
                <a:gd name="connsiteY4" fmla="*/ 480264 h 715340"/>
                <a:gd name="connsiteX5" fmla="*/ 172995 w 2309168"/>
                <a:gd name="connsiteY5" fmla="*/ 684683 h 715340"/>
                <a:gd name="connsiteX6" fmla="*/ 0 w 2309168"/>
                <a:gd name="connsiteY6" fmla="*/ 231692 h 715340"/>
                <a:gd name="connsiteX0" fmla="*/ 0 w 2309168"/>
                <a:gd name="connsiteY0" fmla="*/ 231692 h 715340"/>
                <a:gd name="connsiteX1" fmla="*/ 1166388 w 2309168"/>
                <a:gd name="connsiteY1" fmla="*/ 193 h 715340"/>
                <a:gd name="connsiteX2" fmla="*/ 2309168 w 2309168"/>
                <a:gd name="connsiteY2" fmla="*/ 270272 h 715340"/>
                <a:gd name="connsiteX3" fmla="*/ 2123986 w 2309168"/>
                <a:gd name="connsiteY3" fmla="*/ 715340 h 715340"/>
                <a:gd name="connsiteX4" fmla="*/ 1156661 w 2309168"/>
                <a:gd name="connsiteY4" fmla="*/ 480264 h 715340"/>
                <a:gd name="connsiteX5" fmla="*/ 172995 w 2309168"/>
                <a:gd name="connsiteY5" fmla="*/ 684683 h 715340"/>
                <a:gd name="connsiteX6" fmla="*/ 0 w 2309168"/>
                <a:gd name="connsiteY6" fmla="*/ 231692 h 715340"/>
                <a:gd name="connsiteX0" fmla="*/ 0 w 2314305"/>
                <a:gd name="connsiteY0" fmla="*/ 231543 h 715191"/>
                <a:gd name="connsiteX1" fmla="*/ 1166388 w 2314305"/>
                <a:gd name="connsiteY1" fmla="*/ 44 h 715191"/>
                <a:gd name="connsiteX2" fmla="*/ 2314305 w 2314305"/>
                <a:gd name="connsiteY2" fmla="*/ 249575 h 715191"/>
                <a:gd name="connsiteX3" fmla="*/ 2123986 w 2314305"/>
                <a:gd name="connsiteY3" fmla="*/ 715191 h 715191"/>
                <a:gd name="connsiteX4" fmla="*/ 1156661 w 2314305"/>
                <a:gd name="connsiteY4" fmla="*/ 480115 h 715191"/>
                <a:gd name="connsiteX5" fmla="*/ 172995 w 2314305"/>
                <a:gd name="connsiteY5" fmla="*/ 684534 h 715191"/>
                <a:gd name="connsiteX6" fmla="*/ 0 w 2314305"/>
                <a:gd name="connsiteY6" fmla="*/ 231543 h 715191"/>
                <a:gd name="connsiteX0" fmla="*/ 0 w 2314305"/>
                <a:gd name="connsiteY0" fmla="*/ 231543 h 715191"/>
                <a:gd name="connsiteX1" fmla="*/ 1166388 w 2314305"/>
                <a:gd name="connsiteY1" fmla="*/ 44 h 715191"/>
                <a:gd name="connsiteX2" fmla="*/ 2314305 w 2314305"/>
                <a:gd name="connsiteY2" fmla="*/ 249575 h 715191"/>
                <a:gd name="connsiteX3" fmla="*/ 2123986 w 2314305"/>
                <a:gd name="connsiteY3" fmla="*/ 715191 h 715191"/>
                <a:gd name="connsiteX4" fmla="*/ 1156661 w 2314305"/>
                <a:gd name="connsiteY4" fmla="*/ 480115 h 715191"/>
                <a:gd name="connsiteX5" fmla="*/ 172995 w 2314305"/>
                <a:gd name="connsiteY5" fmla="*/ 684534 h 715191"/>
                <a:gd name="connsiteX6" fmla="*/ 0 w 2314305"/>
                <a:gd name="connsiteY6" fmla="*/ 231543 h 715191"/>
                <a:gd name="connsiteX0" fmla="*/ 0 w 2314305"/>
                <a:gd name="connsiteY0" fmla="*/ 231550 h 715198"/>
                <a:gd name="connsiteX1" fmla="*/ 1166388 w 2314305"/>
                <a:gd name="connsiteY1" fmla="*/ 51 h 715198"/>
                <a:gd name="connsiteX2" fmla="*/ 2314305 w 2314305"/>
                <a:gd name="connsiteY2" fmla="*/ 249582 h 715198"/>
                <a:gd name="connsiteX3" fmla="*/ 2123986 w 2314305"/>
                <a:gd name="connsiteY3" fmla="*/ 715198 h 715198"/>
                <a:gd name="connsiteX4" fmla="*/ 1156661 w 2314305"/>
                <a:gd name="connsiteY4" fmla="*/ 480122 h 715198"/>
                <a:gd name="connsiteX5" fmla="*/ 172995 w 2314305"/>
                <a:gd name="connsiteY5" fmla="*/ 684541 h 715198"/>
                <a:gd name="connsiteX6" fmla="*/ 0 w 2314305"/>
                <a:gd name="connsiteY6" fmla="*/ 231550 h 715198"/>
                <a:gd name="connsiteX0" fmla="*/ 0 w 2314305"/>
                <a:gd name="connsiteY0" fmla="*/ 233092 h 716740"/>
                <a:gd name="connsiteX1" fmla="*/ 1166388 w 2314305"/>
                <a:gd name="connsiteY1" fmla="*/ 1593 h 716740"/>
                <a:gd name="connsiteX2" fmla="*/ 2314305 w 2314305"/>
                <a:gd name="connsiteY2" fmla="*/ 251124 h 716740"/>
                <a:gd name="connsiteX3" fmla="*/ 2123986 w 2314305"/>
                <a:gd name="connsiteY3" fmla="*/ 716740 h 716740"/>
                <a:gd name="connsiteX4" fmla="*/ 1156661 w 2314305"/>
                <a:gd name="connsiteY4" fmla="*/ 481664 h 716740"/>
                <a:gd name="connsiteX5" fmla="*/ 172995 w 2314305"/>
                <a:gd name="connsiteY5" fmla="*/ 686083 h 716740"/>
                <a:gd name="connsiteX6" fmla="*/ 0 w 2314305"/>
                <a:gd name="connsiteY6" fmla="*/ 233092 h 716740"/>
                <a:gd name="connsiteX0" fmla="*/ 0 w 2314305"/>
                <a:gd name="connsiteY0" fmla="*/ 231523 h 715171"/>
                <a:gd name="connsiteX1" fmla="*/ 1166388 w 2314305"/>
                <a:gd name="connsiteY1" fmla="*/ 24 h 715171"/>
                <a:gd name="connsiteX2" fmla="*/ 2314305 w 2314305"/>
                <a:gd name="connsiteY2" fmla="*/ 249555 h 715171"/>
                <a:gd name="connsiteX3" fmla="*/ 2123986 w 2314305"/>
                <a:gd name="connsiteY3" fmla="*/ 715171 h 715171"/>
                <a:gd name="connsiteX4" fmla="*/ 1156661 w 2314305"/>
                <a:gd name="connsiteY4" fmla="*/ 480095 h 715171"/>
                <a:gd name="connsiteX5" fmla="*/ 172995 w 2314305"/>
                <a:gd name="connsiteY5" fmla="*/ 684514 h 715171"/>
                <a:gd name="connsiteX6" fmla="*/ 0 w 2314305"/>
                <a:gd name="connsiteY6" fmla="*/ 231523 h 715171"/>
                <a:gd name="connsiteX0" fmla="*/ 0 w 2314305"/>
                <a:gd name="connsiteY0" fmla="*/ 231550 h 715198"/>
                <a:gd name="connsiteX1" fmla="*/ 1166388 w 2314305"/>
                <a:gd name="connsiteY1" fmla="*/ 51 h 715198"/>
                <a:gd name="connsiteX2" fmla="*/ 2314305 w 2314305"/>
                <a:gd name="connsiteY2" fmla="*/ 249582 h 715198"/>
                <a:gd name="connsiteX3" fmla="*/ 2123986 w 2314305"/>
                <a:gd name="connsiteY3" fmla="*/ 715198 h 715198"/>
                <a:gd name="connsiteX4" fmla="*/ 1156661 w 2314305"/>
                <a:gd name="connsiteY4" fmla="*/ 480122 h 715198"/>
                <a:gd name="connsiteX5" fmla="*/ 172995 w 2314305"/>
                <a:gd name="connsiteY5" fmla="*/ 684541 h 715198"/>
                <a:gd name="connsiteX6" fmla="*/ 0 w 2314305"/>
                <a:gd name="connsiteY6" fmla="*/ 231550 h 715198"/>
                <a:gd name="connsiteX0" fmla="*/ 0 w 2314305"/>
                <a:gd name="connsiteY0" fmla="*/ 232088 h 715736"/>
                <a:gd name="connsiteX1" fmla="*/ 1166388 w 2314305"/>
                <a:gd name="connsiteY1" fmla="*/ 589 h 715736"/>
                <a:gd name="connsiteX2" fmla="*/ 2314305 w 2314305"/>
                <a:gd name="connsiteY2" fmla="*/ 250120 h 715736"/>
                <a:gd name="connsiteX3" fmla="*/ 2123986 w 2314305"/>
                <a:gd name="connsiteY3" fmla="*/ 715736 h 715736"/>
                <a:gd name="connsiteX4" fmla="*/ 1156661 w 2314305"/>
                <a:gd name="connsiteY4" fmla="*/ 480660 h 715736"/>
                <a:gd name="connsiteX5" fmla="*/ 172995 w 2314305"/>
                <a:gd name="connsiteY5" fmla="*/ 685079 h 715736"/>
                <a:gd name="connsiteX6" fmla="*/ 0 w 2314305"/>
                <a:gd name="connsiteY6" fmla="*/ 232088 h 715736"/>
                <a:gd name="connsiteX0" fmla="*/ 0 w 2314305"/>
                <a:gd name="connsiteY0" fmla="*/ 232088 h 715736"/>
                <a:gd name="connsiteX1" fmla="*/ 1166388 w 2314305"/>
                <a:gd name="connsiteY1" fmla="*/ 589 h 715736"/>
                <a:gd name="connsiteX2" fmla="*/ 2314305 w 2314305"/>
                <a:gd name="connsiteY2" fmla="*/ 250120 h 715736"/>
                <a:gd name="connsiteX3" fmla="*/ 2123986 w 2314305"/>
                <a:gd name="connsiteY3" fmla="*/ 715736 h 715736"/>
                <a:gd name="connsiteX4" fmla="*/ 1156661 w 2314305"/>
                <a:gd name="connsiteY4" fmla="*/ 480660 h 715736"/>
                <a:gd name="connsiteX5" fmla="*/ 172995 w 2314305"/>
                <a:gd name="connsiteY5" fmla="*/ 685079 h 715736"/>
                <a:gd name="connsiteX6" fmla="*/ 0 w 2314305"/>
                <a:gd name="connsiteY6" fmla="*/ 232088 h 715736"/>
                <a:gd name="connsiteX0" fmla="*/ 0 w 2314305"/>
                <a:gd name="connsiteY0" fmla="*/ 232088 h 715736"/>
                <a:gd name="connsiteX1" fmla="*/ 1166388 w 2314305"/>
                <a:gd name="connsiteY1" fmla="*/ 589 h 715736"/>
                <a:gd name="connsiteX2" fmla="*/ 2314305 w 2314305"/>
                <a:gd name="connsiteY2" fmla="*/ 250120 h 715736"/>
                <a:gd name="connsiteX3" fmla="*/ 2123986 w 2314305"/>
                <a:gd name="connsiteY3" fmla="*/ 715736 h 715736"/>
                <a:gd name="connsiteX4" fmla="*/ 1156661 w 2314305"/>
                <a:gd name="connsiteY4" fmla="*/ 480660 h 715736"/>
                <a:gd name="connsiteX5" fmla="*/ 172995 w 2314305"/>
                <a:gd name="connsiteY5" fmla="*/ 685079 h 715736"/>
                <a:gd name="connsiteX6" fmla="*/ 0 w 2314305"/>
                <a:gd name="connsiteY6" fmla="*/ 232088 h 715736"/>
                <a:gd name="connsiteX0" fmla="*/ 0 w 2314305"/>
                <a:gd name="connsiteY0" fmla="*/ 232060 h 715708"/>
                <a:gd name="connsiteX1" fmla="*/ 1166388 w 2314305"/>
                <a:gd name="connsiteY1" fmla="*/ 561 h 715708"/>
                <a:gd name="connsiteX2" fmla="*/ 2314305 w 2314305"/>
                <a:gd name="connsiteY2" fmla="*/ 250092 h 715708"/>
                <a:gd name="connsiteX3" fmla="*/ 2123986 w 2314305"/>
                <a:gd name="connsiteY3" fmla="*/ 715708 h 715708"/>
                <a:gd name="connsiteX4" fmla="*/ 1156661 w 2314305"/>
                <a:gd name="connsiteY4" fmla="*/ 480632 h 715708"/>
                <a:gd name="connsiteX5" fmla="*/ 172995 w 2314305"/>
                <a:gd name="connsiteY5" fmla="*/ 685051 h 715708"/>
                <a:gd name="connsiteX6" fmla="*/ 0 w 2314305"/>
                <a:gd name="connsiteY6" fmla="*/ 232060 h 7157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314305" h="715708">
                  <a:moveTo>
                    <a:pt x="0" y="232060"/>
                  </a:moveTo>
                  <a:cubicBezTo>
                    <a:pt x="116349" y="135016"/>
                    <a:pt x="772966" y="-10150"/>
                    <a:pt x="1166388" y="561"/>
                  </a:cubicBezTo>
                  <a:cubicBezTo>
                    <a:pt x="1559810" y="11272"/>
                    <a:pt x="1962415" y="54514"/>
                    <a:pt x="2314305" y="250092"/>
                  </a:cubicBezTo>
                  <a:cubicBezTo>
                    <a:pt x="2236857" y="411910"/>
                    <a:pt x="2305049" y="284904"/>
                    <a:pt x="2123986" y="715708"/>
                  </a:cubicBezTo>
                  <a:cubicBezTo>
                    <a:pt x="2077752" y="646036"/>
                    <a:pt x="1616289" y="480632"/>
                    <a:pt x="1156661" y="480632"/>
                  </a:cubicBezTo>
                  <a:cubicBezTo>
                    <a:pt x="697033" y="480632"/>
                    <a:pt x="257593" y="589531"/>
                    <a:pt x="172995" y="685051"/>
                  </a:cubicBezTo>
                  <a:lnTo>
                    <a:pt x="0" y="232060"/>
                  </a:lnTo>
                  <a:close/>
                </a:path>
              </a:pathLst>
            </a:custGeom>
            <a:solidFill>
              <a:srgbClr val="33CCCC"/>
            </a:solidFill>
            <a:ln>
              <a:solidFill>
                <a:srgbClr val="33CCC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8" name="Block Arc 1">
              <a:extLst>
                <a:ext uri="{FF2B5EF4-FFF2-40B4-BE49-F238E27FC236}">
                  <a16:creationId xmlns:a16="http://schemas.microsoft.com/office/drawing/2014/main" id="{AA32AB03-ABD1-EA41-ACC2-05087F227CCA}"/>
                </a:ext>
              </a:extLst>
            </p:cNvPr>
            <p:cNvSpPr/>
            <p:nvPr/>
          </p:nvSpPr>
          <p:spPr>
            <a:xfrm rot="15530126">
              <a:off x="4891919" y="3623815"/>
              <a:ext cx="2314305" cy="715708"/>
            </a:xfrm>
            <a:custGeom>
              <a:avLst/>
              <a:gdLst>
                <a:gd name="connsiteX0" fmla="*/ 0 w 2391141"/>
                <a:gd name="connsiteY0" fmla="*/ 726679 h 1453358"/>
                <a:gd name="connsiteX1" fmla="*/ 1195571 w 2391141"/>
                <a:gd name="connsiteY1" fmla="*/ 0 h 1453358"/>
                <a:gd name="connsiteX2" fmla="*/ 2391142 w 2391141"/>
                <a:gd name="connsiteY2" fmla="*/ 726679 h 1453358"/>
                <a:gd name="connsiteX3" fmla="*/ 2027802 w 2391141"/>
                <a:gd name="connsiteY3" fmla="*/ 726679 h 1453358"/>
                <a:gd name="connsiteX4" fmla="*/ 1195571 w 2391141"/>
                <a:gd name="connsiteY4" fmla="*/ 363339 h 1453358"/>
                <a:gd name="connsiteX5" fmla="*/ 363340 w 2391141"/>
                <a:gd name="connsiteY5" fmla="*/ 726679 h 1453358"/>
                <a:gd name="connsiteX6" fmla="*/ 0 w 2391141"/>
                <a:gd name="connsiteY6" fmla="*/ 726679 h 1453358"/>
                <a:gd name="connsiteX0" fmla="*/ 0 w 2614878"/>
                <a:gd name="connsiteY0" fmla="*/ 727830 h 727830"/>
                <a:gd name="connsiteX1" fmla="*/ 1195571 w 2614878"/>
                <a:gd name="connsiteY1" fmla="*/ 1151 h 727830"/>
                <a:gd name="connsiteX2" fmla="*/ 2614878 w 2614878"/>
                <a:gd name="connsiteY2" fmla="*/ 611098 h 727830"/>
                <a:gd name="connsiteX3" fmla="*/ 2027802 w 2614878"/>
                <a:gd name="connsiteY3" fmla="*/ 727830 h 727830"/>
                <a:gd name="connsiteX4" fmla="*/ 1195571 w 2614878"/>
                <a:gd name="connsiteY4" fmla="*/ 364490 h 727830"/>
                <a:gd name="connsiteX5" fmla="*/ 363340 w 2614878"/>
                <a:gd name="connsiteY5" fmla="*/ 727830 h 727830"/>
                <a:gd name="connsiteX6" fmla="*/ 0 w 2614878"/>
                <a:gd name="connsiteY6" fmla="*/ 727830 h 727830"/>
                <a:gd name="connsiteX0" fmla="*/ 0 w 2614878"/>
                <a:gd name="connsiteY0" fmla="*/ 727830 h 727830"/>
                <a:gd name="connsiteX1" fmla="*/ 1195571 w 2614878"/>
                <a:gd name="connsiteY1" fmla="*/ 1151 h 727830"/>
                <a:gd name="connsiteX2" fmla="*/ 2614878 w 2614878"/>
                <a:gd name="connsiteY2" fmla="*/ 611098 h 727830"/>
                <a:gd name="connsiteX3" fmla="*/ 2251538 w 2614878"/>
                <a:gd name="connsiteY3" fmla="*/ 669464 h 727830"/>
                <a:gd name="connsiteX4" fmla="*/ 1195571 w 2614878"/>
                <a:gd name="connsiteY4" fmla="*/ 364490 h 727830"/>
                <a:gd name="connsiteX5" fmla="*/ 363340 w 2614878"/>
                <a:gd name="connsiteY5" fmla="*/ 727830 h 727830"/>
                <a:gd name="connsiteX6" fmla="*/ 0 w 2614878"/>
                <a:gd name="connsiteY6" fmla="*/ 727830 h 727830"/>
                <a:gd name="connsiteX0" fmla="*/ 0 w 2780249"/>
                <a:gd name="connsiteY0" fmla="*/ 590533 h 726720"/>
                <a:gd name="connsiteX1" fmla="*/ 1360942 w 2780249"/>
                <a:gd name="connsiteY1" fmla="*/ 41 h 726720"/>
                <a:gd name="connsiteX2" fmla="*/ 2780249 w 2780249"/>
                <a:gd name="connsiteY2" fmla="*/ 609988 h 726720"/>
                <a:gd name="connsiteX3" fmla="*/ 2416909 w 2780249"/>
                <a:gd name="connsiteY3" fmla="*/ 668354 h 726720"/>
                <a:gd name="connsiteX4" fmla="*/ 1360942 w 2780249"/>
                <a:gd name="connsiteY4" fmla="*/ 363380 h 726720"/>
                <a:gd name="connsiteX5" fmla="*/ 528711 w 2780249"/>
                <a:gd name="connsiteY5" fmla="*/ 726720 h 726720"/>
                <a:gd name="connsiteX6" fmla="*/ 0 w 2780249"/>
                <a:gd name="connsiteY6" fmla="*/ 590533 h 726720"/>
                <a:gd name="connsiteX0" fmla="*/ 0 w 2780249"/>
                <a:gd name="connsiteY0" fmla="*/ 590533 h 668354"/>
                <a:gd name="connsiteX1" fmla="*/ 1360942 w 2780249"/>
                <a:gd name="connsiteY1" fmla="*/ 41 h 668354"/>
                <a:gd name="connsiteX2" fmla="*/ 2780249 w 2780249"/>
                <a:gd name="connsiteY2" fmla="*/ 609988 h 668354"/>
                <a:gd name="connsiteX3" fmla="*/ 2416909 w 2780249"/>
                <a:gd name="connsiteY3" fmla="*/ 668354 h 668354"/>
                <a:gd name="connsiteX4" fmla="*/ 1360942 w 2780249"/>
                <a:gd name="connsiteY4" fmla="*/ 363380 h 668354"/>
                <a:gd name="connsiteX5" fmla="*/ 275792 w 2780249"/>
                <a:gd name="connsiteY5" fmla="*/ 639171 h 668354"/>
                <a:gd name="connsiteX6" fmla="*/ 0 w 2780249"/>
                <a:gd name="connsiteY6" fmla="*/ 590533 h 668354"/>
                <a:gd name="connsiteX0" fmla="*/ 0 w 2780249"/>
                <a:gd name="connsiteY0" fmla="*/ 590533 h 668354"/>
                <a:gd name="connsiteX1" fmla="*/ 1360942 w 2780249"/>
                <a:gd name="connsiteY1" fmla="*/ 41 h 668354"/>
                <a:gd name="connsiteX2" fmla="*/ 2780249 w 2780249"/>
                <a:gd name="connsiteY2" fmla="*/ 609988 h 668354"/>
                <a:gd name="connsiteX3" fmla="*/ 2416909 w 2780249"/>
                <a:gd name="connsiteY3" fmla="*/ 668354 h 668354"/>
                <a:gd name="connsiteX4" fmla="*/ 1351215 w 2780249"/>
                <a:gd name="connsiteY4" fmla="*/ 480112 h 668354"/>
                <a:gd name="connsiteX5" fmla="*/ 275792 w 2780249"/>
                <a:gd name="connsiteY5" fmla="*/ 639171 h 668354"/>
                <a:gd name="connsiteX6" fmla="*/ 0 w 2780249"/>
                <a:gd name="connsiteY6" fmla="*/ 590533 h 668354"/>
                <a:gd name="connsiteX0" fmla="*/ 0 w 2780249"/>
                <a:gd name="connsiteY0" fmla="*/ 590533 h 775358"/>
                <a:gd name="connsiteX1" fmla="*/ 1360942 w 2780249"/>
                <a:gd name="connsiteY1" fmla="*/ 41 h 775358"/>
                <a:gd name="connsiteX2" fmla="*/ 2780249 w 2780249"/>
                <a:gd name="connsiteY2" fmla="*/ 609988 h 775358"/>
                <a:gd name="connsiteX3" fmla="*/ 2329360 w 2780249"/>
                <a:gd name="connsiteY3" fmla="*/ 775358 h 775358"/>
                <a:gd name="connsiteX4" fmla="*/ 1351215 w 2780249"/>
                <a:gd name="connsiteY4" fmla="*/ 480112 h 775358"/>
                <a:gd name="connsiteX5" fmla="*/ 275792 w 2780249"/>
                <a:gd name="connsiteY5" fmla="*/ 639171 h 775358"/>
                <a:gd name="connsiteX6" fmla="*/ 0 w 2780249"/>
                <a:gd name="connsiteY6" fmla="*/ 590533 h 775358"/>
                <a:gd name="connsiteX0" fmla="*/ 0 w 2673245"/>
                <a:gd name="connsiteY0" fmla="*/ 600391 h 785216"/>
                <a:gd name="connsiteX1" fmla="*/ 1360942 w 2673245"/>
                <a:gd name="connsiteY1" fmla="*/ 9899 h 785216"/>
                <a:gd name="connsiteX2" fmla="*/ 2673245 w 2673245"/>
                <a:gd name="connsiteY2" fmla="*/ 405837 h 785216"/>
                <a:gd name="connsiteX3" fmla="*/ 2329360 w 2673245"/>
                <a:gd name="connsiteY3" fmla="*/ 785216 h 785216"/>
                <a:gd name="connsiteX4" fmla="*/ 1351215 w 2673245"/>
                <a:gd name="connsiteY4" fmla="*/ 489970 h 785216"/>
                <a:gd name="connsiteX5" fmla="*/ 275792 w 2673245"/>
                <a:gd name="connsiteY5" fmla="*/ 649029 h 785216"/>
                <a:gd name="connsiteX6" fmla="*/ 0 w 2673245"/>
                <a:gd name="connsiteY6" fmla="*/ 600391 h 785216"/>
                <a:gd name="connsiteX0" fmla="*/ 0 w 2673245"/>
                <a:gd name="connsiteY0" fmla="*/ 593348 h 778173"/>
                <a:gd name="connsiteX1" fmla="*/ 1360942 w 2673245"/>
                <a:gd name="connsiteY1" fmla="*/ 2856 h 778173"/>
                <a:gd name="connsiteX2" fmla="*/ 2673245 w 2673245"/>
                <a:gd name="connsiteY2" fmla="*/ 398794 h 778173"/>
                <a:gd name="connsiteX3" fmla="*/ 2329360 w 2673245"/>
                <a:gd name="connsiteY3" fmla="*/ 778173 h 778173"/>
                <a:gd name="connsiteX4" fmla="*/ 1351215 w 2673245"/>
                <a:gd name="connsiteY4" fmla="*/ 482927 h 778173"/>
                <a:gd name="connsiteX5" fmla="*/ 275792 w 2673245"/>
                <a:gd name="connsiteY5" fmla="*/ 641986 h 778173"/>
                <a:gd name="connsiteX6" fmla="*/ 0 w 2673245"/>
                <a:gd name="connsiteY6" fmla="*/ 593348 h 778173"/>
                <a:gd name="connsiteX0" fmla="*/ 0 w 2478691"/>
                <a:gd name="connsiteY0" fmla="*/ 293714 h 809279"/>
                <a:gd name="connsiteX1" fmla="*/ 1166388 w 2478691"/>
                <a:gd name="connsiteY1" fmla="*/ 33962 h 809279"/>
                <a:gd name="connsiteX2" fmla="*/ 2478691 w 2478691"/>
                <a:gd name="connsiteY2" fmla="*/ 429900 h 809279"/>
                <a:gd name="connsiteX3" fmla="*/ 2134806 w 2478691"/>
                <a:gd name="connsiteY3" fmla="*/ 809279 h 809279"/>
                <a:gd name="connsiteX4" fmla="*/ 1156661 w 2478691"/>
                <a:gd name="connsiteY4" fmla="*/ 514033 h 809279"/>
                <a:gd name="connsiteX5" fmla="*/ 81238 w 2478691"/>
                <a:gd name="connsiteY5" fmla="*/ 673092 h 809279"/>
                <a:gd name="connsiteX6" fmla="*/ 0 w 2478691"/>
                <a:gd name="connsiteY6" fmla="*/ 293714 h 809279"/>
                <a:gd name="connsiteX0" fmla="*/ 0 w 2478691"/>
                <a:gd name="connsiteY0" fmla="*/ 262275 h 777840"/>
                <a:gd name="connsiteX1" fmla="*/ 1166388 w 2478691"/>
                <a:gd name="connsiteY1" fmla="*/ 2523 h 777840"/>
                <a:gd name="connsiteX2" fmla="*/ 2478691 w 2478691"/>
                <a:gd name="connsiteY2" fmla="*/ 398461 h 777840"/>
                <a:gd name="connsiteX3" fmla="*/ 2134806 w 2478691"/>
                <a:gd name="connsiteY3" fmla="*/ 777840 h 777840"/>
                <a:gd name="connsiteX4" fmla="*/ 1156661 w 2478691"/>
                <a:gd name="connsiteY4" fmla="*/ 482594 h 777840"/>
                <a:gd name="connsiteX5" fmla="*/ 81238 w 2478691"/>
                <a:gd name="connsiteY5" fmla="*/ 641653 h 777840"/>
                <a:gd name="connsiteX6" fmla="*/ 0 w 2478691"/>
                <a:gd name="connsiteY6" fmla="*/ 262275 h 777840"/>
                <a:gd name="connsiteX0" fmla="*/ 0 w 2478691"/>
                <a:gd name="connsiteY0" fmla="*/ 262275 h 777841"/>
                <a:gd name="connsiteX1" fmla="*/ 1166388 w 2478691"/>
                <a:gd name="connsiteY1" fmla="*/ 2523 h 777841"/>
                <a:gd name="connsiteX2" fmla="*/ 2478691 w 2478691"/>
                <a:gd name="connsiteY2" fmla="*/ 398461 h 777841"/>
                <a:gd name="connsiteX3" fmla="*/ 2134806 w 2478691"/>
                <a:gd name="connsiteY3" fmla="*/ 777840 h 777841"/>
                <a:gd name="connsiteX4" fmla="*/ 1156661 w 2478691"/>
                <a:gd name="connsiteY4" fmla="*/ 482594 h 777841"/>
                <a:gd name="connsiteX5" fmla="*/ 178515 w 2478691"/>
                <a:gd name="connsiteY5" fmla="*/ 777841 h 777841"/>
                <a:gd name="connsiteX6" fmla="*/ 0 w 2478691"/>
                <a:gd name="connsiteY6" fmla="*/ 262275 h 777841"/>
                <a:gd name="connsiteX0" fmla="*/ 0 w 2478691"/>
                <a:gd name="connsiteY0" fmla="*/ 262275 h 777840"/>
                <a:gd name="connsiteX1" fmla="*/ 1166388 w 2478691"/>
                <a:gd name="connsiteY1" fmla="*/ 2523 h 777840"/>
                <a:gd name="connsiteX2" fmla="*/ 2478691 w 2478691"/>
                <a:gd name="connsiteY2" fmla="*/ 398461 h 777840"/>
                <a:gd name="connsiteX3" fmla="*/ 2134806 w 2478691"/>
                <a:gd name="connsiteY3" fmla="*/ 777840 h 777840"/>
                <a:gd name="connsiteX4" fmla="*/ 1156661 w 2478691"/>
                <a:gd name="connsiteY4" fmla="*/ 482594 h 777840"/>
                <a:gd name="connsiteX5" fmla="*/ 139604 w 2478691"/>
                <a:gd name="connsiteY5" fmla="*/ 748658 h 777840"/>
                <a:gd name="connsiteX6" fmla="*/ 0 w 2478691"/>
                <a:gd name="connsiteY6" fmla="*/ 262275 h 777840"/>
                <a:gd name="connsiteX0" fmla="*/ 0 w 2478691"/>
                <a:gd name="connsiteY0" fmla="*/ 262275 h 777840"/>
                <a:gd name="connsiteX1" fmla="*/ 1166388 w 2478691"/>
                <a:gd name="connsiteY1" fmla="*/ 2523 h 777840"/>
                <a:gd name="connsiteX2" fmla="*/ 2478691 w 2478691"/>
                <a:gd name="connsiteY2" fmla="*/ 398461 h 777840"/>
                <a:gd name="connsiteX3" fmla="*/ 2134806 w 2478691"/>
                <a:gd name="connsiteY3" fmla="*/ 777840 h 777840"/>
                <a:gd name="connsiteX4" fmla="*/ 1156661 w 2478691"/>
                <a:gd name="connsiteY4" fmla="*/ 482594 h 777840"/>
                <a:gd name="connsiteX5" fmla="*/ 139604 w 2478691"/>
                <a:gd name="connsiteY5" fmla="*/ 748658 h 777840"/>
                <a:gd name="connsiteX6" fmla="*/ 0 w 2478691"/>
                <a:gd name="connsiteY6" fmla="*/ 262275 h 777840"/>
                <a:gd name="connsiteX0" fmla="*/ 0 w 2478691"/>
                <a:gd name="connsiteY0" fmla="*/ 262275 h 797295"/>
                <a:gd name="connsiteX1" fmla="*/ 1166388 w 2478691"/>
                <a:gd name="connsiteY1" fmla="*/ 2523 h 797295"/>
                <a:gd name="connsiteX2" fmla="*/ 2478691 w 2478691"/>
                <a:gd name="connsiteY2" fmla="*/ 398461 h 797295"/>
                <a:gd name="connsiteX3" fmla="*/ 2144534 w 2478691"/>
                <a:gd name="connsiteY3" fmla="*/ 797295 h 797295"/>
                <a:gd name="connsiteX4" fmla="*/ 1156661 w 2478691"/>
                <a:gd name="connsiteY4" fmla="*/ 482594 h 797295"/>
                <a:gd name="connsiteX5" fmla="*/ 139604 w 2478691"/>
                <a:gd name="connsiteY5" fmla="*/ 748658 h 797295"/>
                <a:gd name="connsiteX6" fmla="*/ 0 w 2478691"/>
                <a:gd name="connsiteY6" fmla="*/ 262275 h 797295"/>
                <a:gd name="connsiteX0" fmla="*/ 0 w 2478691"/>
                <a:gd name="connsiteY0" fmla="*/ 262275 h 797295"/>
                <a:gd name="connsiteX1" fmla="*/ 1166388 w 2478691"/>
                <a:gd name="connsiteY1" fmla="*/ 2523 h 797295"/>
                <a:gd name="connsiteX2" fmla="*/ 2478691 w 2478691"/>
                <a:gd name="connsiteY2" fmla="*/ 398461 h 797295"/>
                <a:gd name="connsiteX3" fmla="*/ 2144534 w 2478691"/>
                <a:gd name="connsiteY3" fmla="*/ 797295 h 797295"/>
                <a:gd name="connsiteX4" fmla="*/ 1156661 w 2478691"/>
                <a:gd name="connsiteY4" fmla="*/ 482594 h 797295"/>
                <a:gd name="connsiteX5" fmla="*/ 139604 w 2478691"/>
                <a:gd name="connsiteY5" fmla="*/ 748658 h 797295"/>
                <a:gd name="connsiteX6" fmla="*/ 0 w 2478691"/>
                <a:gd name="connsiteY6" fmla="*/ 262275 h 797295"/>
                <a:gd name="connsiteX0" fmla="*/ 0 w 2309168"/>
                <a:gd name="connsiteY0" fmla="*/ 259772 h 794792"/>
                <a:gd name="connsiteX1" fmla="*/ 1166388 w 2309168"/>
                <a:gd name="connsiteY1" fmla="*/ 20 h 794792"/>
                <a:gd name="connsiteX2" fmla="*/ 2309168 w 2309168"/>
                <a:gd name="connsiteY2" fmla="*/ 270099 h 794792"/>
                <a:gd name="connsiteX3" fmla="*/ 2144534 w 2309168"/>
                <a:gd name="connsiteY3" fmla="*/ 794792 h 794792"/>
                <a:gd name="connsiteX4" fmla="*/ 1156661 w 2309168"/>
                <a:gd name="connsiteY4" fmla="*/ 480091 h 794792"/>
                <a:gd name="connsiteX5" fmla="*/ 139604 w 2309168"/>
                <a:gd name="connsiteY5" fmla="*/ 746155 h 794792"/>
                <a:gd name="connsiteX6" fmla="*/ 0 w 2309168"/>
                <a:gd name="connsiteY6" fmla="*/ 259772 h 794792"/>
                <a:gd name="connsiteX0" fmla="*/ 0 w 2309168"/>
                <a:gd name="connsiteY0" fmla="*/ 259772 h 794792"/>
                <a:gd name="connsiteX1" fmla="*/ 1166388 w 2309168"/>
                <a:gd name="connsiteY1" fmla="*/ 20 h 794792"/>
                <a:gd name="connsiteX2" fmla="*/ 2309168 w 2309168"/>
                <a:gd name="connsiteY2" fmla="*/ 270099 h 794792"/>
                <a:gd name="connsiteX3" fmla="*/ 2144534 w 2309168"/>
                <a:gd name="connsiteY3" fmla="*/ 794792 h 794792"/>
                <a:gd name="connsiteX4" fmla="*/ 1156661 w 2309168"/>
                <a:gd name="connsiteY4" fmla="*/ 480091 h 794792"/>
                <a:gd name="connsiteX5" fmla="*/ 139604 w 2309168"/>
                <a:gd name="connsiteY5" fmla="*/ 746155 h 794792"/>
                <a:gd name="connsiteX6" fmla="*/ 0 w 2309168"/>
                <a:gd name="connsiteY6" fmla="*/ 259772 h 794792"/>
                <a:gd name="connsiteX0" fmla="*/ 0 w 2309168"/>
                <a:gd name="connsiteY0" fmla="*/ 259772 h 746155"/>
                <a:gd name="connsiteX1" fmla="*/ 1166388 w 2309168"/>
                <a:gd name="connsiteY1" fmla="*/ 20 h 746155"/>
                <a:gd name="connsiteX2" fmla="*/ 2309168 w 2309168"/>
                <a:gd name="connsiteY2" fmla="*/ 270099 h 746155"/>
                <a:gd name="connsiteX3" fmla="*/ 2121417 w 2309168"/>
                <a:gd name="connsiteY3" fmla="*/ 707462 h 746155"/>
                <a:gd name="connsiteX4" fmla="*/ 1156661 w 2309168"/>
                <a:gd name="connsiteY4" fmla="*/ 480091 h 746155"/>
                <a:gd name="connsiteX5" fmla="*/ 139604 w 2309168"/>
                <a:gd name="connsiteY5" fmla="*/ 746155 h 746155"/>
                <a:gd name="connsiteX6" fmla="*/ 0 w 2309168"/>
                <a:gd name="connsiteY6" fmla="*/ 259772 h 746155"/>
                <a:gd name="connsiteX0" fmla="*/ 0 w 2309168"/>
                <a:gd name="connsiteY0" fmla="*/ 259772 h 746155"/>
                <a:gd name="connsiteX1" fmla="*/ 1166388 w 2309168"/>
                <a:gd name="connsiteY1" fmla="*/ 20 h 746155"/>
                <a:gd name="connsiteX2" fmla="*/ 2309168 w 2309168"/>
                <a:gd name="connsiteY2" fmla="*/ 270099 h 746155"/>
                <a:gd name="connsiteX3" fmla="*/ 2121417 w 2309168"/>
                <a:gd name="connsiteY3" fmla="*/ 707462 h 746155"/>
                <a:gd name="connsiteX4" fmla="*/ 1156661 w 2309168"/>
                <a:gd name="connsiteY4" fmla="*/ 480091 h 746155"/>
                <a:gd name="connsiteX5" fmla="*/ 139604 w 2309168"/>
                <a:gd name="connsiteY5" fmla="*/ 746155 h 746155"/>
                <a:gd name="connsiteX6" fmla="*/ 0 w 2309168"/>
                <a:gd name="connsiteY6" fmla="*/ 259772 h 746155"/>
                <a:gd name="connsiteX0" fmla="*/ 0 w 2309168"/>
                <a:gd name="connsiteY0" fmla="*/ 226793 h 746567"/>
                <a:gd name="connsiteX1" fmla="*/ 1166388 w 2309168"/>
                <a:gd name="connsiteY1" fmla="*/ 432 h 746567"/>
                <a:gd name="connsiteX2" fmla="*/ 2309168 w 2309168"/>
                <a:gd name="connsiteY2" fmla="*/ 270511 h 746567"/>
                <a:gd name="connsiteX3" fmla="*/ 2121417 w 2309168"/>
                <a:gd name="connsiteY3" fmla="*/ 707874 h 746567"/>
                <a:gd name="connsiteX4" fmla="*/ 1156661 w 2309168"/>
                <a:gd name="connsiteY4" fmla="*/ 480503 h 746567"/>
                <a:gd name="connsiteX5" fmla="*/ 139604 w 2309168"/>
                <a:gd name="connsiteY5" fmla="*/ 746567 h 746567"/>
                <a:gd name="connsiteX6" fmla="*/ 0 w 2309168"/>
                <a:gd name="connsiteY6" fmla="*/ 226793 h 746567"/>
                <a:gd name="connsiteX0" fmla="*/ 0 w 2309168"/>
                <a:gd name="connsiteY0" fmla="*/ 226663 h 746437"/>
                <a:gd name="connsiteX1" fmla="*/ 1166388 w 2309168"/>
                <a:gd name="connsiteY1" fmla="*/ 302 h 746437"/>
                <a:gd name="connsiteX2" fmla="*/ 2309168 w 2309168"/>
                <a:gd name="connsiteY2" fmla="*/ 270381 h 746437"/>
                <a:gd name="connsiteX3" fmla="*/ 2121417 w 2309168"/>
                <a:gd name="connsiteY3" fmla="*/ 707744 h 746437"/>
                <a:gd name="connsiteX4" fmla="*/ 1156661 w 2309168"/>
                <a:gd name="connsiteY4" fmla="*/ 480373 h 746437"/>
                <a:gd name="connsiteX5" fmla="*/ 139604 w 2309168"/>
                <a:gd name="connsiteY5" fmla="*/ 746437 h 746437"/>
                <a:gd name="connsiteX6" fmla="*/ 0 w 2309168"/>
                <a:gd name="connsiteY6" fmla="*/ 226663 h 746437"/>
                <a:gd name="connsiteX0" fmla="*/ 0 w 2309168"/>
                <a:gd name="connsiteY0" fmla="*/ 226614 h 746388"/>
                <a:gd name="connsiteX1" fmla="*/ 1166388 w 2309168"/>
                <a:gd name="connsiteY1" fmla="*/ 253 h 746388"/>
                <a:gd name="connsiteX2" fmla="*/ 2309168 w 2309168"/>
                <a:gd name="connsiteY2" fmla="*/ 270332 h 746388"/>
                <a:gd name="connsiteX3" fmla="*/ 2121417 w 2309168"/>
                <a:gd name="connsiteY3" fmla="*/ 707695 h 746388"/>
                <a:gd name="connsiteX4" fmla="*/ 1156661 w 2309168"/>
                <a:gd name="connsiteY4" fmla="*/ 480324 h 746388"/>
                <a:gd name="connsiteX5" fmla="*/ 139604 w 2309168"/>
                <a:gd name="connsiteY5" fmla="*/ 746388 h 746388"/>
                <a:gd name="connsiteX6" fmla="*/ 0 w 2309168"/>
                <a:gd name="connsiteY6" fmla="*/ 226614 h 746388"/>
                <a:gd name="connsiteX0" fmla="*/ 0 w 2309168"/>
                <a:gd name="connsiteY0" fmla="*/ 231692 h 746328"/>
                <a:gd name="connsiteX1" fmla="*/ 1166388 w 2309168"/>
                <a:gd name="connsiteY1" fmla="*/ 193 h 746328"/>
                <a:gd name="connsiteX2" fmla="*/ 2309168 w 2309168"/>
                <a:gd name="connsiteY2" fmla="*/ 270272 h 746328"/>
                <a:gd name="connsiteX3" fmla="*/ 2121417 w 2309168"/>
                <a:gd name="connsiteY3" fmla="*/ 707635 h 746328"/>
                <a:gd name="connsiteX4" fmla="*/ 1156661 w 2309168"/>
                <a:gd name="connsiteY4" fmla="*/ 480264 h 746328"/>
                <a:gd name="connsiteX5" fmla="*/ 139604 w 2309168"/>
                <a:gd name="connsiteY5" fmla="*/ 746328 h 746328"/>
                <a:gd name="connsiteX6" fmla="*/ 0 w 2309168"/>
                <a:gd name="connsiteY6" fmla="*/ 231692 h 746328"/>
                <a:gd name="connsiteX0" fmla="*/ 0 w 2309168"/>
                <a:gd name="connsiteY0" fmla="*/ 231692 h 707635"/>
                <a:gd name="connsiteX1" fmla="*/ 1166388 w 2309168"/>
                <a:gd name="connsiteY1" fmla="*/ 193 h 707635"/>
                <a:gd name="connsiteX2" fmla="*/ 2309168 w 2309168"/>
                <a:gd name="connsiteY2" fmla="*/ 270272 h 707635"/>
                <a:gd name="connsiteX3" fmla="*/ 2121417 w 2309168"/>
                <a:gd name="connsiteY3" fmla="*/ 707635 h 707635"/>
                <a:gd name="connsiteX4" fmla="*/ 1156661 w 2309168"/>
                <a:gd name="connsiteY4" fmla="*/ 480264 h 707635"/>
                <a:gd name="connsiteX5" fmla="*/ 172995 w 2309168"/>
                <a:gd name="connsiteY5" fmla="*/ 684683 h 707635"/>
                <a:gd name="connsiteX6" fmla="*/ 0 w 2309168"/>
                <a:gd name="connsiteY6" fmla="*/ 231692 h 707635"/>
                <a:gd name="connsiteX0" fmla="*/ 0 w 2309168"/>
                <a:gd name="connsiteY0" fmla="*/ 231692 h 707635"/>
                <a:gd name="connsiteX1" fmla="*/ 1166388 w 2309168"/>
                <a:gd name="connsiteY1" fmla="*/ 193 h 707635"/>
                <a:gd name="connsiteX2" fmla="*/ 2309168 w 2309168"/>
                <a:gd name="connsiteY2" fmla="*/ 270272 h 707635"/>
                <a:gd name="connsiteX3" fmla="*/ 2121417 w 2309168"/>
                <a:gd name="connsiteY3" fmla="*/ 707635 h 707635"/>
                <a:gd name="connsiteX4" fmla="*/ 1156661 w 2309168"/>
                <a:gd name="connsiteY4" fmla="*/ 480264 h 707635"/>
                <a:gd name="connsiteX5" fmla="*/ 172995 w 2309168"/>
                <a:gd name="connsiteY5" fmla="*/ 684683 h 707635"/>
                <a:gd name="connsiteX6" fmla="*/ 0 w 2309168"/>
                <a:gd name="connsiteY6" fmla="*/ 231692 h 707635"/>
                <a:gd name="connsiteX0" fmla="*/ 0 w 2309168"/>
                <a:gd name="connsiteY0" fmla="*/ 231692 h 715340"/>
                <a:gd name="connsiteX1" fmla="*/ 1166388 w 2309168"/>
                <a:gd name="connsiteY1" fmla="*/ 193 h 715340"/>
                <a:gd name="connsiteX2" fmla="*/ 2309168 w 2309168"/>
                <a:gd name="connsiteY2" fmla="*/ 270272 h 715340"/>
                <a:gd name="connsiteX3" fmla="*/ 2123986 w 2309168"/>
                <a:gd name="connsiteY3" fmla="*/ 715340 h 715340"/>
                <a:gd name="connsiteX4" fmla="*/ 1156661 w 2309168"/>
                <a:gd name="connsiteY4" fmla="*/ 480264 h 715340"/>
                <a:gd name="connsiteX5" fmla="*/ 172995 w 2309168"/>
                <a:gd name="connsiteY5" fmla="*/ 684683 h 715340"/>
                <a:gd name="connsiteX6" fmla="*/ 0 w 2309168"/>
                <a:gd name="connsiteY6" fmla="*/ 231692 h 715340"/>
                <a:gd name="connsiteX0" fmla="*/ 0 w 2309168"/>
                <a:gd name="connsiteY0" fmla="*/ 231692 h 715340"/>
                <a:gd name="connsiteX1" fmla="*/ 1166388 w 2309168"/>
                <a:gd name="connsiteY1" fmla="*/ 193 h 715340"/>
                <a:gd name="connsiteX2" fmla="*/ 2309168 w 2309168"/>
                <a:gd name="connsiteY2" fmla="*/ 270272 h 715340"/>
                <a:gd name="connsiteX3" fmla="*/ 2123986 w 2309168"/>
                <a:gd name="connsiteY3" fmla="*/ 715340 h 715340"/>
                <a:gd name="connsiteX4" fmla="*/ 1156661 w 2309168"/>
                <a:gd name="connsiteY4" fmla="*/ 480264 h 715340"/>
                <a:gd name="connsiteX5" fmla="*/ 172995 w 2309168"/>
                <a:gd name="connsiteY5" fmla="*/ 684683 h 715340"/>
                <a:gd name="connsiteX6" fmla="*/ 0 w 2309168"/>
                <a:gd name="connsiteY6" fmla="*/ 231692 h 715340"/>
                <a:gd name="connsiteX0" fmla="*/ 0 w 2309168"/>
                <a:gd name="connsiteY0" fmla="*/ 231692 h 715340"/>
                <a:gd name="connsiteX1" fmla="*/ 1166388 w 2309168"/>
                <a:gd name="connsiteY1" fmla="*/ 193 h 715340"/>
                <a:gd name="connsiteX2" fmla="*/ 2309168 w 2309168"/>
                <a:gd name="connsiteY2" fmla="*/ 270272 h 715340"/>
                <a:gd name="connsiteX3" fmla="*/ 2123986 w 2309168"/>
                <a:gd name="connsiteY3" fmla="*/ 715340 h 715340"/>
                <a:gd name="connsiteX4" fmla="*/ 1156661 w 2309168"/>
                <a:gd name="connsiteY4" fmla="*/ 480264 h 715340"/>
                <a:gd name="connsiteX5" fmla="*/ 172995 w 2309168"/>
                <a:gd name="connsiteY5" fmla="*/ 684683 h 715340"/>
                <a:gd name="connsiteX6" fmla="*/ 0 w 2309168"/>
                <a:gd name="connsiteY6" fmla="*/ 231692 h 715340"/>
                <a:gd name="connsiteX0" fmla="*/ 0 w 2314305"/>
                <a:gd name="connsiteY0" fmla="*/ 231543 h 715191"/>
                <a:gd name="connsiteX1" fmla="*/ 1166388 w 2314305"/>
                <a:gd name="connsiteY1" fmla="*/ 44 h 715191"/>
                <a:gd name="connsiteX2" fmla="*/ 2314305 w 2314305"/>
                <a:gd name="connsiteY2" fmla="*/ 249575 h 715191"/>
                <a:gd name="connsiteX3" fmla="*/ 2123986 w 2314305"/>
                <a:gd name="connsiteY3" fmla="*/ 715191 h 715191"/>
                <a:gd name="connsiteX4" fmla="*/ 1156661 w 2314305"/>
                <a:gd name="connsiteY4" fmla="*/ 480115 h 715191"/>
                <a:gd name="connsiteX5" fmla="*/ 172995 w 2314305"/>
                <a:gd name="connsiteY5" fmla="*/ 684534 h 715191"/>
                <a:gd name="connsiteX6" fmla="*/ 0 w 2314305"/>
                <a:gd name="connsiteY6" fmla="*/ 231543 h 715191"/>
                <a:gd name="connsiteX0" fmla="*/ 0 w 2314305"/>
                <a:gd name="connsiteY0" fmla="*/ 231543 h 715191"/>
                <a:gd name="connsiteX1" fmla="*/ 1166388 w 2314305"/>
                <a:gd name="connsiteY1" fmla="*/ 44 h 715191"/>
                <a:gd name="connsiteX2" fmla="*/ 2314305 w 2314305"/>
                <a:gd name="connsiteY2" fmla="*/ 249575 h 715191"/>
                <a:gd name="connsiteX3" fmla="*/ 2123986 w 2314305"/>
                <a:gd name="connsiteY3" fmla="*/ 715191 h 715191"/>
                <a:gd name="connsiteX4" fmla="*/ 1156661 w 2314305"/>
                <a:gd name="connsiteY4" fmla="*/ 480115 h 715191"/>
                <a:gd name="connsiteX5" fmla="*/ 172995 w 2314305"/>
                <a:gd name="connsiteY5" fmla="*/ 684534 h 715191"/>
                <a:gd name="connsiteX6" fmla="*/ 0 w 2314305"/>
                <a:gd name="connsiteY6" fmla="*/ 231543 h 715191"/>
                <a:gd name="connsiteX0" fmla="*/ 0 w 2314305"/>
                <a:gd name="connsiteY0" fmla="*/ 231550 h 715198"/>
                <a:gd name="connsiteX1" fmla="*/ 1166388 w 2314305"/>
                <a:gd name="connsiteY1" fmla="*/ 51 h 715198"/>
                <a:gd name="connsiteX2" fmla="*/ 2314305 w 2314305"/>
                <a:gd name="connsiteY2" fmla="*/ 249582 h 715198"/>
                <a:gd name="connsiteX3" fmla="*/ 2123986 w 2314305"/>
                <a:gd name="connsiteY3" fmla="*/ 715198 h 715198"/>
                <a:gd name="connsiteX4" fmla="*/ 1156661 w 2314305"/>
                <a:gd name="connsiteY4" fmla="*/ 480122 h 715198"/>
                <a:gd name="connsiteX5" fmla="*/ 172995 w 2314305"/>
                <a:gd name="connsiteY5" fmla="*/ 684541 h 715198"/>
                <a:gd name="connsiteX6" fmla="*/ 0 w 2314305"/>
                <a:gd name="connsiteY6" fmla="*/ 231550 h 715198"/>
                <a:gd name="connsiteX0" fmla="*/ 0 w 2314305"/>
                <a:gd name="connsiteY0" fmla="*/ 233092 h 716740"/>
                <a:gd name="connsiteX1" fmla="*/ 1166388 w 2314305"/>
                <a:gd name="connsiteY1" fmla="*/ 1593 h 716740"/>
                <a:gd name="connsiteX2" fmla="*/ 2314305 w 2314305"/>
                <a:gd name="connsiteY2" fmla="*/ 251124 h 716740"/>
                <a:gd name="connsiteX3" fmla="*/ 2123986 w 2314305"/>
                <a:gd name="connsiteY3" fmla="*/ 716740 h 716740"/>
                <a:gd name="connsiteX4" fmla="*/ 1156661 w 2314305"/>
                <a:gd name="connsiteY4" fmla="*/ 481664 h 716740"/>
                <a:gd name="connsiteX5" fmla="*/ 172995 w 2314305"/>
                <a:gd name="connsiteY5" fmla="*/ 686083 h 716740"/>
                <a:gd name="connsiteX6" fmla="*/ 0 w 2314305"/>
                <a:gd name="connsiteY6" fmla="*/ 233092 h 716740"/>
                <a:gd name="connsiteX0" fmla="*/ 0 w 2314305"/>
                <a:gd name="connsiteY0" fmla="*/ 231523 h 715171"/>
                <a:gd name="connsiteX1" fmla="*/ 1166388 w 2314305"/>
                <a:gd name="connsiteY1" fmla="*/ 24 h 715171"/>
                <a:gd name="connsiteX2" fmla="*/ 2314305 w 2314305"/>
                <a:gd name="connsiteY2" fmla="*/ 249555 h 715171"/>
                <a:gd name="connsiteX3" fmla="*/ 2123986 w 2314305"/>
                <a:gd name="connsiteY3" fmla="*/ 715171 h 715171"/>
                <a:gd name="connsiteX4" fmla="*/ 1156661 w 2314305"/>
                <a:gd name="connsiteY4" fmla="*/ 480095 h 715171"/>
                <a:gd name="connsiteX5" fmla="*/ 172995 w 2314305"/>
                <a:gd name="connsiteY5" fmla="*/ 684514 h 715171"/>
                <a:gd name="connsiteX6" fmla="*/ 0 w 2314305"/>
                <a:gd name="connsiteY6" fmla="*/ 231523 h 715171"/>
                <a:gd name="connsiteX0" fmla="*/ 0 w 2314305"/>
                <a:gd name="connsiteY0" fmla="*/ 231550 h 715198"/>
                <a:gd name="connsiteX1" fmla="*/ 1166388 w 2314305"/>
                <a:gd name="connsiteY1" fmla="*/ 51 h 715198"/>
                <a:gd name="connsiteX2" fmla="*/ 2314305 w 2314305"/>
                <a:gd name="connsiteY2" fmla="*/ 249582 h 715198"/>
                <a:gd name="connsiteX3" fmla="*/ 2123986 w 2314305"/>
                <a:gd name="connsiteY3" fmla="*/ 715198 h 715198"/>
                <a:gd name="connsiteX4" fmla="*/ 1156661 w 2314305"/>
                <a:gd name="connsiteY4" fmla="*/ 480122 h 715198"/>
                <a:gd name="connsiteX5" fmla="*/ 172995 w 2314305"/>
                <a:gd name="connsiteY5" fmla="*/ 684541 h 715198"/>
                <a:gd name="connsiteX6" fmla="*/ 0 w 2314305"/>
                <a:gd name="connsiteY6" fmla="*/ 231550 h 715198"/>
                <a:gd name="connsiteX0" fmla="*/ 0 w 2314305"/>
                <a:gd name="connsiteY0" fmla="*/ 232088 h 715736"/>
                <a:gd name="connsiteX1" fmla="*/ 1166388 w 2314305"/>
                <a:gd name="connsiteY1" fmla="*/ 589 h 715736"/>
                <a:gd name="connsiteX2" fmla="*/ 2314305 w 2314305"/>
                <a:gd name="connsiteY2" fmla="*/ 250120 h 715736"/>
                <a:gd name="connsiteX3" fmla="*/ 2123986 w 2314305"/>
                <a:gd name="connsiteY3" fmla="*/ 715736 h 715736"/>
                <a:gd name="connsiteX4" fmla="*/ 1156661 w 2314305"/>
                <a:gd name="connsiteY4" fmla="*/ 480660 h 715736"/>
                <a:gd name="connsiteX5" fmla="*/ 172995 w 2314305"/>
                <a:gd name="connsiteY5" fmla="*/ 685079 h 715736"/>
                <a:gd name="connsiteX6" fmla="*/ 0 w 2314305"/>
                <a:gd name="connsiteY6" fmla="*/ 232088 h 715736"/>
                <a:gd name="connsiteX0" fmla="*/ 0 w 2314305"/>
                <a:gd name="connsiteY0" fmla="*/ 232088 h 715736"/>
                <a:gd name="connsiteX1" fmla="*/ 1166388 w 2314305"/>
                <a:gd name="connsiteY1" fmla="*/ 589 h 715736"/>
                <a:gd name="connsiteX2" fmla="*/ 2314305 w 2314305"/>
                <a:gd name="connsiteY2" fmla="*/ 250120 h 715736"/>
                <a:gd name="connsiteX3" fmla="*/ 2123986 w 2314305"/>
                <a:gd name="connsiteY3" fmla="*/ 715736 h 715736"/>
                <a:gd name="connsiteX4" fmla="*/ 1156661 w 2314305"/>
                <a:gd name="connsiteY4" fmla="*/ 480660 h 715736"/>
                <a:gd name="connsiteX5" fmla="*/ 172995 w 2314305"/>
                <a:gd name="connsiteY5" fmla="*/ 685079 h 715736"/>
                <a:gd name="connsiteX6" fmla="*/ 0 w 2314305"/>
                <a:gd name="connsiteY6" fmla="*/ 232088 h 715736"/>
                <a:gd name="connsiteX0" fmla="*/ 0 w 2314305"/>
                <a:gd name="connsiteY0" fmla="*/ 232088 h 715736"/>
                <a:gd name="connsiteX1" fmla="*/ 1166388 w 2314305"/>
                <a:gd name="connsiteY1" fmla="*/ 589 h 715736"/>
                <a:gd name="connsiteX2" fmla="*/ 2314305 w 2314305"/>
                <a:gd name="connsiteY2" fmla="*/ 250120 h 715736"/>
                <a:gd name="connsiteX3" fmla="*/ 2123986 w 2314305"/>
                <a:gd name="connsiteY3" fmla="*/ 715736 h 715736"/>
                <a:gd name="connsiteX4" fmla="*/ 1156661 w 2314305"/>
                <a:gd name="connsiteY4" fmla="*/ 480660 h 715736"/>
                <a:gd name="connsiteX5" fmla="*/ 172995 w 2314305"/>
                <a:gd name="connsiteY5" fmla="*/ 685079 h 715736"/>
                <a:gd name="connsiteX6" fmla="*/ 0 w 2314305"/>
                <a:gd name="connsiteY6" fmla="*/ 232088 h 715736"/>
                <a:gd name="connsiteX0" fmla="*/ 0 w 2314305"/>
                <a:gd name="connsiteY0" fmla="*/ 232060 h 715708"/>
                <a:gd name="connsiteX1" fmla="*/ 1166388 w 2314305"/>
                <a:gd name="connsiteY1" fmla="*/ 561 h 715708"/>
                <a:gd name="connsiteX2" fmla="*/ 2314305 w 2314305"/>
                <a:gd name="connsiteY2" fmla="*/ 250092 h 715708"/>
                <a:gd name="connsiteX3" fmla="*/ 2123986 w 2314305"/>
                <a:gd name="connsiteY3" fmla="*/ 715708 h 715708"/>
                <a:gd name="connsiteX4" fmla="*/ 1156661 w 2314305"/>
                <a:gd name="connsiteY4" fmla="*/ 480632 h 715708"/>
                <a:gd name="connsiteX5" fmla="*/ 172995 w 2314305"/>
                <a:gd name="connsiteY5" fmla="*/ 685051 h 715708"/>
                <a:gd name="connsiteX6" fmla="*/ 0 w 2314305"/>
                <a:gd name="connsiteY6" fmla="*/ 232060 h 7157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314305" h="715708">
                  <a:moveTo>
                    <a:pt x="0" y="232060"/>
                  </a:moveTo>
                  <a:cubicBezTo>
                    <a:pt x="116349" y="135016"/>
                    <a:pt x="772966" y="-10150"/>
                    <a:pt x="1166388" y="561"/>
                  </a:cubicBezTo>
                  <a:cubicBezTo>
                    <a:pt x="1559810" y="11272"/>
                    <a:pt x="1962415" y="54514"/>
                    <a:pt x="2314305" y="250092"/>
                  </a:cubicBezTo>
                  <a:cubicBezTo>
                    <a:pt x="2236857" y="411910"/>
                    <a:pt x="2305049" y="284904"/>
                    <a:pt x="2123986" y="715708"/>
                  </a:cubicBezTo>
                  <a:cubicBezTo>
                    <a:pt x="2077752" y="646036"/>
                    <a:pt x="1616289" y="480632"/>
                    <a:pt x="1156661" y="480632"/>
                  </a:cubicBezTo>
                  <a:cubicBezTo>
                    <a:pt x="697033" y="480632"/>
                    <a:pt x="257593" y="589531"/>
                    <a:pt x="172995" y="685051"/>
                  </a:cubicBezTo>
                  <a:lnTo>
                    <a:pt x="0" y="232060"/>
                  </a:lnTo>
                  <a:close/>
                </a:path>
              </a:pathLst>
            </a:custGeom>
            <a:solidFill>
              <a:srgbClr val="0070C0"/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60A35A71-AD7F-2773-210C-70D0C1064C54}"/>
                </a:ext>
              </a:extLst>
            </p:cNvPr>
            <p:cNvSpPr txBox="1"/>
            <p:nvPr/>
          </p:nvSpPr>
          <p:spPr>
            <a:xfrm rot="2976467">
              <a:off x="9461974" y="1744448"/>
              <a:ext cx="1841899" cy="638175"/>
            </a:xfrm>
            <a:prstGeom prst="rect">
              <a:avLst/>
            </a:prstGeom>
            <a:noFill/>
          </p:spPr>
          <p:txBody>
            <a:bodyPr wrap="square" rtlCol="0">
              <a:prstTxWarp prst="textArchUp">
                <a:avLst>
                  <a:gd name="adj" fmla="val 11053946"/>
                </a:avLst>
              </a:prstTxWarp>
              <a:spAutoFit/>
            </a:bodyPr>
            <a:lstStyle/>
            <a:p>
              <a:pPr algn="ctr"/>
              <a:r>
                <a:rPr lang="en-US" sz="2400" dirty="0">
                  <a:solidFill>
                    <a:schemeClr val="bg1"/>
                  </a:solidFill>
                </a:rPr>
                <a:t>Connect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5B60CAB7-94DD-6759-3D0C-BA7D3AD77D22}"/>
                </a:ext>
              </a:extLst>
            </p:cNvPr>
            <p:cNvSpPr txBox="1"/>
            <p:nvPr/>
          </p:nvSpPr>
          <p:spPr>
            <a:xfrm rot="6218390">
              <a:off x="9925946" y="3694976"/>
              <a:ext cx="1841899" cy="638175"/>
            </a:xfrm>
            <a:prstGeom prst="rect">
              <a:avLst/>
            </a:prstGeom>
            <a:noFill/>
          </p:spPr>
          <p:txBody>
            <a:bodyPr wrap="square" rtlCol="0">
              <a:prstTxWarp prst="textArchUp">
                <a:avLst/>
              </a:prstTxWarp>
              <a:spAutoFit/>
            </a:bodyPr>
            <a:lstStyle/>
            <a:p>
              <a:pPr algn="ctr"/>
              <a:r>
                <a:rPr lang="en-US" sz="2400" dirty="0">
                  <a:solidFill>
                    <a:schemeClr val="bg1"/>
                  </a:solidFill>
                </a:rPr>
                <a:t>Learn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8A36CCCB-8CB2-5C0A-E92B-5365C8817F44}"/>
                </a:ext>
              </a:extLst>
            </p:cNvPr>
            <p:cNvSpPr txBox="1"/>
            <p:nvPr/>
          </p:nvSpPr>
          <p:spPr>
            <a:xfrm rot="9167093">
              <a:off x="8638078" y="5306238"/>
              <a:ext cx="1841899" cy="638175"/>
            </a:xfrm>
            <a:prstGeom prst="rect">
              <a:avLst/>
            </a:prstGeom>
            <a:noFill/>
          </p:spPr>
          <p:txBody>
            <a:bodyPr wrap="square" rtlCol="0">
              <a:prstTxWarp prst="textArchUp">
                <a:avLst/>
              </a:prstTxWarp>
              <a:spAutoFit/>
            </a:bodyPr>
            <a:lstStyle/>
            <a:p>
              <a:pPr algn="ctr"/>
              <a:r>
                <a:rPr lang="en-US" sz="2400" dirty="0">
                  <a:solidFill>
                    <a:schemeClr val="bg1"/>
                  </a:solidFill>
                </a:rPr>
                <a:t>Engage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092D22A5-05C8-D181-81F6-1BBFC5577D75}"/>
                </a:ext>
              </a:extLst>
            </p:cNvPr>
            <p:cNvSpPr txBox="1"/>
            <p:nvPr/>
          </p:nvSpPr>
          <p:spPr>
            <a:xfrm rot="12622647">
              <a:off x="6593675" y="5243488"/>
              <a:ext cx="1841899" cy="638175"/>
            </a:xfrm>
            <a:prstGeom prst="rect">
              <a:avLst/>
            </a:prstGeom>
            <a:noFill/>
          </p:spPr>
          <p:txBody>
            <a:bodyPr wrap="square" rtlCol="0">
              <a:prstTxWarp prst="textArchUp">
                <a:avLst/>
              </a:prstTxWarp>
              <a:spAutoFit/>
            </a:bodyPr>
            <a:lstStyle/>
            <a:p>
              <a:pPr algn="ctr"/>
              <a:r>
                <a:rPr lang="en-US" sz="2400" dirty="0">
                  <a:solidFill>
                    <a:schemeClr val="bg1"/>
                  </a:solidFill>
                </a:rPr>
                <a:t>Invite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B8D10961-798C-3E82-DBE7-392638BA61E2}"/>
                </a:ext>
              </a:extLst>
            </p:cNvPr>
            <p:cNvSpPr txBox="1"/>
            <p:nvPr/>
          </p:nvSpPr>
          <p:spPr>
            <a:xfrm rot="15697400">
              <a:off x="5263361" y="3507272"/>
              <a:ext cx="2027125" cy="638175"/>
            </a:xfrm>
            <a:prstGeom prst="rect">
              <a:avLst/>
            </a:prstGeom>
            <a:noFill/>
          </p:spPr>
          <p:txBody>
            <a:bodyPr wrap="square" rtlCol="0">
              <a:prstTxWarp prst="textArchUp">
                <a:avLst>
                  <a:gd name="adj" fmla="val 10820778"/>
                </a:avLst>
              </a:prstTxWarp>
              <a:spAutoFit/>
            </a:bodyPr>
            <a:lstStyle/>
            <a:p>
              <a:pPr algn="ctr"/>
              <a:r>
                <a:rPr lang="en-US" sz="2400" dirty="0">
                  <a:solidFill>
                    <a:schemeClr val="bg1"/>
                  </a:solidFill>
                </a:rPr>
                <a:t>Appreciate</a:t>
              </a:r>
            </a:p>
          </p:txBody>
        </p:sp>
        <p:sp>
          <p:nvSpPr>
            <p:cNvPr id="17" name="Isosceles Triangle 16">
              <a:extLst>
                <a:ext uri="{FF2B5EF4-FFF2-40B4-BE49-F238E27FC236}">
                  <a16:creationId xmlns:a16="http://schemas.microsoft.com/office/drawing/2014/main" id="{66BAF7AA-9886-8CAB-1EBD-20A3721ED1C2}"/>
                </a:ext>
              </a:extLst>
            </p:cNvPr>
            <p:cNvSpPr/>
            <p:nvPr/>
          </p:nvSpPr>
          <p:spPr>
            <a:xfrm rot="6649031">
              <a:off x="9283774" y="854270"/>
              <a:ext cx="1097280" cy="457200"/>
            </a:xfrm>
            <a:prstGeom prst="triangle">
              <a:avLst>
                <a:gd name="adj" fmla="val 49630"/>
              </a:avLst>
            </a:prstGeom>
            <a:solidFill>
              <a:srgbClr val="EE4238"/>
            </a:solidFill>
            <a:ln>
              <a:solidFill>
                <a:srgbClr val="EE423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" name="Isosceles Triangle 17">
              <a:extLst>
                <a:ext uri="{FF2B5EF4-FFF2-40B4-BE49-F238E27FC236}">
                  <a16:creationId xmlns:a16="http://schemas.microsoft.com/office/drawing/2014/main" id="{36E1D5FB-05B9-4303-195D-3FA0304492A8}"/>
                </a:ext>
              </a:extLst>
            </p:cNvPr>
            <p:cNvSpPr/>
            <p:nvPr/>
          </p:nvSpPr>
          <p:spPr>
            <a:xfrm rot="10033193">
              <a:off x="10653102" y="2772840"/>
              <a:ext cx="1097280" cy="457200"/>
            </a:xfrm>
            <a:prstGeom prst="triangle">
              <a:avLst>
                <a:gd name="adj" fmla="val 49630"/>
              </a:avLst>
            </a:prstGeom>
            <a:solidFill>
              <a:srgbClr val="F18120"/>
            </a:solidFill>
            <a:ln>
              <a:solidFill>
                <a:srgbClr val="F1812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9" name="Block Arc 1">
              <a:extLst>
                <a:ext uri="{FF2B5EF4-FFF2-40B4-BE49-F238E27FC236}">
                  <a16:creationId xmlns:a16="http://schemas.microsoft.com/office/drawing/2014/main" id="{FB12AED3-376C-EC6D-51F0-AEEB90A2B8F0}"/>
                </a:ext>
              </a:extLst>
            </p:cNvPr>
            <p:cNvSpPr/>
            <p:nvPr/>
          </p:nvSpPr>
          <p:spPr>
            <a:xfrm>
              <a:off x="7436948" y="567120"/>
              <a:ext cx="2314305" cy="715708"/>
            </a:xfrm>
            <a:custGeom>
              <a:avLst/>
              <a:gdLst>
                <a:gd name="connsiteX0" fmla="*/ 0 w 2391141"/>
                <a:gd name="connsiteY0" fmla="*/ 726679 h 1453358"/>
                <a:gd name="connsiteX1" fmla="*/ 1195571 w 2391141"/>
                <a:gd name="connsiteY1" fmla="*/ 0 h 1453358"/>
                <a:gd name="connsiteX2" fmla="*/ 2391142 w 2391141"/>
                <a:gd name="connsiteY2" fmla="*/ 726679 h 1453358"/>
                <a:gd name="connsiteX3" fmla="*/ 2027802 w 2391141"/>
                <a:gd name="connsiteY3" fmla="*/ 726679 h 1453358"/>
                <a:gd name="connsiteX4" fmla="*/ 1195571 w 2391141"/>
                <a:gd name="connsiteY4" fmla="*/ 363339 h 1453358"/>
                <a:gd name="connsiteX5" fmla="*/ 363340 w 2391141"/>
                <a:gd name="connsiteY5" fmla="*/ 726679 h 1453358"/>
                <a:gd name="connsiteX6" fmla="*/ 0 w 2391141"/>
                <a:gd name="connsiteY6" fmla="*/ 726679 h 1453358"/>
                <a:gd name="connsiteX0" fmla="*/ 0 w 2614878"/>
                <a:gd name="connsiteY0" fmla="*/ 727830 h 727830"/>
                <a:gd name="connsiteX1" fmla="*/ 1195571 w 2614878"/>
                <a:gd name="connsiteY1" fmla="*/ 1151 h 727830"/>
                <a:gd name="connsiteX2" fmla="*/ 2614878 w 2614878"/>
                <a:gd name="connsiteY2" fmla="*/ 611098 h 727830"/>
                <a:gd name="connsiteX3" fmla="*/ 2027802 w 2614878"/>
                <a:gd name="connsiteY3" fmla="*/ 727830 h 727830"/>
                <a:gd name="connsiteX4" fmla="*/ 1195571 w 2614878"/>
                <a:gd name="connsiteY4" fmla="*/ 364490 h 727830"/>
                <a:gd name="connsiteX5" fmla="*/ 363340 w 2614878"/>
                <a:gd name="connsiteY5" fmla="*/ 727830 h 727830"/>
                <a:gd name="connsiteX6" fmla="*/ 0 w 2614878"/>
                <a:gd name="connsiteY6" fmla="*/ 727830 h 727830"/>
                <a:gd name="connsiteX0" fmla="*/ 0 w 2614878"/>
                <a:gd name="connsiteY0" fmla="*/ 727830 h 727830"/>
                <a:gd name="connsiteX1" fmla="*/ 1195571 w 2614878"/>
                <a:gd name="connsiteY1" fmla="*/ 1151 h 727830"/>
                <a:gd name="connsiteX2" fmla="*/ 2614878 w 2614878"/>
                <a:gd name="connsiteY2" fmla="*/ 611098 h 727830"/>
                <a:gd name="connsiteX3" fmla="*/ 2251538 w 2614878"/>
                <a:gd name="connsiteY3" fmla="*/ 669464 h 727830"/>
                <a:gd name="connsiteX4" fmla="*/ 1195571 w 2614878"/>
                <a:gd name="connsiteY4" fmla="*/ 364490 h 727830"/>
                <a:gd name="connsiteX5" fmla="*/ 363340 w 2614878"/>
                <a:gd name="connsiteY5" fmla="*/ 727830 h 727830"/>
                <a:gd name="connsiteX6" fmla="*/ 0 w 2614878"/>
                <a:gd name="connsiteY6" fmla="*/ 727830 h 727830"/>
                <a:gd name="connsiteX0" fmla="*/ 0 w 2780249"/>
                <a:gd name="connsiteY0" fmla="*/ 590533 h 726720"/>
                <a:gd name="connsiteX1" fmla="*/ 1360942 w 2780249"/>
                <a:gd name="connsiteY1" fmla="*/ 41 h 726720"/>
                <a:gd name="connsiteX2" fmla="*/ 2780249 w 2780249"/>
                <a:gd name="connsiteY2" fmla="*/ 609988 h 726720"/>
                <a:gd name="connsiteX3" fmla="*/ 2416909 w 2780249"/>
                <a:gd name="connsiteY3" fmla="*/ 668354 h 726720"/>
                <a:gd name="connsiteX4" fmla="*/ 1360942 w 2780249"/>
                <a:gd name="connsiteY4" fmla="*/ 363380 h 726720"/>
                <a:gd name="connsiteX5" fmla="*/ 528711 w 2780249"/>
                <a:gd name="connsiteY5" fmla="*/ 726720 h 726720"/>
                <a:gd name="connsiteX6" fmla="*/ 0 w 2780249"/>
                <a:gd name="connsiteY6" fmla="*/ 590533 h 726720"/>
                <a:gd name="connsiteX0" fmla="*/ 0 w 2780249"/>
                <a:gd name="connsiteY0" fmla="*/ 590533 h 668354"/>
                <a:gd name="connsiteX1" fmla="*/ 1360942 w 2780249"/>
                <a:gd name="connsiteY1" fmla="*/ 41 h 668354"/>
                <a:gd name="connsiteX2" fmla="*/ 2780249 w 2780249"/>
                <a:gd name="connsiteY2" fmla="*/ 609988 h 668354"/>
                <a:gd name="connsiteX3" fmla="*/ 2416909 w 2780249"/>
                <a:gd name="connsiteY3" fmla="*/ 668354 h 668354"/>
                <a:gd name="connsiteX4" fmla="*/ 1360942 w 2780249"/>
                <a:gd name="connsiteY4" fmla="*/ 363380 h 668354"/>
                <a:gd name="connsiteX5" fmla="*/ 275792 w 2780249"/>
                <a:gd name="connsiteY5" fmla="*/ 639171 h 668354"/>
                <a:gd name="connsiteX6" fmla="*/ 0 w 2780249"/>
                <a:gd name="connsiteY6" fmla="*/ 590533 h 668354"/>
                <a:gd name="connsiteX0" fmla="*/ 0 w 2780249"/>
                <a:gd name="connsiteY0" fmla="*/ 590533 h 668354"/>
                <a:gd name="connsiteX1" fmla="*/ 1360942 w 2780249"/>
                <a:gd name="connsiteY1" fmla="*/ 41 h 668354"/>
                <a:gd name="connsiteX2" fmla="*/ 2780249 w 2780249"/>
                <a:gd name="connsiteY2" fmla="*/ 609988 h 668354"/>
                <a:gd name="connsiteX3" fmla="*/ 2416909 w 2780249"/>
                <a:gd name="connsiteY3" fmla="*/ 668354 h 668354"/>
                <a:gd name="connsiteX4" fmla="*/ 1351215 w 2780249"/>
                <a:gd name="connsiteY4" fmla="*/ 480112 h 668354"/>
                <a:gd name="connsiteX5" fmla="*/ 275792 w 2780249"/>
                <a:gd name="connsiteY5" fmla="*/ 639171 h 668354"/>
                <a:gd name="connsiteX6" fmla="*/ 0 w 2780249"/>
                <a:gd name="connsiteY6" fmla="*/ 590533 h 668354"/>
                <a:gd name="connsiteX0" fmla="*/ 0 w 2780249"/>
                <a:gd name="connsiteY0" fmla="*/ 590533 h 775358"/>
                <a:gd name="connsiteX1" fmla="*/ 1360942 w 2780249"/>
                <a:gd name="connsiteY1" fmla="*/ 41 h 775358"/>
                <a:gd name="connsiteX2" fmla="*/ 2780249 w 2780249"/>
                <a:gd name="connsiteY2" fmla="*/ 609988 h 775358"/>
                <a:gd name="connsiteX3" fmla="*/ 2329360 w 2780249"/>
                <a:gd name="connsiteY3" fmla="*/ 775358 h 775358"/>
                <a:gd name="connsiteX4" fmla="*/ 1351215 w 2780249"/>
                <a:gd name="connsiteY4" fmla="*/ 480112 h 775358"/>
                <a:gd name="connsiteX5" fmla="*/ 275792 w 2780249"/>
                <a:gd name="connsiteY5" fmla="*/ 639171 h 775358"/>
                <a:gd name="connsiteX6" fmla="*/ 0 w 2780249"/>
                <a:gd name="connsiteY6" fmla="*/ 590533 h 775358"/>
                <a:gd name="connsiteX0" fmla="*/ 0 w 2673245"/>
                <a:gd name="connsiteY0" fmla="*/ 600391 h 785216"/>
                <a:gd name="connsiteX1" fmla="*/ 1360942 w 2673245"/>
                <a:gd name="connsiteY1" fmla="*/ 9899 h 785216"/>
                <a:gd name="connsiteX2" fmla="*/ 2673245 w 2673245"/>
                <a:gd name="connsiteY2" fmla="*/ 405837 h 785216"/>
                <a:gd name="connsiteX3" fmla="*/ 2329360 w 2673245"/>
                <a:gd name="connsiteY3" fmla="*/ 785216 h 785216"/>
                <a:gd name="connsiteX4" fmla="*/ 1351215 w 2673245"/>
                <a:gd name="connsiteY4" fmla="*/ 489970 h 785216"/>
                <a:gd name="connsiteX5" fmla="*/ 275792 w 2673245"/>
                <a:gd name="connsiteY5" fmla="*/ 649029 h 785216"/>
                <a:gd name="connsiteX6" fmla="*/ 0 w 2673245"/>
                <a:gd name="connsiteY6" fmla="*/ 600391 h 785216"/>
                <a:gd name="connsiteX0" fmla="*/ 0 w 2673245"/>
                <a:gd name="connsiteY0" fmla="*/ 593348 h 778173"/>
                <a:gd name="connsiteX1" fmla="*/ 1360942 w 2673245"/>
                <a:gd name="connsiteY1" fmla="*/ 2856 h 778173"/>
                <a:gd name="connsiteX2" fmla="*/ 2673245 w 2673245"/>
                <a:gd name="connsiteY2" fmla="*/ 398794 h 778173"/>
                <a:gd name="connsiteX3" fmla="*/ 2329360 w 2673245"/>
                <a:gd name="connsiteY3" fmla="*/ 778173 h 778173"/>
                <a:gd name="connsiteX4" fmla="*/ 1351215 w 2673245"/>
                <a:gd name="connsiteY4" fmla="*/ 482927 h 778173"/>
                <a:gd name="connsiteX5" fmla="*/ 275792 w 2673245"/>
                <a:gd name="connsiteY5" fmla="*/ 641986 h 778173"/>
                <a:gd name="connsiteX6" fmla="*/ 0 w 2673245"/>
                <a:gd name="connsiteY6" fmla="*/ 593348 h 778173"/>
                <a:gd name="connsiteX0" fmla="*/ 0 w 2478691"/>
                <a:gd name="connsiteY0" fmla="*/ 293714 h 809279"/>
                <a:gd name="connsiteX1" fmla="*/ 1166388 w 2478691"/>
                <a:gd name="connsiteY1" fmla="*/ 33962 h 809279"/>
                <a:gd name="connsiteX2" fmla="*/ 2478691 w 2478691"/>
                <a:gd name="connsiteY2" fmla="*/ 429900 h 809279"/>
                <a:gd name="connsiteX3" fmla="*/ 2134806 w 2478691"/>
                <a:gd name="connsiteY3" fmla="*/ 809279 h 809279"/>
                <a:gd name="connsiteX4" fmla="*/ 1156661 w 2478691"/>
                <a:gd name="connsiteY4" fmla="*/ 514033 h 809279"/>
                <a:gd name="connsiteX5" fmla="*/ 81238 w 2478691"/>
                <a:gd name="connsiteY5" fmla="*/ 673092 h 809279"/>
                <a:gd name="connsiteX6" fmla="*/ 0 w 2478691"/>
                <a:gd name="connsiteY6" fmla="*/ 293714 h 809279"/>
                <a:gd name="connsiteX0" fmla="*/ 0 w 2478691"/>
                <a:gd name="connsiteY0" fmla="*/ 262275 h 777840"/>
                <a:gd name="connsiteX1" fmla="*/ 1166388 w 2478691"/>
                <a:gd name="connsiteY1" fmla="*/ 2523 h 777840"/>
                <a:gd name="connsiteX2" fmla="*/ 2478691 w 2478691"/>
                <a:gd name="connsiteY2" fmla="*/ 398461 h 777840"/>
                <a:gd name="connsiteX3" fmla="*/ 2134806 w 2478691"/>
                <a:gd name="connsiteY3" fmla="*/ 777840 h 777840"/>
                <a:gd name="connsiteX4" fmla="*/ 1156661 w 2478691"/>
                <a:gd name="connsiteY4" fmla="*/ 482594 h 777840"/>
                <a:gd name="connsiteX5" fmla="*/ 81238 w 2478691"/>
                <a:gd name="connsiteY5" fmla="*/ 641653 h 777840"/>
                <a:gd name="connsiteX6" fmla="*/ 0 w 2478691"/>
                <a:gd name="connsiteY6" fmla="*/ 262275 h 777840"/>
                <a:gd name="connsiteX0" fmla="*/ 0 w 2478691"/>
                <a:gd name="connsiteY0" fmla="*/ 262275 h 777841"/>
                <a:gd name="connsiteX1" fmla="*/ 1166388 w 2478691"/>
                <a:gd name="connsiteY1" fmla="*/ 2523 h 777841"/>
                <a:gd name="connsiteX2" fmla="*/ 2478691 w 2478691"/>
                <a:gd name="connsiteY2" fmla="*/ 398461 h 777841"/>
                <a:gd name="connsiteX3" fmla="*/ 2134806 w 2478691"/>
                <a:gd name="connsiteY3" fmla="*/ 777840 h 777841"/>
                <a:gd name="connsiteX4" fmla="*/ 1156661 w 2478691"/>
                <a:gd name="connsiteY4" fmla="*/ 482594 h 777841"/>
                <a:gd name="connsiteX5" fmla="*/ 178515 w 2478691"/>
                <a:gd name="connsiteY5" fmla="*/ 777841 h 777841"/>
                <a:gd name="connsiteX6" fmla="*/ 0 w 2478691"/>
                <a:gd name="connsiteY6" fmla="*/ 262275 h 777841"/>
                <a:gd name="connsiteX0" fmla="*/ 0 w 2478691"/>
                <a:gd name="connsiteY0" fmla="*/ 262275 h 777840"/>
                <a:gd name="connsiteX1" fmla="*/ 1166388 w 2478691"/>
                <a:gd name="connsiteY1" fmla="*/ 2523 h 777840"/>
                <a:gd name="connsiteX2" fmla="*/ 2478691 w 2478691"/>
                <a:gd name="connsiteY2" fmla="*/ 398461 h 777840"/>
                <a:gd name="connsiteX3" fmla="*/ 2134806 w 2478691"/>
                <a:gd name="connsiteY3" fmla="*/ 777840 h 777840"/>
                <a:gd name="connsiteX4" fmla="*/ 1156661 w 2478691"/>
                <a:gd name="connsiteY4" fmla="*/ 482594 h 777840"/>
                <a:gd name="connsiteX5" fmla="*/ 139604 w 2478691"/>
                <a:gd name="connsiteY5" fmla="*/ 748658 h 777840"/>
                <a:gd name="connsiteX6" fmla="*/ 0 w 2478691"/>
                <a:gd name="connsiteY6" fmla="*/ 262275 h 777840"/>
                <a:gd name="connsiteX0" fmla="*/ 0 w 2478691"/>
                <a:gd name="connsiteY0" fmla="*/ 262275 h 777840"/>
                <a:gd name="connsiteX1" fmla="*/ 1166388 w 2478691"/>
                <a:gd name="connsiteY1" fmla="*/ 2523 h 777840"/>
                <a:gd name="connsiteX2" fmla="*/ 2478691 w 2478691"/>
                <a:gd name="connsiteY2" fmla="*/ 398461 h 777840"/>
                <a:gd name="connsiteX3" fmla="*/ 2134806 w 2478691"/>
                <a:gd name="connsiteY3" fmla="*/ 777840 h 777840"/>
                <a:gd name="connsiteX4" fmla="*/ 1156661 w 2478691"/>
                <a:gd name="connsiteY4" fmla="*/ 482594 h 777840"/>
                <a:gd name="connsiteX5" fmla="*/ 139604 w 2478691"/>
                <a:gd name="connsiteY5" fmla="*/ 748658 h 777840"/>
                <a:gd name="connsiteX6" fmla="*/ 0 w 2478691"/>
                <a:gd name="connsiteY6" fmla="*/ 262275 h 777840"/>
                <a:gd name="connsiteX0" fmla="*/ 0 w 2478691"/>
                <a:gd name="connsiteY0" fmla="*/ 262275 h 797295"/>
                <a:gd name="connsiteX1" fmla="*/ 1166388 w 2478691"/>
                <a:gd name="connsiteY1" fmla="*/ 2523 h 797295"/>
                <a:gd name="connsiteX2" fmla="*/ 2478691 w 2478691"/>
                <a:gd name="connsiteY2" fmla="*/ 398461 h 797295"/>
                <a:gd name="connsiteX3" fmla="*/ 2144534 w 2478691"/>
                <a:gd name="connsiteY3" fmla="*/ 797295 h 797295"/>
                <a:gd name="connsiteX4" fmla="*/ 1156661 w 2478691"/>
                <a:gd name="connsiteY4" fmla="*/ 482594 h 797295"/>
                <a:gd name="connsiteX5" fmla="*/ 139604 w 2478691"/>
                <a:gd name="connsiteY5" fmla="*/ 748658 h 797295"/>
                <a:gd name="connsiteX6" fmla="*/ 0 w 2478691"/>
                <a:gd name="connsiteY6" fmla="*/ 262275 h 797295"/>
                <a:gd name="connsiteX0" fmla="*/ 0 w 2478691"/>
                <a:gd name="connsiteY0" fmla="*/ 262275 h 797295"/>
                <a:gd name="connsiteX1" fmla="*/ 1166388 w 2478691"/>
                <a:gd name="connsiteY1" fmla="*/ 2523 h 797295"/>
                <a:gd name="connsiteX2" fmla="*/ 2478691 w 2478691"/>
                <a:gd name="connsiteY2" fmla="*/ 398461 h 797295"/>
                <a:gd name="connsiteX3" fmla="*/ 2144534 w 2478691"/>
                <a:gd name="connsiteY3" fmla="*/ 797295 h 797295"/>
                <a:gd name="connsiteX4" fmla="*/ 1156661 w 2478691"/>
                <a:gd name="connsiteY4" fmla="*/ 482594 h 797295"/>
                <a:gd name="connsiteX5" fmla="*/ 139604 w 2478691"/>
                <a:gd name="connsiteY5" fmla="*/ 748658 h 797295"/>
                <a:gd name="connsiteX6" fmla="*/ 0 w 2478691"/>
                <a:gd name="connsiteY6" fmla="*/ 262275 h 797295"/>
                <a:gd name="connsiteX0" fmla="*/ 0 w 2309168"/>
                <a:gd name="connsiteY0" fmla="*/ 259772 h 794792"/>
                <a:gd name="connsiteX1" fmla="*/ 1166388 w 2309168"/>
                <a:gd name="connsiteY1" fmla="*/ 20 h 794792"/>
                <a:gd name="connsiteX2" fmla="*/ 2309168 w 2309168"/>
                <a:gd name="connsiteY2" fmla="*/ 270099 h 794792"/>
                <a:gd name="connsiteX3" fmla="*/ 2144534 w 2309168"/>
                <a:gd name="connsiteY3" fmla="*/ 794792 h 794792"/>
                <a:gd name="connsiteX4" fmla="*/ 1156661 w 2309168"/>
                <a:gd name="connsiteY4" fmla="*/ 480091 h 794792"/>
                <a:gd name="connsiteX5" fmla="*/ 139604 w 2309168"/>
                <a:gd name="connsiteY5" fmla="*/ 746155 h 794792"/>
                <a:gd name="connsiteX6" fmla="*/ 0 w 2309168"/>
                <a:gd name="connsiteY6" fmla="*/ 259772 h 794792"/>
                <a:gd name="connsiteX0" fmla="*/ 0 w 2309168"/>
                <a:gd name="connsiteY0" fmla="*/ 259772 h 794792"/>
                <a:gd name="connsiteX1" fmla="*/ 1166388 w 2309168"/>
                <a:gd name="connsiteY1" fmla="*/ 20 h 794792"/>
                <a:gd name="connsiteX2" fmla="*/ 2309168 w 2309168"/>
                <a:gd name="connsiteY2" fmla="*/ 270099 h 794792"/>
                <a:gd name="connsiteX3" fmla="*/ 2144534 w 2309168"/>
                <a:gd name="connsiteY3" fmla="*/ 794792 h 794792"/>
                <a:gd name="connsiteX4" fmla="*/ 1156661 w 2309168"/>
                <a:gd name="connsiteY4" fmla="*/ 480091 h 794792"/>
                <a:gd name="connsiteX5" fmla="*/ 139604 w 2309168"/>
                <a:gd name="connsiteY5" fmla="*/ 746155 h 794792"/>
                <a:gd name="connsiteX6" fmla="*/ 0 w 2309168"/>
                <a:gd name="connsiteY6" fmla="*/ 259772 h 794792"/>
                <a:gd name="connsiteX0" fmla="*/ 0 w 2309168"/>
                <a:gd name="connsiteY0" fmla="*/ 259772 h 746155"/>
                <a:gd name="connsiteX1" fmla="*/ 1166388 w 2309168"/>
                <a:gd name="connsiteY1" fmla="*/ 20 h 746155"/>
                <a:gd name="connsiteX2" fmla="*/ 2309168 w 2309168"/>
                <a:gd name="connsiteY2" fmla="*/ 270099 h 746155"/>
                <a:gd name="connsiteX3" fmla="*/ 2121417 w 2309168"/>
                <a:gd name="connsiteY3" fmla="*/ 707462 h 746155"/>
                <a:gd name="connsiteX4" fmla="*/ 1156661 w 2309168"/>
                <a:gd name="connsiteY4" fmla="*/ 480091 h 746155"/>
                <a:gd name="connsiteX5" fmla="*/ 139604 w 2309168"/>
                <a:gd name="connsiteY5" fmla="*/ 746155 h 746155"/>
                <a:gd name="connsiteX6" fmla="*/ 0 w 2309168"/>
                <a:gd name="connsiteY6" fmla="*/ 259772 h 746155"/>
                <a:gd name="connsiteX0" fmla="*/ 0 w 2309168"/>
                <a:gd name="connsiteY0" fmla="*/ 259772 h 746155"/>
                <a:gd name="connsiteX1" fmla="*/ 1166388 w 2309168"/>
                <a:gd name="connsiteY1" fmla="*/ 20 h 746155"/>
                <a:gd name="connsiteX2" fmla="*/ 2309168 w 2309168"/>
                <a:gd name="connsiteY2" fmla="*/ 270099 h 746155"/>
                <a:gd name="connsiteX3" fmla="*/ 2121417 w 2309168"/>
                <a:gd name="connsiteY3" fmla="*/ 707462 h 746155"/>
                <a:gd name="connsiteX4" fmla="*/ 1156661 w 2309168"/>
                <a:gd name="connsiteY4" fmla="*/ 480091 h 746155"/>
                <a:gd name="connsiteX5" fmla="*/ 139604 w 2309168"/>
                <a:gd name="connsiteY5" fmla="*/ 746155 h 746155"/>
                <a:gd name="connsiteX6" fmla="*/ 0 w 2309168"/>
                <a:gd name="connsiteY6" fmla="*/ 259772 h 746155"/>
                <a:gd name="connsiteX0" fmla="*/ 0 w 2309168"/>
                <a:gd name="connsiteY0" fmla="*/ 226793 h 746567"/>
                <a:gd name="connsiteX1" fmla="*/ 1166388 w 2309168"/>
                <a:gd name="connsiteY1" fmla="*/ 432 h 746567"/>
                <a:gd name="connsiteX2" fmla="*/ 2309168 w 2309168"/>
                <a:gd name="connsiteY2" fmla="*/ 270511 h 746567"/>
                <a:gd name="connsiteX3" fmla="*/ 2121417 w 2309168"/>
                <a:gd name="connsiteY3" fmla="*/ 707874 h 746567"/>
                <a:gd name="connsiteX4" fmla="*/ 1156661 w 2309168"/>
                <a:gd name="connsiteY4" fmla="*/ 480503 h 746567"/>
                <a:gd name="connsiteX5" fmla="*/ 139604 w 2309168"/>
                <a:gd name="connsiteY5" fmla="*/ 746567 h 746567"/>
                <a:gd name="connsiteX6" fmla="*/ 0 w 2309168"/>
                <a:gd name="connsiteY6" fmla="*/ 226793 h 746567"/>
                <a:gd name="connsiteX0" fmla="*/ 0 w 2309168"/>
                <a:gd name="connsiteY0" fmla="*/ 226663 h 746437"/>
                <a:gd name="connsiteX1" fmla="*/ 1166388 w 2309168"/>
                <a:gd name="connsiteY1" fmla="*/ 302 h 746437"/>
                <a:gd name="connsiteX2" fmla="*/ 2309168 w 2309168"/>
                <a:gd name="connsiteY2" fmla="*/ 270381 h 746437"/>
                <a:gd name="connsiteX3" fmla="*/ 2121417 w 2309168"/>
                <a:gd name="connsiteY3" fmla="*/ 707744 h 746437"/>
                <a:gd name="connsiteX4" fmla="*/ 1156661 w 2309168"/>
                <a:gd name="connsiteY4" fmla="*/ 480373 h 746437"/>
                <a:gd name="connsiteX5" fmla="*/ 139604 w 2309168"/>
                <a:gd name="connsiteY5" fmla="*/ 746437 h 746437"/>
                <a:gd name="connsiteX6" fmla="*/ 0 w 2309168"/>
                <a:gd name="connsiteY6" fmla="*/ 226663 h 746437"/>
                <a:gd name="connsiteX0" fmla="*/ 0 w 2309168"/>
                <a:gd name="connsiteY0" fmla="*/ 226614 h 746388"/>
                <a:gd name="connsiteX1" fmla="*/ 1166388 w 2309168"/>
                <a:gd name="connsiteY1" fmla="*/ 253 h 746388"/>
                <a:gd name="connsiteX2" fmla="*/ 2309168 w 2309168"/>
                <a:gd name="connsiteY2" fmla="*/ 270332 h 746388"/>
                <a:gd name="connsiteX3" fmla="*/ 2121417 w 2309168"/>
                <a:gd name="connsiteY3" fmla="*/ 707695 h 746388"/>
                <a:gd name="connsiteX4" fmla="*/ 1156661 w 2309168"/>
                <a:gd name="connsiteY4" fmla="*/ 480324 h 746388"/>
                <a:gd name="connsiteX5" fmla="*/ 139604 w 2309168"/>
                <a:gd name="connsiteY5" fmla="*/ 746388 h 746388"/>
                <a:gd name="connsiteX6" fmla="*/ 0 w 2309168"/>
                <a:gd name="connsiteY6" fmla="*/ 226614 h 746388"/>
                <a:gd name="connsiteX0" fmla="*/ 0 w 2309168"/>
                <a:gd name="connsiteY0" fmla="*/ 231692 h 746328"/>
                <a:gd name="connsiteX1" fmla="*/ 1166388 w 2309168"/>
                <a:gd name="connsiteY1" fmla="*/ 193 h 746328"/>
                <a:gd name="connsiteX2" fmla="*/ 2309168 w 2309168"/>
                <a:gd name="connsiteY2" fmla="*/ 270272 h 746328"/>
                <a:gd name="connsiteX3" fmla="*/ 2121417 w 2309168"/>
                <a:gd name="connsiteY3" fmla="*/ 707635 h 746328"/>
                <a:gd name="connsiteX4" fmla="*/ 1156661 w 2309168"/>
                <a:gd name="connsiteY4" fmla="*/ 480264 h 746328"/>
                <a:gd name="connsiteX5" fmla="*/ 139604 w 2309168"/>
                <a:gd name="connsiteY5" fmla="*/ 746328 h 746328"/>
                <a:gd name="connsiteX6" fmla="*/ 0 w 2309168"/>
                <a:gd name="connsiteY6" fmla="*/ 231692 h 746328"/>
                <a:gd name="connsiteX0" fmla="*/ 0 w 2309168"/>
                <a:gd name="connsiteY0" fmla="*/ 231692 h 707635"/>
                <a:gd name="connsiteX1" fmla="*/ 1166388 w 2309168"/>
                <a:gd name="connsiteY1" fmla="*/ 193 h 707635"/>
                <a:gd name="connsiteX2" fmla="*/ 2309168 w 2309168"/>
                <a:gd name="connsiteY2" fmla="*/ 270272 h 707635"/>
                <a:gd name="connsiteX3" fmla="*/ 2121417 w 2309168"/>
                <a:gd name="connsiteY3" fmla="*/ 707635 h 707635"/>
                <a:gd name="connsiteX4" fmla="*/ 1156661 w 2309168"/>
                <a:gd name="connsiteY4" fmla="*/ 480264 h 707635"/>
                <a:gd name="connsiteX5" fmla="*/ 172995 w 2309168"/>
                <a:gd name="connsiteY5" fmla="*/ 684683 h 707635"/>
                <a:gd name="connsiteX6" fmla="*/ 0 w 2309168"/>
                <a:gd name="connsiteY6" fmla="*/ 231692 h 707635"/>
                <a:gd name="connsiteX0" fmla="*/ 0 w 2309168"/>
                <a:gd name="connsiteY0" fmla="*/ 231692 h 707635"/>
                <a:gd name="connsiteX1" fmla="*/ 1166388 w 2309168"/>
                <a:gd name="connsiteY1" fmla="*/ 193 h 707635"/>
                <a:gd name="connsiteX2" fmla="*/ 2309168 w 2309168"/>
                <a:gd name="connsiteY2" fmla="*/ 270272 h 707635"/>
                <a:gd name="connsiteX3" fmla="*/ 2121417 w 2309168"/>
                <a:gd name="connsiteY3" fmla="*/ 707635 h 707635"/>
                <a:gd name="connsiteX4" fmla="*/ 1156661 w 2309168"/>
                <a:gd name="connsiteY4" fmla="*/ 480264 h 707635"/>
                <a:gd name="connsiteX5" fmla="*/ 172995 w 2309168"/>
                <a:gd name="connsiteY5" fmla="*/ 684683 h 707635"/>
                <a:gd name="connsiteX6" fmla="*/ 0 w 2309168"/>
                <a:gd name="connsiteY6" fmla="*/ 231692 h 707635"/>
                <a:gd name="connsiteX0" fmla="*/ 0 w 2309168"/>
                <a:gd name="connsiteY0" fmla="*/ 231692 h 715340"/>
                <a:gd name="connsiteX1" fmla="*/ 1166388 w 2309168"/>
                <a:gd name="connsiteY1" fmla="*/ 193 h 715340"/>
                <a:gd name="connsiteX2" fmla="*/ 2309168 w 2309168"/>
                <a:gd name="connsiteY2" fmla="*/ 270272 h 715340"/>
                <a:gd name="connsiteX3" fmla="*/ 2123986 w 2309168"/>
                <a:gd name="connsiteY3" fmla="*/ 715340 h 715340"/>
                <a:gd name="connsiteX4" fmla="*/ 1156661 w 2309168"/>
                <a:gd name="connsiteY4" fmla="*/ 480264 h 715340"/>
                <a:gd name="connsiteX5" fmla="*/ 172995 w 2309168"/>
                <a:gd name="connsiteY5" fmla="*/ 684683 h 715340"/>
                <a:gd name="connsiteX6" fmla="*/ 0 w 2309168"/>
                <a:gd name="connsiteY6" fmla="*/ 231692 h 715340"/>
                <a:gd name="connsiteX0" fmla="*/ 0 w 2309168"/>
                <a:gd name="connsiteY0" fmla="*/ 231692 h 715340"/>
                <a:gd name="connsiteX1" fmla="*/ 1166388 w 2309168"/>
                <a:gd name="connsiteY1" fmla="*/ 193 h 715340"/>
                <a:gd name="connsiteX2" fmla="*/ 2309168 w 2309168"/>
                <a:gd name="connsiteY2" fmla="*/ 270272 h 715340"/>
                <a:gd name="connsiteX3" fmla="*/ 2123986 w 2309168"/>
                <a:gd name="connsiteY3" fmla="*/ 715340 h 715340"/>
                <a:gd name="connsiteX4" fmla="*/ 1156661 w 2309168"/>
                <a:gd name="connsiteY4" fmla="*/ 480264 h 715340"/>
                <a:gd name="connsiteX5" fmla="*/ 172995 w 2309168"/>
                <a:gd name="connsiteY5" fmla="*/ 684683 h 715340"/>
                <a:gd name="connsiteX6" fmla="*/ 0 w 2309168"/>
                <a:gd name="connsiteY6" fmla="*/ 231692 h 715340"/>
                <a:gd name="connsiteX0" fmla="*/ 0 w 2309168"/>
                <a:gd name="connsiteY0" fmla="*/ 231692 h 715340"/>
                <a:gd name="connsiteX1" fmla="*/ 1166388 w 2309168"/>
                <a:gd name="connsiteY1" fmla="*/ 193 h 715340"/>
                <a:gd name="connsiteX2" fmla="*/ 2309168 w 2309168"/>
                <a:gd name="connsiteY2" fmla="*/ 270272 h 715340"/>
                <a:gd name="connsiteX3" fmla="*/ 2123986 w 2309168"/>
                <a:gd name="connsiteY3" fmla="*/ 715340 h 715340"/>
                <a:gd name="connsiteX4" fmla="*/ 1156661 w 2309168"/>
                <a:gd name="connsiteY4" fmla="*/ 480264 h 715340"/>
                <a:gd name="connsiteX5" fmla="*/ 172995 w 2309168"/>
                <a:gd name="connsiteY5" fmla="*/ 684683 h 715340"/>
                <a:gd name="connsiteX6" fmla="*/ 0 w 2309168"/>
                <a:gd name="connsiteY6" fmla="*/ 231692 h 715340"/>
                <a:gd name="connsiteX0" fmla="*/ 0 w 2314305"/>
                <a:gd name="connsiteY0" fmla="*/ 231543 h 715191"/>
                <a:gd name="connsiteX1" fmla="*/ 1166388 w 2314305"/>
                <a:gd name="connsiteY1" fmla="*/ 44 h 715191"/>
                <a:gd name="connsiteX2" fmla="*/ 2314305 w 2314305"/>
                <a:gd name="connsiteY2" fmla="*/ 249575 h 715191"/>
                <a:gd name="connsiteX3" fmla="*/ 2123986 w 2314305"/>
                <a:gd name="connsiteY3" fmla="*/ 715191 h 715191"/>
                <a:gd name="connsiteX4" fmla="*/ 1156661 w 2314305"/>
                <a:gd name="connsiteY4" fmla="*/ 480115 h 715191"/>
                <a:gd name="connsiteX5" fmla="*/ 172995 w 2314305"/>
                <a:gd name="connsiteY5" fmla="*/ 684534 h 715191"/>
                <a:gd name="connsiteX6" fmla="*/ 0 w 2314305"/>
                <a:gd name="connsiteY6" fmla="*/ 231543 h 715191"/>
                <a:gd name="connsiteX0" fmla="*/ 0 w 2314305"/>
                <a:gd name="connsiteY0" fmla="*/ 231543 h 715191"/>
                <a:gd name="connsiteX1" fmla="*/ 1166388 w 2314305"/>
                <a:gd name="connsiteY1" fmla="*/ 44 h 715191"/>
                <a:gd name="connsiteX2" fmla="*/ 2314305 w 2314305"/>
                <a:gd name="connsiteY2" fmla="*/ 249575 h 715191"/>
                <a:gd name="connsiteX3" fmla="*/ 2123986 w 2314305"/>
                <a:gd name="connsiteY3" fmla="*/ 715191 h 715191"/>
                <a:gd name="connsiteX4" fmla="*/ 1156661 w 2314305"/>
                <a:gd name="connsiteY4" fmla="*/ 480115 h 715191"/>
                <a:gd name="connsiteX5" fmla="*/ 172995 w 2314305"/>
                <a:gd name="connsiteY5" fmla="*/ 684534 h 715191"/>
                <a:gd name="connsiteX6" fmla="*/ 0 w 2314305"/>
                <a:gd name="connsiteY6" fmla="*/ 231543 h 715191"/>
                <a:gd name="connsiteX0" fmla="*/ 0 w 2314305"/>
                <a:gd name="connsiteY0" fmla="*/ 231550 h 715198"/>
                <a:gd name="connsiteX1" fmla="*/ 1166388 w 2314305"/>
                <a:gd name="connsiteY1" fmla="*/ 51 h 715198"/>
                <a:gd name="connsiteX2" fmla="*/ 2314305 w 2314305"/>
                <a:gd name="connsiteY2" fmla="*/ 249582 h 715198"/>
                <a:gd name="connsiteX3" fmla="*/ 2123986 w 2314305"/>
                <a:gd name="connsiteY3" fmla="*/ 715198 h 715198"/>
                <a:gd name="connsiteX4" fmla="*/ 1156661 w 2314305"/>
                <a:gd name="connsiteY4" fmla="*/ 480122 h 715198"/>
                <a:gd name="connsiteX5" fmla="*/ 172995 w 2314305"/>
                <a:gd name="connsiteY5" fmla="*/ 684541 h 715198"/>
                <a:gd name="connsiteX6" fmla="*/ 0 w 2314305"/>
                <a:gd name="connsiteY6" fmla="*/ 231550 h 715198"/>
                <a:gd name="connsiteX0" fmla="*/ 0 w 2314305"/>
                <a:gd name="connsiteY0" fmla="*/ 233092 h 716740"/>
                <a:gd name="connsiteX1" fmla="*/ 1166388 w 2314305"/>
                <a:gd name="connsiteY1" fmla="*/ 1593 h 716740"/>
                <a:gd name="connsiteX2" fmla="*/ 2314305 w 2314305"/>
                <a:gd name="connsiteY2" fmla="*/ 251124 h 716740"/>
                <a:gd name="connsiteX3" fmla="*/ 2123986 w 2314305"/>
                <a:gd name="connsiteY3" fmla="*/ 716740 h 716740"/>
                <a:gd name="connsiteX4" fmla="*/ 1156661 w 2314305"/>
                <a:gd name="connsiteY4" fmla="*/ 481664 h 716740"/>
                <a:gd name="connsiteX5" fmla="*/ 172995 w 2314305"/>
                <a:gd name="connsiteY5" fmla="*/ 686083 h 716740"/>
                <a:gd name="connsiteX6" fmla="*/ 0 w 2314305"/>
                <a:gd name="connsiteY6" fmla="*/ 233092 h 716740"/>
                <a:gd name="connsiteX0" fmla="*/ 0 w 2314305"/>
                <a:gd name="connsiteY0" fmla="*/ 231523 h 715171"/>
                <a:gd name="connsiteX1" fmla="*/ 1166388 w 2314305"/>
                <a:gd name="connsiteY1" fmla="*/ 24 h 715171"/>
                <a:gd name="connsiteX2" fmla="*/ 2314305 w 2314305"/>
                <a:gd name="connsiteY2" fmla="*/ 249555 h 715171"/>
                <a:gd name="connsiteX3" fmla="*/ 2123986 w 2314305"/>
                <a:gd name="connsiteY3" fmla="*/ 715171 h 715171"/>
                <a:gd name="connsiteX4" fmla="*/ 1156661 w 2314305"/>
                <a:gd name="connsiteY4" fmla="*/ 480095 h 715171"/>
                <a:gd name="connsiteX5" fmla="*/ 172995 w 2314305"/>
                <a:gd name="connsiteY5" fmla="*/ 684514 h 715171"/>
                <a:gd name="connsiteX6" fmla="*/ 0 w 2314305"/>
                <a:gd name="connsiteY6" fmla="*/ 231523 h 715171"/>
                <a:gd name="connsiteX0" fmla="*/ 0 w 2314305"/>
                <a:gd name="connsiteY0" fmla="*/ 231550 h 715198"/>
                <a:gd name="connsiteX1" fmla="*/ 1166388 w 2314305"/>
                <a:gd name="connsiteY1" fmla="*/ 51 h 715198"/>
                <a:gd name="connsiteX2" fmla="*/ 2314305 w 2314305"/>
                <a:gd name="connsiteY2" fmla="*/ 249582 h 715198"/>
                <a:gd name="connsiteX3" fmla="*/ 2123986 w 2314305"/>
                <a:gd name="connsiteY3" fmla="*/ 715198 h 715198"/>
                <a:gd name="connsiteX4" fmla="*/ 1156661 w 2314305"/>
                <a:gd name="connsiteY4" fmla="*/ 480122 h 715198"/>
                <a:gd name="connsiteX5" fmla="*/ 172995 w 2314305"/>
                <a:gd name="connsiteY5" fmla="*/ 684541 h 715198"/>
                <a:gd name="connsiteX6" fmla="*/ 0 w 2314305"/>
                <a:gd name="connsiteY6" fmla="*/ 231550 h 715198"/>
                <a:gd name="connsiteX0" fmla="*/ 0 w 2314305"/>
                <a:gd name="connsiteY0" fmla="*/ 232088 h 715736"/>
                <a:gd name="connsiteX1" fmla="*/ 1166388 w 2314305"/>
                <a:gd name="connsiteY1" fmla="*/ 589 h 715736"/>
                <a:gd name="connsiteX2" fmla="*/ 2314305 w 2314305"/>
                <a:gd name="connsiteY2" fmla="*/ 250120 h 715736"/>
                <a:gd name="connsiteX3" fmla="*/ 2123986 w 2314305"/>
                <a:gd name="connsiteY3" fmla="*/ 715736 h 715736"/>
                <a:gd name="connsiteX4" fmla="*/ 1156661 w 2314305"/>
                <a:gd name="connsiteY4" fmla="*/ 480660 h 715736"/>
                <a:gd name="connsiteX5" fmla="*/ 172995 w 2314305"/>
                <a:gd name="connsiteY5" fmla="*/ 685079 h 715736"/>
                <a:gd name="connsiteX6" fmla="*/ 0 w 2314305"/>
                <a:gd name="connsiteY6" fmla="*/ 232088 h 715736"/>
                <a:gd name="connsiteX0" fmla="*/ 0 w 2314305"/>
                <a:gd name="connsiteY0" fmla="*/ 232088 h 715736"/>
                <a:gd name="connsiteX1" fmla="*/ 1166388 w 2314305"/>
                <a:gd name="connsiteY1" fmla="*/ 589 h 715736"/>
                <a:gd name="connsiteX2" fmla="*/ 2314305 w 2314305"/>
                <a:gd name="connsiteY2" fmla="*/ 250120 h 715736"/>
                <a:gd name="connsiteX3" fmla="*/ 2123986 w 2314305"/>
                <a:gd name="connsiteY3" fmla="*/ 715736 h 715736"/>
                <a:gd name="connsiteX4" fmla="*/ 1156661 w 2314305"/>
                <a:gd name="connsiteY4" fmla="*/ 480660 h 715736"/>
                <a:gd name="connsiteX5" fmla="*/ 172995 w 2314305"/>
                <a:gd name="connsiteY5" fmla="*/ 685079 h 715736"/>
                <a:gd name="connsiteX6" fmla="*/ 0 w 2314305"/>
                <a:gd name="connsiteY6" fmla="*/ 232088 h 715736"/>
                <a:gd name="connsiteX0" fmla="*/ 0 w 2314305"/>
                <a:gd name="connsiteY0" fmla="*/ 232088 h 715736"/>
                <a:gd name="connsiteX1" fmla="*/ 1166388 w 2314305"/>
                <a:gd name="connsiteY1" fmla="*/ 589 h 715736"/>
                <a:gd name="connsiteX2" fmla="*/ 2314305 w 2314305"/>
                <a:gd name="connsiteY2" fmla="*/ 250120 h 715736"/>
                <a:gd name="connsiteX3" fmla="*/ 2123986 w 2314305"/>
                <a:gd name="connsiteY3" fmla="*/ 715736 h 715736"/>
                <a:gd name="connsiteX4" fmla="*/ 1156661 w 2314305"/>
                <a:gd name="connsiteY4" fmla="*/ 480660 h 715736"/>
                <a:gd name="connsiteX5" fmla="*/ 172995 w 2314305"/>
                <a:gd name="connsiteY5" fmla="*/ 685079 h 715736"/>
                <a:gd name="connsiteX6" fmla="*/ 0 w 2314305"/>
                <a:gd name="connsiteY6" fmla="*/ 232088 h 715736"/>
                <a:gd name="connsiteX0" fmla="*/ 0 w 2314305"/>
                <a:gd name="connsiteY0" fmla="*/ 232060 h 715708"/>
                <a:gd name="connsiteX1" fmla="*/ 1166388 w 2314305"/>
                <a:gd name="connsiteY1" fmla="*/ 561 h 715708"/>
                <a:gd name="connsiteX2" fmla="*/ 2314305 w 2314305"/>
                <a:gd name="connsiteY2" fmla="*/ 250092 h 715708"/>
                <a:gd name="connsiteX3" fmla="*/ 2123986 w 2314305"/>
                <a:gd name="connsiteY3" fmla="*/ 715708 h 715708"/>
                <a:gd name="connsiteX4" fmla="*/ 1156661 w 2314305"/>
                <a:gd name="connsiteY4" fmla="*/ 480632 h 715708"/>
                <a:gd name="connsiteX5" fmla="*/ 172995 w 2314305"/>
                <a:gd name="connsiteY5" fmla="*/ 685051 h 715708"/>
                <a:gd name="connsiteX6" fmla="*/ 0 w 2314305"/>
                <a:gd name="connsiteY6" fmla="*/ 232060 h 7157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314305" h="715708">
                  <a:moveTo>
                    <a:pt x="0" y="232060"/>
                  </a:moveTo>
                  <a:cubicBezTo>
                    <a:pt x="116349" y="135016"/>
                    <a:pt x="772966" y="-10150"/>
                    <a:pt x="1166388" y="561"/>
                  </a:cubicBezTo>
                  <a:cubicBezTo>
                    <a:pt x="1559810" y="11272"/>
                    <a:pt x="1962415" y="54514"/>
                    <a:pt x="2314305" y="250092"/>
                  </a:cubicBezTo>
                  <a:cubicBezTo>
                    <a:pt x="2236857" y="411910"/>
                    <a:pt x="2305049" y="284904"/>
                    <a:pt x="2123986" y="715708"/>
                  </a:cubicBezTo>
                  <a:cubicBezTo>
                    <a:pt x="2077752" y="646036"/>
                    <a:pt x="1616289" y="480632"/>
                    <a:pt x="1156661" y="480632"/>
                  </a:cubicBezTo>
                  <a:cubicBezTo>
                    <a:pt x="697033" y="480632"/>
                    <a:pt x="257593" y="589531"/>
                    <a:pt x="172995" y="685051"/>
                  </a:cubicBezTo>
                  <a:lnTo>
                    <a:pt x="0" y="232060"/>
                  </a:lnTo>
                  <a:close/>
                </a:path>
              </a:pathLst>
            </a:custGeom>
            <a:solidFill>
              <a:srgbClr val="EE4238"/>
            </a:solidFill>
            <a:ln>
              <a:solidFill>
                <a:srgbClr val="EE4238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0" name="Isosceles Triangle 19">
              <a:extLst>
                <a:ext uri="{FF2B5EF4-FFF2-40B4-BE49-F238E27FC236}">
                  <a16:creationId xmlns:a16="http://schemas.microsoft.com/office/drawing/2014/main" id="{184515E6-B851-C754-274F-499CEAE57E02}"/>
                </a:ext>
              </a:extLst>
            </p:cNvPr>
            <p:cNvSpPr/>
            <p:nvPr/>
          </p:nvSpPr>
          <p:spPr>
            <a:xfrm rot="12756092">
              <a:off x="10065502" y="5009385"/>
              <a:ext cx="1097280" cy="457200"/>
            </a:xfrm>
            <a:prstGeom prst="triangle">
              <a:avLst>
                <a:gd name="adj" fmla="val 49630"/>
              </a:avLst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1" name="Isosceles Triangle 20">
              <a:extLst>
                <a:ext uri="{FF2B5EF4-FFF2-40B4-BE49-F238E27FC236}">
                  <a16:creationId xmlns:a16="http://schemas.microsoft.com/office/drawing/2014/main" id="{991A81CC-752D-816A-536E-316C6F192065}"/>
                </a:ext>
              </a:extLst>
            </p:cNvPr>
            <p:cNvSpPr/>
            <p:nvPr/>
          </p:nvSpPr>
          <p:spPr>
            <a:xfrm rot="16200000">
              <a:off x="7901543" y="5966381"/>
              <a:ext cx="1097280" cy="457201"/>
            </a:xfrm>
            <a:prstGeom prst="triangle">
              <a:avLst>
                <a:gd name="adj" fmla="val 49630"/>
              </a:avLst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2" name="Isosceles Triangle 21">
              <a:extLst>
                <a:ext uri="{FF2B5EF4-FFF2-40B4-BE49-F238E27FC236}">
                  <a16:creationId xmlns:a16="http://schemas.microsoft.com/office/drawing/2014/main" id="{BDA07C0D-84DB-4B8C-D609-0FC60C1D1E2C}"/>
                </a:ext>
              </a:extLst>
            </p:cNvPr>
            <p:cNvSpPr/>
            <p:nvPr/>
          </p:nvSpPr>
          <p:spPr>
            <a:xfrm rot="19068017">
              <a:off x="5803319" y="4833342"/>
              <a:ext cx="1097280" cy="457200"/>
            </a:xfrm>
            <a:prstGeom prst="triangle">
              <a:avLst>
                <a:gd name="adj" fmla="val 49630"/>
              </a:avLst>
            </a:prstGeom>
            <a:solidFill>
              <a:srgbClr val="33CCCC"/>
            </a:solidFill>
            <a:ln>
              <a:solidFill>
                <a:srgbClr val="33CCCC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3" name="Isosceles Triangle 22">
              <a:extLst>
                <a:ext uri="{FF2B5EF4-FFF2-40B4-BE49-F238E27FC236}">
                  <a16:creationId xmlns:a16="http://schemas.microsoft.com/office/drawing/2014/main" id="{90D9A080-DDEE-6E5A-71E0-0B59E29652F1}"/>
                </a:ext>
              </a:extLst>
            </p:cNvPr>
            <p:cNvSpPr/>
            <p:nvPr/>
          </p:nvSpPr>
          <p:spPr>
            <a:xfrm rot="722318">
              <a:off x="5436198" y="2460377"/>
              <a:ext cx="1097280" cy="457200"/>
            </a:xfrm>
            <a:prstGeom prst="triangle">
              <a:avLst>
                <a:gd name="adj" fmla="val 49630"/>
              </a:avLst>
            </a:prstGeom>
            <a:solidFill>
              <a:srgbClr val="0070C0"/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F6354306-6CCB-13D7-FBCF-0131E8E0524F}"/>
                </a:ext>
              </a:extLst>
            </p:cNvPr>
            <p:cNvSpPr txBox="1"/>
            <p:nvPr/>
          </p:nvSpPr>
          <p:spPr>
            <a:xfrm>
              <a:off x="7612778" y="888506"/>
              <a:ext cx="1841899" cy="638175"/>
            </a:xfrm>
            <a:prstGeom prst="rect">
              <a:avLst/>
            </a:prstGeom>
            <a:noFill/>
          </p:spPr>
          <p:txBody>
            <a:bodyPr wrap="square" rtlCol="0">
              <a:prstTxWarp prst="textArchUp">
                <a:avLst/>
              </a:prstTxWarp>
              <a:spAutoFit/>
            </a:bodyPr>
            <a:lstStyle/>
            <a:p>
              <a:pPr algn="ctr"/>
              <a:r>
                <a:rPr lang="en-US" sz="2400" dirty="0">
                  <a:solidFill>
                    <a:schemeClr val="bg1"/>
                  </a:solidFill>
                </a:rPr>
                <a:t>Inspire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14825B25-72E2-5DA6-9FFA-9F7980FC4324}"/>
                </a:ext>
              </a:extLst>
            </p:cNvPr>
            <p:cNvSpPr txBox="1"/>
            <p:nvPr/>
          </p:nvSpPr>
          <p:spPr>
            <a:xfrm rot="15543733">
              <a:off x="6432172" y="2357799"/>
              <a:ext cx="3973684" cy="212365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4400" dirty="0">
                  <a:solidFill>
                    <a:srgbClr val="252260"/>
                  </a:solidFill>
                </a:rPr>
                <a:t>Donor </a:t>
              </a:r>
            </a:p>
            <a:p>
              <a:pPr algn="ctr"/>
              <a:r>
                <a:rPr lang="en-US" sz="4400" dirty="0">
                  <a:solidFill>
                    <a:srgbClr val="252260"/>
                  </a:solidFill>
                </a:rPr>
                <a:t>Engagement </a:t>
              </a:r>
            </a:p>
            <a:p>
              <a:pPr algn="ctr"/>
              <a:r>
                <a:rPr lang="en-US" sz="4400" dirty="0">
                  <a:solidFill>
                    <a:srgbClr val="252260"/>
                  </a:solidFill>
                </a:rPr>
                <a:t>Cycle</a:t>
              </a: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9A0BB62A-233F-0090-2B96-CEA03E200F03}"/>
              </a:ext>
            </a:extLst>
          </p:cNvPr>
          <p:cNvGrpSpPr/>
          <p:nvPr/>
        </p:nvGrpSpPr>
        <p:grpSpPr>
          <a:xfrm>
            <a:off x="0" y="6078071"/>
            <a:ext cx="12192000" cy="779929"/>
            <a:chOff x="0" y="6078071"/>
            <a:chExt cx="12192000" cy="779929"/>
          </a:xfrm>
        </p:grpSpPr>
        <p:sp>
          <p:nvSpPr>
            <p:cNvPr id="15" name="Rectangle 24">
              <a:extLst>
                <a:ext uri="{FF2B5EF4-FFF2-40B4-BE49-F238E27FC236}">
                  <a16:creationId xmlns:a16="http://schemas.microsoft.com/office/drawing/2014/main" id="{8106794F-A6A8-0DE2-5F54-5D5F64173A53}"/>
                </a:ext>
              </a:extLst>
            </p:cNvPr>
            <p:cNvSpPr/>
            <p:nvPr/>
          </p:nvSpPr>
          <p:spPr>
            <a:xfrm>
              <a:off x="0" y="6078071"/>
              <a:ext cx="12192000" cy="779929"/>
            </a:xfrm>
            <a:custGeom>
              <a:avLst/>
              <a:gdLst>
                <a:gd name="connsiteX0" fmla="*/ 0 w 12876028"/>
                <a:gd name="connsiteY0" fmla="*/ 0 h 1662721"/>
                <a:gd name="connsiteX1" fmla="*/ 12876028 w 12876028"/>
                <a:gd name="connsiteY1" fmla="*/ 0 h 1662721"/>
                <a:gd name="connsiteX2" fmla="*/ 12876028 w 12876028"/>
                <a:gd name="connsiteY2" fmla="*/ 1662721 h 1662721"/>
                <a:gd name="connsiteX3" fmla="*/ 0 w 12876028"/>
                <a:gd name="connsiteY3" fmla="*/ 1662721 h 1662721"/>
                <a:gd name="connsiteX4" fmla="*/ 0 w 12876028"/>
                <a:gd name="connsiteY4" fmla="*/ 0 h 1662721"/>
                <a:gd name="connsiteX0" fmla="*/ 0 w 12876028"/>
                <a:gd name="connsiteY0" fmla="*/ 893135 h 1662721"/>
                <a:gd name="connsiteX1" fmla="*/ 12876028 w 12876028"/>
                <a:gd name="connsiteY1" fmla="*/ 0 h 1662721"/>
                <a:gd name="connsiteX2" fmla="*/ 12876028 w 12876028"/>
                <a:gd name="connsiteY2" fmla="*/ 1662721 h 1662721"/>
                <a:gd name="connsiteX3" fmla="*/ 0 w 12876028"/>
                <a:gd name="connsiteY3" fmla="*/ 1662721 h 1662721"/>
                <a:gd name="connsiteX4" fmla="*/ 0 w 12876028"/>
                <a:gd name="connsiteY4" fmla="*/ 893135 h 16627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876028" h="1662721">
                  <a:moveTo>
                    <a:pt x="0" y="893135"/>
                  </a:moveTo>
                  <a:lnTo>
                    <a:pt x="12876028" y="0"/>
                  </a:lnTo>
                  <a:lnTo>
                    <a:pt x="12876028" y="1662721"/>
                  </a:lnTo>
                  <a:lnTo>
                    <a:pt x="0" y="1662721"/>
                  </a:lnTo>
                  <a:lnTo>
                    <a:pt x="0" y="893135"/>
                  </a:lnTo>
                  <a:close/>
                </a:path>
              </a:pathLst>
            </a:custGeom>
            <a:solidFill>
              <a:srgbClr val="DD403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03353991-3A68-92B2-AD97-996C2767BF7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4486" b="24288"/>
            <a:stretch/>
          </p:blipFill>
          <p:spPr>
            <a:xfrm>
              <a:off x="9825318" y="6236638"/>
              <a:ext cx="2079811" cy="559334"/>
            </a:xfrm>
            <a:prstGeom prst="rect">
              <a:avLst/>
            </a:prstGeom>
          </p:spPr>
        </p:pic>
      </p:grpSp>
      <p:sp>
        <p:nvSpPr>
          <p:cNvPr id="24" name="Slide Number Placeholder 5">
            <a:extLst>
              <a:ext uri="{FF2B5EF4-FFF2-40B4-BE49-F238E27FC236}">
                <a16:creationId xmlns:a16="http://schemas.microsoft.com/office/drawing/2014/main" id="{6157C58C-6A43-ACA0-E644-1D4D8A0072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-1" y="6492875"/>
            <a:ext cx="528919" cy="365125"/>
          </a:xfrm>
        </p:spPr>
        <p:txBody>
          <a:bodyPr/>
          <a:lstStyle/>
          <a:p>
            <a:fld id="{0F897CD2-57D8-4610-8E64-C03C1E4E4E05}" type="slidenum">
              <a:rPr lang="en-US" sz="1600" b="1" smtClean="0">
                <a:solidFill>
                  <a:schemeClr val="bg1"/>
                </a:solidFill>
              </a:rPr>
              <a:t>43</a:t>
            </a:fld>
            <a:endParaRPr lang="en-US" sz="16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8614706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9CBED602-B9AA-4E30-811B-082728B0E948}"/>
              </a:ext>
            </a:extLst>
          </p:cNvPr>
          <p:cNvGrpSpPr/>
          <p:nvPr/>
        </p:nvGrpSpPr>
        <p:grpSpPr>
          <a:xfrm>
            <a:off x="0" y="6078071"/>
            <a:ext cx="12192000" cy="779929"/>
            <a:chOff x="0" y="6078071"/>
            <a:chExt cx="12192000" cy="779929"/>
          </a:xfrm>
        </p:grpSpPr>
        <p:sp>
          <p:nvSpPr>
            <p:cNvPr id="3" name="Rectangle 24">
              <a:extLst>
                <a:ext uri="{FF2B5EF4-FFF2-40B4-BE49-F238E27FC236}">
                  <a16:creationId xmlns:a16="http://schemas.microsoft.com/office/drawing/2014/main" id="{C367CC84-698C-26A1-9D0F-CDAA043943DB}"/>
                </a:ext>
              </a:extLst>
            </p:cNvPr>
            <p:cNvSpPr/>
            <p:nvPr/>
          </p:nvSpPr>
          <p:spPr>
            <a:xfrm>
              <a:off x="0" y="6078071"/>
              <a:ext cx="12192000" cy="779929"/>
            </a:xfrm>
            <a:custGeom>
              <a:avLst/>
              <a:gdLst>
                <a:gd name="connsiteX0" fmla="*/ 0 w 12876028"/>
                <a:gd name="connsiteY0" fmla="*/ 0 h 1662721"/>
                <a:gd name="connsiteX1" fmla="*/ 12876028 w 12876028"/>
                <a:gd name="connsiteY1" fmla="*/ 0 h 1662721"/>
                <a:gd name="connsiteX2" fmla="*/ 12876028 w 12876028"/>
                <a:gd name="connsiteY2" fmla="*/ 1662721 h 1662721"/>
                <a:gd name="connsiteX3" fmla="*/ 0 w 12876028"/>
                <a:gd name="connsiteY3" fmla="*/ 1662721 h 1662721"/>
                <a:gd name="connsiteX4" fmla="*/ 0 w 12876028"/>
                <a:gd name="connsiteY4" fmla="*/ 0 h 1662721"/>
                <a:gd name="connsiteX0" fmla="*/ 0 w 12876028"/>
                <a:gd name="connsiteY0" fmla="*/ 893135 h 1662721"/>
                <a:gd name="connsiteX1" fmla="*/ 12876028 w 12876028"/>
                <a:gd name="connsiteY1" fmla="*/ 0 h 1662721"/>
                <a:gd name="connsiteX2" fmla="*/ 12876028 w 12876028"/>
                <a:gd name="connsiteY2" fmla="*/ 1662721 h 1662721"/>
                <a:gd name="connsiteX3" fmla="*/ 0 w 12876028"/>
                <a:gd name="connsiteY3" fmla="*/ 1662721 h 1662721"/>
                <a:gd name="connsiteX4" fmla="*/ 0 w 12876028"/>
                <a:gd name="connsiteY4" fmla="*/ 893135 h 16627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876028" h="1662721">
                  <a:moveTo>
                    <a:pt x="0" y="893135"/>
                  </a:moveTo>
                  <a:lnTo>
                    <a:pt x="12876028" y="0"/>
                  </a:lnTo>
                  <a:lnTo>
                    <a:pt x="12876028" y="1662721"/>
                  </a:lnTo>
                  <a:lnTo>
                    <a:pt x="0" y="1662721"/>
                  </a:lnTo>
                  <a:lnTo>
                    <a:pt x="0" y="893135"/>
                  </a:lnTo>
                  <a:close/>
                </a:path>
              </a:pathLst>
            </a:custGeom>
            <a:solidFill>
              <a:srgbClr val="DD403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706977B5-0C6C-A11B-E6C8-969AC985CA5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t="24486" b="24288"/>
            <a:stretch/>
          </p:blipFill>
          <p:spPr>
            <a:xfrm>
              <a:off x="9825318" y="6236638"/>
              <a:ext cx="2079811" cy="559334"/>
            </a:xfrm>
            <a:prstGeom prst="rect">
              <a:avLst/>
            </a:prstGeom>
          </p:spPr>
        </p:pic>
      </p:grpSp>
      <p:sp>
        <p:nvSpPr>
          <p:cNvPr id="8" name="Rectangle 7">
            <a:extLst>
              <a:ext uri="{FF2B5EF4-FFF2-40B4-BE49-F238E27FC236}">
                <a16:creationId xmlns:a16="http://schemas.microsoft.com/office/drawing/2014/main" id="{94786D73-D047-34CE-2FF2-AFCCFD23A2EA}"/>
              </a:ext>
            </a:extLst>
          </p:cNvPr>
          <p:cNvSpPr/>
          <p:nvPr/>
        </p:nvSpPr>
        <p:spPr>
          <a:xfrm>
            <a:off x="0" y="0"/>
            <a:ext cx="12192000" cy="959224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B6DD2AD-DD20-A6EB-4CAF-5FC2073501D5}"/>
              </a:ext>
            </a:extLst>
          </p:cNvPr>
          <p:cNvSpPr txBox="1"/>
          <p:nvPr/>
        </p:nvSpPr>
        <p:spPr>
          <a:xfrm>
            <a:off x="672353" y="69954"/>
            <a:ext cx="11232776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200" dirty="0">
                <a:solidFill>
                  <a:schemeClr val="bg1"/>
                </a:solidFill>
                <a:latin typeface="Century Gothic" panose="020B0502020202020204" pitchFamily="34" charset="0"/>
              </a:rPr>
              <a:t>Motivate – Their life’s mission</a:t>
            </a:r>
            <a:endParaRPr lang="en-US" sz="5200" dirty="0">
              <a:solidFill>
                <a:schemeClr val="bg1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4B063A-56FC-68F3-AF34-DCF071DE86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-1" y="6492875"/>
            <a:ext cx="528919" cy="365125"/>
          </a:xfrm>
        </p:spPr>
        <p:txBody>
          <a:bodyPr/>
          <a:lstStyle/>
          <a:p>
            <a:fld id="{0F897CD2-57D8-4610-8E64-C03C1E4E4E05}" type="slidenum">
              <a:rPr lang="en-US" sz="1600" b="1" smtClean="0">
                <a:solidFill>
                  <a:schemeClr val="bg1"/>
                </a:solidFill>
              </a:rPr>
              <a:t>44</a:t>
            </a:fld>
            <a:endParaRPr lang="en-US" sz="1600" b="1" dirty="0">
              <a:solidFill>
                <a:schemeClr val="bg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9080266-D6F5-619E-C48B-90CA37CEE7CE}"/>
              </a:ext>
            </a:extLst>
          </p:cNvPr>
          <p:cNvSpPr txBox="1"/>
          <p:nvPr/>
        </p:nvSpPr>
        <p:spPr>
          <a:xfrm>
            <a:off x="286871" y="1107886"/>
            <a:ext cx="11341022" cy="51090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28700" indent="-571500">
              <a:spcAft>
                <a:spcPts val="1200"/>
              </a:spcAft>
              <a:buClr>
                <a:srgbClr val="EE4238"/>
              </a:buClr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252260"/>
                </a:solidFill>
                <a:latin typeface="Century Gothic" panose="020B0502020202020204" pitchFamily="34" charset="0"/>
              </a:rPr>
              <a:t>Leadership opportunities</a:t>
            </a:r>
          </a:p>
          <a:p>
            <a:pPr marL="1485900" lvl="1" indent="-571500">
              <a:spcAft>
                <a:spcPts val="1200"/>
              </a:spcAft>
              <a:buClr>
                <a:srgbClr val="EE4238"/>
              </a:buClr>
              <a:buSzPct val="75000"/>
              <a:buFont typeface="Courier New" panose="02070309020205020404" pitchFamily="49" charset="0"/>
              <a:buChar char="o"/>
            </a:pPr>
            <a:r>
              <a:rPr lang="en-US" sz="3200" dirty="0">
                <a:solidFill>
                  <a:srgbClr val="252260"/>
                </a:solidFill>
                <a:latin typeface="Century Gothic" panose="020B0502020202020204" pitchFamily="34" charset="0"/>
              </a:rPr>
              <a:t>Board of Directors</a:t>
            </a:r>
          </a:p>
          <a:p>
            <a:pPr marL="1485900" lvl="1" indent="-571500">
              <a:spcAft>
                <a:spcPts val="1200"/>
              </a:spcAft>
              <a:buClr>
                <a:srgbClr val="EE4238"/>
              </a:buClr>
              <a:buSzPct val="75000"/>
              <a:buFont typeface="Courier New" panose="02070309020205020404" pitchFamily="49" charset="0"/>
              <a:buChar char="o"/>
            </a:pPr>
            <a:r>
              <a:rPr lang="en-US" sz="3200" dirty="0">
                <a:solidFill>
                  <a:srgbClr val="252260"/>
                </a:solidFill>
                <a:latin typeface="Century Gothic" panose="020B0502020202020204" pitchFamily="34" charset="0"/>
              </a:rPr>
              <a:t>Event Hosts</a:t>
            </a:r>
          </a:p>
          <a:p>
            <a:pPr marL="1485900" lvl="1" indent="-571500">
              <a:spcAft>
                <a:spcPts val="1200"/>
              </a:spcAft>
              <a:buClr>
                <a:srgbClr val="EE4238"/>
              </a:buClr>
              <a:buSzPct val="75000"/>
              <a:buFont typeface="Courier New" panose="02070309020205020404" pitchFamily="49" charset="0"/>
              <a:buChar char="o"/>
            </a:pPr>
            <a:r>
              <a:rPr lang="en-US" sz="3200" dirty="0">
                <a:solidFill>
                  <a:srgbClr val="252260"/>
                </a:solidFill>
                <a:latin typeface="Century Gothic" panose="020B0502020202020204" pitchFamily="34" charset="0"/>
              </a:rPr>
              <a:t>Campaign Chairs</a:t>
            </a:r>
          </a:p>
          <a:p>
            <a:pPr marL="1028700" indent="-571500">
              <a:spcAft>
                <a:spcPts val="1200"/>
              </a:spcAft>
              <a:buClr>
                <a:srgbClr val="EE4238"/>
              </a:buClr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252260"/>
                </a:solidFill>
                <a:latin typeface="Century Gothic" panose="020B0502020202020204" pitchFamily="34" charset="0"/>
              </a:rPr>
              <a:t>Advocacy</a:t>
            </a:r>
          </a:p>
          <a:p>
            <a:pPr marL="1485900" lvl="1" indent="-571500">
              <a:spcAft>
                <a:spcPts val="1200"/>
              </a:spcAft>
              <a:buClr>
                <a:srgbClr val="EE4238"/>
              </a:buClr>
              <a:buSzPct val="75000"/>
              <a:buFont typeface="Courier New" panose="02070309020205020404" pitchFamily="49" charset="0"/>
              <a:buChar char="o"/>
            </a:pPr>
            <a:r>
              <a:rPr lang="en-US" sz="3200" dirty="0">
                <a:solidFill>
                  <a:srgbClr val="252260"/>
                </a:solidFill>
                <a:latin typeface="Century Gothic" panose="020B0502020202020204" pitchFamily="34" charset="0"/>
              </a:rPr>
              <a:t>Speakers</a:t>
            </a:r>
          </a:p>
          <a:p>
            <a:pPr marL="1485900" lvl="1" indent="-571500">
              <a:spcAft>
                <a:spcPts val="1200"/>
              </a:spcAft>
              <a:buClr>
                <a:srgbClr val="EE4238"/>
              </a:buClr>
              <a:buSzPct val="75000"/>
              <a:buFont typeface="Courier New" panose="02070309020205020404" pitchFamily="49" charset="0"/>
              <a:buChar char="o"/>
            </a:pPr>
            <a:r>
              <a:rPr lang="en-US" sz="3200" dirty="0">
                <a:solidFill>
                  <a:srgbClr val="252260"/>
                </a:solidFill>
                <a:latin typeface="Century Gothic" panose="020B0502020202020204" pitchFamily="34" charset="0"/>
              </a:rPr>
              <a:t>Visiting politicians</a:t>
            </a:r>
          </a:p>
          <a:p>
            <a:pPr marL="1028700" indent="-571500">
              <a:spcAft>
                <a:spcPts val="1200"/>
              </a:spcAft>
              <a:buClr>
                <a:srgbClr val="EE4238"/>
              </a:buClr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252260"/>
                </a:solidFill>
                <a:latin typeface="Century Gothic" panose="020B0502020202020204" pitchFamily="34" charset="0"/>
              </a:rPr>
              <a:t>Planned giving</a:t>
            </a:r>
          </a:p>
        </p:txBody>
      </p:sp>
    </p:spTree>
    <p:extLst>
      <p:ext uri="{BB962C8B-B14F-4D97-AF65-F5344CB8AC3E}">
        <p14:creationId xmlns:p14="http://schemas.microsoft.com/office/powerpoint/2010/main" val="29278170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9CBED602-B9AA-4E30-811B-082728B0E948}"/>
              </a:ext>
            </a:extLst>
          </p:cNvPr>
          <p:cNvGrpSpPr/>
          <p:nvPr/>
        </p:nvGrpSpPr>
        <p:grpSpPr>
          <a:xfrm>
            <a:off x="0" y="6316825"/>
            <a:ext cx="12192000" cy="541176"/>
            <a:chOff x="0" y="6078071"/>
            <a:chExt cx="12192000" cy="779929"/>
          </a:xfrm>
        </p:grpSpPr>
        <p:sp>
          <p:nvSpPr>
            <p:cNvPr id="3" name="Rectangle 24">
              <a:extLst>
                <a:ext uri="{FF2B5EF4-FFF2-40B4-BE49-F238E27FC236}">
                  <a16:creationId xmlns:a16="http://schemas.microsoft.com/office/drawing/2014/main" id="{C367CC84-698C-26A1-9D0F-CDAA043943DB}"/>
                </a:ext>
              </a:extLst>
            </p:cNvPr>
            <p:cNvSpPr/>
            <p:nvPr/>
          </p:nvSpPr>
          <p:spPr>
            <a:xfrm>
              <a:off x="0" y="6078071"/>
              <a:ext cx="12192000" cy="779929"/>
            </a:xfrm>
            <a:custGeom>
              <a:avLst/>
              <a:gdLst>
                <a:gd name="connsiteX0" fmla="*/ 0 w 12876028"/>
                <a:gd name="connsiteY0" fmla="*/ 0 h 1662721"/>
                <a:gd name="connsiteX1" fmla="*/ 12876028 w 12876028"/>
                <a:gd name="connsiteY1" fmla="*/ 0 h 1662721"/>
                <a:gd name="connsiteX2" fmla="*/ 12876028 w 12876028"/>
                <a:gd name="connsiteY2" fmla="*/ 1662721 h 1662721"/>
                <a:gd name="connsiteX3" fmla="*/ 0 w 12876028"/>
                <a:gd name="connsiteY3" fmla="*/ 1662721 h 1662721"/>
                <a:gd name="connsiteX4" fmla="*/ 0 w 12876028"/>
                <a:gd name="connsiteY4" fmla="*/ 0 h 1662721"/>
                <a:gd name="connsiteX0" fmla="*/ 0 w 12876028"/>
                <a:gd name="connsiteY0" fmla="*/ 893135 h 1662721"/>
                <a:gd name="connsiteX1" fmla="*/ 12876028 w 12876028"/>
                <a:gd name="connsiteY1" fmla="*/ 0 h 1662721"/>
                <a:gd name="connsiteX2" fmla="*/ 12876028 w 12876028"/>
                <a:gd name="connsiteY2" fmla="*/ 1662721 h 1662721"/>
                <a:gd name="connsiteX3" fmla="*/ 0 w 12876028"/>
                <a:gd name="connsiteY3" fmla="*/ 1662721 h 1662721"/>
                <a:gd name="connsiteX4" fmla="*/ 0 w 12876028"/>
                <a:gd name="connsiteY4" fmla="*/ 893135 h 16627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876028" h="1662721">
                  <a:moveTo>
                    <a:pt x="0" y="893135"/>
                  </a:moveTo>
                  <a:lnTo>
                    <a:pt x="12876028" y="0"/>
                  </a:lnTo>
                  <a:lnTo>
                    <a:pt x="12876028" y="1662721"/>
                  </a:lnTo>
                  <a:lnTo>
                    <a:pt x="0" y="1662721"/>
                  </a:lnTo>
                  <a:lnTo>
                    <a:pt x="0" y="893135"/>
                  </a:lnTo>
                  <a:close/>
                </a:path>
              </a:pathLst>
            </a:custGeom>
            <a:solidFill>
              <a:srgbClr val="DD403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706977B5-0C6C-A11B-E6C8-969AC985CA5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t="24486" b="24288"/>
            <a:stretch/>
          </p:blipFill>
          <p:spPr>
            <a:xfrm>
              <a:off x="10468947" y="6236638"/>
              <a:ext cx="1436181" cy="559334"/>
            </a:xfrm>
            <a:prstGeom prst="rect">
              <a:avLst/>
            </a:prstGeom>
          </p:spPr>
        </p:pic>
      </p:grp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4B063A-56FC-68F3-AF34-DCF071DE86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-1" y="6578082"/>
            <a:ext cx="528919" cy="279918"/>
          </a:xfrm>
        </p:spPr>
        <p:txBody>
          <a:bodyPr/>
          <a:lstStyle/>
          <a:p>
            <a:fld id="{0F897CD2-57D8-4610-8E64-C03C1E4E4E05}" type="slidenum">
              <a:rPr lang="en-US" sz="1600" b="1" smtClean="0">
                <a:solidFill>
                  <a:schemeClr val="bg1"/>
                </a:solidFill>
              </a:rPr>
              <a:t>45</a:t>
            </a:fld>
            <a:endParaRPr lang="en-US" sz="1600" b="1" dirty="0">
              <a:solidFill>
                <a:schemeClr val="bg1"/>
              </a:solidFill>
            </a:endParaRPr>
          </a:p>
        </p:txBody>
      </p:sp>
      <p:pic>
        <p:nvPicPr>
          <p:cNvPr id="8" name="Picture 7" descr="A screenshot of a computer&#10;&#10;Description automatically generated">
            <a:extLst>
              <a:ext uri="{FF2B5EF4-FFF2-40B4-BE49-F238E27FC236}">
                <a16:creationId xmlns:a16="http://schemas.microsoft.com/office/drawing/2014/main" id="{0D2EA305-0B41-D7E9-193B-BA8C25645D3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9643" y="1315616"/>
            <a:ext cx="9312713" cy="400283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27950474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9CBED602-B9AA-4E30-811B-082728B0E948}"/>
              </a:ext>
            </a:extLst>
          </p:cNvPr>
          <p:cNvGrpSpPr/>
          <p:nvPr/>
        </p:nvGrpSpPr>
        <p:grpSpPr>
          <a:xfrm>
            <a:off x="0" y="6414602"/>
            <a:ext cx="12192000" cy="443398"/>
            <a:chOff x="0" y="6078071"/>
            <a:chExt cx="12192000" cy="779929"/>
          </a:xfrm>
        </p:grpSpPr>
        <p:sp>
          <p:nvSpPr>
            <p:cNvPr id="3" name="Rectangle 24">
              <a:extLst>
                <a:ext uri="{FF2B5EF4-FFF2-40B4-BE49-F238E27FC236}">
                  <a16:creationId xmlns:a16="http://schemas.microsoft.com/office/drawing/2014/main" id="{C367CC84-698C-26A1-9D0F-CDAA043943DB}"/>
                </a:ext>
              </a:extLst>
            </p:cNvPr>
            <p:cNvSpPr/>
            <p:nvPr/>
          </p:nvSpPr>
          <p:spPr>
            <a:xfrm>
              <a:off x="0" y="6078071"/>
              <a:ext cx="12192000" cy="779929"/>
            </a:xfrm>
            <a:custGeom>
              <a:avLst/>
              <a:gdLst>
                <a:gd name="connsiteX0" fmla="*/ 0 w 12876028"/>
                <a:gd name="connsiteY0" fmla="*/ 0 h 1662721"/>
                <a:gd name="connsiteX1" fmla="*/ 12876028 w 12876028"/>
                <a:gd name="connsiteY1" fmla="*/ 0 h 1662721"/>
                <a:gd name="connsiteX2" fmla="*/ 12876028 w 12876028"/>
                <a:gd name="connsiteY2" fmla="*/ 1662721 h 1662721"/>
                <a:gd name="connsiteX3" fmla="*/ 0 w 12876028"/>
                <a:gd name="connsiteY3" fmla="*/ 1662721 h 1662721"/>
                <a:gd name="connsiteX4" fmla="*/ 0 w 12876028"/>
                <a:gd name="connsiteY4" fmla="*/ 0 h 1662721"/>
                <a:gd name="connsiteX0" fmla="*/ 0 w 12876028"/>
                <a:gd name="connsiteY0" fmla="*/ 893135 h 1662721"/>
                <a:gd name="connsiteX1" fmla="*/ 12876028 w 12876028"/>
                <a:gd name="connsiteY1" fmla="*/ 0 h 1662721"/>
                <a:gd name="connsiteX2" fmla="*/ 12876028 w 12876028"/>
                <a:gd name="connsiteY2" fmla="*/ 1662721 h 1662721"/>
                <a:gd name="connsiteX3" fmla="*/ 0 w 12876028"/>
                <a:gd name="connsiteY3" fmla="*/ 1662721 h 1662721"/>
                <a:gd name="connsiteX4" fmla="*/ 0 w 12876028"/>
                <a:gd name="connsiteY4" fmla="*/ 893135 h 16627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876028" h="1662721">
                  <a:moveTo>
                    <a:pt x="0" y="893135"/>
                  </a:moveTo>
                  <a:lnTo>
                    <a:pt x="12876028" y="0"/>
                  </a:lnTo>
                  <a:lnTo>
                    <a:pt x="12876028" y="1662721"/>
                  </a:lnTo>
                  <a:lnTo>
                    <a:pt x="0" y="1662721"/>
                  </a:lnTo>
                  <a:lnTo>
                    <a:pt x="0" y="893135"/>
                  </a:lnTo>
                  <a:close/>
                </a:path>
              </a:pathLst>
            </a:custGeom>
            <a:solidFill>
              <a:srgbClr val="DD403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706977B5-0C6C-A11B-E6C8-969AC985CA5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t="24486" b="24288"/>
            <a:stretch/>
          </p:blipFill>
          <p:spPr>
            <a:xfrm>
              <a:off x="10646229" y="6236638"/>
              <a:ext cx="1258900" cy="559333"/>
            </a:xfrm>
            <a:prstGeom prst="rect">
              <a:avLst/>
            </a:prstGeom>
          </p:spPr>
        </p:pic>
      </p:grpSp>
      <p:sp>
        <p:nvSpPr>
          <p:cNvPr id="8" name="Rectangle 7">
            <a:extLst>
              <a:ext uri="{FF2B5EF4-FFF2-40B4-BE49-F238E27FC236}">
                <a16:creationId xmlns:a16="http://schemas.microsoft.com/office/drawing/2014/main" id="{94786D73-D047-34CE-2FF2-AFCCFD23A2EA}"/>
              </a:ext>
            </a:extLst>
          </p:cNvPr>
          <p:cNvSpPr/>
          <p:nvPr/>
        </p:nvSpPr>
        <p:spPr>
          <a:xfrm>
            <a:off x="0" y="0"/>
            <a:ext cx="12192000" cy="959224"/>
          </a:xfrm>
          <a:prstGeom prst="rect">
            <a:avLst/>
          </a:prstGeom>
          <a:solidFill>
            <a:srgbClr val="2522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B6DD2AD-DD20-A6EB-4CAF-5FC2073501D5}"/>
              </a:ext>
            </a:extLst>
          </p:cNvPr>
          <p:cNvSpPr txBox="1"/>
          <p:nvPr/>
        </p:nvSpPr>
        <p:spPr>
          <a:xfrm>
            <a:off x="761999" y="125707"/>
            <a:ext cx="10957249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Century Gothic" panose="020B0502020202020204" pitchFamily="34" charset="0"/>
              </a:rPr>
              <a:t>Donor Engagement– </a:t>
            </a:r>
            <a:r>
              <a:rPr lang="en-US" sz="4400" dirty="0">
                <a:solidFill>
                  <a:srgbClr val="F18120"/>
                </a:solidFill>
                <a:latin typeface="Century Gothic" panose="020B0502020202020204" pitchFamily="34" charset="0"/>
              </a:rPr>
              <a:t>Calendar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4B063A-56FC-68F3-AF34-DCF071DE86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555092"/>
            <a:ext cx="528919" cy="365125"/>
          </a:xfrm>
        </p:spPr>
        <p:txBody>
          <a:bodyPr/>
          <a:lstStyle/>
          <a:p>
            <a:fld id="{0F897CD2-57D8-4610-8E64-C03C1E4E4E05}" type="slidenum">
              <a:rPr lang="en-US" sz="1600" b="1" smtClean="0">
                <a:solidFill>
                  <a:schemeClr val="bg1"/>
                </a:solidFill>
              </a:rPr>
              <a:t>46</a:t>
            </a:fld>
            <a:endParaRPr lang="en-US" sz="1600" b="1" dirty="0">
              <a:solidFill>
                <a:schemeClr val="bg1"/>
              </a:solidFill>
            </a:endParaRPr>
          </a:p>
        </p:txBody>
      </p:sp>
      <p:pic>
        <p:nvPicPr>
          <p:cNvPr id="10" name="Picture 9" descr="A calendar with a list of events&#10;&#10;Description automatically generated">
            <a:extLst>
              <a:ext uri="{FF2B5EF4-FFF2-40B4-BE49-F238E27FC236}">
                <a16:creationId xmlns:a16="http://schemas.microsoft.com/office/drawing/2014/main" id="{B32CFCB3-C6B3-21AA-A742-F0BC584ED06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74287" y="1084930"/>
            <a:ext cx="6205302" cy="526559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1" name="Oval 10">
            <a:extLst>
              <a:ext uri="{FF2B5EF4-FFF2-40B4-BE49-F238E27FC236}">
                <a16:creationId xmlns:a16="http://schemas.microsoft.com/office/drawing/2014/main" id="{40183CEC-6611-22D0-847B-B181BE448538}"/>
              </a:ext>
            </a:extLst>
          </p:cNvPr>
          <p:cNvSpPr/>
          <p:nvPr/>
        </p:nvSpPr>
        <p:spPr>
          <a:xfrm>
            <a:off x="8173616" y="2258008"/>
            <a:ext cx="989045" cy="2211355"/>
          </a:xfrm>
          <a:prstGeom prst="ellipse">
            <a:avLst/>
          </a:prstGeom>
          <a:noFill/>
          <a:ln w="57150">
            <a:solidFill>
              <a:srgbClr val="EE423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848164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9CBED602-B9AA-4E30-811B-082728B0E948}"/>
              </a:ext>
            </a:extLst>
          </p:cNvPr>
          <p:cNvGrpSpPr/>
          <p:nvPr/>
        </p:nvGrpSpPr>
        <p:grpSpPr>
          <a:xfrm>
            <a:off x="0" y="6078071"/>
            <a:ext cx="12192000" cy="779929"/>
            <a:chOff x="0" y="6078071"/>
            <a:chExt cx="12192000" cy="779929"/>
          </a:xfrm>
        </p:grpSpPr>
        <p:sp>
          <p:nvSpPr>
            <p:cNvPr id="3" name="Rectangle 24">
              <a:extLst>
                <a:ext uri="{FF2B5EF4-FFF2-40B4-BE49-F238E27FC236}">
                  <a16:creationId xmlns:a16="http://schemas.microsoft.com/office/drawing/2014/main" id="{C367CC84-698C-26A1-9D0F-CDAA043943DB}"/>
                </a:ext>
              </a:extLst>
            </p:cNvPr>
            <p:cNvSpPr/>
            <p:nvPr/>
          </p:nvSpPr>
          <p:spPr>
            <a:xfrm>
              <a:off x="0" y="6078071"/>
              <a:ext cx="12192000" cy="779929"/>
            </a:xfrm>
            <a:custGeom>
              <a:avLst/>
              <a:gdLst>
                <a:gd name="connsiteX0" fmla="*/ 0 w 12876028"/>
                <a:gd name="connsiteY0" fmla="*/ 0 h 1662721"/>
                <a:gd name="connsiteX1" fmla="*/ 12876028 w 12876028"/>
                <a:gd name="connsiteY1" fmla="*/ 0 h 1662721"/>
                <a:gd name="connsiteX2" fmla="*/ 12876028 w 12876028"/>
                <a:gd name="connsiteY2" fmla="*/ 1662721 h 1662721"/>
                <a:gd name="connsiteX3" fmla="*/ 0 w 12876028"/>
                <a:gd name="connsiteY3" fmla="*/ 1662721 h 1662721"/>
                <a:gd name="connsiteX4" fmla="*/ 0 w 12876028"/>
                <a:gd name="connsiteY4" fmla="*/ 0 h 1662721"/>
                <a:gd name="connsiteX0" fmla="*/ 0 w 12876028"/>
                <a:gd name="connsiteY0" fmla="*/ 893135 h 1662721"/>
                <a:gd name="connsiteX1" fmla="*/ 12876028 w 12876028"/>
                <a:gd name="connsiteY1" fmla="*/ 0 h 1662721"/>
                <a:gd name="connsiteX2" fmla="*/ 12876028 w 12876028"/>
                <a:gd name="connsiteY2" fmla="*/ 1662721 h 1662721"/>
                <a:gd name="connsiteX3" fmla="*/ 0 w 12876028"/>
                <a:gd name="connsiteY3" fmla="*/ 1662721 h 1662721"/>
                <a:gd name="connsiteX4" fmla="*/ 0 w 12876028"/>
                <a:gd name="connsiteY4" fmla="*/ 893135 h 16627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876028" h="1662721">
                  <a:moveTo>
                    <a:pt x="0" y="893135"/>
                  </a:moveTo>
                  <a:lnTo>
                    <a:pt x="12876028" y="0"/>
                  </a:lnTo>
                  <a:lnTo>
                    <a:pt x="12876028" y="1662721"/>
                  </a:lnTo>
                  <a:lnTo>
                    <a:pt x="0" y="1662721"/>
                  </a:lnTo>
                  <a:lnTo>
                    <a:pt x="0" y="893135"/>
                  </a:lnTo>
                  <a:close/>
                </a:path>
              </a:pathLst>
            </a:custGeom>
            <a:solidFill>
              <a:srgbClr val="DD403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706977B5-0C6C-A11B-E6C8-969AC985CA5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4486" b="24288"/>
            <a:stretch/>
          </p:blipFill>
          <p:spPr>
            <a:xfrm>
              <a:off x="9825318" y="6236638"/>
              <a:ext cx="2079811" cy="559334"/>
            </a:xfrm>
            <a:prstGeom prst="rect">
              <a:avLst/>
            </a:prstGeom>
          </p:spPr>
        </p:pic>
      </p:grpSp>
      <p:pic>
        <p:nvPicPr>
          <p:cNvPr id="7" name="Picture 6" descr="Diagram&#10;&#10;Description automatically generated">
            <a:extLst>
              <a:ext uri="{FF2B5EF4-FFF2-40B4-BE49-F238E27FC236}">
                <a16:creationId xmlns:a16="http://schemas.microsoft.com/office/drawing/2014/main" id="{D5824CF6-D7E6-59B2-C6BF-5B3B9FC1AA2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93841" y="746972"/>
            <a:ext cx="5404317" cy="5364056"/>
          </a:xfrm>
          <a:prstGeom prst="rect">
            <a:avLst/>
          </a:prstGeom>
        </p:spPr>
      </p:pic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2EB39B57-F853-C763-E57A-4335F1B84A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-1" y="6492875"/>
            <a:ext cx="528919" cy="365125"/>
          </a:xfrm>
        </p:spPr>
        <p:txBody>
          <a:bodyPr/>
          <a:lstStyle/>
          <a:p>
            <a:fld id="{0F897CD2-57D8-4610-8E64-C03C1E4E4E05}" type="slidenum">
              <a:rPr lang="en-US" sz="1600" b="1" smtClean="0">
                <a:solidFill>
                  <a:schemeClr val="bg1"/>
                </a:solidFill>
              </a:rPr>
              <a:t>47</a:t>
            </a:fld>
            <a:endParaRPr lang="en-US" sz="16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1031256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9CBED602-B9AA-4E30-811B-082728B0E948}"/>
              </a:ext>
            </a:extLst>
          </p:cNvPr>
          <p:cNvGrpSpPr/>
          <p:nvPr/>
        </p:nvGrpSpPr>
        <p:grpSpPr>
          <a:xfrm>
            <a:off x="0" y="6078071"/>
            <a:ext cx="12192000" cy="779929"/>
            <a:chOff x="0" y="6078071"/>
            <a:chExt cx="12192000" cy="779929"/>
          </a:xfrm>
        </p:grpSpPr>
        <p:sp>
          <p:nvSpPr>
            <p:cNvPr id="3" name="Rectangle 24">
              <a:extLst>
                <a:ext uri="{FF2B5EF4-FFF2-40B4-BE49-F238E27FC236}">
                  <a16:creationId xmlns:a16="http://schemas.microsoft.com/office/drawing/2014/main" id="{C367CC84-698C-26A1-9D0F-CDAA043943DB}"/>
                </a:ext>
              </a:extLst>
            </p:cNvPr>
            <p:cNvSpPr/>
            <p:nvPr/>
          </p:nvSpPr>
          <p:spPr>
            <a:xfrm>
              <a:off x="0" y="6078071"/>
              <a:ext cx="12192000" cy="779929"/>
            </a:xfrm>
            <a:custGeom>
              <a:avLst/>
              <a:gdLst>
                <a:gd name="connsiteX0" fmla="*/ 0 w 12876028"/>
                <a:gd name="connsiteY0" fmla="*/ 0 h 1662721"/>
                <a:gd name="connsiteX1" fmla="*/ 12876028 w 12876028"/>
                <a:gd name="connsiteY1" fmla="*/ 0 h 1662721"/>
                <a:gd name="connsiteX2" fmla="*/ 12876028 w 12876028"/>
                <a:gd name="connsiteY2" fmla="*/ 1662721 h 1662721"/>
                <a:gd name="connsiteX3" fmla="*/ 0 w 12876028"/>
                <a:gd name="connsiteY3" fmla="*/ 1662721 h 1662721"/>
                <a:gd name="connsiteX4" fmla="*/ 0 w 12876028"/>
                <a:gd name="connsiteY4" fmla="*/ 0 h 1662721"/>
                <a:gd name="connsiteX0" fmla="*/ 0 w 12876028"/>
                <a:gd name="connsiteY0" fmla="*/ 893135 h 1662721"/>
                <a:gd name="connsiteX1" fmla="*/ 12876028 w 12876028"/>
                <a:gd name="connsiteY1" fmla="*/ 0 h 1662721"/>
                <a:gd name="connsiteX2" fmla="*/ 12876028 w 12876028"/>
                <a:gd name="connsiteY2" fmla="*/ 1662721 h 1662721"/>
                <a:gd name="connsiteX3" fmla="*/ 0 w 12876028"/>
                <a:gd name="connsiteY3" fmla="*/ 1662721 h 1662721"/>
                <a:gd name="connsiteX4" fmla="*/ 0 w 12876028"/>
                <a:gd name="connsiteY4" fmla="*/ 893135 h 16627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876028" h="1662721">
                  <a:moveTo>
                    <a:pt x="0" y="893135"/>
                  </a:moveTo>
                  <a:lnTo>
                    <a:pt x="12876028" y="0"/>
                  </a:lnTo>
                  <a:lnTo>
                    <a:pt x="12876028" y="1662721"/>
                  </a:lnTo>
                  <a:lnTo>
                    <a:pt x="0" y="1662721"/>
                  </a:lnTo>
                  <a:lnTo>
                    <a:pt x="0" y="893135"/>
                  </a:lnTo>
                  <a:close/>
                </a:path>
              </a:pathLst>
            </a:custGeom>
            <a:solidFill>
              <a:srgbClr val="DD403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706977B5-0C6C-A11B-E6C8-969AC985CA5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4486" b="24288"/>
            <a:stretch/>
          </p:blipFill>
          <p:spPr>
            <a:xfrm>
              <a:off x="9825318" y="6236638"/>
              <a:ext cx="2079811" cy="559334"/>
            </a:xfrm>
            <a:prstGeom prst="rect">
              <a:avLst/>
            </a:prstGeom>
          </p:spPr>
        </p:pic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30DC32F0-A8FD-C99B-74CF-6A5288C369CA}"/>
              </a:ext>
            </a:extLst>
          </p:cNvPr>
          <p:cNvGrpSpPr/>
          <p:nvPr/>
        </p:nvGrpSpPr>
        <p:grpSpPr>
          <a:xfrm>
            <a:off x="392591" y="320822"/>
            <a:ext cx="11643831" cy="5495928"/>
            <a:chOff x="349728" y="835172"/>
            <a:chExt cx="11643831" cy="5495928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AD0C56F7-F2A2-1315-9184-C2AD2F2265B1}"/>
                </a:ext>
              </a:extLst>
            </p:cNvPr>
            <p:cNvSpPr/>
            <p:nvPr/>
          </p:nvSpPr>
          <p:spPr>
            <a:xfrm>
              <a:off x="9953621" y="1949600"/>
              <a:ext cx="1605358" cy="4381500"/>
            </a:xfrm>
            <a:prstGeom prst="rect">
              <a:avLst/>
            </a:prstGeom>
            <a:solidFill>
              <a:srgbClr val="D0CEEE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4793EBCC-D268-D29D-F64C-EA07DB62C7D2}"/>
                </a:ext>
              </a:extLst>
            </p:cNvPr>
            <p:cNvSpPr/>
            <p:nvPr/>
          </p:nvSpPr>
          <p:spPr>
            <a:xfrm>
              <a:off x="8348263" y="1949600"/>
              <a:ext cx="1605358" cy="4381500"/>
            </a:xfrm>
            <a:prstGeom prst="rect">
              <a:avLst/>
            </a:prstGeom>
            <a:solidFill>
              <a:srgbClr val="CDF2FF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09E050A3-79B0-9A6B-60EB-F858557DC750}"/>
                </a:ext>
              </a:extLst>
            </p:cNvPr>
            <p:cNvSpPr/>
            <p:nvPr/>
          </p:nvSpPr>
          <p:spPr>
            <a:xfrm>
              <a:off x="6757033" y="1949600"/>
              <a:ext cx="1605358" cy="4381500"/>
            </a:xfrm>
            <a:prstGeom prst="rect">
              <a:avLst/>
            </a:prstGeom>
            <a:solidFill>
              <a:srgbClr val="D1F4F3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F1D3F0B-8D25-3C0A-AE5F-4BBF6AB94230}"/>
                </a:ext>
              </a:extLst>
            </p:cNvPr>
            <p:cNvSpPr/>
            <p:nvPr/>
          </p:nvSpPr>
          <p:spPr>
            <a:xfrm>
              <a:off x="5151675" y="1949600"/>
              <a:ext cx="1605358" cy="4381500"/>
            </a:xfrm>
            <a:prstGeom prst="rect">
              <a:avLst/>
            </a:prstGeom>
            <a:solidFill>
              <a:srgbClr val="DAF6DA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6B864CF1-AC9A-4C0F-4740-93935444C18F}"/>
                </a:ext>
              </a:extLst>
            </p:cNvPr>
            <p:cNvSpPr/>
            <p:nvPr/>
          </p:nvSpPr>
          <p:spPr>
            <a:xfrm>
              <a:off x="3560445" y="1949600"/>
              <a:ext cx="1605358" cy="4381500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16358736-5A41-B3B7-489B-AF41FCF3F229}"/>
                </a:ext>
              </a:extLst>
            </p:cNvPr>
            <p:cNvSpPr/>
            <p:nvPr/>
          </p:nvSpPr>
          <p:spPr>
            <a:xfrm>
              <a:off x="1955086" y="1949600"/>
              <a:ext cx="1605358" cy="4381500"/>
            </a:xfrm>
            <a:prstGeom prst="rect">
              <a:avLst/>
            </a:prstGeom>
            <a:solidFill>
              <a:srgbClr val="FAD1B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AD90AA11-FC94-C50D-4FB9-9EF49CC89A9D}"/>
                </a:ext>
              </a:extLst>
            </p:cNvPr>
            <p:cNvSpPr/>
            <p:nvPr/>
          </p:nvSpPr>
          <p:spPr>
            <a:xfrm>
              <a:off x="349728" y="1949600"/>
              <a:ext cx="1605358" cy="4381500"/>
            </a:xfrm>
            <a:prstGeom prst="rect">
              <a:avLst/>
            </a:prstGeom>
            <a:solidFill>
              <a:srgbClr val="F8B2AE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Arrow: Right 14">
              <a:extLst>
                <a:ext uri="{FF2B5EF4-FFF2-40B4-BE49-F238E27FC236}">
                  <a16:creationId xmlns:a16="http://schemas.microsoft.com/office/drawing/2014/main" id="{FB697A6E-45DA-A22B-2981-076BB9816A98}"/>
                </a:ext>
              </a:extLst>
            </p:cNvPr>
            <p:cNvSpPr/>
            <p:nvPr/>
          </p:nvSpPr>
          <p:spPr>
            <a:xfrm>
              <a:off x="9981879" y="835172"/>
              <a:ext cx="2011680" cy="1495428"/>
            </a:xfrm>
            <a:prstGeom prst="rightArrow">
              <a:avLst/>
            </a:prstGeom>
            <a:solidFill>
              <a:srgbClr val="25226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Arrow: Right 15">
              <a:extLst>
                <a:ext uri="{FF2B5EF4-FFF2-40B4-BE49-F238E27FC236}">
                  <a16:creationId xmlns:a16="http://schemas.microsoft.com/office/drawing/2014/main" id="{8F32EFC2-AA02-5F85-FB3C-E0A726219A91}"/>
                </a:ext>
              </a:extLst>
            </p:cNvPr>
            <p:cNvSpPr/>
            <p:nvPr/>
          </p:nvSpPr>
          <p:spPr>
            <a:xfrm>
              <a:off x="8376521" y="835172"/>
              <a:ext cx="2011680" cy="1495428"/>
            </a:xfrm>
            <a:prstGeom prst="rightArrow">
              <a:avLst/>
            </a:prstGeom>
            <a:solidFill>
              <a:srgbClr val="007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Arrow: Right 16">
              <a:extLst>
                <a:ext uri="{FF2B5EF4-FFF2-40B4-BE49-F238E27FC236}">
                  <a16:creationId xmlns:a16="http://schemas.microsoft.com/office/drawing/2014/main" id="{F4367CD4-42BD-FD76-B865-850C56FAA75F}"/>
                </a:ext>
              </a:extLst>
            </p:cNvPr>
            <p:cNvSpPr/>
            <p:nvPr/>
          </p:nvSpPr>
          <p:spPr>
            <a:xfrm>
              <a:off x="6771162" y="835172"/>
              <a:ext cx="2011680" cy="1495428"/>
            </a:xfrm>
            <a:prstGeom prst="rightArrow">
              <a:avLst/>
            </a:prstGeom>
            <a:solidFill>
              <a:srgbClr val="33CCCC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" name="Arrow: Right 17">
              <a:extLst>
                <a:ext uri="{FF2B5EF4-FFF2-40B4-BE49-F238E27FC236}">
                  <a16:creationId xmlns:a16="http://schemas.microsoft.com/office/drawing/2014/main" id="{16AB4A87-86A7-BFFD-1B19-0B58CA6A85BC}"/>
                </a:ext>
              </a:extLst>
            </p:cNvPr>
            <p:cNvSpPr/>
            <p:nvPr/>
          </p:nvSpPr>
          <p:spPr>
            <a:xfrm>
              <a:off x="5165803" y="835172"/>
              <a:ext cx="2011680" cy="1495428"/>
            </a:xfrm>
            <a:prstGeom prst="rightArrow">
              <a:avLst/>
            </a:prstGeom>
            <a:solidFill>
              <a:srgbClr val="00B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9" name="Arrow: Right 18">
              <a:extLst>
                <a:ext uri="{FF2B5EF4-FFF2-40B4-BE49-F238E27FC236}">
                  <a16:creationId xmlns:a16="http://schemas.microsoft.com/office/drawing/2014/main" id="{4024B069-F4E0-EEF4-CBF8-5A4289C6D157}"/>
                </a:ext>
              </a:extLst>
            </p:cNvPr>
            <p:cNvSpPr/>
            <p:nvPr/>
          </p:nvSpPr>
          <p:spPr>
            <a:xfrm>
              <a:off x="3560444" y="835172"/>
              <a:ext cx="2011680" cy="1495428"/>
            </a:xfrm>
            <a:prstGeom prst="rightArrow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0" name="Arrow: Right 19">
              <a:extLst>
                <a:ext uri="{FF2B5EF4-FFF2-40B4-BE49-F238E27FC236}">
                  <a16:creationId xmlns:a16="http://schemas.microsoft.com/office/drawing/2014/main" id="{23BCF02F-B0C2-D1E8-8045-8DE8919952E1}"/>
                </a:ext>
              </a:extLst>
            </p:cNvPr>
            <p:cNvSpPr/>
            <p:nvPr/>
          </p:nvSpPr>
          <p:spPr>
            <a:xfrm>
              <a:off x="1955086" y="835176"/>
              <a:ext cx="2011680" cy="1495428"/>
            </a:xfrm>
            <a:prstGeom prst="rightArrow">
              <a:avLst/>
            </a:prstGeom>
            <a:solidFill>
              <a:srgbClr val="F1812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1" name="Arrow: Right 20">
              <a:extLst>
                <a:ext uri="{FF2B5EF4-FFF2-40B4-BE49-F238E27FC236}">
                  <a16:creationId xmlns:a16="http://schemas.microsoft.com/office/drawing/2014/main" id="{227EDB70-129D-A8DA-B59C-6D974A374AA7}"/>
                </a:ext>
              </a:extLst>
            </p:cNvPr>
            <p:cNvSpPr/>
            <p:nvPr/>
          </p:nvSpPr>
          <p:spPr>
            <a:xfrm>
              <a:off x="349728" y="835172"/>
              <a:ext cx="2011680" cy="1495428"/>
            </a:xfrm>
            <a:prstGeom prst="rightArrow">
              <a:avLst/>
            </a:prstGeom>
            <a:solidFill>
              <a:srgbClr val="EE4238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001DEE14-C8F2-746F-B880-41428624481C}"/>
                </a:ext>
              </a:extLst>
            </p:cNvPr>
            <p:cNvSpPr txBox="1"/>
            <p:nvPr/>
          </p:nvSpPr>
          <p:spPr>
            <a:xfrm>
              <a:off x="447674" y="1398220"/>
              <a:ext cx="119062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Inspire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A1E9A84B-8CA9-01B4-A369-42B254F959FE}"/>
                </a:ext>
              </a:extLst>
            </p:cNvPr>
            <p:cNvSpPr txBox="1"/>
            <p:nvPr/>
          </p:nvSpPr>
          <p:spPr>
            <a:xfrm>
              <a:off x="2242022" y="1395600"/>
              <a:ext cx="119062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Connect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AC8AB8B6-3F9A-759F-093B-AB2872C10F58}"/>
                </a:ext>
              </a:extLst>
            </p:cNvPr>
            <p:cNvSpPr txBox="1"/>
            <p:nvPr/>
          </p:nvSpPr>
          <p:spPr>
            <a:xfrm>
              <a:off x="3956843" y="1395600"/>
              <a:ext cx="119062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Learn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AF4ABE33-9E41-A071-2CEC-DEAC182B6F81}"/>
                </a:ext>
              </a:extLst>
            </p:cNvPr>
            <p:cNvSpPr txBox="1"/>
            <p:nvPr/>
          </p:nvSpPr>
          <p:spPr>
            <a:xfrm>
              <a:off x="5457824" y="1395600"/>
              <a:ext cx="119062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Engage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0E8B7DF7-A9AE-2CDA-9CC9-733D0064E559}"/>
                </a:ext>
              </a:extLst>
            </p:cNvPr>
            <p:cNvSpPr txBox="1"/>
            <p:nvPr/>
          </p:nvSpPr>
          <p:spPr>
            <a:xfrm>
              <a:off x="7157638" y="1395600"/>
              <a:ext cx="119062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Invite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DA2915FF-7F8E-717C-0796-203D21925273}"/>
                </a:ext>
              </a:extLst>
            </p:cNvPr>
            <p:cNvSpPr txBox="1"/>
            <p:nvPr/>
          </p:nvSpPr>
          <p:spPr>
            <a:xfrm>
              <a:off x="8646030" y="1394050"/>
              <a:ext cx="169656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Appreciate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8ECA55DD-4894-5C9B-C39E-047AE0B27116}"/>
                </a:ext>
              </a:extLst>
            </p:cNvPr>
            <p:cNvSpPr txBox="1"/>
            <p:nvPr/>
          </p:nvSpPr>
          <p:spPr>
            <a:xfrm>
              <a:off x="10416459" y="1394050"/>
              <a:ext cx="119062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Motivate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E81A5896-D389-15DE-1ACB-F0A14D5189FE}"/>
                </a:ext>
              </a:extLst>
            </p:cNvPr>
            <p:cNvSpPr txBox="1"/>
            <p:nvPr/>
          </p:nvSpPr>
          <p:spPr>
            <a:xfrm>
              <a:off x="447673" y="2325356"/>
              <a:ext cx="1356125" cy="31854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14300" indent="-114300"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US" sz="1400" dirty="0">
                  <a:solidFill>
                    <a:srgbClr val="002060"/>
                  </a:solidFill>
                </a:rPr>
                <a:t>Marketing</a:t>
              </a:r>
            </a:p>
            <a:p>
              <a:pPr marL="114300" indent="-114300"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US" sz="1400" dirty="0">
                  <a:solidFill>
                    <a:srgbClr val="002060"/>
                  </a:solidFill>
                </a:rPr>
                <a:t>Social Media</a:t>
              </a:r>
            </a:p>
            <a:p>
              <a:pPr marL="114300" indent="-114300"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US" sz="1400" dirty="0">
                  <a:solidFill>
                    <a:srgbClr val="002060"/>
                  </a:solidFill>
                </a:rPr>
                <a:t>Articles</a:t>
              </a:r>
            </a:p>
            <a:p>
              <a:pPr marL="114300" indent="-114300"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US" sz="1400" dirty="0">
                  <a:solidFill>
                    <a:srgbClr val="002060"/>
                  </a:solidFill>
                </a:rPr>
                <a:t>Press</a:t>
              </a:r>
            </a:p>
            <a:p>
              <a:pPr marL="114300" indent="-114300"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US" sz="1400" dirty="0">
                  <a:solidFill>
                    <a:srgbClr val="002060"/>
                  </a:solidFill>
                </a:rPr>
                <a:t>Website</a:t>
              </a:r>
            </a:p>
            <a:p>
              <a:pPr marL="114300" indent="-114300"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US" sz="1400" dirty="0">
                  <a:solidFill>
                    <a:srgbClr val="002060"/>
                  </a:solidFill>
                </a:rPr>
                <a:t>Outreach</a:t>
              </a:r>
            </a:p>
            <a:p>
              <a:pPr marL="114300" indent="-114300"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US" sz="1400" dirty="0">
                  <a:solidFill>
                    <a:srgbClr val="002060"/>
                  </a:solidFill>
                </a:rPr>
                <a:t>Videos</a:t>
              </a:r>
            </a:p>
            <a:p>
              <a:pPr marL="114300" indent="-114300"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US" sz="1400" dirty="0">
                  <a:solidFill>
                    <a:srgbClr val="002060"/>
                  </a:solidFill>
                </a:rPr>
                <a:t>Referrals</a:t>
              </a:r>
            </a:p>
            <a:p>
              <a:pPr marL="114300" indent="-114300"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US" sz="1400" dirty="0">
                  <a:solidFill>
                    <a:srgbClr val="002060"/>
                  </a:solidFill>
                </a:rPr>
                <a:t>Partnerships</a:t>
              </a:r>
            </a:p>
            <a:p>
              <a:pPr marL="114300" indent="-114300">
                <a:buFont typeface="Arial" panose="020B0604020202020204" pitchFamily="34" charset="0"/>
                <a:buChar char="•"/>
              </a:pPr>
              <a:endParaRPr lang="en-US" sz="1400" dirty="0">
                <a:solidFill>
                  <a:srgbClr val="002060"/>
                </a:solidFill>
              </a:endParaRPr>
            </a:p>
            <a:p>
              <a:endParaRPr lang="en-US" sz="1600" dirty="0">
                <a:solidFill>
                  <a:srgbClr val="002060"/>
                </a:solidFill>
              </a:endParaRP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26069F8D-6FD7-323E-8300-1F0DFF19E50B}"/>
                </a:ext>
              </a:extLst>
            </p:cNvPr>
            <p:cNvSpPr txBox="1"/>
            <p:nvPr/>
          </p:nvSpPr>
          <p:spPr>
            <a:xfrm>
              <a:off x="2072637" y="2325356"/>
              <a:ext cx="1356125" cy="37240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14300" indent="-114300"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US" sz="1400" dirty="0">
                  <a:solidFill>
                    <a:srgbClr val="002060"/>
                  </a:solidFill>
                </a:rPr>
                <a:t>Join newsletter</a:t>
              </a:r>
            </a:p>
            <a:p>
              <a:pPr marL="114300" indent="-114300"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US" sz="1400" dirty="0">
                  <a:solidFill>
                    <a:srgbClr val="002060"/>
                  </a:solidFill>
                </a:rPr>
                <a:t>Event Pages</a:t>
              </a:r>
            </a:p>
            <a:p>
              <a:pPr marL="114300" indent="-114300"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US" sz="1400" dirty="0">
                  <a:solidFill>
                    <a:srgbClr val="002060"/>
                  </a:solidFill>
                </a:rPr>
                <a:t>Donation Pages</a:t>
              </a:r>
            </a:p>
            <a:p>
              <a:pPr marL="114300" indent="-114300"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US" sz="1400" dirty="0">
                  <a:solidFill>
                    <a:srgbClr val="002060"/>
                  </a:solidFill>
                </a:rPr>
                <a:t>Volunteer</a:t>
              </a:r>
            </a:p>
            <a:p>
              <a:pPr marL="114300" indent="-114300"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US" sz="1400" dirty="0">
                  <a:solidFill>
                    <a:srgbClr val="002060"/>
                  </a:solidFill>
                </a:rPr>
                <a:t>P2P</a:t>
              </a:r>
            </a:p>
            <a:p>
              <a:pPr marL="114300" indent="-114300"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US" sz="1400" dirty="0">
                  <a:solidFill>
                    <a:srgbClr val="002060"/>
                  </a:solidFill>
                </a:rPr>
                <a:t>Welcome packages (first timers)</a:t>
              </a:r>
            </a:p>
            <a:p>
              <a:pPr marL="114300" indent="-114300"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US" sz="1400" dirty="0">
                  <a:solidFill>
                    <a:srgbClr val="002060"/>
                  </a:solidFill>
                </a:rPr>
                <a:t>Virtual events</a:t>
              </a:r>
            </a:p>
            <a:p>
              <a:pPr marL="114300" indent="-114300"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US" sz="1400" dirty="0">
                  <a:solidFill>
                    <a:srgbClr val="002060"/>
                  </a:solidFill>
                </a:rPr>
                <a:t>Text 2 Give</a:t>
              </a:r>
            </a:p>
            <a:p>
              <a:pPr marL="114300" indent="-114300"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US" sz="1400" dirty="0">
                  <a:solidFill>
                    <a:srgbClr val="002060"/>
                  </a:solidFill>
                </a:rPr>
                <a:t>Auctions</a:t>
              </a:r>
              <a:endParaRPr lang="en-US" sz="1600" dirty="0">
                <a:solidFill>
                  <a:srgbClr val="002060"/>
                </a:solidFill>
              </a:endParaRP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20B18294-5451-6393-6E71-7D84A8A0C6A6}"/>
                </a:ext>
              </a:extLst>
            </p:cNvPr>
            <p:cNvSpPr txBox="1"/>
            <p:nvPr/>
          </p:nvSpPr>
          <p:spPr>
            <a:xfrm>
              <a:off x="3678057" y="2325356"/>
              <a:ext cx="1416530" cy="29238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14300" indent="-114300"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US" sz="1400" dirty="0">
                  <a:solidFill>
                    <a:srgbClr val="002060"/>
                  </a:solidFill>
                </a:rPr>
                <a:t>Surveys</a:t>
              </a:r>
            </a:p>
            <a:p>
              <a:pPr marL="114300" indent="-114300"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US" sz="1400" dirty="0">
                  <a:solidFill>
                    <a:srgbClr val="002060"/>
                  </a:solidFill>
                </a:rPr>
                <a:t>Link Clicks</a:t>
              </a:r>
            </a:p>
            <a:p>
              <a:pPr marL="114300" indent="-114300"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US" sz="1400" dirty="0">
                  <a:solidFill>
                    <a:srgbClr val="002060"/>
                  </a:solidFill>
                </a:rPr>
                <a:t>Categories &amp; Multi-select fields</a:t>
              </a:r>
            </a:p>
            <a:p>
              <a:pPr marL="114300" indent="-114300"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US" sz="1400" dirty="0">
                  <a:solidFill>
                    <a:srgbClr val="002060"/>
                  </a:solidFill>
                </a:rPr>
                <a:t>Interactions</a:t>
              </a:r>
            </a:p>
            <a:p>
              <a:pPr marL="114300" indent="-114300"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US" sz="1400" dirty="0">
                  <a:solidFill>
                    <a:srgbClr val="002060"/>
                  </a:solidFill>
                </a:rPr>
                <a:t>Relationships</a:t>
              </a:r>
            </a:p>
            <a:p>
              <a:pPr marL="114300" indent="-114300"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US" sz="1400" dirty="0">
                  <a:solidFill>
                    <a:srgbClr val="002060"/>
                  </a:solidFill>
                </a:rPr>
                <a:t>Time tracking</a:t>
              </a:r>
            </a:p>
            <a:p>
              <a:pPr marL="114300" indent="-114300"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US" sz="1400" dirty="0">
                  <a:solidFill>
                    <a:srgbClr val="002060"/>
                  </a:solidFill>
                </a:rPr>
                <a:t>Portal updates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3BC348E7-9101-1F39-1347-A1089CCA8BB5}"/>
                </a:ext>
              </a:extLst>
            </p:cNvPr>
            <p:cNvSpPr txBox="1"/>
            <p:nvPr/>
          </p:nvSpPr>
          <p:spPr>
            <a:xfrm>
              <a:off x="5222951" y="2325356"/>
              <a:ext cx="1356125" cy="320087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14300" indent="-114300"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US" sz="1400" dirty="0">
                  <a:solidFill>
                    <a:srgbClr val="002060"/>
                  </a:solidFill>
                </a:rPr>
                <a:t>Newsletter guest writer</a:t>
              </a:r>
            </a:p>
            <a:p>
              <a:pPr marL="114300" indent="-114300"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US" sz="1400" dirty="0">
                  <a:solidFill>
                    <a:srgbClr val="002060"/>
                  </a:solidFill>
                </a:rPr>
                <a:t>Volunteer trainers, P2P Team Leaders</a:t>
              </a:r>
            </a:p>
            <a:p>
              <a:pPr marL="114300" indent="-114300"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US" sz="1400" dirty="0">
                  <a:solidFill>
                    <a:srgbClr val="002060"/>
                  </a:solidFill>
                </a:rPr>
                <a:t>Share experience (private events)</a:t>
              </a:r>
            </a:p>
            <a:p>
              <a:pPr marL="114300" indent="-114300"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US" sz="1400" dirty="0">
                  <a:solidFill>
                    <a:srgbClr val="002060"/>
                  </a:solidFill>
                </a:rPr>
                <a:t>Insider info (email lists)</a:t>
              </a:r>
            </a:p>
            <a:p>
              <a:pPr marL="114300" indent="-114300"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US" sz="1400" dirty="0">
                  <a:solidFill>
                    <a:srgbClr val="002060"/>
                  </a:solidFill>
                </a:rPr>
                <a:t>Clubs (categories)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9C36EE52-4839-601B-9A68-5AC9F174E20C}"/>
                </a:ext>
              </a:extLst>
            </p:cNvPr>
            <p:cNvSpPr txBox="1"/>
            <p:nvPr/>
          </p:nvSpPr>
          <p:spPr>
            <a:xfrm>
              <a:off x="6888714" y="2325356"/>
              <a:ext cx="1356125" cy="27084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14300" indent="-114300"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US" sz="1400" dirty="0">
                  <a:solidFill>
                    <a:srgbClr val="002060"/>
                  </a:solidFill>
                </a:rPr>
                <a:t>Recurring gifts</a:t>
              </a:r>
            </a:p>
            <a:p>
              <a:pPr marL="114300" indent="-114300"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US" sz="1400" dirty="0">
                  <a:solidFill>
                    <a:srgbClr val="002060"/>
                  </a:solidFill>
                </a:rPr>
                <a:t>Pledges</a:t>
              </a:r>
            </a:p>
            <a:p>
              <a:pPr marL="114300" indent="-114300"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US" sz="1400" dirty="0">
                  <a:solidFill>
                    <a:srgbClr val="002060"/>
                  </a:solidFill>
                </a:rPr>
                <a:t>Custom proposals</a:t>
              </a:r>
            </a:p>
            <a:p>
              <a:pPr marL="114300" indent="-114300"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US" sz="1400" dirty="0">
                  <a:solidFill>
                    <a:srgbClr val="002060"/>
                  </a:solidFill>
                </a:rPr>
                <a:t>Planned interactions</a:t>
              </a:r>
            </a:p>
            <a:p>
              <a:pPr marL="114300" indent="-114300"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endParaRPr lang="en-US" sz="1400" dirty="0">
                <a:solidFill>
                  <a:srgbClr val="002060"/>
                </a:solidFill>
              </a:endParaRPr>
            </a:p>
            <a:p>
              <a:pPr marL="114300" indent="-114300"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endParaRPr lang="en-US" sz="1400" dirty="0">
                <a:solidFill>
                  <a:srgbClr val="002060"/>
                </a:solidFill>
              </a:endParaRPr>
            </a:p>
            <a:p>
              <a:pPr marL="114300" indent="-114300"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endParaRPr lang="en-US" sz="1400" dirty="0">
                <a:solidFill>
                  <a:srgbClr val="002060"/>
                </a:solidFill>
              </a:endParaRP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1A447C0C-A4B4-34C2-BE38-CB17439CB8C4}"/>
                </a:ext>
              </a:extLst>
            </p:cNvPr>
            <p:cNvSpPr txBox="1"/>
            <p:nvPr/>
          </p:nvSpPr>
          <p:spPr>
            <a:xfrm>
              <a:off x="8427774" y="2325356"/>
              <a:ext cx="1470299" cy="36625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14300" indent="-114300"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US" sz="1400" dirty="0">
                  <a:solidFill>
                    <a:srgbClr val="002060"/>
                  </a:solidFill>
                </a:rPr>
                <a:t>Prompt acknow-ledgments (mail merge)</a:t>
              </a:r>
            </a:p>
            <a:p>
              <a:pPr marL="114300" indent="-114300"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US" sz="1400" dirty="0">
                  <a:solidFill>
                    <a:srgbClr val="002060"/>
                  </a:solidFill>
                </a:rPr>
                <a:t>Newsletters &amp; Annual Reports (reports)</a:t>
              </a:r>
            </a:p>
            <a:p>
              <a:pPr marL="114300" indent="-114300"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US" sz="1400" dirty="0">
                  <a:solidFill>
                    <a:srgbClr val="002060"/>
                  </a:solidFill>
                </a:rPr>
                <a:t>Physical recognition –Naming</a:t>
              </a:r>
            </a:p>
            <a:p>
              <a:pPr marL="114300" indent="-114300"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US" sz="1400" dirty="0">
                  <a:solidFill>
                    <a:srgbClr val="002060"/>
                  </a:solidFill>
                </a:rPr>
                <a:t>Special appreciation events</a:t>
              </a:r>
            </a:p>
            <a:p>
              <a:pPr marL="114300" indent="-114300"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endParaRPr lang="en-US" sz="1600" dirty="0">
                <a:solidFill>
                  <a:srgbClr val="002060"/>
                </a:solidFill>
              </a:endParaRP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B9DFAC7D-7D92-C5D6-C83B-FECA20AE1EBE}"/>
                </a:ext>
              </a:extLst>
            </p:cNvPr>
            <p:cNvSpPr txBox="1"/>
            <p:nvPr/>
          </p:nvSpPr>
          <p:spPr>
            <a:xfrm>
              <a:off x="10019005" y="2325356"/>
              <a:ext cx="1470298" cy="35548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14300" indent="-114300"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US" sz="1400" dirty="0">
                  <a:solidFill>
                    <a:srgbClr val="002060"/>
                  </a:solidFill>
                </a:rPr>
                <a:t>Leadership – Board of Directors, Event Hosts, Campaign Chairs </a:t>
              </a:r>
            </a:p>
            <a:p>
              <a:pPr marL="114300" indent="-114300"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US" sz="1400" dirty="0">
                  <a:solidFill>
                    <a:srgbClr val="002060"/>
                  </a:solidFill>
                </a:rPr>
                <a:t>Advocacy  societies (automatic actions)</a:t>
              </a:r>
            </a:p>
            <a:p>
              <a:pPr marL="114300" indent="-114300"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US" sz="1400" dirty="0">
                  <a:solidFill>
                    <a:srgbClr val="002060"/>
                  </a:solidFill>
                </a:rPr>
                <a:t>Legacy gifts (pledges, categories, &amp; interactions)</a:t>
              </a:r>
            </a:p>
            <a:p>
              <a:pPr marL="114300" indent="-114300"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endParaRPr lang="en-US" sz="1400" dirty="0">
                <a:solidFill>
                  <a:srgbClr val="002060"/>
                </a:solidFill>
              </a:endParaRPr>
            </a:p>
          </p:txBody>
        </p:sp>
      </p:grp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680E5928-AFBD-527B-BD0E-F1BABBF148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-1" y="6492875"/>
            <a:ext cx="528919" cy="365125"/>
          </a:xfrm>
        </p:spPr>
        <p:txBody>
          <a:bodyPr/>
          <a:lstStyle/>
          <a:p>
            <a:fld id="{0F897CD2-57D8-4610-8E64-C03C1E4E4E05}" type="slidenum">
              <a:rPr lang="en-US" sz="1600" b="1" smtClean="0">
                <a:solidFill>
                  <a:schemeClr val="bg1"/>
                </a:solidFill>
              </a:rPr>
              <a:t>48</a:t>
            </a:fld>
            <a:endParaRPr lang="en-US" sz="16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7239099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1AB24A-498E-C3F1-2009-C8B5EA69F6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115" y="1040891"/>
            <a:ext cx="11161770" cy="1722812"/>
          </a:xfrm>
        </p:spPr>
        <p:txBody>
          <a:bodyPr>
            <a:noAutofit/>
          </a:bodyPr>
          <a:lstStyle/>
          <a:p>
            <a:pPr algn="ctr"/>
            <a:r>
              <a:rPr lang="en-US" sz="2800" b="1" dirty="0">
                <a:solidFill>
                  <a:srgbClr val="F18120"/>
                </a:solidFill>
                <a:latin typeface="Century Gothic" panose="020B0502020202020204" pitchFamily="34" charset="0"/>
              </a:rPr>
              <a:t>Download the free Fundraising Plan Excel worksheets</a:t>
            </a:r>
            <a:br>
              <a:rPr lang="en-US" sz="6000" b="1" dirty="0">
                <a:solidFill>
                  <a:srgbClr val="252260"/>
                </a:solidFill>
                <a:latin typeface="Century Gothic" panose="020B0502020202020204" pitchFamily="34" charset="0"/>
              </a:rPr>
            </a:br>
            <a:r>
              <a:rPr lang="en-US" sz="6000" b="1" dirty="0">
                <a:solidFill>
                  <a:srgbClr val="252260"/>
                </a:solidFill>
                <a:latin typeface="Century Gothic" panose="020B0502020202020204" pitchFamily="34" charset="0"/>
              </a:rPr>
              <a:t>Donorview.com/AFPwebinar</a:t>
            </a:r>
            <a:endParaRPr lang="en-US" b="1" dirty="0">
              <a:solidFill>
                <a:srgbClr val="DD4039"/>
              </a:solidFill>
              <a:latin typeface="Century Gothic" panose="020B0502020202020204" pitchFamily="34" charset="0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D20CEC2D-EB88-82D9-5C02-C041D5872146}"/>
              </a:ext>
            </a:extLst>
          </p:cNvPr>
          <p:cNvGrpSpPr/>
          <p:nvPr/>
        </p:nvGrpSpPr>
        <p:grpSpPr>
          <a:xfrm>
            <a:off x="0" y="6078071"/>
            <a:ext cx="12192000" cy="779929"/>
            <a:chOff x="0" y="6078071"/>
            <a:chExt cx="12192000" cy="779929"/>
          </a:xfrm>
        </p:grpSpPr>
        <p:sp>
          <p:nvSpPr>
            <p:cNvPr id="12" name="Rectangle 24">
              <a:extLst>
                <a:ext uri="{FF2B5EF4-FFF2-40B4-BE49-F238E27FC236}">
                  <a16:creationId xmlns:a16="http://schemas.microsoft.com/office/drawing/2014/main" id="{3FFEAEAC-2037-743E-7FB7-9B4EF1FA8CA8}"/>
                </a:ext>
              </a:extLst>
            </p:cNvPr>
            <p:cNvSpPr/>
            <p:nvPr/>
          </p:nvSpPr>
          <p:spPr>
            <a:xfrm>
              <a:off x="0" y="6078071"/>
              <a:ext cx="12192000" cy="779929"/>
            </a:xfrm>
            <a:custGeom>
              <a:avLst/>
              <a:gdLst>
                <a:gd name="connsiteX0" fmla="*/ 0 w 12876028"/>
                <a:gd name="connsiteY0" fmla="*/ 0 h 1662721"/>
                <a:gd name="connsiteX1" fmla="*/ 12876028 w 12876028"/>
                <a:gd name="connsiteY1" fmla="*/ 0 h 1662721"/>
                <a:gd name="connsiteX2" fmla="*/ 12876028 w 12876028"/>
                <a:gd name="connsiteY2" fmla="*/ 1662721 h 1662721"/>
                <a:gd name="connsiteX3" fmla="*/ 0 w 12876028"/>
                <a:gd name="connsiteY3" fmla="*/ 1662721 h 1662721"/>
                <a:gd name="connsiteX4" fmla="*/ 0 w 12876028"/>
                <a:gd name="connsiteY4" fmla="*/ 0 h 1662721"/>
                <a:gd name="connsiteX0" fmla="*/ 0 w 12876028"/>
                <a:gd name="connsiteY0" fmla="*/ 893135 h 1662721"/>
                <a:gd name="connsiteX1" fmla="*/ 12876028 w 12876028"/>
                <a:gd name="connsiteY1" fmla="*/ 0 h 1662721"/>
                <a:gd name="connsiteX2" fmla="*/ 12876028 w 12876028"/>
                <a:gd name="connsiteY2" fmla="*/ 1662721 h 1662721"/>
                <a:gd name="connsiteX3" fmla="*/ 0 w 12876028"/>
                <a:gd name="connsiteY3" fmla="*/ 1662721 h 1662721"/>
                <a:gd name="connsiteX4" fmla="*/ 0 w 12876028"/>
                <a:gd name="connsiteY4" fmla="*/ 893135 h 16627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876028" h="1662721">
                  <a:moveTo>
                    <a:pt x="0" y="893135"/>
                  </a:moveTo>
                  <a:lnTo>
                    <a:pt x="12876028" y="0"/>
                  </a:lnTo>
                  <a:lnTo>
                    <a:pt x="12876028" y="1662721"/>
                  </a:lnTo>
                  <a:lnTo>
                    <a:pt x="0" y="1662721"/>
                  </a:lnTo>
                  <a:lnTo>
                    <a:pt x="0" y="893135"/>
                  </a:lnTo>
                  <a:close/>
                </a:path>
              </a:pathLst>
            </a:custGeom>
            <a:solidFill>
              <a:srgbClr val="DD403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A5B071A1-77DB-7615-D5C2-DEB969E39E3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t="24486" b="24288"/>
            <a:stretch/>
          </p:blipFill>
          <p:spPr>
            <a:xfrm>
              <a:off x="9825318" y="6236638"/>
              <a:ext cx="2079811" cy="559334"/>
            </a:xfrm>
            <a:prstGeom prst="rect">
              <a:avLst/>
            </a:prstGeom>
          </p:spPr>
        </p:pic>
      </p:grpSp>
      <p:sp>
        <p:nvSpPr>
          <p:cNvPr id="3" name="Rectangle 2">
            <a:extLst>
              <a:ext uri="{FF2B5EF4-FFF2-40B4-BE49-F238E27FC236}">
                <a16:creationId xmlns:a16="http://schemas.microsoft.com/office/drawing/2014/main" id="{43CEE15B-8725-511D-153C-590B508B3BA8}"/>
              </a:ext>
            </a:extLst>
          </p:cNvPr>
          <p:cNvSpPr/>
          <p:nvPr/>
        </p:nvSpPr>
        <p:spPr>
          <a:xfrm>
            <a:off x="0" y="0"/>
            <a:ext cx="12192000" cy="959224"/>
          </a:xfrm>
          <a:prstGeom prst="rect">
            <a:avLst/>
          </a:prstGeom>
          <a:solidFill>
            <a:srgbClr val="2522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F94F970-0350-282B-F710-2E27C309A1AD}"/>
              </a:ext>
            </a:extLst>
          </p:cNvPr>
          <p:cNvSpPr txBox="1"/>
          <p:nvPr/>
        </p:nvSpPr>
        <p:spPr>
          <a:xfrm>
            <a:off x="761999" y="125707"/>
            <a:ext cx="11143129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>
                <a:solidFill>
                  <a:schemeClr val="bg1"/>
                </a:solidFill>
                <a:latin typeface="Century Gothic" panose="020B0502020202020204" pitchFamily="34" charset="0"/>
              </a:rPr>
              <a:t>Next Steps</a:t>
            </a: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2EA24C4-A9A6-E351-2BA7-E65190DBA4DB}"/>
              </a:ext>
            </a:extLst>
          </p:cNvPr>
          <p:cNvSpPr txBox="1"/>
          <p:nvPr/>
        </p:nvSpPr>
        <p:spPr>
          <a:xfrm>
            <a:off x="761999" y="2969055"/>
            <a:ext cx="1079350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b="1" dirty="0">
                <a:solidFill>
                  <a:srgbClr val="252260"/>
                </a:solidFill>
                <a:latin typeface="Century Gothic" panose="020B0502020202020204" pitchFamily="34" charset="0"/>
              </a:rPr>
              <a:t>Register at AFP Global for next webinars</a:t>
            </a:r>
          </a:p>
          <a:p>
            <a:pPr algn="ctr"/>
            <a:endParaRPr lang="en-US" sz="1200" b="1" dirty="0">
              <a:solidFill>
                <a:srgbClr val="252260"/>
              </a:solidFill>
              <a:latin typeface="Century Gothic" panose="020B0502020202020204" pitchFamily="34" charset="0"/>
            </a:endParaRPr>
          </a:p>
          <a:p>
            <a:r>
              <a:rPr lang="en-US" sz="2800" b="1" dirty="0">
                <a:solidFill>
                  <a:srgbClr val="252260"/>
                </a:solidFill>
                <a:latin typeface="Century Gothic" panose="020B0502020202020204" pitchFamily="34" charset="0"/>
              </a:rPr>
              <a:t>December 6</a:t>
            </a:r>
            <a:r>
              <a:rPr lang="en-US" sz="2800" b="1" baseline="30000" dirty="0">
                <a:solidFill>
                  <a:srgbClr val="252260"/>
                </a:solidFill>
                <a:latin typeface="Century Gothic" panose="020B0502020202020204" pitchFamily="34" charset="0"/>
              </a:rPr>
              <a:t>th</a:t>
            </a:r>
            <a:r>
              <a:rPr lang="en-US" sz="2800" b="1" dirty="0">
                <a:solidFill>
                  <a:srgbClr val="252260"/>
                </a:solidFill>
                <a:latin typeface="Century Gothic" panose="020B0502020202020204" pitchFamily="34" charset="0"/>
              </a:rPr>
              <a:t> - </a:t>
            </a:r>
            <a:r>
              <a:rPr lang="en-US" sz="2800" b="1" dirty="0">
                <a:solidFill>
                  <a:srgbClr val="DD4039"/>
                </a:solidFill>
                <a:latin typeface="Century Gothic" panose="020B0502020202020204" pitchFamily="34" charset="0"/>
              </a:rPr>
              <a:t>“Measuring and Evaluating the Results of your Fundraising Strategy and Plan with KPIs”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4087CC-6928-E6CE-4ACD-5020F3C5EC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492875"/>
            <a:ext cx="515115" cy="365125"/>
          </a:xfrm>
        </p:spPr>
        <p:txBody>
          <a:bodyPr/>
          <a:lstStyle/>
          <a:p>
            <a:fld id="{0F897CD2-57D8-4610-8E64-C03C1E4E4E05}" type="slidenum">
              <a:rPr lang="en-US" sz="1600" b="1" smtClean="0">
                <a:solidFill>
                  <a:schemeClr val="bg1"/>
                </a:solidFill>
                <a:latin typeface="Century Gothic" panose="020B0502020202020204" pitchFamily="34" charset="0"/>
              </a:rPr>
              <a:t>49</a:t>
            </a:fld>
            <a:endParaRPr lang="en-US" sz="1600" b="1" dirty="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8045937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5">
            <a:extLst>
              <a:ext uri="{FF2B5EF4-FFF2-40B4-BE49-F238E27FC236}">
                <a16:creationId xmlns:a16="http://schemas.microsoft.com/office/drawing/2014/main" id="{D319DC05-FDC1-B73F-951D-DB4E518832B5}"/>
              </a:ext>
            </a:extLst>
          </p:cNvPr>
          <p:cNvSpPr/>
          <p:nvPr/>
        </p:nvSpPr>
        <p:spPr>
          <a:xfrm flipV="1">
            <a:off x="-62142" y="-26632"/>
            <a:ext cx="7368377" cy="6884630"/>
          </a:xfrm>
          <a:custGeom>
            <a:avLst/>
            <a:gdLst>
              <a:gd name="connsiteX0" fmla="*/ 0 w 6986726"/>
              <a:gd name="connsiteY0" fmla="*/ 0 h 6858000"/>
              <a:gd name="connsiteX1" fmla="*/ 6986726 w 6986726"/>
              <a:gd name="connsiteY1" fmla="*/ 0 h 6858000"/>
              <a:gd name="connsiteX2" fmla="*/ 6986726 w 6986726"/>
              <a:gd name="connsiteY2" fmla="*/ 6858000 h 6858000"/>
              <a:gd name="connsiteX3" fmla="*/ 0 w 6986726"/>
              <a:gd name="connsiteY3" fmla="*/ 6858000 h 6858000"/>
              <a:gd name="connsiteX4" fmla="*/ 0 w 6986726"/>
              <a:gd name="connsiteY4" fmla="*/ 0 h 6858000"/>
              <a:gd name="connsiteX0" fmla="*/ 0 w 6986726"/>
              <a:gd name="connsiteY0" fmla="*/ 0 h 6858000"/>
              <a:gd name="connsiteX1" fmla="*/ 4714042 w 6986726"/>
              <a:gd name="connsiteY1" fmla="*/ 0 h 6858000"/>
              <a:gd name="connsiteX2" fmla="*/ 6986726 w 6986726"/>
              <a:gd name="connsiteY2" fmla="*/ 6858000 h 6858000"/>
              <a:gd name="connsiteX3" fmla="*/ 0 w 6986726"/>
              <a:gd name="connsiteY3" fmla="*/ 6858000 h 6858000"/>
              <a:gd name="connsiteX4" fmla="*/ 0 w 6986726"/>
              <a:gd name="connsiteY4" fmla="*/ 0 h 6858000"/>
              <a:gd name="connsiteX0" fmla="*/ 0 w 6986726"/>
              <a:gd name="connsiteY0" fmla="*/ 0 h 6858000"/>
              <a:gd name="connsiteX1" fmla="*/ 5442011 w 6986726"/>
              <a:gd name="connsiteY1" fmla="*/ 17756 h 6858000"/>
              <a:gd name="connsiteX2" fmla="*/ 6986726 w 6986726"/>
              <a:gd name="connsiteY2" fmla="*/ 6858000 h 6858000"/>
              <a:gd name="connsiteX3" fmla="*/ 0 w 6986726"/>
              <a:gd name="connsiteY3" fmla="*/ 6858000 h 6858000"/>
              <a:gd name="connsiteX4" fmla="*/ 0 w 6986726"/>
              <a:gd name="connsiteY4" fmla="*/ 0 h 6858000"/>
              <a:gd name="connsiteX0" fmla="*/ 0 w 6986726"/>
              <a:gd name="connsiteY0" fmla="*/ 26632 h 6884632"/>
              <a:gd name="connsiteX1" fmla="*/ 5433133 w 6986726"/>
              <a:gd name="connsiteY1" fmla="*/ 0 h 6884632"/>
              <a:gd name="connsiteX2" fmla="*/ 6986726 w 6986726"/>
              <a:gd name="connsiteY2" fmla="*/ 6884632 h 6884632"/>
              <a:gd name="connsiteX3" fmla="*/ 0 w 6986726"/>
              <a:gd name="connsiteY3" fmla="*/ 6884632 h 6884632"/>
              <a:gd name="connsiteX4" fmla="*/ 0 w 6986726"/>
              <a:gd name="connsiteY4" fmla="*/ 26632 h 6884632"/>
              <a:gd name="connsiteX0" fmla="*/ 0 w 7354734"/>
              <a:gd name="connsiteY0" fmla="*/ 8876 h 6866876"/>
              <a:gd name="connsiteX1" fmla="*/ 7354734 w 7354734"/>
              <a:gd name="connsiteY1" fmla="*/ 0 h 6866876"/>
              <a:gd name="connsiteX2" fmla="*/ 6986726 w 7354734"/>
              <a:gd name="connsiteY2" fmla="*/ 6866876 h 6866876"/>
              <a:gd name="connsiteX3" fmla="*/ 0 w 7354734"/>
              <a:gd name="connsiteY3" fmla="*/ 6866876 h 6866876"/>
              <a:gd name="connsiteX4" fmla="*/ 0 w 7354734"/>
              <a:gd name="connsiteY4" fmla="*/ 8876 h 6866876"/>
              <a:gd name="connsiteX0" fmla="*/ 0 w 7119243"/>
              <a:gd name="connsiteY0" fmla="*/ 44387 h 6902387"/>
              <a:gd name="connsiteX1" fmla="*/ 7119243 w 7119243"/>
              <a:gd name="connsiteY1" fmla="*/ 0 h 6902387"/>
              <a:gd name="connsiteX2" fmla="*/ 6986726 w 7119243"/>
              <a:gd name="connsiteY2" fmla="*/ 6902387 h 6902387"/>
              <a:gd name="connsiteX3" fmla="*/ 0 w 7119243"/>
              <a:gd name="connsiteY3" fmla="*/ 6902387 h 6902387"/>
              <a:gd name="connsiteX4" fmla="*/ 0 w 7119243"/>
              <a:gd name="connsiteY4" fmla="*/ 44387 h 6902387"/>
              <a:gd name="connsiteX0" fmla="*/ 0 w 7147502"/>
              <a:gd name="connsiteY0" fmla="*/ 8876 h 6866876"/>
              <a:gd name="connsiteX1" fmla="*/ 7147502 w 7147502"/>
              <a:gd name="connsiteY1" fmla="*/ 0 h 6866876"/>
              <a:gd name="connsiteX2" fmla="*/ 6986726 w 7147502"/>
              <a:gd name="connsiteY2" fmla="*/ 6866876 h 6866876"/>
              <a:gd name="connsiteX3" fmla="*/ 0 w 7147502"/>
              <a:gd name="connsiteY3" fmla="*/ 6866876 h 6866876"/>
              <a:gd name="connsiteX4" fmla="*/ 0 w 7147502"/>
              <a:gd name="connsiteY4" fmla="*/ 8876 h 6866876"/>
              <a:gd name="connsiteX0" fmla="*/ 0 w 7693197"/>
              <a:gd name="connsiteY0" fmla="*/ 8876 h 6866876"/>
              <a:gd name="connsiteX1" fmla="*/ 7147502 w 7693197"/>
              <a:gd name="connsiteY1" fmla="*/ 0 h 6866876"/>
              <a:gd name="connsiteX2" fmla="*/ 7693197 w 7693197"/>
              <a:gd name="connsiteY2" fmla="*/ 6849121 h 6866876"/>
              <a:gd name="connsiteX3" fmla="*/ 0 w 7693197"/>
              <a:gd name="connsiteY3" fmla="*/ 6866876 h 6866876"/>
              <a:gd name="connsiteX4" fmla="*/ 0 w 7693197"/>
              <a:gd name="connsiteY4" fmla="*/ 8876 h 6866876"/>
              <a:gd name="connsiteX0" fmla="*/ 0 w 8192437"/>
              <a:gd name="connsiteY0" fmla="*/ 8876 h 6866876"/>
              <a:gd name="connsiteX1" fmla="*/ 7147502 w 8192437"/>
              <a:gd name="connsiteY1" fmla="*/ 0 h 6866876"/>
              <a:gd name="connsiteX2" fmla="*/ 8192437 w 8192437"/>
              <a:gd name="connsiteY2" fmla="*/ 6840277 h 6866876"/>
              <a:gd name="connsiteX3" fmla="*/ 0 w 8192437"/>
              <a:gd name="connsiteY3" fmla="*/ 6866876 h 6866876"/>
              <a:gd name="connsiteX4" fmla="*/ 0 w 8192437"/>
              <a:gd name="connsiteY4" fmla="*/ 8876 h 6866876"/>
              <a:gd name="connsiteX0" fmla="*/ 0 w 8192437"/>
              <a:gd name="connsiteY0" fmla="*/ 32 h 6858032"/>
              <a:gd name="connsiteX1" fmla="*/ 6949691 w 8192437"/>
              <a:gd name="connsiteY1" fmla="*/ 0 h 6858032"/>
              <a:gd name="connsiteX2" fmla="*/ 8192437 w 8192437"/>
              <a:gd name="connsiteY2" fmla="*/ 6831433 h 6858032"/>
              <a:gd name="connsiteX3" fmla="*/ 0 w 8192437"/>
              <a:gd name="connsiteY3" fmla="*/ 6858032 h 6858032"/>
              <a:gd name="connsiteX4" fmla="*/ 0 w 8192437"/>
              <a:gd name="connsiteY4" fmla="*/ 32 h 68580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192437" h="6858032">
                <a:moveTo>
                  <a:pt x="0" y="32"/>
                </a:moveTo>
                <a:lnTo>
                  <a:pt x="6949691" y="0"/>
                </a:lnTo>
                <a:lnTo>
                  <a:pt x="8192437" y="6831433"/>
                </a:lnTo>
                <a:lnTo>
                  <a:pt x="0" y="6858032"/>
                </a:lnTo>
                <a:lnTo>
                  <a:pt x="0" y="32"/>
                </a:lnTo>
                <a:close/>
              </a:path>
            </a:pathLst>
          </a:custGeom>
          <a:solidFill>
            <a:srgbClr val="DD4039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DF514A7-E9E7-2DBD-2745-24E341276160}"/>
              </a:ext>
            </a:extLst>
          </p:cNvPr>
          <p:cNvSpPr/>
          <p:nvPr/>
        </p:nvSpPr>
        <p:spPr>
          <a:xfrm>
            <a:off x="-62142" y="-13317"/>
            <a:ext cx="7135295" cy="6871317"/>
          </a:xfrm>
          <a:custGeom>
            <a:avLst/>
            <a:gdLst>
              <a:gd name="connsiteX0" fmla="*/ 0 w 6986726"/>
              <a:gd name="connsiteY0" fmla="*/ 0 h 6858000"/>
              <a:gd name="connsiteX1" fmla="*/ 6986726 w 6986726"/>
              <a:gd name="connsiteY1" fmla="*/ 0 h 6858000"/>
              <a:gd name="connsiteX2" fmla="*/ 6986726 w 6986726"/>
              <a:gd name="connsiteY2" fmla="*/ 6858000 h 6858000"/>
              <a:gd name="connsiteX3" fmla="*/ 0 w 6986726"/>
              <a:gd name="connsiteY3" fmla="*/ 6858000 h 6858000"/>
              <a:gd name="connsiteX4" fmla="*/ 0 w 6986726"/>
              <a:gd name="connsiteY4" fmla="*/ 0 h 6858000"/>
              <a:gd name="connsiteX0" fmla="*/ 0 w 6986726"/>
              <a:gd name="connsiteY0" fmla="*/ 0 h 6858000"/>
              <a:gd name="connsiteX1" fmla="*/ 4714042 w 6986726"/>
              <a:gd name="connsiteY1" fmla="*/ 0 h 6858000"/>
              <a:gd name="connsiteX2" fmla="*/ 6986726 w 6986726"/>
              <a:gd name="connsiteY2" fmla="*/ 6858000 h 6858000"/>
              <a:gd name="connsiteX3" fmla="*/ 0 w 6986726"/>
              <a:gd name="connsiteY3" fmla="*/ 6858000 h 6858000"/>
              <a:gd name="connsiteX4" fmla="*/ 0 w 6986726"/>
              <a:gd name="connsiteY4" fmla="*/ 0 h 6858000"/>
              <a:gd name="connsiteX0" fmla="*/ 0 w 6986726"/>
              <a:gd name="connsiteY0" fmla="*/ 0 h 6858000"/>
              <a:gd name="connsiteX1" fmla="*/ 5442011 w 6986726"/>
              <a:gd name="connsiteY1" fmla="*/ 17756 h 6858000"/>
              <a:gd name="connsiteX2" fmla="*/ 6986726 w 6986726"/>
              <a:gd name="connsiteY2" fmla="*/ 6858000 h 6858000"/>
              <a:gd name="connsiteX3" fmla="*/ 0 w 6986726"/>
              <a:gd name="connsiteY3" fmla="*/ 6858000 h 6858000"/>
              <a:gd name="connsiteX4" fmla="*/ 0 w 6986726"/>
              <a:gd name="connsiteY4" fmla="*/ 0 h 6858000"/>
              <a:gd name="connsiteX0" fmla="*/ 0 w 6986726"/>
              <a:gd name="connsiteY0" fmla="*/ 26632 h 6884632"/>
              <a:gd name="connsiteX1" fmla="*/ 5433133 w 6986726"/>
              <a:gd name="connsiteY1" fmla="*/ 0 h 6884632"/>
              <a:gd name="connsiteX2" fmla="*/ 6986726 w 6986726"/>
              <a:gd name="connsiteY2" fmla="*/ 6884632 h 6884632"/>
              <a:gd name="connsiteX3" fmla="*/ 0 w 6986726"/>
              <a:gd name="connsiteY3" fmla="*/ 6884632 h 6884632"/>
              <a:gd name="connsiteX4" fmla="*/ 0 w 6986726"/>
              <a:gd name="connsiteY4" fmla="*/ 26632 h 68846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986726" h="6884632">
                <a:moveTo>
                  <a:pt x="0" y="26632"/>
                </a:moveTo>
                <a:lnTo>
                  <a:pt x="5433133" y="0"/>
                </a:lnTo>
                <a:lnTo>
                  <a:pt x="6986726" y="6884632"/>
                </a:lnTo>
                <a:lnTo>
                  <a:pt x="0" y="6884632"/>
                </a:lnTo>
                <a:lnTo>
                  <a:pt x="0" y="26632"/>
                </a:lnTo>
                <a:close/>
              </a:path>
            </a:pathLst>
          </a:custGeom>
          <a:solidFill>
            <a:srgbClr val="DD403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31AB24A-498E-C3F1-2009-C8B5EA69F6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610" y="741447"/>
            <a:ext cx="6639789" cy="1325563"/>
          </a:xfrm>
        </p:spPr>
        <p:txBody>
          <a:bodyPr>
            <a:noAutofit/>
          </a:bodyPr>
          <a:lstStyle/>
          <a:p>
            <a:r>
              <a:rPr lang="en-US" sz="6600" dirty="0">
                <a:solidFill>
                  <a:schemeClr val="bg1"/>
                </a:solidFill>
                <a:latin typeface="Century Gothic" panose="020B0502020202020204" pitchFamily="34" charset="0"/>
              </a:rPr>
              <a:t>THANK YOU!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6031A6-B52D-4E67-47F7-49384C60FF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2814" y="4508297"/>
            <a:ext cx="4878861" cy="1848053"/>
          </a:xfrm>
        </p:spPr>
        <p:txBody>
          <a:bodyPr>
            <a:noAutofit/>
          </a:bodyPr>
          <a:lstStyle/>
          <a:p>
            <a:pPr marL="0" marR="0" indent="0">
              <a:lnSpc>
                <a:spcPts val="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bg1"/>
                </a:solidFill>
                <a:latin typeface="Century Gothic" panose="020B0502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Contact Us:</a:t>
            </a:r>
            <a:endParaRPr lang="en-US" dirty="0">
              <a:solidFill>
                <a:schemeClr val="bg1"/>
              </a:solidFill>
              <a:effectLst/>
              <a:latin typeface="Century Gothic" panose="020B0502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indent="0">
              <a:lnSpc>
                <a:spcPts val="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bg1"/>
                </a:solidFill>
                <a:effectLst/>
                <a:latin typeface="Century Gothic" panose="020B0502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508-205-0243 </a:t>
            </a:r>
            <a:endParaRPr lang="en-US" dirty="0">
              <a:solidFill>
                <a:schemeClr val="bg1"/>
              </a:solidFill>
              <a:effectLst/>
              <a:latin typeface="Century Gothic" panose="020B0502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indent="0">
              <a:lnSpc>
                <a:spcPts val="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bg1"/>
                </a:solidFill>
                <a:effectLst/>
                <a:latin typeface="Century Gothic" panose="020B0502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sales@donorview.com</a:t>
            </a:r>
          </a:p>
          <a:p>
            <a:pPr marL="0" marR="0" indent="0">
              <a:lnSpc>
                <a:spcPts val="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bg1"/>
                </a:solidFill>
                <a:latin typeface="Century Gothic" panose="020B0502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donorview.com</a:t>
            </a:r>
            <a:r>
              <a:rPr lang="en-US" dirty="0">
                <a:solidFill>
                  <a:schemeClr val="bg1"/>
                </a:solidFill>
                <a:effectLst/>
                <a:latin typeface="Century Gothic" panose="020B0502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dirty="0">
              <a:solidFill>
                <a:schemeClr val="bg1"/>
              </a:solidFill>
              <a:effectLst/>
              <a:latin typeface="Century Gothic" panose="020B0502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0" name="Picture 9" descr="Qr code&#10;&#10;Description automatically generated">
            <a:extLst>
              <a:ext uri="{FF2B5EF4-FFF2-40B4-BE49-F238E27FC236}">
                <a16:creationId xmlns:a16="http://schemas.microsoft.com/office/drawing/2014/main" id="{A1375A32-EE66-AE62-3545-E268A6BECF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821865" y="2154865"/>
            <a:ext cx="2548271" cy="2548271"/>
          </a:xfrm>
          <a:prstGeom prst="rect">
            <a:avLst/>
          </a:prstGeom>
          <a:ln>
            <a:solidFill>
              <a:srgbClr val="DD4039"/>
            </a:solidFill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152E330-CABC-AE96-4693-CF62BAEF7555}"/>
              </a:ext>
            </a:extLst>
          </p:cNvPr>
          <p:cNvSpPr txBox="1"/>
          <p:nvPr/>
        </p:nvSpPr>
        <p:spPr>
          <a:xfrm>
            <a:off x="7508039" y="1963048"/>
            <a:ext cx="438537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dirty="0">
                <a:solidFill>
                  <a:srgbClr val="DD4039"/>
                </a:solidFill>
                <a:latin typeface="Century Gothic" panose="020B0502020202020204" pitchFamily="34" charset="0"/>
              </a:rPr>
              <a:t>Request a Demo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4904A34-5D04-712E-8764-84E80196CA02}"/>
              </a:ext>
            </a:extLst>
          </p:cNvPr>
          <p:cNvSpPr txBox="1"/>
          <p:nvPr/>
        </p:nvSpPr>
        <p:spPr>
          <a:xfrm>
            <a:off x="7979876" y="4272249"/>
            <a:ext cx="344169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2200" dirty="0">
                <a:solidFill>
                  <a:srgbClr val="DD4039"/>
                </a:solidFill>
                <a:effectLst/>
                <a:latin typeface="Century Gothic" panose="020B0502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DonorView.com/Demo</a:t>
            </a:r>
            <a:endParaRPr lang="en-US" sz="2200" dirty="0">
              <a:solidFill>
                <a:srgbClr val="DD4039"/>
              </a:solidFill>
              <a:effectLst/>
              <a:latin typeface="Century Gothic" panose="020B0502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0ECCD18-1163-EE5A-7C53-72742ECA6B62}"/>
              </a:ext>
            </a:extLst>
          </p:cNvPr>
          <p:cNvSpPr txBox="1"/>
          <p:nvPr/>
        </p:nvSpPr>
        <p:spPr>
          <a:xfrm>
            <a:off x="8097466" y="2736502"/>
            <a:ext cx="3206517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252260"/>
                </a:solidFill>
                <a:effectLst/>
                <a:latin typeface="Century Gothic" panose="020B0502020202020204" pitchFamily="34" charset="0"/>
              </a:rPr>
              <a:t>Scan</a:t>
            </a:r>
            <a:r>
              <a:rPr lang="en-US" sz="2800" dirty="0">
                <a:solidFill>
                  <a:srgbClr val="252260"/>
                </a:solidFill>
                <a:effectLst/>
                <a:latin typeface="Century Gothic" panose="020B0502020202020204" pitchFamily="34" charset="0"/>
              </a:rPr>
              <a:t> to visit our website and set</a:t>
            </a:r>
            <a:br>
              <a:rPr lang="en-US" sz="2800" dirty="0">
                <a:solidFill>
                  <a:srgbClr val="252260"/>
                </a:solidFill>
                <a:effectLst/>
                <a:latin typeface="Century Gothic" panose="020B0502020202020204" pitchFamily="34" charset="0"/>
              </a:rPr>
            </a:br>
            <a:r>
              <a:rPr lang="en-US" sz="2800" dirty="0">
                <a:solidFill>
                  <a:srgbClr val="252260"/>
                </a:solidFill>
                <a:effectLst/>
                <a:latin typeface="Century Gothic" panose="020B0502020202020204" pitchFamily="34" charset="0"/>
              </a:rPr>
              <a:t>up a free </a:t>
            </a:r>
            <a:r>
              <a:rPr lang="en-US" sz="2800" b="1" dirty="0">
                <a:solidFill>
                  <a:srgbClr val="252260"/>
                </a:solidFill>
                <a:effectLst/>
                <a:latin typeface="Century Gothic" panose="020B0502020202020204" pitchFamily="34" charset="0"/>
              </a:rPr>
              <a:t>demo!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8178BEF5-E425-8AA4-CF3B-AC72594A49D3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056984" y="6009449"/>
            <a:ext cx="3635406" cy="537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23509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AC53814-60A6-3F04-AC18-8325F79A4756}"/>
              </a:ext>
            </a:extLst>
          </p:cNvPr>
          <p:cNvSpPr txBox="1"/>
          <p:nvPr/>
        </p:nvSpPr>
        <p:spPr>
          <a:xfrm>
            <a:off x="1684037" y="2274472"/>
            <a:ext cx="8823925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1200"/>
              </a:spcAft>
            </a:pPr>
            <a:r>
              <a:rPr lang="en-US" sz="8800" dirty="0">
                <a:solidFill>
                  <a:srgbClr val="252260"/>
                </a:solidFill>
                <a:latin typeface="Century Gothic" panose="020B0502020202020204" pitchFamily="34" charset="0"/>
              </a:rPr>
              <a:t>Questions?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02A3DE1-D38D-7781-63F7-40709FE8BC5C}"/>
              </a:ext>
            </a:extLst>
          </p:cNvPr>
          <p:cNvSpPr/>
          <p:nvPr/>
        </p:nvSpPr>
        <p:spPr>
          <a:xfrm>
            <a:off x="0" y="0"/>
            <a:ext cx="12192000" cy="540793"/>
          </a:xfrm>
          <a:prstGeom prst="rect">
            <a:avLst/>
          </a:prstGeom>
          <a:solidFill>
            <a:srgbClr val="2522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24">
            <a:extLst>
              <a:ext uri="{FF2B5EF4-FFF2-40B4-BE49-F238E27FC236}">
                <a16:creationId xmlns:a16="http://schemas.microsoft.com/office/drawing/2014/main" id="{8B449EE2-4CE6-133B-5AF6-EAD6A70DDFC9}"/>
              </a:ext>
            </a:extLst>
          </p:cNvPr>
          <p:cNvSpPr/>
          <p:nvPr/>
        </p:nvSpPr>
        <p:spPr>
          <a:xfrm>
            <a:off x="0" y="6078070"/>
            <a:ext cx="12192000" cy="779929"/>
          </a:xfrm>
          <a:custGeom>
            <a:avLst/>
            <a:gdLst>
              <a:gd name="connsiteX0" fmla="*/ 0 w 12876028"/>
              <a:gd name="connsiteY0" fmla="*/ 0 h 1662721"/>
              <a:gd name="connsiteX1" fmla="*/ 12876028 w 12876028"/>
              <a:gd name="connsiteY1" fmla="*/ 0 h 1662721"/>
              <a:gd name="connsiteX2" fmla="*/ 12876028 w 12876028"/>
              <a:gd name="connsiteY2" fmla="*/ 1662721 h 1662721"/>
              <a:gd name="connsiteX3" fmla="*/ 0 w 12876028"/>
              <a:gd name="connsiteY3" fmla="*/ 1662721 h 1662721"/>
              <a:gd name="connsiteX4" fmla="*/ 0 w 12876028"/>
              <a:gd name="connsiteY4" fmla="*/ 0 h 1662721"/>
              <a:gd name="connsiteX0" fmla="*/ 0 w 12876028"/>
              <a:gd name="connsiteY0" fmla="*/ 893135 h 1662721"/>
              <a:gd name="connsiteX1" fmla="*/ 12876028 w 12876028"/>
              <a:gd name="connsiteY1" fmla="*/ 0 h 1662721"/>
              <a:gd name="connsiteX2" fmla="*/ 12876028 w 12876028"/>
              <a:gd name="connsiteY2" fmla="*/ 1662721 h 1662721"/>
              <a:gd name="connsiteX3" fmla="*/ 0 w 12876028"/>
              <a:gd name="connsiteY3" fmla="*/ 1662721 h 1662721"/>
              <a:gd name="connsiteX4" fmla="*/ 0 w 12876028"/>
              <a:gd name="connsiteY4" fmla="*/ 893135 h 16627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876028" h="1662721">
                <a:moveTo>
                  <a:pt x="0" y="893135"/>
                </a:moveTo>
                <a:lnTo>
                  <a:pt x="12876028" y="0"/>
                </a:lnTo>
                <a:lnTo>
                  <a:pt x="12876028" y="1662721"/>
                </a:lnTo>
                <a:lnTo>
                  <a:pt x="0" y="1662721"/>
                </a:lnTo>
                <a:lnTo>
                  <a:pt x="0" y="893135"/>
                </a:lnTo>
                <a:close/>
              </a:path>
            </a:pathLst>
          </a:custGeom>
          <a:solidFill>
            <a:srgbClr val="DD403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252AECD-67EF-F7AD-694C-CACA28F379CA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24486" b="24288"/>
          <a:stretch/>
        </p:blipFill>
        <p:spPr>
          <a:xfrm>
            <a:off x="9825318" y="6236638"/>
            <a:ext cx="2079811" cy="559334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C256DBC-63A7-7E97-5FB0-7BF480F165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-1" y="6492875"/>
            <a:ext cx="475129" cy="365125"/>
          </a:xfrm>
        </p:spPr>
        <p:txBody>
          <a:bodyPr/>
          <a:lstStyle/>
          <a:p>
            <a:fld id="{0F897CD2-57D8-4610-8E64-C03C1E4E4E05}" type="slidenum">
              <a:rPr lang="en-US" sz="1600" b="1" smtClean="0">
                <a:solidFill>
                  <a:schemeClr val="bg1"/>
                </a:solidFill>
              </a:rPr>
              <a:t>51</a:t>
            </a:fld>
            <a:endParaRPr lang="en-US" sz="16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501267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15977</TotalTime>
  <Words>1444</Words>
  <Application>Microsoft Office PowerPoint</Application>
  <PresentationFormat>Widescreen</PresentationFormat>
  <Paragraphs>452</Paragraphs>
  <Slides>51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51</vt:i4>
      </vt:variant>
    </vt:vector>
  </HeadingPairs>
  <TitlesOfParts>
    <vt:vector size="57" baseType="lpstr">
      <vt:lpstr>Arial</vt:lpstr>
      <vt:lpstr>Calibri</vt:lpstr>
      <vt:lpstr>Calibri Light</vt:lpstr>
      <vt:lpstr>Century Gothic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Download the free Fundraising Plan Excel worksheets Donorview.com/AFPwebinar</vt:lpstr>
      <vt:lpstr>THANK YOU!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Kimberly Perron</dc:creator>
  <cp:lastModifiedBy>Kimberly Perron</cp:lastModifiedBy>
  <cp:revision>9</cp:revision>
  <dcterms:created xsi:type="dcterms:W3CDTF">2023-02-27T13:46:23Z</dcterms:created>
  <dcterms:modified xsi:type="dcterms:W3CDTF">2023-09-07T15:11:26Z</dcterms:modified>
</cp:coreProperties>
</file>