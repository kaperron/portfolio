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324" r:id="rId4"/>
    <p:sldId id="325" r:id="rId5"/>
    <p:sldId id="323" r:id="rId6"/>
    <p:sldId id="363" r:id="rId7"/>
    <p:sldId id="326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85" r:id="rId19"/>
    <p:sldId id="374" r:id="rId20"/>
    <p:sldId id="375" r:id="rId21"/>
    <p:sldId id="384" r:id="rId22"/>
    <p:sldId id="377" r:id="rId23"/>
    <p:sldId id="378" r:id="rId24"/>
    <p:sldId id="379" r:id="rId25"/>
    <p:sldId id="380" r:id="rId26"/>
    <p:sldId id="381" r:id="rId27"/>
    <p:sldId id="383" r:id="rId28"/>
    <p:sldId id="2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260"/>
    <a:srgbClr val="DD4039"/>
    <a:srgbClr val="F18120"/>
    <a:srgbClr val="EE4238"/>
    <a:srgbClr val="33CCCC"/>
    <a:srgbClr val="F5F5F5"/>
    <a:srgbClr val="898A8B"/>
    <a:srgbClr val="969798"/>
    <a:srgbClr val="FFC819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8473E-E97D-4685-9C5C-D539BC2EEFE5}" v="207" dt="2023-06-19T13:40:03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7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Perron" userId="5cbb7adf-dcc5-4575-b463-4d02fa27e6cf" providerId="ADAL" clId="{7A68473E-E97D-4685-9C5C-D539BC2EEFE5}"/>
    <pc:docChg chg="undo custSel addSld delSld modSld">
      <pc:chgData name="Kimberly Perron" userId="5cbb7adf-dcc5-4575-b463-4d02fa27e6cf" providerId="ADAL" clId="{7A68473E-E97D-4685-9C5C-D539BC2EEFE5}" dt="2023-06-19T13:40:03.330" v="2557"/>
      <pc:docMkLst>
        <pc:docMk/>
      </pc:docMkLst>
      <pc:sldChg chg="addSp delSp modSp mod">
        <pc:chgData name="Kimberly Perron" userId="5cbb7adf-dcc5-4575-b463-4d02fa27e6cf" providerId="ADAL" clId="{7A68473E-E97D-4685-9C5C-D539BC2EEFE5}" dt="2023-06-06T20:24:56.036" v="2416" actId="12788"/>
        <pc:sldMkLst>
          <pc:docMk/>
          <pc:sldMk cId="655497216" sldId="256"/>
        </pc:sldMkLst>
        <pc:spChg chg="del">
          <ac:chgData name="Kimberly Perron" userId="5cbb7adf-dcc5-4575-b463-4d02fa27e6cf" providerId="ADAL" clId="{7A68473E-E97D-4685-9C5C-D539BC2EEFE5}" dt="2023-06-06T20:10:55.512" v="2273" actId="478"/>
          <ac:spMkLst>
            <pc:docMk/>
            <pc:sldMk cId="655497216" sldId="256"/>
            <ac:spMk id="2" creationId="{225253B1-B7DC-106E-05C2-109E670EB950}"/>
          </ac:spMkLst>
        </pc:spChg>
        <pc:spChg chg="add del mod">
          <ac:chgData name="Kimberly Perron" userId="5cbb7adf-dcc5-4575-b463-4d02fa27e6cf" providerId="ADAL" clId="{7A68473E-E97D-4685-9C5C-D539BC2EEFE5}" dt="2023-06-06T20:22:10.238" v="2316" actId="478"/>
          <ac:spMkLst>
            <pc:docMk/>
            <pc:sldMk cId="655497216" sldId="256"/>
            <ac:spMk id="4" creationId="{5E176F5F-79A0-A153-708D-06495D9B8BCB}"/>
          </ac:spMkLst>
        </pc:spChg>
        <pc:spChg chg="mod">
          <ac:chgData name="Kimberly Perron" userId="5cbb7adf-dcc5-4575-b463-4d02fa27e6cf" providerId="ADAL" clId="{7A68473E-E97D-4685-9C5C-D539BC2EEFE5}" dt="2023-06-06T20:24:46.382" v="2414" actId="1076"/>
          <ac:spMkLst>
            <pc:docMk/>
            <pc:sldMk cId="655497216" sldId="256"/>
            <ac:spMk id="5" creationId="{6AC53814-60A6-3F04-AC18-8325F79A4756}"/>
          </ac:spMkLst>
        </pc:spChg>
        <pc:spChg chg="add mod">
          <ac:chgData name="Kimberly Perron" userId="5cbb7adf-dcc5-4575-b463-4d02fa27e6cf" providerId="ADAL" clId="{7A68473E-E97D-4685-9C5C-D539BC2EEFE5}" dt="2023-06-06T20:22:32.733" v="2323" actId="14100"/>
          <ac:spMkLst>
            <pc:docMk/>
            <pc:sldMk cId="655497216" sldId="256"/>
            <ac:spMk id="6" creationId="{802A3DE1-D38D-7781-63F7-40709FE8BC5C}"/>
          </ac:spMkLst>
        </pc:spChg>
        <pc:spChg chg="add mod">
          <ac:chgData name="Kimberly Perron" userId="5cbb7adf-dcc5-4575-b463-4d02fa27e6cf" providerId="ADAL" clId="{7A68473E-E97D-4685-9C5C-D539BC2EEFE5}" dt="2023-06-06T20:21:57.719" v="2315" actId="1076"/>
          <ac:spMkLst>
            <pc:docMk/>
            <pc:sldMk cId="655497216" sldId="256"/>
            <ac:spMk id="9" creationId="{8B449EE2-4CE6-133B-5AF6-EAD6A70DDFC9}"/>
          </ac:spMkLst>
        </pc:spChg>
        <pc:spChg chg="add mod">
          <ac:chgData name="Kimberly Perron" userId="5cbb7adf-dcc5-4575-b463-4d02fa27e6cf" providerId="ADAL" clId="{7A68473E-E97D-4685-9C5C-D539BC2EEFE5}" dt="2023-06-06T20:24:56.036" v="2416" actId="12788"/>
          <ac:spMkLst>
            <pc:docMk/>
            <pc:sldMk cId="655497216" sldId="256"/>
            <ac:spMk id="10" creationId="{CAAB3171-DEE8-A8CC-306D-A245B6F46AAD}"/>
          </ac:spMkLst>
        </pc:spChg>
        <pc:picChg chg="del">
          <ac:chgData name="Kimberly Perron" userId="5cbb7adf-dcc5-4575-b463-4d02fa27e6cf" providerId="ADAL" clId="{7A68473E-E97D-4685-9C5C-D539BC2EEFE5}" dt="2023-06-06T20:11:16.695" v="2279" actId="478"/>
          <ac:picMkLst>
            <pc:docMk/>
            <pc:sldMk cId="655497216" sldId="256"/>
            <ac:picMk id="3" creationId="{5BBF4F99-AD43-A94C-25B8-1437C8FFF745}"/>
          </ac:picMkLst>
        </pc:picChg>
        <pc:picChg chg="add mod">
          <ac:chgData name="Kimberly Perron" userId="5cbb7adf-dcc5-4575-b463-4d02fa27e6cf" providerId="ADAL" clId="{7A68473E-E97D-4685-9C5C-D539BC2EEFE5}" dt="2023-06-06T20:24:51.740" v="2415" actId="12788"/>
          <ac:picMkLst>
            <pc:docMk/>
            <pc:sldMk cId="655497216" sldId="256"/>
            <ac:picMk id="8" creationId="{4EA8E8F1-228F-9D45-52BB-DAF4D6E64E67}"/>
          </ac:picMkLst>
        </pc:picChg>
      </pc:sldChg>
      <pc:sldChg chg="modAnim">
        <pc:chgData name="Kimberly Perron" userId="5cbb7adf-dcc5-4575-b463-4d02fa27e6cf" providerId="ADAL" clId="{7A68473E-E97D-4685-9C5C-D539BC2EEFE5}" dt="2023-06-08T20:34:56.179" v="2553"/>
        <pc:sldMkLst>
          <pc:docMk/>
          <pc:sldMk cId="3161063586" sldId="260"/>
        </pc:sldMkLst>
      </pc:sldChg>
      <pc:sldChg chg="delSp modSp mod modAnim">
        <pc:chgData name="Kimberly Perron" userId="5cbb7adf-dcc5-4575-b463-4d02fa27e6cf" providerId="ADAL" clId="{7A68473E-E97D-4685-9C5C-D539BC2EEFE5}" dt="2023-06-08T20:41:51.302" v="2556"/>
        <pc:sldMkLst>
          <pc:docMk/>
          <pc:sldMk cId="46235096" sldId="271"/>
        </pc:sldMkLst>
        <pc:spChg chg="mod">
          <ac:chgData name="Kimberly Perron" userId="5cbb7adf-dcc5-4575-b463-4d02fa27e6cf" providerId="ADAL" clId="{7A68473E-E97D-4685-9C5C-D539BC2EEFE5}" dt="2023-06-06T20:54:26.368" v="2539" actId="1076"/>
          <ac:spMkLst>
            <pc:docMk/>
            <pc:sldMk cId="46235096" sldId="271"/>
            <ac:spMk id="2" creationId="{331AB24A-498E-C3F1-2009-C8B5EA69F69B}"/>
          </ac:spMkLst>
        </pc:spChg>
        <pc:spChg chg="mod">
          <ac:chgData name="Kimberly Perron" userId="5cbb7adf-dcc5-4575-b463-4d02fa27e6cf" providerId="ADAL" clId="{7A68473E-E97D-4685-9C5C-D539BC2EEFE5}" dt="2023-06-06T20:42:41.366" v="2512" actId="1076"/>
          <ac:spMkLst>
            <pc:docMk/>
            <pc:sldMk cId="46235096" sldId="271"/>
            <ac:spMk id="3" creationId="{6F6031A6-B52D-4E67-47F7-49384C60FF19}"/>
          </ac:spMkLst>
        </pc:spChg>
        <pc:spChg chg="mod topLvl">
          <ac:chgData name="Kimberly Perron" userId="5cbb7adf-dcc5-4575-b463-4d02fa27e6cf" providerId="ADAL" clId="{7A68473E-E97D-4685-9C5C-D539BC2EEFE5}" dt="2023-06-06T20:54:52.141" v="2542" actId="1076"/>
          <ac:spMkLst>
            <pc:docMk/>
            <pc:sldMk cId="46235096" sldId="271"/>
            <ac:spMk id="5" creationId="{D152E330-CABC-AE96-4693-CF62BAEF7555}"/>
          </ac:spMkLst>
        </pc:spChg>
        <pc:spChg chg="mod topLvl">
          <ac:chgData name="Kimberly Perron" userId="5cbb7adf-dcc5-4575-b463-4d02fa27e6cf" providerId="ADAL" clId="{7A68473E-E97D-4685-9C5C-D539BC2EEFE5}" dt="2023-06-06T20:54:52.141" v="2542" actId="1076"/>
          <ac:spMkLst>
            <pc:docMk/>
            <pc:sldMk cId="46235096" sldId="271"/>
            <ac:spMk id="6" creationId="{94904A34-5D04-712E-8764-84E80196CA02}"/>
          </ac:spMkLst>
        </pc:spChg>
        <pc:spChg chg="mod topLvl">
          <ac:chgData name="Kimberly Perron" userId="5cbb7adf-dcc5-4575-b463-4d02fa27e6cf" providerId="ADAL" clId="{7A68473E-E97D-4685-9C5C-D539BC2EEFE5}" dt="2023-06-06T20:54:52.141" v="2542" actId="1076"/>
          <ac:spMkLst>
            <pc:docMk/>
            <pc:sldMk cId="46235096" sldId="271"/>
            <ac:spMk id="11" creationId="{E0ECCD18-1163-EE5A-7C53-72742ECA6B62}"/>
          </ac:spMkLst>
        </pc:spChg>
        <pc:spChg chg="mod">
          <ac:chgData name="Kimberly Perron" userId="5cbb7adf-dcc5-4575-b463-4d02fa27e6cf" providerId="ADAL" clId="{7A68473E-E97D-4685-9C5C-D539BC2EEFE5}" dt="2023-06-06T20:54:14.822" v="2537" actId="14100"/>
          <ac:spMkLst>
            <pc:docMk/>
            <pc:sldMk cId="46235096" sldId="271"/>
            <ac:spMk id="16" creationId="{1DF514A7-E9E7-2DBD-2745-24E341276160}"/>
          </ac:spMkLst>
        </pc:spChg>
        <pc:spChg chg="mod">
          <ac:chgData name="Kimberly Perron" userId="5cbb7adf-dcc5-4575-b463-4d02fa27e6cf" providerId="ADAL" clId="{7A68473E-E97D-4685-9C5C-D539BC2EEFE5}" dt="2023-06-06T20:54:03.122" v="2531" actId="14100"/>
          <ac:spMkLst>
            <pc:docMk/>
            <pc:sldMk cId="46235096" sldId="271"/>
            <ac:spMk id="20" creationId="{D319DC05-FDC1-B73F-951D-DB4E518832B5}"/>
          </ac:spMkLst>
        </pc:spChg>
        <pc:grpChg chg="del mod">
          <ac:chgData name="Kimberly Perron" userId="5cbb7adf-dcc5-4575-b463-4d02fa27e6cf" providerId="ADAL" clId="{7A68473E-E97D-4685-9C5C-D539BC2EEFE5}" dt="2023-06-06T20:35:54.871" v="2453" actId="165"/>
          <ac:grpSpMkLst>
            <pc:docMk/>
            <pc:sldMk cId="46235096" sldId="271"/>
            <ac:grpSpMk id="4" creationId="{E1437309-1759-1EF6-42BB-6F6258868A46}"/>
          </ac:grpSpMkLst>
        </pc:grpChg>
        <pc:picChg chg="mod">
          <ac:chgData name="Kimberly Perron" userId="5cbb7adf-dcc5-4575-b463-4d02fa27e6cf" providerId="ADAL" clId="{7A68473E-E97D-4685-9C5C-D539BC2EEFE5}" dt="2023-06-06T20:54:39.022" v="2541" actId="12788"/>
          <ac:picMkLst>
            <pc:docMk/>
            <pc:sldMk cId="46235096" sldId="271"/>
            <ac:picMk id="10" creationId="{A1375A32-EE66-AE62-3545-E268A6BECFEE}"/>
          </ac:picMkLst>
        </pc:picChg>
        <pc:picChg chg="mod">
          <ac:chgData name="Kimberly Perron" userId="5cbb7adf-dcc5-4575-b463-4d02fa27e6cf" providerId="ADAL" clId="{7A68473E-E97D-4685-9C5C-D539BC2EEFE5}" dt="2023-06-06T20:42:44.124" v="2513" actId="1076"/>
          <ac:picMkLst>
            <pc:docMk/>
            <pc:sldMk cId="46235096" sldId="271"/>
            <ac:picMk id="19" creationId="{8178BEF5-E425-8AA4-CF3B-AC72594A49D3}"/>
          </ac:picMkLst>
        </pc:picChg>
      </pc:sldChg>
      <pc:sldChg chg="addSp modSp mod">
        <pc:chgData name="Kimberly Perron" userId="5cbb7adf-dcc5-4575-b463-4d02fa27e6cf" providerId="ADAL" clId="{7A68473E-E97D-4685-9C5C-D539BC2EEFE5}" dt="2023-06-06T19:46:42.139" v="1825" actId="1076"/>
        <pc:sldMkLst>
          <pc:docMk/>
          <pc:sldMk cId="2131696739" sldId="323"/>
        </pc:sldMkLst>
        <pc:spChg chg="mod">
          <ac:chgData name="Kimberly Perron" userId="5cbb7adf-dcc5-4575-b463-4d02fa27e6cf" providerId="ADAL" clId="{7A68473E-E97D-4685-9C5C-D539BC2EEFE5}" dt="2023-06-06T19:46:42.139" v="1825" actId="1076"/>
          <ac:spMkLst>
            <pc:docMk/>
            <pc:sldMk cId="2131696739" sldId="323"/>
            <ac:spMk id="5" creationId="{81561FA0-D1C7-AD45-AAC2-3F6D42047E16}"/>
          </ac:spMkLst>
        </pc:spChg>
        <pc:spChg chg="add mod">
          <ac:chgData name="Kimberly Perron" userId="5cbb7adf-dcc5-4575-b463-4d02fa27e6cf" providerId="ADAL" clId="{7A68473E-E97D-4685-9C5C-D539BC2EEFE5}" dt="2023-06-02T13:02:57.305" v="339"/>
          <ac:spMkLst>
            <pc:docMk/>
            <pc:sldMk cId="2131696739" sldId="323"/>
            <ac:spMk id="6" creationId="{3D4450C2-E395-2C2D-7BE4-79E5109DA35C}"/>
          </ac:spMkLst>
        </pc:spChg>
        <pc:spChg chg="add mod">
          <ac:chgData name="Kimberly Perron" userId="5cbb7adf-dcc5-4575-b463-4d02fa27e6cf" providerId="ADAL" clId="{7A68473E-E97D-4685-9C5C-D539BC2EEFE5}" dt="2023-06-02T13:04:47.714" v="365" actId="14100"/>
          <ac:spMkLst>
            <pc:docMk/>
            <pc:sldMk cId="2131696739" sldId="323"/>
            <ac:spMk id="7" creationId="{1DC576EC-BC1E-61A8-1C5E-378A59BD0BA9}"/>
          </ac:spMkLst>
        </pc:spChg>
      </pc:sldChg>
      <pc:sldChg chg="delSp modSp mod">
        <pc:chgData name="Kimberly Perron" userId="5cbb7adf-dcc5-4575-b463-4d02fa27e6cf" providerId="ADAL" clId="{7A68473E-E97D-4685-9C5C-D539BC2EEFE5}" dt="2023-06-06T20:11:35.748" v="2281" actId="165"/>
        <pc:sldMkLst>
          <pc:docMk/>
          <pc:sldMk cId="3097292792" sldId="324"/>
        </pc:sldMkLst>
        <pc:spChg chg="mod topLvl">
          <ac:chgData name="Kimberly Perron" userId="5cbb7adf-dcc5-4575-b463-4d02fa27e6cf" providerId="ADAL" clId="{7A68473E-E97D-4685-9C5C-D539BC2EEFE5}" dt="2023-06-06T20:11:35.748" v="2281" actId="165"/>
          <ac:spMkLst>
            <pc:docMk/>
            <pc:sldMk cId="3097292792" sldId="324"/>
            <ac:spMk id="3" creationId="{C367CC84-698C-26A1-9D0F-CDAA043943DB}"/>
          </ac:spMkLst>
        </pc:spChg>
        <pc:spChg chg="mod">
          <ac:chgData name="Kimberly Perron" userId="5cbb7adf-dcc5-4575-b463-4d02fa27e6cf" providerId="ADAL" clId="{7A68473E-E97D-4685-9C5C-D539BC2EEFE5}" dt="2023-06-02T13:03:52.532" v="358" actId="255"/>
          <ac:spMkLst>
            <pc:docMk/>
            <pc:sldMk cId="3097292792" sldId="324"/>
            <ac:spMk id="11" creationId="{E3B441E9-AE95-D435-3CC6-09901FB24870}"/>
          </ac:spMkLst>
        </pc:spChg>
        <pc:spChg chg="mod">
          <ac:chgData name="Kimberly Perron" userId="5cbb7adf-dcc5-4575-b463-4d02fa27e6cf" providerId="ADAL" clId="{7A68473E-E97D-4685-9C5C-D539BC2EEFE5}" dt="2023-06-02T13:03:47.938" v="357" actId="255"/>
          <ac:spMkLst>
            <pc:docMk/>
            <pc:sldMk cId="3097292792" sldId="324"/>
            <ac:spMk id="12" creationId="{7FF96B5E-E9FA-18C2-80B3-4854051A09F0}"/>
          </ac:spMkLst>
        </pc:spChg>
        <pc:spChg chg="mod">
          <ac:chgData name="Kimberly Perron" userId="5cbb7adf-dcc5-4575-b463-4d02fa27e6cf" providerId="ADAL" clId="{7A68473E-E97D-4685-9C5C-D539BC2EEFE5}" dt="2023-06-02T13:04:04.610" v="360" actId="2711"/>
          <ac:spMkLst>
            <pc:docMk/>
            <pc:sldMk cId="3097292792" sldId="324"/>
            <ac:spMk id="13" creationId="{6D4831D0-B979-883D-4001-028851CC5AE5}"/>
          </ac:spMkLst>
        </pc:spChg>
        <pc:spChg chg="mod">
          <ac:chgData name="Kimberly Perron" userId="5cbb7adf-dcc5-4575-b463-4d02fa27e6cf" providerId="ADAL" clId="{7A68473E-E97D-4685-9C5C-D539BC2EEFE5}" dt="2023-06-02T13:04:12.098" v="362" actId="255"/>
          <ac:spMkLst>
            <pc:docMk/>
            <pc:sldMk cId="3097292792" sldId="324"/>
            <ac:spMk id="14" creationId="{65359099-EC28-E912-47D1-4307B4F2ECF1}"/>
          </ac:spMkLst>
        </pc:spChg>
        <pc:spChg chg="mod">
          <ac:chgData name="Kimberly Perron" userId="5cbb7adf-dcc5-4575-b463-4d02fa27e6cf" providerId="ADAL" clId="{7A68473E-E97D-4685-9C5C-D539BC2EEFE5}" dt="2023-06-02T13:04:20.145" v="364" actId="2711"/>
          <ac:spMkLst>
            <pc:docMk/>
            <pc:sldMk cId="3097292792" sldId="324"/>
            <ac:spMk id="15" creationId="{D19EC956-6684-6A30-FB72-C2012C76D33F}"/>
          </ac:spMkLst>
        </pc:spChg>
        <pc:spChg chg="mod">
          <ac:chgData name="Kimberly Perron" userId="5cbb7adf-dcc5-4575-b463-4d02fa27e6cf" providerId="ADAL" clId="{7A68473E-E97D-4685-9C5C-D539BC2EEFE5}" dt="2023-06-02T13:03:43.246" v="356" actId="14100"/>
          <ac:spMkLst>
            <pc:docMk/>
            <pc:sldMk cId="3097292792" sldId="324"/>
            <ac:spMk id="17" creationId="{2A5BECF7-71FD-03E5-4A9A-527F7488EF06}"/>
          </ac:spMkLst>
        </pc:spChg>
        <pc:spChg chg="mod">
          <ac:chgData name="Kimberly Perron" userId="5cbb7adf-dcc5-4575-b463-4d02fa27e6cf" providerId="ADAL" clId="{7A68473E-E97D-4685-9C5C-D539BC2EEFE5}" dt="2023-06-02T13:04:51.662" v="366" actId="14100"/>
          <ac:spMkLst>
            <pc:docMk/>
            <pc:sldMk cId="3097292792" sldId="324"/>
            <ac:spMk id="37" creationId="{E1B16141-ACA4-3791-A0A0-266A26793164}"/>
          </ac:spMkLst>
        </pc:spChg>
        <pc:grpChg chg="del">
          <ac:chgData name="Kimberly Perron" userId="5cbb7adf-dcc5-4575-b463-4d02fa27e6cf" providerId="ADAL" clId="{7A68473E-E97D-4685-9C5C-D539BC2EEFE5}" dt="2023-06-06T20:11:35.748" v="2281" actId="165"/>
          <ac:grpSpMkLst>
            <pc:docMk/>
            <pc:sldMk cId="3097292792" sldId="324"/>
            <ac:grpSpMk id="2" creationId="{9CBED602-B9AA-4E30-811B-082728B0E948}"/>
          </ac:grpSpMkLst>
        </pc:grpChg>
        <pc:picChg chg="mod topLvl">
          <ac:chgData name="Kimberly Perron" userId="5cbb7adf-dcc5-4575-b463-4d02fa27e6cf" providerId="ADAL" clId="{7A68473E-E97D-4685-9C5C-D539BC2EEFE5}" dt="2023-06-06T20:11:35.748" v="2281" actId="165"/>
          <ac:picMkLst>
            <pc:docMk/>
            <pc:sldMk cId="3097292792" sldId="324"/>
            <ac:picMk id="4" creationId="{706977B5-0C6C-A11B-E6C8-969AC985CA5D}"/>
          </ac:picMkLst>
        </pc:picChg>
      </pc:sldChg>
      <pc:sldChg chg="addSp modSp mod">
        <pc:chgData name="Kimberly Perron" userId="5cbb7adf-dcc5-4575-b463-4d02fa27e6cf" providerId="ADAL" clId="{7A68473E-E97D-4685-9C5C-D539BC2EEFE5}" dt="2023-06-02T13:05:26.002" v="385" actId="20577"/>
        <pc:sldMkLst>
          <pc:docMk/>
          <pc:sldMk cId="2248805873" sldId="325"/>
        </pc:sldMkLst>
        <pc:spChg chg="add mod">
          <ac:chgData name="Kimberly Perron" userId="5cbb7adf-dcc5-4575-b463-4d02fa27e6cf" providerId="ADAL" clId="{7A68473E-E97D-4685-9C5C-D539BC2EEFE5}" dt="2023-06-02T13:04:59.530" v="367"/>
          <ac:spMkLst>
            <pc:docMk/>
            <pc:sldMk cId="2248805873" sldId="325"/>
            <ac:spMk id="5" creationId="{6564DAA6-CDA1-7D4A-747B-97910F5AD23C}"/>
          </ac:spMkLst>
        </pc:spChg>
        <pc:spChg chg="add mod">
          <ac:chgData name="Kimberly Perron" userId="5cbb7adf-dcc5-4575-b463-4d02fa27e6cf" providerId="ADAL" clId="{7A68473E-E97D-4685-9C5C-D539BC2EEFE5}" dt="2023-06-02T13:05:26.002" v="385" actId="20577"/>
          <ac:spMkLst>
            <pc:docMk/>
            <pc:sldMk cId="2248805873" sldId="325"/>
            <ac:spMk id="11" creationId="{D37F31F9-D666-30AA-8759-12D7DA8315A0}"/>
          </ac:spMkLst>
        </pc:spChg>
        <pc:grpChg chg="ord">
          <ac:chgData name="Kimberly Perron" userId="5cbb7adf-dcc5-4575-b463-4d02fa27e6cf" providerId="ADAL" clId="{7A68473E-E97D-4685-9C5C-D539BC2EEFE5}" dt="2023-06-02T13:05:10.855" v="369" actId="166"/>
          <ac:grpSpMkLst>
            <pc:docMk/>
            <pc:sldMk cId="2248805873" sldId="325"/>
            <ac:grpSpMk id="2" creationId="{9CBED602-B9AA-4E30-811B-082728B0E948}"/>
          </ac:grpSpMkLst>
        </pc:grpChg>
        <pc:grpChg chg="mod">
          <ac:chgData name="Kimberly Perron" userId="5cbb7adf-dcc5-4575-b463-4d02fa27e6cf" providerId="ADAL" clId="{7A68473E-E97D-4685-9C5C-D539BC2EEFE5}" dt="2023-06-02T13:05:05.037" v="368" actId="1076"/>
          <ac:grpSpMkLst>
            <pc:docMk/>
            <pc:sldMk cId="2248805873" sldId="325"/>
            <ac:grpSpMk id="10" creationId="{ADE548DB-F8BB-4286-63B4-86A1DC195811}"/>
          </ac:grpSpMkLst>
        </pc:grpChg>
      </pc:sldChg>
      <pc:sldChg chg="addSp delSp modSp mod">
        <pc:chgData name="Kimberly Perron" userId="5cbb7adf-dcc5-4575-b463-4d02fa27e6cf" providerId="ADAL" clId="{7A68473E-E97D-4685-9C5C-D539BC2EEFE5}" dt="2023-06-06T19:48:25.756" v="1919" actId="1076"/>
        <pc:sldMkLst>
          <pc:docMk/>
          <pc:sldMk cId="3189890763" sldId="326"/>
        </pc:sldMkLst>
        <pc:spChg chg="mod">
          <ac:chgData name="Kimberly Perron" userId="5cbb7adf-dcc5-4575-b463-4d02fa27e6cf" providerId="ADAL" clId="{7A68473E-E97D-4685-9C5C-D539BC2EEFE5}" dt="2023-06-06T15:53:49.858" v="1657" actId="207"/>
          <ac:spMkLst>
            <pc:docMk/>
            <pc:sldMk cId="3189890763" sldId="326"/>
            <ac:spMk id="3" creationId="{C367CC84-698C-26A1-9D0F-CDAA043943DB}"/>
          </ac:spMkLst>
        </pc:spChg>
        <pc:spChg chg="mod">
          <ac:chgData name="Kimberly Perron" userId="5cbb7adf-dcc5-4575-b463-4d02fa27e6cf" providerId="ADAL" clId="{7A68473E-E97D-4685-9C5C-D539BC2EEFE5}" dt="2023-06-06T19:48:25.756" v="1919" actId="1076"/>
          <ac:spMkLst>
            <pc:docMk/>
            <pc:sldMk cId="3189890763" sldId="326"/>
            <ac:spMk id="5" creationId="{28BD3573-9CC9-2C55-D5D7-AC96973E22FF}"/>
          </ac:spMkLst>
        </pc:spChg>
        <pc:spChg chg="add del mod">
          <ac:chgData name="Kimberly Perron" userId="5cbb7adf-dcc5-4575-b463-4d02fa27e6cf" providerId="ADAL" clId="{7A68473E-E97D-4685-9C5C-D539BC2EEFE5}" dt="2023-06-02T13:06:16.947" v="403"/>
          <ac:spMkLst>
            <pc:docMk/>
            <pc:sldMk cId="3189890763" sldId="326"/>
            <ac:spMk id="6" creationId="{6B42A211-0435-8B67-5DBB-A77DAACB436C}"/>
          </ac:spMkLst>
        </pc:spChg>
        <pc:spChg chg="add del mod">
          <ac:chgData name="Kimberly Perron" userId="5cbb7adf-dcc5-4575-b463-4d02fa27e6cf" providerId="ADAL" clId="{7A68473E-E97D-4685-9C5C-D539BC2EEFE5}" dt="2023-06-02T13:06:16.947" v="403"/>
          <ac:spMkLst>
            <pc:docMk/>
            <pc:sldMk cId="3189890763" sldId="326"/>
            <ac:spMk id="8" creationId="{F2F9CF51-C7B8-14F8-8AB1-D7CE87F19BE1}"/>
          </ac:spMkLst>
        </pc:spChg>
        <pc:spChg chg="add mod">
          <ac:chgData name="Kimberly Perron" userId="5cbb7adf-dcc5-4575-b463-4d02fa27e6cf" providerId="ADAL" clId="{7A68473E-E97D-4685-9C5C-D539BC2EEFE5}" dt="2023-06-02T13:06:43.992" v="410" actId="2085"/>
          <ac:spMkLst>
            <pc:docMk/>
            <pc:sldMk cId="3189890763" sldId="326"/>
            <ac:spMk id="9" creationId="{CBF3D599-B7F8-0EB7-3652-C77F02661B9C}"/>
          </ac:spMkLst>
        </pc:spChg>
        <pc:spChg chg="add mod">
          <ac:chgData name="Kimberly Perron" userId="5cbb7adf-dcc5-4575-b463-4d02fa27e6cf" providerId="ADAL" clId="{7A68473E-E97D-4685-9C5C-D539BC2EEFE5}" dt="2023-06-06T15:54:16.080" v="1659" actId="1076"/>
          <ac:spMkLst>
            <pc:docMk/>
            <pc:sldMk cId="3189890763" sldId="326"/>
            <ac:spMk id="10" creationId="{8810E15B-9D8C-658C-A4ED-E7B9EF97E494}"/>
          </ac:spMkLst>
        </pc:spChg>
        <pc:grpChg chg="mod">
          <ac:chgData name="Kimberly Perron" userId="5cbb7adf-dcc5-4575-b463-4d02fa27e6cf" providerId="ADAL" clId="{7A68473E-E97D-4685-9C5C-D539BC2EEFE5}" dt="2023-06-06T15:53:49.858" v="1657" actId="207"/>
          <ac:grpSpMkLst>
            <pc:docMk/>
            <pc:sldMk cId="3189890763" sldId="326"/>
            <ac:grpSpMk id="2" creationId="{9CBED602-B9AA-4E30-811B-082728B0E948}"/>
          </ac:grpSpMkLst>
        </pc:grpChg>
        <pc:graphicFrameChg chg="add del mod">
          <ac:chgData name="Kimberly Perron" userId="5cbb7adf-dcc5-4575-b463-4d02fa27e6cf" providerId="ADAL" clId="{7A68473E-E97D-4685-9C5C-D539BC2EEFE5}" dt="2023-06-06T16:16:20.689" v="1726"/>
          <ac:graphicFrameMkLst>
            <pc:docMk/>
            <pc:sldMk cId="3189890763" sldId="326"/>
            <ac:graphicFrameMk id="21" creationId="{C066E7E9-CAFB-E91D-03B7-A13109575840}"/>
          </ac:graphicFrameMkLst>
        </pc:graphicFrameChg>
        <pc:picChg chg="mod">
          <ac:chgData name="Kimberly Perron" userId="5cbb7adf-dcc5-4575-b463-4d02fa27e6cf" providerId="ADAL" clId="{7A68473E-E97D-4685-9C5C-D539BC2EEFE5}" dt="2023-06-06T15:53:49.858" v="1657" actId="207"/>
          <ac:picMkLst>
            <pc:docMk/>
            <pc:sldMk cId="3189890763" sldId="326"/>
            <ac:picMk id="4" creationId="{706977B5-0C6C-A11B-E6C8-969AC985CA5D}"/>
          </ac:picMkLst>
        </pc:picChg>
        <pc:picChg chg="del mod">
          <ac:chgData name="Kimberly Perron" userId="5cbb7adf-dcc5-4575-b463-4d02fa27e6cf" providerId="ADAL" clId="{7A68473E-E97D-4685-9C5C-D539BC2EEFE5}" dt="2023-06-06T15:48:05.610" v="1638" actId="478"/>
          <ac:picMkLst>
            <pc:docMk/>
            <pc:sldMk cId="3189890763" sldId="326"/>
            <ac:picMk id="7" creationId="{48996F6B-0B92-FC2E-2731-3F1489D116BA}"/>
          </ac:picMkLst>
        </pc:picChg>
        <pc:picChg chg="add del mod">
          <ac:chgData name="Kimberly Perron" userId="5cbb7adf-dcc5-4575-b463-4d02fa27e6cf" providerId="ADAL" clId="{7A68473E-E97D-4685-9C5C-D539BC2EEFE5}" dt="2023-06-06T15:49:57.505" v="1651" actId="478"/>
          <ac:picMkLst>
            <pc:docMk/>
            <pc:sldMk cId="3189890763" sldId="326"/>
            <ac:picMk id="8" creationId="{FEC6F98F-BBDF-F8C8-E351-BD95D6878DCE}"/>
          </ac:picMkLst>
        </pc:picChg>
        <pc:picChg chg="add del mod">
          <ac:chgData name="Kimberly Perron" userId="5cbb7adf-dcc5-4575-b463-4d02fa27e6cf" providerId="ADAL" clId="{7A68473E-E97D-4685-9C5C-D539BC2EEFE5}" dt="2023-06-06T15:54:36.352" v="1660" actId="478"/>
          <ac:picMkLst>
            <pc:docMk/>
            <pc:sldMk cId="3189890763" sldId="326"/>
            <ac:picMk id="12" creationId="{7BBC6A8D-EDAC-DE60-3792-1772D9DBB27D}"/>
          </ac:picMkLst>
        </pc:picChg>
        <pc:picChg chg="add del mod">
          <ac:chgData name="Kimberly Perron" userId="5cbb7adf-dcc5-4575-b463-4d02fa27e6cf" providerId="ADAL" clId="{7A68473E-E97D-4685-9C5C-D539BC2EEFE5}" dt="2023-06-06T15:57:27.367" v="1669" actId="478"/>
          <ac:picMkLst>
            <pc:docMk/>
            <pc:sldMk cId="3189890763" sldId="326"/>
            <ac:picMk id="14" creationId="{6831D124-2C17-7544-5F97-51BF07A56B5A}"/>
          </ac:picMkLst>
        </pc:picChg>
        <pc:picChg chg="add del mod">
          <ac:chgData name="Kimberly Perron" userId="5cbb7adf-dcc5-4575-b463-4d02fa27e6cf" providerId="ADAL" clId="{7A68473E-E97D-4685-9C5C-D539BC2EEFE5}" dt="2023-06-06T16:05:13.527" v="1678" actId="478"/>
          <ac:picMkLst>
            <pc:docMk/>
            <pc:sldMk cId="3189890763" sldId="326"/>
            <ac:picMk id="16" creationId="{34E9B071-3015-D8A0-A4EC-3631E3A498D7}"/>
          </ac:picMkLst>
        </pc:picChg>
        <pc:picChg chg="add del mod">
          <ac:chgData name="Kimberly Perron" userId="5cbb7adf-dcc5-4575-b463-4d02fa27e6cf" providerId="ADAL" clId="{7A68473E-E97D-4685-9C5C-D539BC2EEFE5}" dt="2023-06-06T16:07:47.067" v="1685" actId="478"/>
          <ac:picMkLst>
            <pc:docMk/>
            <pc:sldMk cId="3189890763" sldId="326"/>
            <ac:picMk id="18" creationId="{D8146CD8-1690-5376-4E07-41818017BFAA}"/>
          </ac:picMkLst>
        </pc:picChg>
        <pc:picChg chg="add mod">
          <ac:chgData name="Kimberly Perron" userId="5cbb7adf-dcc5-4575-b463-4d02fa27e6cf" providerId="ADAL" clId="{7A68473E-E97D-4685-9C5C-D539BC2EEFE5}" dt="2023-06-06T16:16:25.750" v="1727" actId="1076"/>
          <ac:picMkLst>
            <pc:docMk/>
            <pc:sldMk cId="3189890763" sldId="326"/>
            <ac:picMk id="20" creationId="{5DD6B8AE-5650-FD1B-ACC8-A139F8DDCE72}"/>
          </ac:picMkLst>
        </pc:picChg>
      </pc:sldChg>
      <pc:sldChg chg="addSp modSp mod">
        <pc:chgData name="Kimberly Perron" userId="5cbb7adf-dcc5-4575-b463-4d02fa27e6cf" providerId="ADAL" clId="{7A68473E-E97D-4685-9C5C-D539BC2EEFE5}" dt="2023-06-06T19:47:47.118" v="1916" actId="1076"/>
        <pc:sldMkLst>
          <pc:docMk/>
          <pc:sldMk cId="2361687823" sldId="363"/>
        </pc:sldMkLst>
        <pc:spChg chg="mod">
          <ac:chgData name="Kimberly Perron" userId="5cbb7adf-dcc5-4575-b463-4d02fa27e6cf" providerId="ADAL" clId="{7A68473E-E97D-4685-9C5C-D539BC2EEFE5}" dt="2023-06-06T19:47:47.118" v="1916" actId="1076"/>
          <ac:spMkLst>
            <pc:docMk/>
            <pc:sldMk cId="2361687823" sldId="363"/>
            <ac:spMk id="5" creationId="{81561FA0-D1C7-AD45-AAC2-3F6D42047E16}"/>
          </ac:spMkLst>
        </pc:spChg>
        <pc:spChg chg="add mod">
          <ac:chgData name="Kimberly Perron" userId="5cbb7adf-dcc5-4575-b463-4d02fa27e6cf" providerId="ADAL" clId="{7A68473E-E97D-4685-9C5C-D539BC2EEFE5}" dt="2023-06-02T13:05:45.867" v="388"/>
          <ac:spMkLst>
            <pc:docMk/>
            <pc:sldMk cId="2361687823" sldId="363"/>
            <ac:spMk id="6" creationId="{193E306A-CC26-7AAD-7A90-912B282EFC7B}"/>
          </ac:spMkLst>
        </pc:spChg>
        <pc:spChg chg="add mod">
          <ac:chgData name="Kimberly Perron" userId="5cbb7adf-dcc5-4575-b463-4d02fa27e6cf" providerId="ADAL" clId="{7A68473E-E97D-4685-9C5C-D539BC2EEFE5}" dt="2023-06-02T13:05:51.438" v="399" actId="20577"/>
          <ac:spMkLst>
            <pc:docMk/>
            <pc:sldMk cId="2361687823" sldId="363"/>
            <ac:spMk id="7" creationId="{A851B1DA-3AAB-610D-8852-1B9F2C163724}"/>
          </ac:spMkLst>
        </pc:spChg>
      </pc:sldChg>
      <pc:sldChg chg="addSp delSp modSp mod">
        <pc:chgData name="Kimberly Perron" userId="5cbb7adf-dcc5-4575-b463-4d02fa27e6cf" providerId="ADAL" clId="{7A68473E-E97D-4685-9C5C-D539BC2EEFE5}" dt="2023-06-06T19:48:19.982" v="1918" actId="1076"/>
        <pc:sldMkLst>
          <pc:docMk/>
          <pc:sldMk cId="1361985880" sldId="364"/>
        </pc:sldMkLst>
        <pc:spChg chg="mod">
          <ac:chgData name="Kimberly Perron" userId="5cbb7adf-dcc5-4575-b463-4d02fa27e6cf" providerId="ADAL" clId="{7A68473E-E97D-4685-9C5C-D539BC2EEFE5}" dt="2023-06-06T19:48:19.982" v="1918" actId="1076"/>
          <ac:spMkLst>
            <pc:docMk/>
            <pc:sldMk cId="1361985880" sldId="364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07:40.037" v="420"/>
          <ac:spMkLst>
            <pc:docMk/>
            <pc:sldMk cId="1361985880" sldId="364"/>
            <ac:spMk id="6" creationId="{A1BFCD92-0EC1-882B-E062-77E2808A7104}"/>
          </ac:spMkLst>
        </pc:spChg>
        <pc:spChg chg="add mod">
          <ac:chgData name="Kimberly Perron" userId="5cbb7adf-dcc5-4575-b463-4d02fa27e6cf" providerId="ADAL" clId="{7A68473E-E97D-4685-9C5C-D539BC2EEFE5}" dt="2023-06-02T13:08:29.947" v="449" actId="207"/>
          <ac:spMkLst>
            <pc:docMk/>
            <pc:sldMk cId="1361985880" sldId="364"/>
            <ac:spMk id="7" creationId="{FCF9C183-2188-C10F-810D-9AC39AC27D0C}"/>
          </ac:spMkLst>
        </pc:spChg>
        <pc:picChg chg="del mod">
          <ac:chgData name="Kimberly Perron" userId="5cbb7adf-dcc5-4575-b463-4d02fa27e6cf" providerId="ADAL" clId="{7A68473E-E97D-4685-9C5C-D539BC2EEFE5}" dt="2023-06-06T16:12:24.092" v="1697" actId="478"/>
          <ac:picMkLst>
            <pc:docMk/>
            <pc:sldMk cId="1361985880" sldId="364"/>
            <ac:picMk id="8" creationId="{277A2EB0-5740-B26E-C453-C4E2DC8DB9C9}"/>
          </ac:picMkLst>
        </pc:picChg>
        <pc:picChg chg="add mod">
          <ac:chgData name="Kimberly Perron" userId="5cbb7adf-dcc5-4575-b463-4d02fa27e6cf" providerId="ADAL" clId="{7A68473E-E97D-4685-9C5C-D539BC2EEFE5}" dt="2023-06-06T16:13:16.971" v="1704" actId="1076"/>
          <ac:picMkLst>
            <pc:docMk/>
            <pc:sldMk cId="1361985880" sldId="364"/>
            <ac:picMk id="10" creationId="{3555707D-1F4D-D3C9-2066-B1BF6623FC2C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19:48:15.242" v="1917" actId="1076"/>
        <pc:sldMkLst>
          <pc:docMk/>
          <pc:sldMk cId="72207128" sldId="365"/>
        </pc:sldMkLst>
        <pc:spChg chg="mod">
          <ac:chgData name="Kimberly Perron" userId="5cbb7adf-dcc5-4575-b463-4d02fa27e6cf" providerId="ADAL" clId="{7A68473E-E97D-4685-9C5C-D539BC2EEFE5}" dt="2023-06-06T19:48:15.242" v="1917" actId="1076"/>
          <ac:spMkLst>
            <pc:docMk/>
            <pc:sldMk cId="72207128" sldId="365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08:51.843" v="451"/>
          <ac:spMkLst>
            <pc:docMk/>
            <pc:sldMk cId="72207128" sldId="365"/>
            <ac:spMk id="6" creationId="{44D65353-824B-B21F-84DB-7C9E64293274}"/>
          </ac:spMkLst>
        </pc:spChg>
        <pc:spChg chg="add mod">
          <ac:chgData name="Kimberly Perron" userId="5cbb7adf-dcc5-4575-b463-4d02fa27e6cf" providerId="ADAL" clId="{7A68473E-E97D-4685-9C5C-D539BC2EEFE5}" dt="2023-06-02T13:09:00.823" v="472" actId="20577"/>
          <ac:spMkLst>
            <pc:docMk/>
            <pc:sldMk cId="72207128" sldId="365"/>
            <ac:spMk id="8" creationId="{9248A5A8-D4C3-498C-656C-D31849928083}"/>
          </ac:spMkLst>
        </pc:spChg>
        <pc:picChg chg="del mod">
          <ac:chgData name="Kimberly Perron" userId="5cbb7adf-dcc5-4575-b463-4d02fa27e6cf" providerId="ADAL" clId="{7A68473E-E97D-4685-9C5C-D539BC2EEFE5}" dt="2023-06-06T16:13:26.723" v="1705" actId="478"/>
          <ac:picMkLst>
            <pc:docMk/>
            <pc:sldMk cId="72207128" sldId="365"/>
            <ac:picMk id="7" creationId="{3939C844-7343-C2DE-DBC3-0ACA7F15CF89}"/>
          </ac:picMkLst>
        </pc:picChg>
        <pc:picChg chg="add mod">
          <ac:chgData name="Kimberly Perron" userId="5cbb7adf-dcc5-4575-b463-4d02fa27e6cf" providerId="ADAL" clId="{7A68473E-E97D-4685-9C5C-D539BC2EEFE5}" dt="2023-06-06T16:14:35.002" v="1713" actId="1076"/>
          <ac:picMkLst>
            <pc:docMk/>
            <pc:sldMk cId="72207128" sldId="365"/>
            <ac:picMk id="10" creationId="{0C5C0D7C-FAAF-41ED-9A29-55F9BBA39914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19:48:33.278" v="1920" actId="1076"/>
        <pc:sldMkLst>
          <pc:docMk/>
          <pc:sldMk cId="3741618609" sldId="366"/>
        </pc:sldMkLst>
        <pc:spChg chg="mod">
          <ac:chgData name="Kimberly Perron" userId="5cbb7adf-dcc5-4575-b463-4d02fa27e6cf" providerId="ADAL" clId="{7A68473E-E97D-4685-9C5C-D539BC2EEFE5}" dt="2023-06-06T19:48:33.278" v="1920" actId="1076"/>
          <ac:spMkLst>
            <pc:docMk/>
            <pc:sldMk cId="3741618609" sldId="366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0:12.456" v="546"/>
          <ac:spMkLst>
            <pc:docMk/>
            <pc:sldMk cId="3741618609" sldId="366"/>
            <ac:spMk id="6" creationId="{DAE4F48B-54F8-5796-B54D-4059BA6AB166}"/>
          </ac:spMkLst>
        </pc:spChg>
        <pc:spChg chg="add mod">
          <ac:chgData name="Kimberly Perron" userId="5cbb7adf-dcc5-4575-b463-4d02fa27e6cf" providerId="ADAL" clId="{7A68473E-E97D-4685-9C5C-D539BC2EEFE5}" dt="2023-06-02T13:10:19.549" v="562" actId="20577"/>
          <ac:spMkLst>
            <pc:docMk/>
            <pc:sldMk cId="3741618609" sldId="366"/>
            <ac:spMk id="7" creationId="{9B44EC32-104B-7D67-FB8C-507C0A486DD7}"/>
          </ac:spMkLst>
        </pc:spChg>
        <pc:picChg chg="del mod">
          <ac:chgData name="Kimberly Perron" userId="5cbb7adf-dcc5-4575-b463-4d02fa27e6cf" providerId="ADAL" clId="{7A68473E-E97D-4685-9C5C-D539BC2EEFE5}" dt="2023-06-06T16:14:47.209" v="1714" actId="478"/>
          <ac:picMkLst>
            <pc:docMk/>
            <pc:sldMk cId="3741618609" sldId="366"/>
            <ac:picMk id="8" creationId="{D74FF8D4-06BC-B149-9F63-FFBD888E0DF0}"/>
          </ac:picMkLst>
        </pc:picChg>
        <pc:picChg chg="add mod modCrop">
          <ac:chgData name="Kimberly Perron" userId="5cbb7adf-dcc5-4575-b463-4d02fa27e6cf" providerId="ADAL" clId="{7A68473E-E97D-4685-9C5C-D539BC2EEFE5}" dt="2023-06-06T16:15:51.082" v="1723" actId="732"/>
          <ac:picMkLst>
            <pc:docMk/>
            <pc:sldMk cId="3741618609" sldId="366"/>
            <ac:picMk id="10" creationId="{E4ACEEF8-F201-3613-A36C-CD38FE79E6D7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19:48:41.763" v="1921" actId="1076"/>
        <pc:sldMkLst>
          <pc:docMk/>
          <pc:sldMk cId="1734097737" sldId="367"/>
        </pc:sldMkLst>
        <pc:spChg chg="mod">
          <ac:chgData name="Kimberly Perron" userId="5cbb7adf-dcc5-4575-b463-4d02fa27e6cf" providerId="ADAL" clId="{7A68473E-E97D-4685-9C5C-D539BC2EEFE5}" dt="2023-06-06T19:48:41.763" v="1921" actId="1076"/>
          <ac:spMkLst>
            <pc:docMk/>
            <pc:sldMk cId="1734097737" sldId="367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1:12.648" v="599"/>
          <ac:spMkLst>
            <pc:docMk/>
            <pc:sldMk cId="1734097737" sldId="367"/>
            <ac:spMk id="6" creationId="{930B85DC-06C5-C956-A08F-C57E12764BAC}"/>
          </ac:spMkLst>
        </pc:spChg>
        <pc:spChg chg="add mod">
          <ac:chgData name="Kimberly Perron" userId="5cbb7adf-dcc5-4575-b463-4d02fa27e6cf" providerId="ADAL" clId="{7A68473E-E97D-4685-9C5C-D539BC2EEFE5}" dt="2023-06-02T13:11:21.253" v="618" actId="20577"/>
          <ac:spMkLst>
            <pc:docMk/>
            <pc:sldMk cId="1734097737" sldId="367"/>
            <ac:spMk id="8" creationId="{CEBF4B26-A4B5-A12A-6508-ED23B2929C23}"/>
          </ac:spMkLst>
        </pc:spChg>
        <pc:picChg chg="add del mod">
          <ac:chgData name="Kimberly Perron" userId="5cbb7adf-dcc5-4575-b463-4d02fa27e6cf" providerId="ADAL" clId="{7A68473E-E97D-4685-9C5C-D539BC2EEFE5}" dt="2023-06-06T16:16:36.931" v="1729" actId="478"/>
          <ac:picMkLst>
            <pc:docMk/>
            <pc:sldMk cId="1734097737" sldId="367"/>
            <ac:picMk id="7" creationId="{A7E7362F-C9D7-8E63-BA96-844A60449F69}"/>
          </ac:picMkLst>
        </pc:picChg>
        <pc:picChg chg="add mod">
          <ac:chgData name="Kimberly Perron" userId="5cbb7adf-dcc5-4575-b463-4d02fa27e6cf" providerId="ADAL" clId="{7A68473E-E97D-4685-9C5C-D539BC2EEFE5}" dt="2023-06-06T16:17:24.474" v="1736" actId="1440"/>
          <ac:picMkLst>
            <pc:docMk/>
            <pc:sldMk cId="1734097737" sldId="367"/>
            <ac:picMk id="10" creationId="{E5726C18-BE89-4201-B301-7678212790B3}"/>
          </ac:picMkLst>
        </pc:picChg>
      </pc:sldChg>
      <pc:sldChg chg="addSp modSp mod">
        <pc:chgData name="Kimberly Perron" userId="5cbb7adf-dcc5-4575-b463-4d02fa27e6cf" providerId="ADAL" clId="{7A68473E-E97D-4685-9C5C-D539BC2EEFE5}" dt="2023-06-06T19:48:50.711" v="1922" actId="1076"/>
        <pc:sldMkLst>
          <pc:docMk/>
          <pc:sldMk cId="4267054995" sldId="368"/>
        </pc:sldMkLst>
        <pc:spChg chg="mod">
          <ac:chgData name="Kimberly Perron" userId="5cbb7adf-dcc5-4575-b463-4d02fa27e6cf" providerId="ADAL" clId="{7A68473E-E97D-4685-9C5C-D539BC2EEFE5}" dt="2023-06-06T19:48:50.711" v="1922" actId="1076"/>
          <ac:spMkLst>
            <pc:docMk/>
            <pc:sldMk cId="4267054995" sldId="368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1:50.375" v="645"/>
          <ac:spMkLst>
            <pc:docMk/>
            <pc:sldMk cId="4267054995" sldId="368"/>
            <ac:spMk id="6" creationId="{B39E2CB2-1B36-C66E-CE99-CC7DD9C42B92}"/>
          </ac:spMkLst>
        </pc:spChg>
        <pc:spChg chg="add mod">
          <ac:chgData name="Kimberly Perron" userId="5cbb7adf-dcc5-4575-b463-4d02fa27e6cf" providerId="ADAL" clId="{7A68473E-E97D-4685-9C5C-D539BC2EEFE5}" dt="2023-06-02T13:11:58.617" v="660" actId="20577"/>
          <ac:spMkLst>
            <pc:docMk/>
            <pc:sldMk cId="4267054995" sldId="368"/>
            <ac:spMk id="7" creationId="{F9762A81-632D-DDFB-A1F2-A7B91FA2A2AB}"/>
          </ac:spMkLst>
        </pc:spChg>
      </pc:sldChg>
      <pc:sldChg chg="addSp modSp mod">
        <pc:chgData name="Kimberly Perron" userId="5cbb7adf-dcc5-4575-b463-4d02fa27e6cf" providerId="ADAL" clId="{7A68473E-E97D-4685-9C5C-D539BC2EEFE5}" dt="2023-06-06T19:48:56.770" v="1923" actId="1076"/>
        <pc:sldMkLst>
          <pc:docMk/>
          <pc:sldMk cId="208708794" sldId="369"/>
        </pc:sldMkLst>
        <pc:spChg chg="mod">
          <ac:chgData name="Kimberly Perron" userId="5cbb7adf-dcc5-4575-b463-4d02fa27e6cf" providerId="ADAL" clId="{7A68473E-E97D-4685-9C5C-D539BC2EEFE5}" dt="2023-06-06T19:48:56.770" v="1923" actId="1076"/>
          <ac:spMkLst>
            <pc:docMk/>
            <pc:sldMk cId="208708794" sldId="369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2:22.748" v="689"/>
          <ac:spMkLst>
            <pc:docMk/>
            <pc:sldMk cId="208708794" sldId="369"/>
            <ac:spMk id="6" creationId="{F4552DEB-940E-9A5D-7A6A-6CFE186590B3}"/>
          </ac:spMkLst>
        </pc:spChg>
        <pc:spChg chg="add mod">
          <ac:chgData name="Kimberly Perron" userId="5cbb7adf-dcc5-4575-b463-4d02fa27e6cf" providerId="ADAL" clId="{7A68473E-E97D-4685-9C5C-D539BC2EEFE5}" dt="2023-06-02T13:12:32.259" v="707" actId="20577"/>
          <ac:spMkLst>
            <pc:docMk/>
            <pc:sldMk cId="208708794" sldId="369"/>
            <ac:spMk id="7" creationId="{8C1E5C60-FB6D-DFE2-28D0-8561E709B710}"/>
          </ac:spMkLst>
        </pc:spChg>
      </pc:sldChg>
      <pc:sldChg chg="addSp modSp mod">
        <pc:chgData name="Kimberly Perron" userId="5cbb7adf-dcc5-4575-b463-4d02fa27e6cf" providerId="ADAL" clId="{7A68473E-E97D-4685-9C5C-D539BC2EEFE5}" dt="2023-06-06T19:49:24.060" v="1942" actId="20577"/>
        <pc:sldMkLst>
          <pc:docMk/>
          <pc:sldMk cId="2621367190" sldId="370"/>
        </pc:sldMkLst>
        <pc:spChg chg="mod">
          <ac:chgData name="Kimberly Perron" userId="5cbb7adf-dcc5-4575-b463-4d02fa27e6cf" providerId="ADAL" clId="{7A68473E-E97D-4685-9C5C-D539BC2EEFE5}" dt="2023-06-06T19:49:24.060" v="1942" actId="20577"/>
          <ac:spMkLst>
            <pc:docMk/>
            <pc:sldMk cId="2621367190" sldId="370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2:55.817" v="737"/>
          <ac:spMkLst>
            <pc:docMk/>
            <pc:sldMk cId="2621367190" sldId="370"/>
            <ac:spMk id="6" creationId="{848213A5-6CFB-ADBB-DE9C-A4FD7A51738C}"/>
          </ac:spMkLst>
        </pc:spChg>
        <pc:spChg chg="add mod">
          <ac:chgData name="Kimberly Perron" userId="5cbb7adf-dcc5-4575-b463-4d02fa27e6cf" providerId="ADAL" clId="{7A68473E-E97D-4685-9C5C-D539BC2EEFE5}" dt="2023-06-02T13:13:02.606" v="756" actId="20577"/>
          <ac:spMkLst>
            <pc:docMk/>
            <pc:sldMk cId="2621367190" sldId="370"/>
            <ac:spMk id="7" creationId="{69FC6F96-774F-C9D0-E661-C814C55EE3B3}"/>
          </ac:spMkLst>
        </pc:spChg>
      </pc:sldChg>
      <pc:sldChg chg="addSp modSp mod">
        <pc:chgData name="Kimberly Perron" userId="5cbb7adf-dcc5-4575-b463-4d02fa27e6cf" providerId="ADAL" clId="{7A68473E-E97D-4685-9C5C-D539BC2EEFE5}" dt="2023-06-06T19:49:39.425" v="1943" actId="1076"/>
        <pc:sldMkLst>
          <pc:docMk/>
          <pc:sldMk cId="602448793" sldId="371"/>
        </pc:sldMkLst>
        <pc:spChg chg="mod">
          <ac:chgData name="Kimberly Perron" userId="5cbb7adf-dcc5-4575-b463-4d02fa27e6cf" providerId="ADAL" clId="{7A68473E-E97D-4685-9C5C-D539BC2EEFE5}" dt="2023-06-06T19:49:39.425" v="1943" actId="1076"/>
          <ac:spMkLst>
            <pc:docMk/>
            <pc:sldMk cId="602448793" sldId="371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3:36.694" v="811"/>
          <ac:spMkLst>
            <pc:docMk/>
            <pc:sldMk cId="602448793" sldId="371"/>
            <ac:spMk id="6" creationId="{703B6D52-5564-CB1E-625F-8AAA3BE4E538}"/>
          </ac:spMkLst>
        </pc:spChg>
        <pc:spChg chg="add mod">
          <ac:chgData name="Kimberly Perron" userId="5cbb7adf-dcc5-4575-b463-4d02fa27e6cf" providerId="ADAL" clId="{7A68473E-E97D-4685-9C5C-D539BC2EEFE5}" dt="2023-06-02T13:13:44.227" v="826" actId="20577"/>
          <ac:spMkLst>
            <pc:docMk/>
            <pc:sldMk cId="602448793" sldId="371"/>
            <ac:spMk id="7" creationId="{8C40D283-EB41-D418-1A58-3C505B8BD4D2}"/>
          </ac:spMkLst>
        </pc:spChg>
      </pc:sldChg>
      <pc:sldChg chg="addSp delSp modSp mod">
        <pc:chgData name="Kimberly Perron" userId="5cbb7adf-dcc5-4575-b463-4d02fa27e6cf" providerId="ADAL" clId="{7A68473E-E97D-4685-9C5C-D539BC2EEFE5}" dt="2023-06-06T19:49:46.595" v="1944" actId="1076"/>
        <pc:sldMkLst>
          <pc:docMk/>
          <pc:sldMk cId="1348562059" sldId="372"/>
        </pc:sldMkLst>
        <pc:spChg chg="mod">
          <ac:chgData name="Kimberly Perron" userId="5cbb7adf-dcc5-4575-b463-4d02fa27e6cf" providerId="ADAL" clId="{7A68473E-E97D-4685-9C5C-D539BC2EEFE5}" dt="2023-06-06T19:49:46.595" v="1944" actId="1076"/>
          <ac:spMkLst>
            <pc:docMk/>
            <pc:sldMk cId="1348562059" sldId="372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4:10.499" v="854"/>
          <ac:spMkLst>
            <pc:docMk/>
            <pc:sldMk cId="1348562059" sldId="372"/>
            <ac:spMk id="6" creationId="{0C2AECF3-1522-D398-A3C4-A7E89DF57322}"/>
          </ac:spMkLst>
        </pc:spChg>
        <pc:spChg chg="add mod">
          <ac:chgData name="Kimberly Perron" userId="5cbb7adf-dcc5-4575-b463-4d02fa27e6cf" providerId="ADAL" clId="{7A68473E-E97D-4685-9C5C-D539BC2EEFE5}" dt="2023-06-02T13:14:19.690" v="870" actId="20577"/>
          <ac:spMkLst>
            <pc:docMk/>
            <pc:sldMk cId="1348562059" sldId="372"/>
            <ac:spMk id="8" creationId="{DC7EB658-F5FA-A27C-9BFC-867EA07E0A85}"/>
          </ac:spMkLst>
        </pc:spChg>
        <pc:picChg chg="add del mod">
          <ac:chgData name="Kimberly Perron" userId="5cbb7adf-dcc5-4575-b463-4d02fa27e6cf" providerId="ADAL" clId="{7A68473E-E97D-4685-9C5C-D539BC2EEFE5}" dt="2023-06-06T16:18:07.128" v="1737" actId="478"/>
          <ac:picMkLst>
            <pc:docMk/>
            <pc:sldMk cId="1348562059" sldId="372"/>
            <ac:picMk id="7" creationId="{C64C3B09-02D9-5B2C-2982-3F5E5BE38DB1}"/>
          </ac:picMkLst>
        </pc:picChg>
        <pc:picChg chg="add mod">
          <ac:chgData name="Kimberly Perron" userId="5cbb7adf-dcc5-4575-b463-4d02fa27e6cf" providerId="ADAL" clId="{7A68473E-E97D-4685-9C5C-D539BC2EEFE5}" dt="2023-06-06T16:19:21.677" v="1757" actId="14100"/>
          <ac:picMkLst>
            <pc:docMk/>
            <pc:sldMk cId="1348562059" sldId="372"/>
            <ac:picMk id="10" creationId="{9CC53142-7500-7FE2-8770-429CE92A1962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19:49:56.049" v="1945" actId="1076"/>
        <pc:sldMkLst>
          <pc:docMk/>
          <pc:sldMk cId="718619369" sldId="373"/>
        </pc:sldMkLst>
        <pc:spChg chg="mod">
          <ac:chgData name="Kimberly Perron" userId="5cbb7adf-dcc5-4575-b463-4d02fa27e6cf" providerId="ADAL" clId="{7A68473E-E97D-4685-9C5C-D539BC2EEFE5}" dt="2023-06-06T19:49:56.049" v="1945" actId="1076"/>
          <ac:spMkLst>
            <pc:docMk/>
            <pc:sldMk cId="718619369" sldId="373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5:04.208" v="904" actId="14100"/>
          <ac:spMkLst>
            <pc:docMk/>
            <pc:sldMk cId="718619369" sldId="373"/>
            <ac:spMk id="6" creationId="{B815AB4E-1120-BBAA-FC69-426C94D06AE2}"/>
          </ac:spMkLst>
        </pc:spChg>
        <pc:spChg chg="add mod">
          <ac:chgData name="Kimberly Perron" userId="5cbb7adf-dcc5-4575-b463-4d02fa27e6cf" providerId="ADAL" clId="{7A68473E-E97D-4685-9C5C-D539BC2EEFE5}" dt="2023-06-02T13:15:16.453" v="948" actId="20577"/>
          <ac:spMkLst>
            <pc:docMk/>
            <pc:sldMk cId="718619369" sldId="373"/>
            <ac:spMk id="8" creationId="{E6F9D616-80DF-DAAD-AC2F-739D95244BEA}"/>
          </ac:spMkLst>
        </pc:spChg>
        <pc:picChg chg="add del mod">
          <ac:chgData name="Kimberly Perron" userId="5cbb7adf-dcc5-4575-b463-4d02fa27e6cf" providerId="ADAL" clId="{7A68473E-E97D-4685-9C5C-D539BC2EEFE5}" dt="2023-06-06T16:19:30.496" v="1758" actId="478"/>
          <ac:picMkLst>
            <pc:docMk/>
            <pc:sldMk cId="718619369" sldId="373"/>
            <ac:picMk id="7" creationId="{5A7D9DE2-B277-033C-E5F8-C4105A90E30B}"/>
          </ac:picMkLst>
        </pc:picChg>
        <pc:picChg chg="add mod">
          <ac:chgData name="Kimberly Perron" userId="5cbb7adf-dcc5-4575-b463-4d02fa27e6cf" providerId="ADAL" clId="{7A68473E-E97D-4685-9C5C-D539BC2EEFE5}" dt="2023-06-06T16:20:50.153" v="1782" actId="1076"/>
          <ac:picMkLst>
            <pc:docMk/>
            <pc:sldMk cId="718619369" sldId="373"/>
            <ac:picMk id="10" creationId="{437296D5-4422-4198-029D-6528245D56BD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20:32:59.616" v="2444" actId="1076"/>
        <pc:sldMkLst>
          <pc:docMk/>
          <pc:sldMk cId="4076459968" sldId="374"/>
        </pc:sldMkLst>
        <pc:spChg chg="del mod">
          <ac:chgData name="Kimberly Perron" userId="5cbb7adf-dcc5-4575-b463-4d02fa27e6cf" providerId="ADAL" clId="{7A68473E-E97D-4685-9C5C-D539BC2EEFE5}" dt="2023-06-02T13:16:11.050" v="1028" actId="478"/>
          <ac:spMkLst>
            <pc:docMk/>
            <pc:sldMk cId="4076459968" sldId="374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5:48.963" v="989"/>
          <ac:spMkLst>
            <pc:docMk/>
            <pc:sldMk cId="4076459968" sldId="374"/>
            <ac:spMk id="6" creationId="{125A85BE-5028-607D-22A4-C3B91E4A9D8B}"/>
          </ac:spMkLst>
        </pc:spChg>
        <pc:spChg chg="add mod">
          <ac:chgData name="Kimberly Perron" userId="5cbb7adf-dcc5-4575-b463-4d02fa27e6cf" providerId="ADAL" clId="{7A68473E-E97D-4685-9C5C-D539BC2EEFE5}" dt="2023-06-06T20:32:51.122" v="2443" actId="20577"/>
          <ac:spMkLst>
            <pc:docMk/>
            <pc:sldMk cId="4076459968" sldId="374"/>
            <ac:spMk id="8" creationId="{9C1E0E14-CDB9-8F97-E72C-F0E33A5D6ABD}"/>
          </ac:spMkLst>
        </pc:spChg>
        <pc:spChg chg="add mod">
          <ac:chgData name="Kimberly Perron" userId="5cbb7adf-dcc5-4575-b463-4d02fa27e6cf" providerId="ADAL" clId="{7A68473E-E97D-4685-9C5C-D539BC2EEFE5}" dt="2023-06-02T13:48:10.648" v="1637" actId="20577"/>
          <ac:spMkLst>
            <pc:docMk/>
            <pc:sldMk cId="4076459968" sldId="374"/>
            <ac:spMk id="9" creationId="{2DB3714D-39FB-6742-C270-D130E17ACAFF}"/>
          </ac:spMkLst>
        </pc:spChg>
        <pc:picChg chg="add del mod">
          <ac:chgData name="Kimberly Perron" userId="5cbb7adf-dcc5-4575-b463-4d02fa27e6cf" providerId="ADAL" clId="{7A68473E-E97D-4685-9C5C-D539BC2EEFE5}" dt="2023-06-06T19:50:05.032" v="1947" actId="478"/>
          <ac:picMkLst>
            <pc:docMk/>
            <pc:sldMk cId="4076459968" sldId="374"/>
            <ac:picMk id="7" creationId="{E81FE34B-B5D7-C18E-79D8-54F6A863D9B8}"/>
          </ac:picMkLst>
        </pc:picChg>
        <pc:picChg chg="add mod">
          <ac:chgData name="Kimberly Perron" userId="5cbb7adf-dcc5-4575-b463-4d02fa27e6cf" providerId="ADAL" clId="{7A68473E-E97D-4685-9C5C-D539BC2EEFE5}" dt="2023-06-06T20:32:59.616" v="2444" actId="1076"/>
          <ac:picMkLst>
            <pc:docMk/>
            <pc:sldMk cId="4076459968" sldId="374"/>
            <ac:picMk id="10" creationId="{30E958B7-DDFA-880D-F4C6-BAB83A1CACAE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20:33:37.650" v="2447" actId="1076"/>
        <pc:sldMkLst>
          <pc:docMk/>
          <pc:sldMk cId="1352241999" sldId="375"/>
        </pc:sldMkLst>
        <pc:spChg chg="mod">
          <ac:chgData name="Kimberly Perron" userId="5cbb7adf-dcc5-4575-b463-4d02fa27e6cf" providerId="ADAL" clId="{7A68473E-E97D-4685-9C5C-D539BC2EEFE5}" dt="2023-06-02T13:16:50.626" v="1074" actId="1076"/>
          <ac:spMkLst>
            <pc:docMk/>
            <pc:sldMk cId="1352241999" sldId="375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20:04.641" v="1156" actId="207"/>
          <ac:spMkLst>
            <pc:docMk/>
            <pc:sldMk cId="1352241999" sldId="375"/>
            <ac:spMk id="6" creationId="{F75D0B29-7F31-6ED1-F062-D5ADF95DA208}"/>
          </ac:spMkLst>
        </pc:spChg>
        <pc:spChg chg="add mod">
          <ac:chgData name="Kimberly Perron" userId="5cbb7adf-dcc5-4575-b463-4d02fa27e6cf" providerId="ADAL" clId="{7A68473E-E97D-4685-9C5C-D539BC2EEFE5}" dt="2023-06-02T13:20:09.066" v="1157" actId="207"/>
          <ac:spMkLst>
            <pc:docMk/>
            <pc:sldMk cId="1352241999" sldId="375"/>
            <ac:spMk id="8" creationId="{6B54446D-FB81-6A7A-977A-E3CE86992C63}"/>
          </ac:spMkLst>
        </pc:spChg>
        <pc:picChg chg="add del mod">
          <ac:chgData name="Kimberly Perron" userId="5cbb7adf-dcc5-4575-b463-4d02fa27e6cf" providerId="ADAL" clId="{7A68473E-E97D-4685-9C5C-D539BC2EEFE5}" dt="2023-06-06T19:55:17.086" v="2089" actId="478"/>
          <ac:picMkLst>
            <pc:docMk/>
            <pc:sldMk cId="1352241999" sldId="375"/>
            <ac:picMk id="7" creationId="{FD14ED0C-0F2C-4C2E-9645-3D48E17A5E94}"/>
          </ac:picMkLst>
        </pc:picChg>
        <pc:picChg chg="add mod">
          <ac:chgData name="Kimberly Perron" userId="5cbb7adf-dcc5-4575-b463-4d02fa27e6cf" providerId="ADAL" clId="{7A68473E-E97D-4685-9C5C-D539BC2EEFE5}" dt="2023-06-06T20:33:37.650" v="2447" actId="1076"/>
          <ac:picMkLst>
            <pc:docMk/>
            <pc:sldMk cId="1352241999" sldId="375"/>
            <ac:picMk id="10" creationId="{4ED9A812-DFEF-3602-72EE-F64452463F5C}"/>
          </ac:picMkLst>
        </pc:picChg>
      </pc:sldChg>
      <pc:sldChg chg="del">
        <pc:chgData name="Kimberly Perron" userId="5cbb7adf-dcc5-4575-b463-4d02fa27e6cf" providerId="ADAL" clId="{7A68473E-E97D-4685-9C5C-D539BC2EEFE5}" dt="2023-06-02T12:59:55.125" v="313" actId="47"/>
        <pc:sldMkLst>
          <pc:docMk/>
          <pc:sldMk cId="2496442957" sldId="376"/>
        </pc:sldMkLst>
      </pc:sldChg>
      <pc:sldChg chg="addSp delSp modSp mod">
        <pc:chgData name="Kimberly Perron" userId="5cbb7adf-dcc5-4575-b463-4d02fa27e6cf" providerId="ADAL" clId="{7A68473E-E97D-4685-9C5C-D539BC2EEFE5}" dt="2023-06-06T20:00:39.632" v="2129" actId="1440"/>
        <pc:sldMkLst>
          <pc:docMk/>
          <pc:sldMk cId="711926836" sldId="377"/>
        </pc:sldMkLst>
        <pc:spChg chg="mod">
          <ac:chgData name="Kimberly Perron" userId="5cbb7adf-dcc5-4575-b463-4d02fa27e6cf" providerId="ADAL" clId="{7A68473E-E97D-4685-9C5C-D539BC2EEFE5}" dt="2023-06-06T20:00:34.364" v="2127" actId="1076"/>
          <ac:spMkLst>
            <pc:docMk/>
            <pc:sldMk cId="711926836" sldId="377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20:24.407" v="1158"/>
          <ac:spMkLst>
            <pc:docMk/>
            <pc:sldMk cId="711926836" sldId="377"/>
            <ac:spMk id="6" creationId="{7F58303F-5C3B-2A92-1578-3E34C2AF9D85}"/>
          </ac:spMkLst>
        </pc:spChg>
        <pc:spChg chg="add mod">
          <ac:chgData name="Kimberly Perron" userId="5cbb7adf-dcc5-4575-b463-4d02fa27e6cf" providerId="ADAL" clId="{7A68473E-E97D-4685-9C5C-D539BC2EEFE5}" dt="2023-06-02T13:20:31.330" v="1173" actId="20577"/>
          <ac:spMkLst>
            <pc:docMk/>
            <pc:sldMk cId="711926836" sldId="377"/>
            <ac:spMk id="8" creationId="{B64B35FA-4D3C-FEB3-4D32-8B77977621D1}"/>
          </ac:spMkLst>
        </pc:spChg>
        <pc:picChg chg="add del mod">
          <ac:chgData name="Kimberly Perron" userId="5cbb7adf-dcc5-4575-b463-4d02fa27e6cf" providerId="ADAL" clId="{7A68473E-E97D-4685-9C5C-D539BC2EEFE5}" dt="2023-06-06T19:57:49.602" v="2103" actId="478"/>
          <ac:picMkLst>
            <pc:docMk/>
            <pc:sldMk cId="711926836" sldId="377"/>
            <ac:picMk id="7" creationId="{47F9A064-5022-9F66-E5F4-C97EED00C153}"/>
          </ac:picMkLst>
        </pc:picChg>
        <pc:picChg chg="add del mod">
          <ac:chgData name="Kimberly Perron" userId="5cbb7adf-dcc5-4575-b463-4d02fa27e6cf" providerId="ADAL" clId="{7A68473E-E97D-4685-9C5C-D539BC2EEFE5}" dt="2023-06-06T19:59:27.589" v="2118" actId="478"/>
          <ac:picMkLst>
            <pc:docMk/>
            <pc:sldMk cId="711926836" sldId="377"/>
            <ac:picMk id="10" creationId="{83E6EA81-77EE-6A0E-4D39-BACBC5C374FB}"/>
          </ac:picMkLst>
        </pc:picChg>
        <pc:picChg chg="add mod">
          <ac:chgData name="Kimberly Perron" userId="5cbb7adf-dcc5-4575-b463-4d02fa27e6cf" providerId="ADAL" clId="{7A68473E-E97D-4685-9C5C-D539BC2EEFE5}" dt="2023-06-06T20:00:39.632" v="2129" actId="1440"/>
          <ac:picMkLst>
            <pc:docMk/>
            <pc:sldMk cId="711926836" sldId="377"/>
            <ac:picMk id="12" creationId="{47BEE4D4-EF43-99F1-9539-31E5964FF9E3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20:34:31.656" v="2449" actId="1076"/>
        <pc:sldMkLst>
          <pc:docMk/>
          <pc:sldMk cId="1325851264" sldId="378"/>
        </pc:sldMkLst>
        <pc:spChg chg="mod">
          <ac:chgData name="Kimberly Perron" userId="5cbb7adf-dcc5-4575-b463-4d02fa27e6cf" providerId="ADAL" clId="{7A68473E-E97D-4685-9C5C-D539BC2EEFE5}" dt="2023-06-06T20:34:24.555" v="2448" actId="1076"/>
          <ac:spMkLst>
            <pc:docMk/>
            <pc:sldMk cId="1325851264" sldId="378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21:06.178" v="1210"/>
          <ac:spMkLst>
            <pc:docMk/>
            <pc:sldMk cId="1325851264" sldId="378"/>
            <ac:spMk id="6" creationId="{A90CCCD6-6E79-30C0-9230-0B3D185CC7FC}"/>
          </ac:spMkLst>
        </pc:spChg>
        <pc:spChg chg="add mod">
          <ac:chgData name="Kimberly Perron" userId="5cbb7adf-dcc5-4575-b463-4d02fa27e6cf" providerId="ADAL" clId="{7A68473E-E97D-4685-9C5C-D539BC2EEFE5}" dt="2023-06-02T13:21:51.690" v="1262" actId="20577"/>
          <ac:spMkLst>
            <pc:docMk/>
            <pc:sldMk cId="1325851264" sldId="378"/>
            <ac:spMk id="8" creationId="{7EC3FDB0-6794-F8FE-8E62-5AE0BF063BFB}"/>
          </ac:spMkLst>
        </pc:spChg>
        <pc:picChg chg="add del mod">
          <ac:chgData name="Kimberly Perron" userId="5cbb7adf-dcc5-4575-b463-4d02fa27e6cf" providerId="ADAL" clId="{7A68473E-E97D-4685-9C5C-D539BC2EEFE5}" dt="2023-06-06T20:00:49.730" v="2130" actId="478"/>
          <ac:picMkLst>
            <pc:docMk/>
            <pc:sldMk cId="1325851264" sldId="378"/>
            <ac:picMk id="7" creationId="{2460844A-5C4D-A096-F918-F49E93759995}"/>
          </ac:picMkLst>
        </pc:picChg>
        <pc:picChg chg="add mod">
          <ac:chgData name="Kimberly Perron" userId="5cbb7adf-dcc5-4575-b463-4d02fa27e6cf" providerId="ADAL" clId="{7A68473E-E97D-4685-9C5C-D539BC2EEFE5}" dt="2023-06-06T20:34:31.656" v="2449" actId="1076"/>
          <ac:picMkLst>
            <pc:docMk/>
            <pc:sldMk cId="1325851264" sldId="378"/>
            <ac:picMk id="10" creationId="{EF377A97-9434-F418-B6BF-E56FE26DC7BE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20:05:31.617" v="2149" actId="1076"/>
        <pc:sldMkLst>
          <pc:docMk/>
          <pc:sldMk cId="3202025882" sldId="379"/>
        </pc:sldMkLst>
        <pc:spChg chg="mod">
          <ac:chgData name="Kimberly Perron" userId="5cbb7adf-dcc5-4575-b463-4d02fa27e6cf" providerId="ADAL" clId="{7A68473E-E97D-4685-9C5C-D539BC2EEFE5}" dt="2023-06-06T20:05:26.205" v="2148" actId="14100"/>
          <ac:spMkLst>
            <pc:docMk/>
            <pc:sldMk cId="3202025882" sldId="379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22:37.570" v="1306"/>
          <ac:spMkLst>
            <pc:docMk/>
            <pc:sldMk cId="3202025882" sldId="379"/>
            <ac:spMk id="6" creationId="{2B9A5456-0F45-69D6-AEEE-F1BA50E86BE8}"/>
          </ac:spMkLst>
        </pc:spChg>
        <pc:spChg chg="add mod">
          <ac:chgData name="Kimberly Perron" userId="5cbb7adf-dcc5-4575-b463-4d02fa27e6cf" providerId="ADAL" clId="{7A68473E-E97D-4685-9C5C-D539BC2EEFE5}" dt="2023-06-02T13:23:17.659" v="1378" actId="255"/>
          <ac:spMkLst>
            <pc:docMk/>
            <pc:sldMk cId="3202025882" sldId="379"/>
            <ac:spMk id="8" creationId="{6BD3411A-989A-1AA1-98FD-B1AAF0306659}"/>
          </ac:spMkLst>
        </pc:spChg>
        <pc:picChg chg="add del mod">
          <ac:chgData name="Kimberly Perron" userId="5cbb7adf-dcc5-4575-b463-4d02fa27e6cf" providerId="ADAL" clId="{7A68473E-E97D-4685-9C5C-D539BC2EEFE5}" dt="2023-06-06T20:02:14.084" v="2138" actId="478"/>
          <ac:picMkLst>
            <pc:docMk/>
            <pc:sldMk cId="3202025882" sldId="379"/>
            <ac:picMk id="7" creationId="{6F601D57-D15C-48C3-37C3-91979C36E514}"/>
          </ac:picMkLst>
        </pc:picChg>
        <pc:picChg chg="add mod">
          <ac:chgData name="Kimberly Perron" userId="5cbb7adf-dcc5-4575-b463-4d02fa27e6cf" providerId="ADAL" clId="{7A68473E-E97D-4685-9C5C-D539BC2EEFE5}" dt="2023-06-06T20:05:31.617" v="2149" actId="1076"/>
          <ac:picMkLst>
            <pc:docMk/>
            <pc:sldMk cId="3202025882" sldId="379"/>
            <ac:picMk id="10" creationId="{BC2D2851-3C2B-D2D9-FAC4-13AC25EC556F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20:09:13.165" v="2262" actId="20577"/>
        <pc:sldMkLst>
          <pc:docMk/>
          <pc:sldMk cId="1359733174" sldId="380"/>
        </pc:sldMkLst>
        <pc:spChg chg="mod">
          <ac:chgData name="Kimberly Perron" userId="5cbb7adf-dcc5-4575-b463-4d02fa27e6cf" providerId="ADAL" clId="{7A68473E-E97D-4685-9C5C-D539BC2EEFE5}" dt="2023-06-06T20:09:13.165" v="2262" actId="20577"/>
          <ac:spMkLst>
            <pc:docMk/>
            <pc:sldMk cId="1359733174" sldId="380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24:01.343" v="1414"/>
          <ac:spMkLst>
            <pc:docMk/>
            <pc:sldMk cId="1359733174" sldId="380"/>
            <ac:spMk id="6" creationId="{63D972B0-15B9-17A3-F37B-736EA1F4BCA5}"/>
          </ac:spMkLst>
        </pc:spChg>
        <pc:spChg chg="add mod">
          <ac:chgData name="Kimberly Perron" userId="5cbb7adf-dcc5-4575-b463-4d02fa27e6cf" providerId="ADAL" clId="{7A68473E-E97D-4685-9C5C-D539BC2EEFE5}" dt="2023-06-02T13:24:05.665" v="1422" actId="20577"/>
          <ac:spMkLst>
            <pc:docMk/>
            <pc:sldMk cId="1359733174" sldId="380"/>
            <ac:spMk id="8" creationId="{43A4BD79-A753-A9FD-05F1-7758B96FA41D}"/>
          </ac:spMkLst>
        </pc:spChg>
        <pc:picChg chg="add del mod">
          <ac:chgData name="Kimberly Perron" userId="5cbb7adf-dcc5-4575-b463-4d02fa27e6cf" providerId="ADAL" clId="{7A68473E-E97D-4685-9C5C-D539BC2EEFE5}" dt="2023-06-06T20:05:46.906" v="2150" actId="478"/>
          <ac:picMkLst>
            <pc:docMk/>
            <pc:sldMk cId="1359733174" sldId="380"/>
            <ac:picMk id="7" creationId="{17617B25-82C6-746F-CCBD-389EDF1BEBE0}"/>
          </ac:picMkLst>
        </pc:picChg>
        <pc:picChg chg="add mod">
          <ac:chgData name="Kimberly Perron" userId="5cbb7adf-dcc5-4575-b463-4d02fa27e6cf" providerId="ADAL" clId="{7A68473E-E97D-4685-9C5C-D539BC2EEFE5}" dt="2023-06-06T20:07:57.999" v="2164" actId="1076"/>
          <ac:picMkLst>
            <pc:docMk/>
            <pc:sldMk cId="1359733174" sldId="380"/>
            <ac:picMk id="10" creationId="{AFEF8582-7DA7-468B-987C-55BEF5307A5B}"/>
          </ac:picMkLst>
        </pc:picChg>
      </pc:sldChg>
      <pc:sldChg chg="addSp delSp modSp mod">
        <pc:chgData name="Kimberly Perron" userId="5cbb7adf-dcc5-4575-b463-4d02fa27e6cf" providerId="ADAL" clId="{7A68473E-E97D-4685-9C5C-D539BC2EEFE5}" dt="2023-06-06T20:07:49.089" v="2162" actId="1076"/>
        <pc:sldMkLst>
          <pc:docMk/>
          <pc:sldMk cId="2063347342" sldId="381"/>
        </pc:sldMkLst>
        <pc:spChg chg="mod">
          <ac:chgData name="Kimberly Perron" userId="5cbb7adf-dcc5-4575-b463-4d02fa27e6cf" providerId="ADAL" clId="{7A68473E-E97D-4685-9C5C-D539BC2EEFE5}" dt="2023-06-06T20:07:31.305" v="2158" actId="1076"/>
          <ac:spMkLst>
            <pc:docMk/>
            <pc:sldMk cId="2063347342" sldId="381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24:28.478" v="1451"/>
          <ac:spMkLst>
            <pc:docMk/>
            <pc:sldMk cId="2063347342" sldId="381"/>
            <ac:spMk id="6" creationId="{372B47DA-A388-4962-F062-7C553EE6A4E4}"/>
          </ac:spMkLst>
        </pc:spChg>
        <pc:spChg chg="add mod">
          <ac:chgData name="Kimberly Perron" userId="5cbb7adf-dcc5-4575-b463-4d02fa27e6cf" providerId="ADAL" clId="{7A68473E-E97D-4685-9C5C-D539BC2EEFE5}" dt="2023-06-02T13:24:35.650" v="1463" actId="20577"/>
          <ac:spMkLst>
            <pc:docMk/>
            <pc:sldMk cId="2063347342" sldId="381"/>
            <ac:spMk id="8" creationId="{D5905023-C917-BF38-8E88-D473D0C28A3C}"/>
          </ac:spMkLst>
        </pc:spChg>
        <pc:picChg chg="add del mod">
          <ac:chgData name="Kimberly Perron" userId="5cbb7adf-dcc5-4575-b463-4d02fa27e6cf" providerId="ADAL" clId="{7A68473E-E97D-4685-9C5C-D539BC2EEFE5}" dt="2023-06-02T13:24:56.212" v="1485" actId="478"/>
          <ac:picMkLst>
            <pc:docMk/>
            <pc:sldMk cId="2063347342" sldId="381"/>
            <ac:picMk id="7" creationId="{DC14B4E8-AB44-0082-50BA-DA231D8D7EA6}"/>
          </ac:picMkLst>
        </pc:picChg>
        <pc:picChg chg="add mod">
          <ac:chgData name="Kimberly Perron" userId="5cbb7adf-dcc5-4575-b463-4d02fa27e6cf" providerId="ADAL" clId="{7A68473E-E97D-4685-9C5C-D539BC2EEFE5}" dt="2023-06-06T20:07:49.089" v="2162" actId="1076"/>
          <ac:picMkLst>
            <pc:docMk/>
            <pc:sldMk cId="2063347342" sldId="381"/>
            <ac:picMk id="10" creationId="{421F2514-31D4-AADE-3167-A931063AC9FF}"/>
          </ac:picMkLst>
        </pc:picChg>
      </pc:sldChg>
      <pc:sldChg chg="addSp modSp mod modAnim">
        <pc:chgData name="Kimberly Perron" userId="5cbb7adf-dcc5-4575-b463-4d02fa27e6cf" providerId="ADAL" clId="{7A68473E-E97D-4685-9C5C-D539BC2EEFE5}" dt="2023-06-19T13:40:03.330" v="2557"/>
        <pc:sldMkLst>
          <pc:docMk/>
          <pc:sldMk cId="1880459377" sldId="383"/>
        </pc:sldMkLst>
        <pc:spChg chg="mod">
          <ac:chgData name="Kimberly Perron" userId="5cbb7adf-dcc5-4575-b463-4d02fa27e6cf" providerId="ADAL" clId="{7A68473E-E97D-4685-9C5C-D539BC2EEFE5}" dt="2023-06-07T12:19:16.289" v="2544" actId="20577"/>
          <ac:spMkLst>
            <pc:docMk/>
            <pc:sldMk cId="1880459377" sldId="383"/>
            <ac:spMk id="2" creationId="{331AB24A-498E-C3F1-2009-C8B5EA69F69B}"/>
          </ac:spMkLst>
        </pc:spChg>
        <pc:spChg chg="add mod">
          <ac:chgData name="Kimberly Perron" userId="5cbb7adf-dcc5-4575-b463-4d02fa27e6cf" providerId="ADAL" clId="{7A68473E-E97D-4685-9C5C-D539BC2EEFE5}" dt="2023-06-02T13:25:31.136" v="1494"/>
          <ac:spMkLst>
            <pc:docMk/>
            <pc:sldMk cId="1880459377" sldId="383"/>
            <ac:spMk id="3" creationId="{43CEE15B-8725-511D-153C-590B508B3BA8}"/>
          </ac:spMkLst>
        </pc:spChg>
        <pc:spChg chg="add mod">
          <ac:chgData name="Kimberly Perron" userId="5cbb7adf-dcc5-4575-b463-4d02fa27e6cf" providerId="ADAL" clId="{7A68473E-E97D-4685-9C5C-D539BC2EEFE5}" dt="2023-06-02T13:25:52.474" v="1522" actId="122"/>
          <ac:spMkLst>
            <pc:docMk/>
            <pc:sldMk cId="1880459377" sldId="383"/>
            <ac:spMk id="4" creationId="{FF94F970-0350-282B-F710-2E27C309A1AD}"/>
          </ac:spMkLst>
        </pc:spChg>
      </pc:sldChg>
      <pc:sldChg chg="addSp delSp modSp add mod">
        <pc:chgData name="Kimberly Perron" userId="5cbb7adf-dcc5-4575-b463-4d02fa27e6cf" providerId="ADAL" clId="{7A68473E-E97D-4685-9C5C-D539BC2EEFE5}" dt="2023-06-06T19:58:52.808" v="2114" actId="1076"/>
        <pc:sldMkLst>
          <pc:docMk/>
          <pc:sldMk cId="4001513291" sldId="384"/>
        </pc:sldMkLst>
        <pc:spChg chg="mod">
          <ac:chgData name="Kimberly Perron" userId="5cbb7adf-dcc5-4575-b463-4d02fa27e6cf" providerId="ADAL" clId="{7A68473E-E97D-4685-9C5C-D539BC2EEFE5}" dt="2023-06-06T19:58:52.808" v="2114" actId="1076"/>
          <ac:spMkLst>
            <pc:docMk/>
            <pc:sldMk cId="4001513291" sldId="384"/>
            <ac:spMk id="5" creationId="{28BD3573-9CC9-2C55-D5D7-AC96973E22FF}"/>
          </ac:spMkLst>
        </pc:spChg>
        <pc:spChg chg="add mod">
          <ac:chgData name="Kimberly Perron" userId="5cbb7adf-dcc5-4575-b463-4d02fa27e6cf" providerId="ADAL" clId="{7A68473E-E97D-4685-9C5C-D539BC2EEFE5}" dt="2023-06-02T13:19:48.126" v="1154" actId="207"/>
          <ac:spMkLst>
            <pc:docMk/>
            <pc:sldMk cId="4001513291" sldId="384"/>
            <ac:spMk id="6" creationId="{B92E61A8-E020-3862-F5E9-F7CCEB9E2C03}"/>
          </ac:spMkLst>
        </pc:spChg>
        <pc:spChg chg="add mod">
          <ac:chgData name="Kimberly Perron" userId="5cbb7adf-dcc5-4575-b463-4d02fa27e6cf" providerId="ADAL" clId="{7A68473E-E97D-4685-9C5C-D539BC2EEFE5}" dt="2023-06-02T13:19:55.829" v="1155" actId="207"/>
          <ac:spMkLst>
            <pc:docMk/>
            <pc:sldMk cId="4001513291" sldId="384"/>
            <ac:spMk id="8" creationId="{049FD88A-5500-7FA3-E7E9-42728618780A}"/>
          </ac:spMkLst>
        </pc:spChg>
        <pc:picChg chg="add del mod">
          <ac:chgData name="Kimberly Perron" userId="5cbb7adf-dcc5-4575-b463-4d02fa27e6cf" providerId="ADAL" clId="{7A68473E-E97D-4685-9C5C-D539BC2EEFE5}" dt="2023-06-06T19:56:25.970" v="2096" actId="478"/>
          <ac:picMkLst>
            <pc:docMk/>
            <pc:sldMk cId="4001513291" sldId="384"/>
            <ac:picMk id="7" creationId="{54E4F36E-C7A5-F2C7-6E09-3CDCB5572BE0}"/>
          </ac:picMkLst>
        </pc:picChg>
        <pc:picChg chg="add mod">
          <ac:chgData name="Kimberly Perron" userId="5cbb7adf-dcc5-4575-b463-4d02fa27e6cf" providerId="ADAL" clId="{7A68473E-E97D-4685-9C5C-D539BC2EEFE5}" dt="2023-06-06T19:57:12.762" v="2102" actId="1440"/>
          <ac:picMkLst>
            <pc:docMk/>
            <pc:sldMk cId="4001513291" sldId="384"/>
            <ac:picMk id="10" creationId="{15CEBEB1-9501-18DB-0F29-46950DC7E3A5}"/>
          </ac:picMkLst>
        </pc:picChg>
      </pc:sldChg>
      <pc:sldChg chg="delSp modSp add mod">
        <pc:chgData name="Kimberly Perron" userId="5cbb7adf-dcc5-4575-b463-4d02fa27e6cf" providerId="ADAL" clId="{7A68473E-E97D-4685-9C5C-D539BC2EEFE5}" dt="2023-06-06T19:52:08.891" v="2078" actId="20577"/>
        <pc:sldMkLst>
          <pc:docMk/>
          <pc:sldMk cId="3948338544" sldId="385"/>
        </pc:sldMkLst>
        <pc:spChg chg="mod">
          <ac:chgData name="Kimberly Perron" userId="5cbb7adf-dcc5-4575-b463-4d02fa27e6cf" providerId="ADAL" clId="{7A68473E-E97D-4685-9C5C-D539BC2EEFE5}" dt="2023-06-06T19:52:08.891" v="2078" actId="20577"/>
          <ac:spMkLst>
            <pc:docMk/>
            <pc:sldMk cId="3948338544" sldId="385"/>
            <ac:spMk id="5" creationId="{28BD3573-9CC9-2C55-D5D7-AC96973E22FF}"/>
          </ac:spMkLst>
        </pc:spChg>
        <pc:spChg chg="mod">
          <ac:chgData name="Kimberly Perron" userId="5cbb7adf-dcc5-4575-b463-4d02fa27e6cf" providerId="ADAL" clId="{7A68473E-E97D-4685-9C5C-D539BC2EEFE5}" dt="2023-06-06T19:50:52.556" v="1959" actId="20577"/>
          <ac:spMkLst>
            <pc:docMk/>
            <pc:sldMk cId="3948338544" sldId="385"/>
            <ac:spMk id="8" creationId="{E6F9D616-80DF-DAAD-AC2F-739D95244BEA}"/>
          </ac:spMkLst>
        </pc:spChg>
        <pc:picChg chg="del">
          <ac:chgData name="Kimberly Perron" userId="5cbb7adf-dcc5-4575-b463-4d02fa27e6cf" providerId="ADAL" clId="{7A68473E-E97D-4685-9C5C-D539BC2EEFE5}" dt="2023-06-06T19:50:38.333" v="1949" actId="478"/>
          <ac:picMkLst>
            <pc:docMk/>
            <pc:sldMk cId="3948338544" sldId="385"/>
            <ac:picMk id="10" creationId="{437296D5-4422-4198-029D-6528245D56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FF2C-C8C5-9735-4E35-6F9967B8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2BA0D-6486-F4DE-8496-8408A6ED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D534-4815-808F-4042-23DBFA7A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47424-4C4C-82D5-91B9-D79F048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508B-6C93-D70C-9CC5-B683AD8C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2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A3D7-7A72-77F7-6B22-04CF0AAB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F292-59EE-73DF-B4AD-754E7C5B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846A-146C-6748-6168-1168C8B6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12CB-96FA-8EAF-357F-17C5143B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91C0-DB77-7ACF-B449-3D2B8EA8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1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EBE3-07B5-9647-EC04-0B70946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58339-A007-F750-0C79-91478FE6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9EA1-22F8-6309-0603-0668F516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51FD-17F5-F54F-0CCD-BFE9057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6519-CD6A-A6C6-49CC-C30DB43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9FC9-42BC-9D9D-DCDB-05AF28E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C35-7213-4B94-0169-F0F1A047B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040CA-9288-BAFB-B362-5C6F58FE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9A0DC-C6BC-66C8-9DFC-DBC27D6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3312-9DBD-73CC-D7FE-DAE37969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F967B-6135-E4A8-54B0-3DC25AC3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CCE6-6D8A-9D50-83D1-6A88E400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C71CC-858E-6E72-27A5-0D25D3C99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B9737-0237-2AB7-EB76-B1B6A928D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00E6-34BC-A5E9-2762-6F4A19A1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9C32F-82F1-2D89-F698-0F066F9C2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59281-1773-8A7E-CBF4-E3F1E944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AF51E-FADD-B355-0939-94DE1C52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6A149-3FDC-B3FD-1B4C-7311F30F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1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8E76-8BA6-6F60-5794-F63A9CB6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9201A-870F-8C8D-9F1C-08DE9282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CF466-ACC9-CE02-3889-DC753F98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76CC-AD7A-2AB1-343F-6F9D2D2C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11E4D-419A-FB83-6F13-63B808DA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D445F-A890-68A0-398A-A6EE3808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1A16-594E-AA93-E60F-3509B52A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4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BC32-382C-AD36-8E3E-A8697518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B8FB-E3BF-256A-BB00-25A03D9B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0878-A57A-8A0D-4124-ABD15AB4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5B10-8968-996D-39B1-B9F7152B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38E4-BFDE-2F71-965F-41935C4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2B6C4-3B13-815F-0644-05601F2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1E4E-1E6F-79DC-31F0-E69BAD8A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80CC-745E-6203-8E0E-FC46C12B0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239BD-356C-68C3-5031-E353010F2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8566-65CC-D997-A12E-FDD3742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813AE-53CB-24E9-8191-1EFA9AD9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6C257-1F63-D000-37F8-DA0BEC6B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8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7DDC-0F0E-9522-437E-2A2CC660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37D74-D1BB-ED6F-EF4B-A1BA79BC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CBBD-99DB-5C5E-55DD-44E8A07E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B421-D1E1-08EF-7BE1-6CD5D2C3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BDD5-046D-E3DF-9F1F-05BF67E3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2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86933-E60C-3FB9-94AB-AC71AC1FB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2F69-A067-EE10-C251-D8CA81B3F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7E6-93BF-D1AE-9E4D-422C7316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4CF0-BE7F-7535-DCE3-21DD4F18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E431-208B-EBC1-DBF2-7AF5B1FF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1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0E485-9EEF-FC33-4E2D-3788F4F2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CADC-95B6-AB9A-E5C1-D19BFF2E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11D7-9C35-451E-3FDF-E0D865DAD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01E01-21E5-411C-9AB0-9285D947AFA7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9401-0A5F-3D41-E7FF-9D7A9973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15731-26A3-E08D-F38F-0A70E265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955587"/>
            <a:ext cx="882392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7200" dirty="0">
                <a:solidFill>
                  <a:srgbClr val="252260"/>
                </a:solidFill>
                <a:latin typeface="Century Gothic" panose="020B0502020202020204" pitchFamily="34" charset="0"/>
              </a:rPr>
              <a:t>Strategy vs. Plan</a:t>
            </a:r>
          </a:p>
          <a:p>
            <a:pPr algn="ctr"/>
            <a:r>
              <a:rPr lang="en-US" sz="3600" dirty="0">
                <a:solidFill>
                  <a:srgbClr val="F18120"/>
                </a:solidFill>
                <a:latin typeface="Century Gothic" panose="020B0502020202020204" pitchFamily="34" charset="0"/>
              </a:rPr>
              <a:t>Understanding the role and differences of these tools when creating your fundraising goals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ont, graphics, logo&#10;&#10;Description automatically generated">
            <a:extLst>
              <a:ext uri="{FF2B5EF4-FFF2-40B4-BE49-F238E27FC236}">
                <a16:creationId xmlns:a16="http://schemas.microsoft.com/office/drawing/2014/main" id="{4EA8E8F1-228F-9D45-52BB-DAF4D6E6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84" y="4394308"/>
            <a:ext cx="4455432" cy="747213"/>
          </a:xfrm>
          <a:prstGeom prst="rect">
            <a:avLst/>
          </a:prstGeom>
        </p:spPr>
      </p:pic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B3171-DEE8-A8CC-306D-A245B6F46AAD}"/>
              </a:ext>
            </a:extLst>
          </p:cNvPr>
          <p:cNvSpPr txBox="1"/>
          <p:nvPr/>
        </p:nvSpPr>
        <p:spPr>
          <a:xfrm>
            <a:off x="3200400" y="5152213"/>
            <a:ext cx="579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Presented by Kimberly Perron, MBA</a:t>
            </a:r>
          </a:p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Customer Success Instructor</a:t>
            </a:r>
          </a:p>
        </p:txBody>
      </p:sp>
    </p:spTree>
    <p:extLst>
      <p:ext uri="{BB962C8B-B14F-4D97-AF65-F5344CB8AC3E}">
        <p14:creationId xmlns:p14="http://schemas.microsoft.com/office/powerpoint/2010/main" val="65549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E5CF60B0-58B9-3493-DD8C-0B943C3A9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957" y="482487"/>
            <a:ext cx="2408604" cy="2202547"/>
          </a:xfrm>
          <a:prstGeom prst="rect">
            <a:avLst/>
          </a:prstGeom>
        </p:spPr>
      </p:pic>
      <p:pic>
        <p:nvPicPr>
          <p:cNvPr id="11" name="Picture 10" descr="Shape, arrow">
            <a:extLst>
              <a:ext uri="{FF2B5EF4-FFF2-40B4-BE49-F238E27FC236}">
                <a16:creationId xmlns:a16="http://schemas.microsoft.com/office/drawing/2014/main" id="{7E4DB932-E242-6477-1D88-E44CFAF570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101" y="190544"/>
            <a:ext cx="2433499" cy="2671596"/>
          </a:xfrm>
          <a:prstGeom prst="rect">
            <a:avLst/>
          </a:prstGeom>
        </p:spPr>
      </p:pic>
      <p:pic>
        <p:nvPicPr>
          <p:cNvPr id="13" name="Picture 1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F56B8219-4C44-99F1-6E38-CCF7694BC8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957" y="3347326"/>
            <a:ext cx="2657947" cy="2657947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47CD0B1-82B8-0202-3131-603B946FE22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5015" y="323984"/>
            <a:ext cx="2220058" cy="2272144"/>
          </a:xfrm>
          <a:prstGeom prst="rect">
            <a:avLst/>
          </a:prstGeom>
        </p:spPr>
      </p:pic>
      <p:pic>
        <p:nvPicPr>
          <p:cNvPr id="21" name="Picture 20" descr="Logo, company name">
            <a:extLst>
              <a:ext uri="{FF2B5EF4-FFF2-40B4-BE49-F238E27FC236}">
                <a16:creationId xmlns:a16="http://schemas.microsoft.com/office/drawing/2014/main" id="{AD1BA41B-DD7E-11DA-E425-2971051344C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174" y="426943"/>
            <a:ext cx="2446481" cy="2446481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BED77748-F8A7-8454-CD17-C32C1302C56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6045" y="2507749"/>
            <a:ext cx="3161662" cy="1028230"/>
          </a:xfrm>
          <a:prstGeom prst="rect">
            <a:avLst/>
          </a:prstGeom>
        </p:spPr>
      </p:pic>
      <p:pic>
        <p:nvPicPr>
          <p:cNvPr id="17" name="Picture 16" descr="A picture containing icon">
            <a:extLst>
              <a:ext uri="{FF2B5EF4-FFF2-40B4-BE49-F238E27FC236}">
                <a16:creationId xmlns:a16="http://schemas.microsoft.com/office/drawing/2014/main" id="{EF62F44A-4299-CD17-1DFB-1D080444411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6854" y="3461720"/>
            <a:ext cx="2307008" cy="2281840"/>
          </a:xfrm>
          <a:prstGeom prst="rect">
            <a:avLst/>
          </a:prstGeom>
        </p:spPr>
      </p:pic>
      <p:pic>
        <p:nvPicPr>
          <p:cNvPr id="19" name="Picture 18" descr="Graphical user interface">
            <a:extLst>
              <a:ext uri="{FF2B5EF4-FFF2-40B4-BE49-F238E27FC236}">
                <a16:creationId xmlns:a16="http://schemas.microsoft.com/office/drawing/2014/main" id="{1BF34E46-800E-B6A0-EFB8-D8E95AA1703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5146" y="3178110"/>
            <a:ext cx="2849060" cy="2849060"/>
          </a:xfrm>
          <a:prstGeom prst="rect">
            <a:avLst/>
          </a:prstGeom>
        </p:spPr>
      </p:pic>
      <p:pic>
        <p:nvPicPr>
          <p:cNvPr id="25" name="Picture 24" descr="Diagram">
            <a:extLst>
              <a:ext uri="{FF2B5EF4-FFF2-40B4-BE49-F238E27FC236}">
                <a16:creationId xmlns:a16="http://schemas.microsoft.com/office/drawing/2014/main" id="{E27B9AB4-3AE3-112E-641F-6CCE15B03EA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7643" y="3525433"/>
            <a:ext cx="2433499" cy="225966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A15D4-10DD-D07C-29C9-CC07CEE417BE}"/>
              </a:ext>
            </a:extLst>
          </p:cNvPr>
          <p:cNvGrpSpPr/>
          <p:nvPr/>
        </p:nvGrpSpPr>
        <p:grpSpPr>
          <a:xfrm>
            <a:off x="0" y="5710841"/>
            <a:ext cx="12192000" cy="1147160"/>
            <a:chOff x="0" y="5710841"/>
            <a:chExt cx="12192000" cy="1147160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FDC0A2DE-309B-04DC-271C-6006EABA27D0}"/>
                </a:ext>
              </a:extLst>
            </p:cNvPr>
            <p:cNvSpPr/>
            <p:nvPr/>
          </p:nvSpPr>
          <p:spPr>
            <a:xfrm>
              <a:off x="0" y="5710841"/>
              <a:ext cx="12192000" cy="114715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4EE030-C94D-E761-20B0-DC8B874A5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4667440" y="6125799"/>
              <a:ext cx="2722598" cy="732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06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">
            <a:extLst>
              <a:ext uri="{FF2B5EF4-FFF2-40B4-BE49-F238E27FC236}">
                <a16:creationId xmlns:a16="http://schemas.microsoft.com/office/drawing/2014/main" id="{C367CC84-698C-26A1-9D0F-CDAA043943DB}"/>
              </a:ext>
            </a:extLst>
          </p:cNvPr>
          <p:cNvSpPr/>
          <p:nvPr/>
        </p:nvSpPr>
        <p:spPr>
          <a:xfrm>
            <a:off x="0" y="6078071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6977B5-0C6C-A11B-E6C8-969AC985CA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6" b="24288"/>
          <a:stretch/>
        </p:blipFill>
        <p:spPr>
          <a:xfrm>
            <a:off x="9825318" y="6236638"/>
            <a:ext cx="2079811" cy="5593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1FD2E4-28BD-9773-2722-5B05BC59DAB5}"/>
              </a:ext>
            </a:extLst>
          </p:cNvPr>
          <p:cNvSpPr/>
          <p:nvPr/>
        </p:nvSpPr>
        <p:spPr>
          <a:xfrm>
            <a:off x="0" y="1"/>
            <a:ext cx="12192000" cy="105469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6A4D0D-E5D1-7338-3B95-3E69AC645029}"/>
              </a:ext>
            </a:extLst>
          </p:cNvPr>
          <p:cNvGrpSpPr/>
          <p:nvPr/>
        </p:nvGrpSpPr>
        <p:grpSpPr>
          <a:xfrm>
            <a:off x="1145529" y="1843396"/>
            <a:ext cx="10310981" cy="4011221"/>
            <a:chOff x="1406278" y="2151249"/>
            <a:chExt cx="10310981" cy="401122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FAD541-A75A-882D-5A10-0E0C1D3C9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4484" y="4775048"/>
              <a:ext cx="0" cy="788090"/>
            </a:xfrm>
            <a:prstGeom prst="line">
              <a:avLst/>
            </a:prstGeom>
            <a:ln w="76200">
              <a:solidFill>
                <a:srgbClr val="2522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B441E9-AE95-D435-3CC6-09901FB24870}"/>
                </a:ext>
              </a:extLst>
            </p:cNvPr>
            <p:cNvSpPr txBox="1"/>
            <p:nvPr/>
          </p:nvSpPr>
          <p:spPr>
            <a:xfrm>
              <a:off x="1406278" y="5639250"/>
              <a:ext cx="17488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18120"/>
                  </a:solidFill>
                  <a:latin typeface="Century Gothic" panose="020B0502020202020204" pitchFamily="34" charset="0"/>
                </a:rPr>
                <a:t>Vision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F96B5E-E9FA-18C2-80B3-4854051A09F0}"/>
                </a:ext>
              </a:extLst>
            </p:cNvPr>
            <p:cNvSpPr txBox="1"/>
            <p:nvPr/>
          </p:nvSpPr>
          <p:spPr>
            <a:xfrm>
              <a:off x="3010218" y="4943875"/>
              <a:ext cx="18468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18120"/>
                  </a:solidFill>
                  <a:latin typeface="Century Gothic" panose="020B0502020202020204" pitchFamily="34" charset="0"/>
                </a:rPr>
                <a:t>Strategy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4831D0-B979-883D-4001-028851CC5AE5}"/>
                </a:ext>
              </a:extLst>
            </p:cNvPr>
            <p:cNvSpPr txBox="1"/>
            <p:nvPr/>
          </p:nvSpPr>
          <p:spPr>
            <a:xfrm>
              <a:off x="6361102" y="3570467"/>
              <a:ext cx="1879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18120"/>
                  </a:solidFill>
                  <a:latin typeface="Century Gothic" panose="020B0502020202020204" pitchFamily="34" charset="0"/>
                </a:rPr>
                <a:t>Actions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359099-EC28-E912-47D1-4307B4F2ECF1}"/>
                </a:ext>
              </a:extLst>
            </p:cNvPr>
            <p:cNvSpPr txBox="1"/>
            <p:nvPr/>
          </p:nvSpPr>
          <p:spPr>
            <a:xfrm>
              <a:off x="8157508" y="2837541"/>
              <a:ext cx="16853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18120"/>
                  </a:solidFill>
                  <a:latin typeface="Century Gothic" panose="020B0502020202020204" pitchFamily="34" charset="0"/>
                </a:rPr>
                <a:t>Review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9EC956-6684-6A30-FB72-C2012C76D33F}"/>
                </a:ext>
              </a:extLst>
            </p:cNvPr>
            <p:cNvSpPr txBox="1"/>
            <p:nvPr/>
          </p:nvSpPr>
          <p:spPr>
            <a:xfrm>
              <a:off x="9690445" y="2151249"/>
              <a:ext cx="20268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18120"/>
                  </a:solidFill>
                  <a:latin typeface="Century Gothic" panose="020B0502020202020204" pitchFamily="34" charset="0"/>
                </a:rPr>
                <a:t>Success!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5BECF7-71FD-03E5-4A9A-527F7488EF06}"/>
                </a:ext>
              </a:extLst>
            </p:cNvPr>
            <p:cNvSpPr txBox="1"/>
            <p:nvPr/>
          </p:nvSpPr>
          <p:spPr>
            <a:xfrm>
              <a:off x="4438521" y="4219919"/>
              <a:ext cx="20960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18120"/>
                  </a:solidFill>
                  <a:latin typeface="Century Gothic" panose="020B0502020202020204" pitchFamily="34" charset="0"/>
                </a:rPr>
                <a:t>Objectives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7E06C65-1315-8A04-F9DE-715BA39CEE9B}"/>
                </a:ext>
              </a:extLst>
            </p:cNvPr>
            <p:cNvGrpSpPr/>
            <p:nvPr/>
          </p:nvGrpSpPr>
          <p:grpSpPr>
            <a:xfrm>
              <a:off x="7014766" y="4258835"/>
              <a:ext cx="796654" cy="537214"/>
              <a:chOff x="3364680" y="1011515"/>
              <a:chExt cx="1225593" cy="873085"/>
            </a:xfrm>
          </p:grpSpPr>
          <p:sp>
            <p:nvSpPr>
              <p:cNvPr id="24" name="Heart 23">
                <a:extLst>
                  <a:ext uri="{FF2B5EF4-FFF2-40B4-BE49-F238E27FC236}">
                    <a16:creationId xmlns:a16="http://schemas.microsoft.com/office/drawing/2014/main" id="{287F13F0-570D-F13D-E263-DEBD68FAB4E7}"/>
                  </a:ext>
                </a:extLst>
              </p:cNvPr>
              <p:cNvSpPr/>
              <p:nvPr/>
            </p:nvSpPr>
            <p:spPr>
              <a:xfrm rot="17570675" flipH="1">
                <a:off x="3332453" y="1201613"/>
                <a:ext cx="715212" cy="650758"/>
              </a:xfrm>
              <a:prstGeom prst="heart">
                <a:avLst/>
              </a:prstGeom>
              <a:solidFill>
                <a:srgbClr val="F181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Heart 24">
                <a:extLst>
                  <a:ext uri="{FF2B5EF4-FFF2-40B4-BE49-F238E27FC236}">
                    <a16:creationId xmlns:a16="http://schemas.microsoft.com/office/drawing/2014/main" id="{D84F3057-DDD2-5F40-01AB-8F023F620675}"/>
                  </a:ext>
                </a:extLst>
              </p:cNvPr>
              <p:cNvSpPr/>
              <p:nvPr/>
            </p:nvSpPr>
            <p:spPr>
              <a:xfrm rot="4029325">
                <a:off x="3907287" y="1201614"/>
                <a:ext cx="715213" cy="650759"/>
              </a:xfrm>
              <a:prstGeom prst="heart">
                <a:avLst/>
              </a:prstGeom>
              <a:solidFill>
                <a:srgbClr val="EE4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Heart 25">
                <a:extLst>
                  <a:ext uri="{FF2B5EF4-FFF2-40B4-BE49-F238E27FC236}">
                    <a16:creationId xmlns:a16="http://schemas.microsoft.com/office/drawing/2014/main" id="{8DE28722-10DA-FFCD-DF87-BBFA7D69558F}"/>
                  </a:ext>
                </a:extLst>
              </p:cNvPr>
              <p:cNvSpPr/>
              <p:nvPr/>
            </p:nvSpPr>
            <p:spPr>
              <a:xfrm>
                <a:off x="3619869" y="1011515"/>
                <a:ext cx="715213" cy="650759"/>
              </a:xfrm>
              <a:prstGeom prst="heart">
                <a:avLst/>
              </a:prstGeom>
              <a:solidFill>
                <a:srgbClr val="2522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C8C3D7BC-0BA7-D0C7-EC2F-9EF09496AA28}"/>
                </a:ext>
              </a:extLst>
            </p:cNvPr>
            <p:cNvSpPr/>
            <p:nvPr/>
          </p:nvSpPr>
          <p:spPr>
            <a:xfrm rot="20459092">
              <a:off x="2341907" y="2918245"/>
              <a:ext cx="6428213" cy="469929"/>
            </a:xfrm>
            <a:prstGeom prst="rightArrow">
              <a:avLst>
                <a:gd name="adj1" fmla="val 37008"/>
                <a:gd name="adj2" fmla="val 5000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1B16141-ACA4-3791-A0A0-266A26793164}"/>
              </a:ext>
            </a:extLst>
          </p:cNvPr>
          <p:cNvSpPr txBox="1"/>
          <p:nvPr/>
        </p:nvSpPr>
        <p:spPr>
          <a:xfrm>
            <a:off x="1" y="13259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Steps to Fundraising Success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F576A0C-8072-0399-ECF1-95B25EA03842}"/>
              </a:ext>
            </a:extLst>
          </p:cNvPr>
          <p:cNvCxnSpPr>
            <a:cxnSpLocks/>
          </p:cNvCxnSpPr>
          <p:nvPr/>
        </p:nvCxnSpPr>
        <p:spPr>
          <a:xfrm flipV="1">
            <a:off x="1192536" y="5224759"/>
            <a:ext cx="3403756" cy="691413"/>
          </a:xfrm>
          <a:prstGeom prst="bentConnector3">
            <a:avLst>
              <a:gd name="adj1" fmla="val 50000"/>
            </a:avLst>
          </a:prstGeom>
          <a:ln w="76200">
            <a:solidFill>
              <a:srgbClr val="2522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51D42716-E1D7-F564-3D15-B7B645693900}"/>
              </a:ext>
            </a:extLst>
          </p:cNvPr>
          <p:cNvCxnSpPr>
            <a:cxnSpLocks/>
          </p:cNvCxnSpPr>
          <p:nvPr/>
        </p:nvCxnSpPr>
        <p:spPr>
          <a:xfrm flipV="1">
            <a:off x="4536145" y="3808321"/>
            <a:ext cx="3403756" cy="691413"/>
          </a:xfrm>
          <a:prstGeom prst="bentConnector3">
            <a:avLst>
              <a:gd name="adj1" fmla="val 50000"/>
            </a:avLst>
          </a:prstGeom>
          <a:ln w="76200">
            <a:solidFill>
              <a:srgbClr val="2522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679A48B-70C4-CD84-4A50-212B750AB36D}"/>
              </a:ext>
            </a:extLst>
          </p:cNvPr>
          <p:cNvCxnSpPr>
            <a:cxnSpLocks/>
          </p:cNvCxnSpPr>
          <p:nvPr/>
        </p:nvCxnSpPr>
        <p:spPr>
          <a:xfrm flipV="1">
            <a:off x="7896759" y="2399270"/>
            <a:ext cx="3403756" cy="691413"/>
          </a:xfrm>
          <a:prstGeom prst="bentConnector3">
            <a:avLst>
              <a:gd name="adj1" fmla="val 50000"/>
            </a:avLst>
          </a:prstGeom>
          <a:ln w="76200">
            <a:solidFill>
              <a:srgbClr val="2522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4379FD7-3F41-8DDE-4A76-C65FF028E299}"/>
              </a:ext>
            </a:extLst>
          </p:cNvPr>
          <p:cNvCxnSpPr>
            <a:cxnSpLocks/>
          </p:cNvCxnSpPr>
          <p:nvPr/>
        </p:nvCxnSpPr>
        <p:spPr>
          <a:xfrm flipV="1">
            <a:off x="7933311" y="3058607"/>
            <a:ext cx="0" cy="788090"/>
          </a:xfrm>
          <a:prstGeom prst="line">
            <a:avLst/>
          </a:prstGeom>
          <a:ln w="76200">
            <a:solidFill>
              <a:srgbClr val="2522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Heart 52">
            <a:extLst>
              <a:ext uri="{FF2B5EF4-FFF2-40B4-BE49-F238E27FC236}">
                <a16:creationId xmlns:a16="http://schemas.microsoft.com/office/drawing/2014/main" id="{71A6B06F-71BD-6C1A-6841-3B5B3E88BD4D}"/>
              </a:ext>
            </a:extLst>
          </p:cNvPr>
          <p:cNvSpPr/>
          <p:nvPr/>
        </p:nvSpPr>
        <p:spPr>
          <a:xfrm rot="17570675" flipH="1">
            <a:off x="8455566" y="3323104"/>
            <a:ext cx="440074" cy="423003"/>
          </a:xfrm>
          <a:prstGeom prst="hear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Heart 53">
            <a:extLst>
              <a:ext uri="{FF2B5EF4-FFF2-40B4-BE49-F238E27FC236}">
                <a16:creationId xmlns:a16="http://schemas.microsoft.com/office/drawing/2014/main" id="{E2230190-5C35-3E67-C0A0-128090F8E490}"/>
              </a:ext>
            </a:extLst>
          </p:cNvPr>
          <p:cNvSpPr/>
          <p:nvPr/>
        </p:nvSpPr>
        <p:spPr>
          <a:xfrm rot="4029325">
            <a:off x="8829217" y="3323104"/>
            <a:ext cx="440074" cy="423003"/>
          </a:xfrm>
          <a:prstGeom prst="hear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Heart 54">
            <a:extLst>
              <a:ext uri="{FF2B5EF4-FFF2-40B4-BE49-F238E27FC236}">
                <a16:creationId xmlns:a16="http://schemas.microsoft.com/office/drawing/2014/main" id="{FFC585D7-9ADE-2771-D4C8-6056BE87CBF8}"/>
              </a:ext>
            </a:extLst>
          </p:cNvPr>
          <p:cNvSpPr/>
          <p:nvPr/>
        </p:nvSpPr>
        <p:spPr>
          <a:xfrm>
            <a:off x="8629979" y="3217429"/>
            <a:ext cx="464899" cy="400416"/>
          </a:xfrm>
          <a:prstGeom prst="hear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9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DE548DB-F8BB-4286-63B4-86A1DC195811}"/>
              </a:ext>
            </a:extLst>
          </p:cNvPr>
          <p:cNvGrpSpPr/>
          <p:nvPr/>
        </p:nvGrpSpPr>
        <p:grpSpPr>
          <a:xfrm>
            <a:off x="12574" y="1014161"/>
            <a:ext cx="12179426" cy="5421575"/>
            <a:chOff x="12574" y="1436425"/>
            <a:chExt cx="12179426" cy="5421575"/>
          </a:xfrm>
        </p:grpSpPr>
        <p:pic>
          <p:nvPicPr>
            <p:cNvPr id="7" name="Picture 6" descr="A picture containing finger, hand, thumb, nail&#10;&#10;Description automatically generated">
              <a:extLst>
                <a:ext uri="{FF2B5EF4-FFF2-40B4-BE49-F238E27FC236}">
                  <a16:creationId xmlns:a16="http://schemas.microsoft.com/office/drawing/2014/main" id="{0C4AF922-82ED-0407-A697-C08883570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574" y="1436425"/>
              <a:ext cx="12179426" cy="542157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EEAB64-B8E3-E0A2-47CA-56CE71B4499A}"/>
                </a:ext>
              </a:extLst>
            </p:cNvPr>
            <p:cNvSpPr txBox="1"/>
            <p:nvPr/>
          </p:nvSpPr>
          <p:spPr>
            <a:xfrm rot="21255978">
              <a:off x="4562942" y="4124002"/>
              <a:ext cx="1511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Strategy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12214-2EBC-7BC6-241B-850775D3B359}"/>
                </a:ext>
              </a:extLst>
            </p:cNvPr>
            <p:cNvSpPr txBox="1"/>
            <p:nvPr/>
          </p:nvSpPr>
          <p:spPr>
            <a:xfrm rot="21255978">
              <a:off x="6706373" y="3401920"/>
              <a:ext cx="1511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Action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BCDA54-1388-6412-DBA6-3F27C2C155AD}"/>
                </a:ext>
              </a:extLst>
            </p:cNvPr>
            <p:cNvSpPr txBox="1"/>
            <p:nvPr/>
          </p:nvSpPr>
          <p:spPr>
            <a:xfrm rot="21255978">
              <a:off x="6836658" y="4416139"/>
              <a:ext cx="1511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Plan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564DAA6-CDA1-7D4A-747B-97910F5AD23C}"/>
              </a:ext>
            </a:extLst>
          </p:cNvPr>
          <p:cNvSpPr/>
          <p:nvPr/>
        </p:nvSpPr>
        <p:spPr>
          <a:xfrm>
            <a:off x="0" y="1"/>
            <a:ext cx="12192000" cy="105469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F31F9-D666-30AA-8759-12D7DA8315A0}"/>
              </a:ext>
            </a:extLst>
          </p:cNvPr>
          <p:cNvSpPr txBox="1"/>
          <p:nvPr/>
        </p:nvSpPr>
        <p:spPr>
          <a:xfrm>
            <a:off x="1" y="13259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vs Plan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880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762000" y="1219880"/>
            <a:ext cx="106679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Long-term view 3 – 5 years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Incorporates vision, values, and 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Examines internal and external factors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Attempts to determine “why”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Creates major objectives to help achieve vision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4450C2-E395-2C2D-7BE4-79E5109DA35C}"/>
              </a:ext>
            </a:extLst>
          </p:cNvPr>
          <p:cNvSpPr/>
          <p:nvPr/>
        </p:nvSpPr>
        <p:spPr>
          <a:xfrm>
            <a:off x="0" y="1"/>
            <a:ext cx="12192000" cy="105469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576EC-BC1E-61A8-1C5E-378A59BD0BA9}"/>
              </a:ext>
            </a:extLst>
          </p:cNvPr>
          <p:cNvSpPr txBox="1"/>
          <p:nvPr/>
        </p:nvSpPr>
        <p:spPr>
          <a:xfrm>
            <a:off x="1" y="13259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213169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753036" y="1334383"/>
            <a:ext cx="1100865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Short-term view - 1 year max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 steps to achieve goals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Assigns responsibilities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Due dates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Measure progress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Ensures resources are distributed evenly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E306A-CC26-7AAD-7A90-912B282EFC7B}"/>
              </a:ext>
            </a:extLst>
          </p:cNvPr>
          <p:cNvSpPr/>
          <p:nvPr/>
        </p:nvSpPr>
        <p:spPr>
          <a:xfrm>
            <a:off x="0" y="1"/>
            <a:ext cx="12192000" cy="105469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1B1DA-3AAB-610D-8852-1B9F2C163724}"/>
              </a:ext>
            </a:extLst>
          </p:cNvPr>
          <p:cNvSpPr txBox="1"/>
          <p:nvPr/>
        </p:nvSpPr>
        <p:spPr>
          <a:xfrm>
            <a:off x="1" y="13259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ACTION PLAN</a:t>
            </a:r>
          </a:p>
        </p:txBody>
      </p:sp>
    </p:spTree>
    <p:extLst>
      <p:ext uri="{BB962C8B-B14F-4D97-AF65-F5344CB8AC3E}">
        <p14:creationId xmlns:p14="http://schemas.microsoft.com/office/powerpoint/2010/main" val="236168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88" y="1556808"/>
            <a:ext cx="642769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Executive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Board of Directors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key stakeholders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Team Members</a:t>
            </a:r>
          </a:p>
          <a:p>
            <a:endParaRPr lang="en-US" dirty="0"/>
          </a:p>
        </p:txBody>
      </p:sp>
      <p:pic>
        <p:nvPicPr>
          <p:cNvPr id="20" name="Picture 1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5DD6B8AE-5650-FD1B-ACC8-A139F8DDC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54" y="1669428"/>
            <a:ext cx="5415875" cy="3519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989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93459" y="1385070"/>
            <a:ext cx="10667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Guiding Principles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3555707D-1F4D-D3C9-2066-B1BF6623F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5" y="1122598"/>
            <a:ext cx="6419116" cy="474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198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13765" y="1702517"/>
            <a:ext cx="5925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Operating Budget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Capital Projects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Complete after SWOT &amp; priorities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D65353-824B-B21F-84DB-7C9E6429327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8A5A8-D4C3-498C-656C-D3184992808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Financial Situation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0C5C0D7C-FAAF-41ED-9A29-55F9BBA39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440" y="1555502"/>
            <a:ext cx="5531588" cy="3156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20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286871" y="1471933"/>
            <a:ext cx="74227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Can identify known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Stay focused on fundraising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Be sure to include in SWOT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4F48B-54F8-5796-B54D-4059BA6AB166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4EC32-104B-7D67-FB8C-507C0A486DD7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Potential Issues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E4ACEEF8-F201-3613-A36C-CD38FE79E6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" b="-1"/>
          <a:stretch/>
        </p:blipFill>
        <p:spPr>
          <a:xfrm>
            <a:off x="6679122" y="1577788"/>
            <a:ext cx="5226007" cy="3730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161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31694" y="1159304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Internal 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S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trengths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W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eaknesses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External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O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pportunities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T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hreats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SWOT Analysis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E5726C18-BE89-4201-B301-767821279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517" y="1117791"/>
            <a:ext cx="5076481" cy="4806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09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85483" y="1347562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Review your fundraising processes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Workflows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Good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What are you doing well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Extra 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Skills &amp; experience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E2CB2-1B36-C66E-CE99-CC7DD9C42B9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62A81-632D-DDFB-A1F2-A7B91FA2A2AB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SWOT: Strengths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5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49624" y="1241101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Identified internal issues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Poor Workflows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Unsatisfactory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Lack of technology/resources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Training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Staffing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52DEB-940E-9A5D-7A6A-6CFE186590B3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E5C60-FB6D-DFE2-28D0-8561E709B710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SWOT: Weaknesses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0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421341" y="1297854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Trends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Funding 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Partnerships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Technology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Prospect research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SWOT: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67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439271" y="1441636"/>
            <a:ext cx="10667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Competition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Vulnerabilities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– politics/economy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Government regulations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Donor/volunteer loss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B6D52-5564-CB1E-625F-8AAA3BE4E53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283-EB41-D418-1A58-3C505B8BD4D2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SWOT: Threats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48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88" y="1507419"/>
            <a:ext cx="5638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Prioritize</a:t>
            </a:r>
          </a:p>
          <a:p>
            <a:pPr marL="1028700" indent="-571500"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Get stakeholder’s</a:t>
            </a:r>
          </a:p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     input</a:t>
            </a:r>
          </a:p>
          <a:p>
            <a:pPr marL="1028700" indent="-571500"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Validate with guiding principles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AECF3-1522-D398-A3C4-A7E89DF5732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EB658-F5FA-A27C-9BFC-867EA07E0A8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SWOT: Prioritize</a:t>
            </a:r>
          </a:p>
          <a:p>
            <a:endParaRPr lang="en-US" dirty="0"/>
          </a:p>
        </p:txBody>
      </p:sp>
      <p:pic>
        <p:nvPicPr>
          <p:cNvPr id="10" name="Picture 9" descr="A screenshot of a list&#10;&#10;Description automatically generated with low confidence">
            <a:extLst>
              <a:ext uri="{FF2B5EF4-FFF2-40B4-BE49-F238E27FC236}">
                <a16:creationId xmlns:a16="http://schemas.microsoft.com/office/drawing/2014/main" id="{9CC53142-7500-7FE2-8770-429CE92A1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790" y="1221468"/>
            <a:ext cx="5436474" cy="4049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8562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94447" y="1424506"/>
            <a:ext cx="58091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Mix of KPIs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Leading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Lagging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Track with CRM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Validate with guiding principles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15AB4E-1120-BBAA-FC69-426C94D06AE2}"/>
              </a:ext>
            </a:extLst>
          </p:cNvPr>
          <p:cNvSpPr/>
          <p:nvPr/>
        </p:nvSpPr>
        <p:spPr>
          <a:xfrm>
            <a:off x="-1" y="0"/>
            <a:ext cx="12192001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9D616-80DF-DAAD-AC2F-739D95244BEA}"/>
              </a:ext>
            </a:extLst>
          </p:cNvPr>
          <p:cNvSpPr txBox="1"/>
          <p:nvPr/>
        </p:nvSpPr>
        <p:spPr>
          <a:xfrm>
            <a:off x="762000" y="125707"/>
            <a:ext cx="111431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Key Performance Indicators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437296D5-4422-4198-029D-6528245D5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736" y="1934147"/>
            <a:ext cx="5635392" cy="2989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8619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94447" y="1424506"/>
            <a:ext cx="1104451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To be address in next webinar: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Root cause analysis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Find the “why’s”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Evaluating options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15AB4E-1120-BBAA-FC69-426C94D06AE2}"/>
              </a:ext>
            </a:extLst>
          </p:cNvPr>
          <p:cNvSpPr/>
          <p:nvPr/>
        </p:nvSpPr>
        <p:spPr>
          <a:xfrm>
            <a:off x="-1" y="0"/>
            <a:ext cx="12192001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9D616-80DF-DAAD-AC2F-739D95244BEA}"/>
              </a:ext>
            </a:extLst>
          </p:cNvPr>
          <p:cNvSpPr txBox="1"/>
          <p:nvPr/>
        </p:nvSpPr>
        <p:spPr>
          <a:xfrm>
            <a:off x="762000" y="125707"/>
            <a:ext cx="111431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338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C1E0E14-CDB9-8F97-E72C-F0E33A5D6ABD}"/>
              </a:ext>
            </a:extLst>
          </p:cNvPr>
          <p:cNvSpPr txBox="1"/>
          <p:nvPr/>
        </p:nvSpPr>
        <p:spPr>
          <a:xfrm>
            <a:off x="340659" y="1010783"/>
            <a:ext cx="575534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 an objective for each priority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Verb + Activity + Measurable Outcome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Connects to Action Plan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Strategic Objectives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30E958B7-DDFA-880D-F4C6-BAB83A1CA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815" y="1702694"/>
            <a:ext cx="5867314" cy="3416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459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04800" y="1970205"/>
            <a:ext cx="54774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Impact Goal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Financial Goals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Target KPIs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D0B29-7F31-6ED1-F062-D5ADF95DA20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4446D-FB81-6A7A-977A-E3CE86992C6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Annual Goals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4ED9A812-DFEF-3602-72EE-F64452463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837" y="1452750"/>
            <a:ext cx="6342119" cy="3281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2241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86759" y="1151453"/>
            <a:ext cx="1114312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Add action steps for each objective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Month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Method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Activities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Responsibility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Due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E61A8-E020-3862-F5E9-F7CCEB9E2C03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FD88A-5500-7FA3-E7E9-42728618780A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Implement Objectives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15CEBEB1-9501-18DB-0F29-46950DC7E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22365"/>
            <a:ext cx="5133555" cy="3842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1513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38681" y="1274730"/>
            <a:ext cx="652182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Operating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Current Revenue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Projected Revenue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Percentages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Expenses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Capital Projects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8303F-5C3B-2A92-1578-3E34C2AF9D85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B35FA-4D3C-FEB3-4D32-8B77977621D1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Revenue Sources</a:t>
            </a:r>
          </a:p>
          <a:p>
            <a:endParaRPr lang="en-US" dirty="0"/>
          </a:p>
        </p:txBody>
      </p:sp>
      <p:pic>
        <p:nvPicPr>
          <p:cNvPr id="12" name="Picture 11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47BEE4D4-EF43-99F1-9539-31E5964FF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954" y="1042829"/>
            <a:ext cx="4076436" cy="4951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1926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14196" y="1523263"/>
            <a:ext cx="627486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milestone activities for each revenue source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Can include KPIs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0CCCD6-6E79-30C0-9230-0B3D185CC7F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C3FDB0-6794-F8FE-8E62-5AE0BF063BFB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Revenue Actions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EF377A97-9434-F418-B6BF-E56FE26DC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014412"/>
            <a:ext cx="4208220" cy="4984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5851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282388" y="1558178"/>
            <a:ext cx="64949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Proposals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Moves management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Get specific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9A5456-0F45-69D6-AEEE-F1BA50E86BE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3411A-989A-1AA1-98FD-B1AAF0306659}"/>
              </a:ext>
            </a:extLst>
          </p:cNvPr>
          <p:cNvSpPr txBox="1"/>
          <p:nvPr/>
        </p:nvSpPr>
        <p:spPr>
          <a:xfrm>
            <a:off x="761998" y="125707"/>
            <a:ext cx="1201270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Major Gifts/Sponsors/Grants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BC2D2851-3C2B-D2D9-FAC4-13AC25EC5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264" y="1062472"/>
            <a:ext cx="4172971" cy="4903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2025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22730" y="1296109"/>
            <a:ext cx="638287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From action plans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Add details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Communications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Meetings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Reports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Distribute resources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972B0-15B9-17A3-F37B-736EA1F4BCA5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4BD79-A753-A9FD-05F1-7758B96FA41D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Calendar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AFEF8582-7DA7-468B-987C-55BEF5307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568" y="1084931"/>
            <a:ext cx="4584433" cy="4901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9733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28" y="1297854"/>
            <a:ext cx="55715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Track activities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Plan contacts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Calculate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Communications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Reports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B47DA-A388-4962-F062-7C553EE6A4E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05023-C917-BF38-8E88-D473D0C28A3C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ACTION PLAN – 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CRM Software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21F2514-31D4-AADE-3167-A931063AC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25" y="1582494"/>
            <a:ext cx="6198418" cy="3222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3347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5" y="2151081"/>
            <a:ext cx="11161770" cy="251215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Watch the video and download the free Excel worksheet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Donorview.com/AFPwebinar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Register for next webinar on </a:t>
            </a:r>
            <a:r>
              <a:rPr lang="en-US" b="1">
                <a:solidFill>
                  <a:srgbClr val="252260"/>
                </a:solidFill>
                <a:latin typeface="Century Gothic" panose="020B0502020202020204" pitchFamily="34" charset="0"/>
              </a:rPr>
              <a:t>July 11</a:t>
            </a:r>
            <a:r>
              <a:rPr lang="en-US" b="1" baseline="30000">
                <a:solidFill>
                  <a:srgbClr val="252260"/>
                </a:solidFill>
                <a:latin typeface="Century Gothic" panose="020B0502020202020204" pitchFamily="34" charset="0"/>
              </a:rPr>
              <a:t>th</a:t>
            </a:r>
            <a:b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Strategy Planning Deep Dive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0CEC2D-EB88-82D9-5C02-C041D587214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FFEAEAC-2037-743E-7FB7-9B4EF1FA8CA8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B071A1-77DB-7615-D5C2-DEB969E39E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CEE15B-8725-511D-153C-590B508B3BA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4F970-0350-282B-F710-2E27C309A1AD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59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D319DC05-FDC1-B73F-951D-DB4E518832B5}"/>
              </a:ext>
            </a:extLst>
          </p:cNvPr>
          <p:cNvSpPr/>
          <p:nvPr/>
        </p:nvSpPr>
        <p:spPr>
          <a:xfrm flipV="1">
            <a:off x="-62142" y="-26632"/>
            <a:ext cx="7368377" cy="6884630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  <a:gd name="connsiteX0" fmla="*/ 0 w 7354734"/>
              <a:gd name="connsiteY0" fmla="*/ 8876 h 6866876"/>
              <a:gd name="connsiteX1" fmla="*/ 7354734 w 7354734"/>
              <a:gd name="connsiteY1" fmla="*/ 0 h 6866876"/>
              <a:gd name="connsiteX2" fmla="*/ 6986726 w 7354734"/>
              <a:gd name="connsiteY2" fmla="*/ 6866876 h 6866876"/>
              <a:gd name="connsiteX3" fmla="*/ 0 w 7354734"/>
              <a:gd name="connsiteY3" fmla="*/ 6866876 h 6866876"/>
              <a:gd name="connsiteX4" fmla="*/ 0 w 7354734"/>
              <a:gd name="connsiteY4" fmla="*/ 8876 h 6866876"/>
              <a:gd name="connsiteX0" fmla="*/ 0 w 7119243"/>
              <a:gd name="connsiteY0" fmla="*/ 44387 h 6902387"/>
              <a:gd name="connsiteX1" fmla="*/ 7119243 w 7119243"/>
              <a:gd name="connsiteY1" fmla="*/ 0 h 6902387"/>
              <a:gd name="connsiteX2" fmla="*/ 6986726 w 7119243"/>
              <a:gd name="connsiteY2" fmla="*/ 6902387 h 6902387"/>
              <a:gd name="connsiteX3" fmla="*/ 0 w 7119243"/>
              <a:gd name="connsiteY3" fmla="*/ 6902387 h 6902387"/>
              <a:gd name="connsiteX4" fmla="*/ 0 w 7119243"/>
              <a:gd name="connsiteY4" fmla="*/ 44387 h 6902387"/>
              <a:gd name="connsiteX0" fmla="*/ 0 w 7147502"/>
              <a:gd name="connsiteY0" fmla="*/ 8876 h 6866876"/>
              <a:gd name="connsiteX1" fmla="*/ 7147502 w 7147502"/>
              <a:gd name="connsiteY1" fmla="*/ 0 h 6866876"/>
              <a:gd name="connsiteX2" fmla="*/ 6986726 w 7147502"/>
              <a:gd name="connsiteY2" fmla="*/ 6866876 h 6866876"/>
              <a:gd name="connsiteX3" fmla="*/ 0 w 7147502"/>
              <a:gd name="connsiteY3" fmla="*/ 6866876 h 6866876"/>
              <a:gd name="connsiteX4" fmla="*/ 0 w 7147502"/>
              <a:gd name="connsiteY4" fmla="*/ 8876 h 6866876"/>
              <a:gd name="connsiteX0" fmla="*/ 0 w 7693197"/>
              <a:gd name="connsiteY0" fmla="*/ 8876 h 6866876"/>
              <a:gd name="connsiteX1" fmla="*/ 7147502 w 7693197"/>
              <a:gd name="connsiteY1" fmla="*/ 0 h 6866876"/>
              <a:gd name="connsiteX2" fmla="*/ 7693197 w 7693197"/>
              <a:gd name="connsiteY2" fmla="*/ 6849121 h 6866876"/>
              <a:gd name="connsiteX3" fmla="*/ 0 w 7693197"/>
              <a:gd name="connsiteY3" fmla="*/ 6866876 h 6866876"/>
              <a:gd name="connsiteX4" fmla="*/ 0 w 7693197"/>
              <a:gd name="connsiteY4" fmla="*/ 8876 h 6866876"/>
              <a:gd name="connsiteX0" fmla="*/ 0 w 8192437"/>
              <a:gd name="connsiteY0" fmla="*/ 8876 h 6866876"/>
              <a:gd name="connsiteX1" fmla="*/ 7147502 w 8192437"/>
              <a:gd name="connsiteY1" fmla="*/ 0 h 6866876"/>
              <a:gd name="connsiteX2" fmla="*/ 8192437 w 8192437"/>
              <a:gd name="connsiteY2" fmla="*/ 6840277 h 6866876"/>
              <a:gd name="connsiteX3" fmla="*/ 0 w 8192437"/>
              <a:gd name="connsiteY3" fmla="*/ 6866876 h 6866876"/>
              <a:gd name="connsiteX4" fmla="*/ 0 w 8192437"/>
              <a:gd name="connsiteY4" fmla="*/ 8876 h 6866876"/>
              <a:gd name="connsiteX0" fmla="*/ 0 w 8192437"/>
              <a:gd name="connsiteY0" fmla="*/ 32 h 6858032"/>
              <a:gd name="connsiteX1" fmla="*/ 6949691 w 8192437"/>
              <a:gd name="connsiteY1" fmla="*/ 0 h 6858032"/>
              <a:gd name="connsiteX2" fmla="*/ 8192437 w 8192437"/>
              <a:gd name="connsiteY2" fmla="*/ 6831433 h 6858032"/>
              <a:gd name="connsiteX3" fmla="*/ 0 w 8192437"/>
              <a:gd name="connsiteY3" fmla="*/ 6858032 h 6858032"/>
              <a:gd name="connsiteX4" fmla="*/ 0 w 8192437"/>
              <a:gd name="connsiteY4" fmla="*/ 32 h 68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2437" h="6858032">
                <a:moveTo>
                  <a:pt x="0" y="32"/>
                </a:moveTo>
                <a:lnTo>
                  <a:pt x="6949691" y="0"/>
                </a:lnTo>
                <a:lnTo>
                  <a:pt x="8192437" y="6831433"/>
                </a:lnTo>
                <a:lnTo>
                  <a:pt x="0" y="6858032"/>
                </a:lnTo>
                <a:lnTo>
                  <a:pt x="0" y="32"/>
                </a:lnTo>
                <a:close/>
              </a:path>
            </a:pathLst>
          </a:custGeom>
          <a:solidFill>
            <a:srgbClr val="DD403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514A7-E9E7-2DBD-2745-24E341276160}"/>
              </a:ext>
            </a:extLst>
          </p:cNvPr>
          <p:cNvSpPr/>
          <p:nvPr/>
        </p:nvSpPr>
        <p:spPr>
          <a:xfrm>
            <a:off x="-62142" y="-13317"/>
            <a:ext cx="7135295" cy="6871317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6726" h="6884632">
                <a:moveTo>
                  <a:pt x="0" y="26632"/>
                </a:moveTo>
                <a:lnTo>
                  <a:pt x="5433133" y="0"/>
                </a:lnTo>
                <a:lnTo>
                  <a:pt x="6986726" y="6884632"/>
                </a:lnTo>
                <a:lnTo>
                  <a:pt x="0" y="6884632"/>
                </a:lnTo>
                <a:lnTo>
                  <a:pt x="0" y="26632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10" y="741447"/>
            <a:ext cx="6639789" cy="1325563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31A6-B52D-4E67-47F7-49384C60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25" y="4560544"/>
            <a:ext cx="4878861" cy="1848053"/>
          </a:xfrm>
        </p:spPr>
        <p:txBody>
          <a:bodyPr>
            <a:noAutofit/>
          </a:bodyPr>
          <a:lstStyle/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 Us: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508-205-0243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sales@donorview.com</a:t>
            </a: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</a:t>
            </a: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Qr code&#10;&#10;Description automatically generated">
            <a:extLst>
              <a:ext uri="{FF2B5EF4-FFF2-40B4-BE49-F238E27FC236}">
                <a16:creationId xmlns:a16="http://schemas.microsoft.com/office/drawing/2014/main" id="{A1375A32-EE66-AE62-3545-E268A6BEC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1865" y="2154865"/>
            <a:ext cx="2548271" cy="2548271"/>
          </a:xfrm>
          <a:prstGeom prst="rect">
            <a:avLst/>
          </a:prstGeom>
          <a:ln>
            <a:solidFill>
              <a:srgbClr val="DD403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52E330-CABC-AE96-4693-CF62BAEF7555}"/>
              </a:ext>
            </a:extLst>
          </p:cNvPr>
          <p:cNvSpPr txBox="1"/>
          <p:nvPr/>
        </p:nvSpPr>
        <p:spPr>
          <a:xfrm>
            <a:off x="7508039" y="1963048"/>
            <a:ext cx="4385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DD4039"/>
                </a:solidFill>
                <a:latin typeface="Century Gothic" panose="020B0502020202020204" pitchFamily="34" charset="0"/>
              </a:rPr>
              <a:t>Request a Demo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04A34-5D04-712E-8764-84E80196CA02}"/>
              </a:ext>
            </a:extLst>
          </p:cNvPr>
          <p:cNvSpPr txBox="1"/>
          <p:nvPr/>
        </p:nvSpPr>
        <p:spPr>
          <a:xfrm>
            <a:off x="7979876" y="4272249"/>
            <a:ext cx="3441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DD4039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DonorView.com/Demo</a:t>
            </a:r>
            <a:endParaRPr lang="en-US" sz="2200" dirty="0">
              <a:solidFill>
                <a:srgbClr val="DD4039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CD18-1163-EE5A-7C53-72742ECA6B62}"/>
              </a:ext>
            </a:extLst>
          </p:cNvPr>
          <p:cNvSpPr txBox="1"/>
          <p:nvPr/>
        </p:nvSpPr>
        <p:spPr>
          <a:xfrm>
            <a:off x="8097466" y="2736502"/>
            <a:ext cx="3206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Scan</a:t>
            </a: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 to visit our website and set</a:t>
            </a:r>
            <a:b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</a:b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up a free </a:t>
            </a:r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demo!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8BEF5-E425-8AA4-CF3B-AC72594A49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6984" y="6009449"/>
            <a:ext cx="3635406" cy="5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7563</TotalTime>
  <Words>471</Words>
  <Application>Microsoft Office PowerPoint</Application>
  <PresentationFormat>Widescreen</PresentationFormat>
  <Paragraphs>147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Century 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Watch the video and download the free Excel worksheet Donorview.com/AFPwebinar  Register for next webinar on July 11th Strategy Planning Deep Dive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Perron</dc:creator>
  <cp:lastModifiedBy>Kimberly Perron</cp:lastModifiedBy>
  <cp:revision>6</cp:revision>
  <dcterms:created xsi:type="dcterms:W3CDTF">2023-02-27T13:46:23Z</dcterms:created>
  <dcterms:modified xsi:type="dcterms:W3CDTF">2023-06-19T13:40:06Z</dcterms:modified>
</cp:coreProperties>
</file>